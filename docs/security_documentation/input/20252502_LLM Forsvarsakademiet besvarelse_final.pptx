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media/image5.svg" ContentType="image/svg+xml"/>
  <Override PartName="/ppt/tags/tag4.xml" ContentType="application/vnd.openxmlformats-officedocument.presentationml.tags+xml"/>
  <Override PartName="/ppt/media/image6.svg" ContentType="image/svg+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media/image10.svg" ContentType="image/svg+xml"/>
  <Override PartName="/ppt/tags/tag13.xml" ContentType="application/vnd.openxmlformats-officedocument.presentationml.tags+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media/image13.svg" ContentType="image/svg+xml"/>
  <Override PartName="/ppt/media/image14.svg" ContentType="image/svg+xml"/>
  <Override PartName="/ppt/media/image15.svg" ContentType="image/svg+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3.xml" ContentType="application/vnd.openxmlformats-officedocument.them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media/image18.svg" ContentType="image/svg+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4.xml" ContentType="application/vnd.openxmlformats-officedocument.theme+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5.xml" ContentType="application/vnd.openxmlformats-officedocument.theme+xml"/>
  <Override PartName="/ppt/tags/tag49.xml" ContentType="application/vnd.openxmlformats-officedocument.presentationml.tags+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6.xml" ContentType="application/vnd.openxmlformats-officedocument.theme+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theme/theme7.xml" ContentType="application/vnd.openxmlformats-officedocument.theme+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theme/theme8.xml" ContentType="application/vnd.openxmlformats-officedocument.theme+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theme/theme9.xml" ContentType="application/vnd.openxmlformats-officedocument.theme+xml"/>
  <Override PartName="/ppt/tags/tag84.xml" ContentType="application/vnd.openxmlformats-officedocument.presentationml.tags+xml"/>
  <Override PartName="/ppt/theme/theme10.xml" ContentType="application/vnd.openxmlformats-officedocument.theme+xml"/>
  <Override PartName="/ppt/theme/theme11.xml" ContentType="application/vnd.openxmlformats-officedocument.theme+xml"/>
  <Override PartName="/ppt/tags/tag85.xml" ContentType="application/vnd.openxmlformats-officedocument.presentationml.tags+xml"/>
  <Override PartName="/ppt/notesSlides/notesSlide1.xml" ContentType="application/vnd.openxmlformats-officedocument.presentationml.notesSlide+xml"/>
  <Override PartName="/ppt/tags/tag86.xml" ContentType="application/vnd.openxmlformats-officedocument.presentationml.tags+xml"/>
  <Override PartName="/ppt/tags/tag87.xml" ContentType="application/vnd.openxmlformats-officedocument.presentationml.tags+xml"/>
  <Override PartName="/ppt/notesSlides/notesSlide2.xml" ContentType="application/vnd.openxmlformats-officedocument.presentationml.notesSlide+xml"/>
  <Override PartName="/ppt/media/image35.svg" ContentType="image/svg+xml"/>
  <Override PartName="/ppt/media/image36.svg" ContentType="image/svg+xml"/>
  <Override PartName="/ppt/media/image38.svg" ContentType="image/svg+xml"/>
  <Override PartName="/ppt/media/image39.svg" ContentType="image/svg+xml"/>
  <Override PartName="/ppt/media/image40.svg" ContentType="image/svg+xml"/>
  <Override PartName="/ppt/media/image42.svg" ContentType="image/svg+xml"/>
  <Override PartName="/ppt/media/image43.svg" ContentType="image/svg+xml"/>
  <Override PartName="/ppt/media/image44.svg" ContentType="image/svg+xml"/>
  <Override PartName="/ppt/comments/modernComment_10E_6B6BACE1.xml" ContentType="application/vnd.ms-powerpoint.comments+xml"/>
  <Override PartName="/ppt/comments/modernComment_115_E2E0F9CE.xml" ContentType="application/vnd.ms-powerpoint.comments+xml"/>
  <Override PartName="/ppt/comments/modernComment_116_E114870B.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88.xml" ContentType="application/vnd.openxmlformats-officedocument.presentationml.tags+xml"/>
  <Override PartName="/ppt/notesSlides/notesSlide8.xml" ContentType="application/vnd.openxmlformats-officedocument.presentationml.notesSlide+xml"/>
  <Override PartName="/ppt/tags/tag89.xml" ContentType="application/vnd.openxmlformats-officedocument.presentationml.tags+xml"/>
  <Override PartName="/ppt/tags/tag90.xml" ContentType="application/vnd.openxmlformats-officedocument.presentationml.tags+xml"/>
  <Override PartName="/ppt/notesSlides/notesSlide9.xml" ContentType="application/vnd.openxmlformats-officedocument.presentationml.notesSlide+xml"/>
  <Override PartName="/ppt/media/image61.svg" ContentType="image/svg+xml"/>
  <Override PartName="/ppt/media/image62.svg" ContentType="image/svg+xml"/>
  <Override PartName="/ppt/media/image63.svg" ContentType="image/svg+xml"/>
  <Override PartName="/ppt/media/image64.svg" ContentType="image/svg+xml"/>
  <Override PartName="/ppt/media/image65.svg" ContentType="image/svg+xml"/>
  <Override PartName="/ppt/media/image66.svg" ContentType="image/svg+xml"/>
  <Override PartName="/ppt/media/image67.svg" ContentType="image/svg+xml"/>
  <Override PartName="/ppt/tags/tag91.xml" ContentType="application/vnd.openxmlformats-officedocument.presentationml.tags+xml"/>
  <Override PartName="/ppt/notesSlides/notesSlide10.xml" ContentType="application/vnd.openxmlformats-officedocument.presentationml.notesSlide+xml"/>
  <Override PartName="/ppt/tags/tag92.xml" ContentType="application/vnd.openxmlformats-officedocument.presentationml.tags+xml"/>
  <Override PartName="/ppt/notesSlides/notesSlide11.xml" ContentType="application/vnd.openxmlformats-officedocument.presentationml.notesSlide+xml"/>
  <Override PartName="/ppt/tags/tag93.xml" ContentType="application/vnd.openxmlformats-officedocument.presentationml.tags+xml"/>
  <Override PartName="/ppt/tags/tag94.xml" ContentType="application/vnd.openxmlformats-officedocument.presentationml.tags+xml"/>
  <Override PartName="/ppt/notesSlides/notesSlide12.xml" ContentType="application/vnd.openxmlformats-officedocument.presentationml.notesSlide+xml"/>
  <Override PartName="/ppt/media/image73.svg" ContentType="image/svg+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notesSlides/notesSlide13.xml" ContentType="application/vnd.openxmlformats-officedocument.presentationml.notesSlide+xml"/>
  <Override PartName="/ppt/comments/modernComment_7FFFFFFE_18A4D4FE.xml" ContentType="application/vnd.ms-powerpoint.comments+xml"/>
  <Override PartName="/ppt/media/image76.svg" ContentType="image/svg+xml"/>
  <Override PartName="/ppt/tags/tag98.xml" ContentType="application/vnd.openxmlformats-officedocument.presentationml.tags+xml"/>
  <Override PartName="/ppt/tags/tag99.xml" ContentType="application/vnd.openxmlformats-officedocument.presentationml.tags+xml"/>
  <Override PartName="/ppt/media/image79.svg" ContentType="image/svg+xml"/>
  <Override PartName="/ppt/media/image80.svg" ContentType="image/svg+xml"/>
  <Override PartName="/ppt/media/image81.svg" ContentType="image/svg+xml"/>
  <Override PartName="/ppt/media/image82.svg" ContentType="image/svg+xml"/>
  <Override PartName="/ppt/media/image83.svg" ContentType="image/svg+xml"/>
  <Override PartName="/ppt/media/image84.svg" ContentType="image/svg+xml"/>
  <Override PartName="/ppt/media/image85.svg" ContentType="image/svg+xml"/>
  <Override PartName="/ppt/media/image86.svg" ContentType="image/svg+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notesSlides/notesSlide14.xml" ContentType="application/vnd.openxmlformats-officedocument.presentationml.notesSlide+xml"/>
  <Override PartName="/ppt/comments/modernComment_7FFFFFF6_C478DB26.xml" ContentType="application/vnd.ms-powerpoint.comments+xml"/>
  <Override PartName="/ppt/media/image88.svg" ContentType="image/svg+xml"/>
  <Override PartName="/ppt/media/image89.svg" ContentType="image/svg+xml"/>
  <Override PartName="/ppt/media/image90.svg" ContentType="image/svg+xml"/>
  <Override PartName="/ppt/media/image91.svg" ContentType="image/svg+xml"/>
  <Override PartName="/ppt/media/image92.svg" ContentType="image/svg+xml"/>
  <Override PartName="/ppt/media/image93.svg" ContentType="image/svg+xml"/>
  <Override PartName="/ppt/tags/tag108.xml" ContentType="application/vnd.openxmlformats-officedocument.presentationml.tags+xml"/>
  <Override PartName="/ppt/notesSlides/notesSlide15.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 id="2147483844" r:id="rId5"/>
    <p:sldMasterId id="2147483891" r:id="rId6"/>
    <p:sldMasterId id="2147483919" r:id="rId7"/>
    <p:sldMasterId id="2147483927" r:id="rId8"/>
    <p:sldMasterId id="2147483932" r:id="rId9"/>
    <p:sldMasterId id="2147483948" r:id="rId10"/>
    <p:sldMasterId id="2147483962" r:id="rId11"/>
    <p:sldMasterId id="2147483978" r:id="rId12"/>
  </p:sldMasterIdLst>
  <p:notesMasterIdLst>
    <p:notesMasterId r:id="rId64"/>
  </p:notesMasterIdLst>
  <p:handoutMasterIdLst>
    <p:handoutMasterId r:id="rId65"/>
  </p:handoutMasterIdLst>
  <p:sldIdLst>
    <p:sldId id="360" r:id="rId13"/>
    <p:sldId id="267" r:id="rId14"/>
    <p:sldId id="284" r:id="rId15"/>
    <p:sldId id="282" r:id="rId16"/>
    <p:sldId id="270" r:id="rId17"/>
    <p:sldId id="277" r:id="rId18"/>
    <p:sldId id="280" r:id="rId19"/>
    <p:sldId id="278" r:id="rId20"/>
    <p:sldId id="413" r:id="rId21"/>
    <p:sldId id="275" r:id="rId22"/>
    <p:sldId id="2147483647" r:id="rId23"/>
    <p:sldId id="400" r:id="rId24"/>
    <p:sldId id="256" r:id="rId25"/>
    <p:sldId id="257" r:id="rId26"/>
    <p:sldId id="259" r:id="rId27"/>
    <p:sldId id="276" r:id="rId28"/>
    <p:sldId id="260" r:id="rId29"/>
    <p:sldId id="261" r:id="rId30"/>
    <p:sldId id="265" r:id="rId31"/>
    <p:sldId id="406" r:id="rId32"/>
    <p:sldId id="407" r:id="rId33"/>
    <p:sldId id="262" r:id="rId34"/>
    <p:sldId id="409" r:id="rId35"/>
    <p:sldId id="415" r:id="rId36"/>
    <p:sldId id="281" r:id="rId37"/>
    <p:sldId id="416" r:id="rId38"/>
    <p:sldId id="264" r:id="rId39"/>
    <p:sldId id="263" r:id="rId40"/>
    <p:sldId id="419" r:id="rId41"/>
    <p:sldId id="420" r:id="rId42"/>
    <p:sldId id="421" r:id="rId43"/>
    <p:sldId id="422" r:id="rId44"/>
    <p:sldId id="423" r:id="rId45"/>
    <p:sldId id="286" r:id="rId46"/>
    <p:sldId id="17343" r:id="rId47"/>
    <p:sldId id="2147375593" r:id="rId48"/>
    <p:sldId id="2147375745" r:id="rId49"/>
    <p:sldId id="2147480285" r:id="rId50"/>
    <p:sldId id="2147480286" r:id="rId51"/>
    <p:sldId id="2147480707" r:id="rId52"/>
    <p:sldId id="258" r:id="rId53"/>
    <p:sldId id="2147483636" r:id="rId54"/>
    <p:sldId id="2147483637" r:id="rId55"/>
    <p:sldId id="2147483635" r:id="rId56"/>
    <p:sldId id="285" r:id="rId57"/>
    <p:sldId id="266" r:id="rId58"/>
    <p:sldId id="2147483646" r:id="rId59"/>
    <p:sldId id="296" r:id="rId60"/>
    <p:sldId id="2147483638" r:id="rId61"/>
    <p:sldId id="397" r:id="rId62"/>
    <p:sldId id="399" r:id="rId63"/>
  </p:sldIdLst>
  <p:sldSz cx="12192000" cy="6858000"/>
  <p:notesSz cx="6797675" cy="9925050"/>
  <p:custDataLst>
    <p:tags r:id="rId6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2E2E61B-6043-6B5D-852E-6BF32088F446}" name="Lasse Hachem" initials="LH" userId="S::lasse.h@adc-consulting.com::3762fcc8-71fd-400f-b3c7-44cab420a46c" providerId="AD"/>
  <p188:author id="{6323BB62-5FDF-C35E-3AD0-AF1320CE8726}" name="Govert van Koningsveld | ADC" initials="GvK|A" userId="S::gvankoningsveld@amsterdamdatacollective.com::fc532ca3-1933-49c0-a75d-3ba24fe3ca75" providerId="AD"/>
  <p188:author id="{8643FB6B-B167-0DAA-0CC0-6C8615246860}" name="Jacob Vestergaard" initials="JV" userId="S::jacob.v@adc-consulting.com::d5dddaf2-2bda-48b1-851f-855dd19edb56" providerId="AD"/>
  <p188:author id="{50E73A7E-EBA4-4BFF-A36D-880765792A17}" name="Matthijs Poot | ADC" initials="MP|A" userId="" providerId=""/>
  <p188:author id="{EACC6F7F-6557-9A0E-A0E4-E746DE76DF2E}" name="Matthijs Poot | ADC" initials="MP" userId="S::mpoot@amsterdamdatacollective.com::68d45f26-4f7c-467f-be52-bfffab61feb5" providerId="AD"/>
  <p188:author id="{8AC00587-88A7-4503-6DE6-3EFA4E92A1E5}" name="Lourens Vale | ADC" initials="LV|A" userId="S::lvale@amsterdamdatacollective.com::298464fb-9bb4-481e-9c09-dbf570b8fc64" providerId="AD"/>
  <p188:author id="{737D6988-868F-0C7F-9356-8FB49883F576}" name="Tone Bengtsen" initials="TB" userId="S::tone.b@adc-consulting.com::8c9c0d5f-7d20-4830-8aed-24f7d3f2e193" providerId="AD"/>
  <p188:author id="{A3DA9D9D-CED2-8FB6-24B4-6901DDA87903}" name="Rick Hellendoorn | ADC" initials="RH|A" userId="S::rhellendoorn@amsterdamdatacollective.com::63b53fd5-890b-44a3-8682-50ee5d978c63" providerId="AD"/>
  <p188:author id="{99C1A6A1-5B45-1D98-D48B-32F364EC926A}" name="Tim Hudson | ADC" initials="TH" userId="S::thudson@amsterdamdatacollective.com::10eb1b1a-ba35-432f-b6c3-b003e01d60fe" providerId="AD"/>
  <p188:author id="{07CA9AD5-E74D-8BCC-A830-B0F781097F53}" name="Gesa von der Lieth | ADC" initials="" userId="S::gesa.vdl@adc-consulting.com::eb00ff33-6a99-4dfd-afcf-bc8ac0c7b678" providerId="AD"/>
  <p188:author id="{A2FEA0F0-A62A-E0DD-1C12-0A20CE558441}" name="Max Dieleman | ADC" initials="MD|A" userId="S::mdieleman@amsterdamdatacollective.com::149af67e-52a6-4a69-ae77-87b2aeff136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CDCD2"/>
    <a:srgbClr val="ABC3BE"/>
    <a:srgbClr val="F951D9"/>
    <a:srgbClr val="B054AE"/>
    <a:srgbClr val="000000"/>
    <a:srgbClr val="B6D1DA"/>
    <a:srgbClr val="2F7688"/>
    <a:srgbClr val="3A8193"/>
    <a:srgbClr val="2A6271"/>
    <a:srgbClr val="2D6E7E"/>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BE686E-8079-609C-487F-54C3AB5A1610}" v="1" dt="2026-07-07T11:41:14.833"/>
  </p1510:revLst>
</p1510:revInfo>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ED083AE6-46FA-4A59-8FB0-9F97EB10719F}" styleName="Lyst layout 3 - Markering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8799B23B-EC83-4686-B30A-512413B5E67A}" styleName="Lyst layout 3 - Markering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p:cViewPr varScale="1">
        <p:scale>
          <a:sx n="87" d="100"/>
          <a:sy n="87" d="100"/>
        </p:scale>
        <p:origin x="44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4.xml"/><Relationship Id="rId21" Type="http://schemas.openxmlformats.org/officeDocument/2006/relationships/slide" Target="slides/slide9.xml"/><Relationship Id="rId42" Type="http://schemas.openxmlformats.org/officeDocument/2006/relationships/slide" Target="slides/slide30.xml"/><Relationship Id="rId47" Type="http://schemas.openxmlformats.org/officeDocument/2006/relationships/slide" Target="slides/slide35.xml"/><Relationship Id="rId63" Type="http://schemas.openxmlformats.org/officeDocument/2006/relationships/slide" Target="slides/slide51.xml"/><Relationship Id="rId68" Type="http://schemas.openxmlformats.org/officeDocument/2006/relationships/viewProps" Target="viewProps.xml"/><Relationship Id="rId7" Type="http://schemas.openxmlformats.org/officeDocument/2006/relationships/slideMaster" Target="slideMasters/slideMaster4.xml"/><Relationship Id="rId71"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4.xml"/><Relationship Id="rId29" Type="http://schemas.openxmlformats.org/officeDocument/2006/relationships/slide" Target="slides/slide17.xml"/><Relationship Id="rId11" Type="http://schemas.openxmlformats.org/officeDocument/2006/relationships/slideMaster" Target="slideMasters/slideMaster8.xml"/><Relationship Id="rId24" Type="http://schemas.openxmlformats.org/officeDocument/2006/relationships/slide" Target="slides/slide12.xml"/><Relationship Id="rId32" Type="http://schemas.openxmlformats.org/officeDocument/2006/relationships/slide" Target="slides/slide20.xml"/><Relationship Id="rId37" Type="http://schemas.openxmlformats.org/officeDocument/2006/relationships/slide" Target="slides/slide25.xml"/><Relationship Id="rId40" Type="http://schemas.openxmlformats.org/officeDocument/2006/relationships/slide" Target="slides/slide28.xml"/><Relationship Id="rId45" Type="http://schemas.openxmlformats.org/officeDocument/2006/relationships/slide" Target="slides/slide33.xml"/><Relationship Id="rId53" Type="http://schemas.openxmlformats.org/officeDocument/2006/relationships/slide" Target="slides/slide41.xml"/><Relationship Id="rId58" Type="http://schemas.openxmlformats.org/officeDocument/2006/relationships/slide" Target="slides/slide46.xml"/><Relationship Id="rId66" Type="http://schemas.openxmlformats.org/officeDocument/2006/relationships/tags" Target="tags/tag1.xml"/><Relationship Id="rId5" Type="http://schemas.openxmlformats.org/officeDocument/2006/relationships/slideMaster" Target="slideMasters/slideMaster2.xml"/><Relationship Id="rId61" Type="http://schemas.openxmlformats.org/officeDocument/2006/relationships/slide" Target="slides/slide49.xml"/><Relationship Id="rId19" Type="http://schemas.openxmlformats.org/officeDocument/2006/relationships/slide" Target="slides/slide7.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slide" Target="slides/slide18.xml"/><Relationship Id="rId35" Type="http://schemas.openxmlformats.org/officeDocument/2006/relationships/slide" Target="slides/slide23.xml"/><Relationship Id="rId43" Type="http://schemas.openxmlformats.org/officeDocument/2006/relationships/slide" Target="slides/slide31.xml"/><Relationship Id="rId48" Type="http://schemas.openxmlformats.org/officeDocument/2006/relationships/slide" Target="slides/slide36.xml"/><Relationship Id="rId56" Type="http://schemas.openxmlformats.org/officeDocument/2006/relationships/slide" Target="slides/slide44.xml"/><Relationship Id="rId64" Type="http://schemas.openxmlformats.org/officeDocument/2006/relationships/notesMaster" Target="notesMasters/notesMaster1.xml"/><Relationship Id="rId69" Type="http://schemas.openxmlformats.org/officeDocument/2006/relationships/theme" Target="theme/theme1.xml"/><Relationship Id="rId8" Type="http://schemas.openxmlformats.org/officeDocument/2006/relationships/slideMaster" Target="slideMasters/slideMaster5.xml"/><Relationship Id="rId51" Type="http://schemas.openxmlformats.org/officeDocument/2006/relationships/slide" Target="slides/slide39.xml"/><Relationship Id="rId72"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slide" Target="slides/slide21.xml"/><Relationship Id="rId38" Type="http://schemas.openxmlformats.org/officeDocument/2006/relationships/slide" Target="slides/slide26.xml"/><Relationship Id="rId46" Type="http://schemas.openxmlformats.org/officeDocument/2006/relationships/slide" Target="slides/slide34.xml"/><Relationship Id="rId59" Type="http://schemas.openxmlformats.org/officeDocument/2006/relationships/slide" Target="slides/slide47.xml"/><Relationship Id="rId67" Type="http://schemas.openxmlformats.org/officeDocument/2006/relationships/presProps" Target="presProps.xml"/><Relationship Id="rId20" Type="http://schemas.openxmlformats.org/officeDocument/2006/relationships/slide" Target="slides/slide8.xml"/><Relationship Id="rId41" Type="http://schemas.openxmlformats.org/officeDocument/2006/relationships/slide" Target="slides/slide29.xml"/><Relationship Id="rId54" Type="http://schemas.openxmlformats.org/officeDocument/2006/relationships/slide" Target="slides/slide42.xml"/><Relationship Id="rId62" Type="http://schemas.openxmlformats.org/officeDocument/2006/relationships/slide" Target="slides/slide50.xml"/><Relationship Id="rId7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openxmlformats.org/officeDocument/2006/relationships/slide" Target="slides/slide24.xml"/><Relationship Id="rId49" Type="http://schemas.openxmlformats.org/officeDocument/2006/relationships/slide" Target="slides/slide37.xml"/><Relationship Id="rId57" Type="http://schemas.openxmlformats.org/officeDocument/2006/relationships/slide" Target="slides/slide45.xml"/><Relationship Id="rId10" Type="http://schemas.openxmlformats.org/officeDocument/2006/relationships/slideMaster" Target="slideMasters/slideMaster7.xml"/><Relationship Id="rId31" Type="http://schemas.openxmlformats.org/officeDocument/2006/relationships/slide" Target="slides/slide19.xml"/><Relationship Id="rId44" Type="http://schemas.openxmlformats.org/officeDocument/2006/relationships/slide" Target="slides/slide32.xml"/><Relationship Id="rId52" Type="http://schemas.openxmlformats.org/officeDocument/2006/relationships/slide" Target="slides/slide40.xml"/><Relationship Id="rId60" Type="http://schemas.openxmlformats.org/officeDocument/2006/relationships/slide" Target="slides/slide48.xml"/><Relationship Id="rId65"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 Target="slides/slide1.xml"/><Relationship Id="rId18" Type="http://schemas.openxmlformats.org/officeDocument/2006/relationships/slide" Target="slides/slide6.xml"/><Relationship Id="rId39" Type="http://schemas.openxmlformats.org/officeDocument/2006/relationships/slide" Target="slides/slide27.xml"/><Relationship Id="rId34" Type="http://schemas.openxmlformats.org/officeDocument/2006/relationships/slide" Target="slides/slide22.xml"/><Relationship Id="rId50" Type="http://schemas.openxmlformats.org/officeDocument/2006/relationships/slide" Target="slides/slide38.xml"/><Relationship Id="rId55" Type="http://schemas.openxmlformats.org/officeDocument/2006/relationships/slide" Target="slides/slide43.xml"/></Relationships>
</file>

<file path=ppt/comments/modernComment_7FFFFFF6_C478DB26.xml><?xml version="1.0" encoding="utf-8"?>
<p188:cmLst xmlns:a="http://schemas.openxmlformats.org/drawingml/2006/main" xmlns:r="http://schemas.openxmlformats.org/officeDocument/2006/relationships" xmlns:p188="http://schemas.microsoft.com/office/powerpoint/2018/8/main">
  <p188:cm id="{EBE7C9EE-4F9F-7445-BA43-0C68601FCD97}" authorId="{07CA9AD5-E74D-8BCC-A830-B0F781097F53}" created="2026-01-12T17:14:52.408">
    <pc:sldMkLst xmlns:pc="http://schemas.microsoft.com/office/powerpoint/2013/main/command">
      <pc:docMk/>
      <pc:sldMk cId="3296254758" sldId="2147483638"/>
    </pc:sldMkLst>
    <p188:txBody>
      <a:bodyPr/>
      <a:lstStyle/>
      <a:p>
        <a:r>
          <a:rPr lang="en-GB"/>
          <a:t>Anonymised version for external use</a:t>
        </a:r>
      </a:p>
    </p188:txBody>
  </p188:cm>
</p188:cmLst>
</file>

<file path=ppt/comments/modernComment_7FFFFFFE_18A4D4FE.xml><?xml version="1.0" encoding="utf-8"?>
<p188:cmLst xmlns:a="http://schemas.openxmlformats.org/drawingml/2006/main" xmlns:r="http://schemas.openxmlformats.org/officeDocument/2006/relationships" xmlns:p188="http://schemas.microsoft.com/office/powerpoint/2018/8/main">
  <p188:cm id="{4BC8ADE6-C4DA-8848-8901-534F7C774F7A}" authorId="{07CA9AD5-E74D-8BCC-A830-B0F781097F53}" created="2026-01-12T13:52:13.348">
    <pc:sldMkLst xmlns:pc="http://schemas.microsoft.com/office/powerpoint/2013/main/command">
      <pc:docMk/>
      <pc:sldMk cId="1124651613" sldId="2147483646"/>
    </pc:sldMkLst>
    <p188:txBody>
      <a:bodyPr/>
      <a:lstStyle/>
      <a:p>
        <a:r>
          <a:rPr lang="en-GB"/>
          <a:t>[@Matthew Livesey] Scientific intelligence </a:t>
        </a:r>
      </a:p>
    </p188:txBody>
  </p188:cm>
</p188:cmLst>
</file>

<file path=ppt/comments/modernComment_10E_6B6BACE1.xml><?xml version="1.0" encoding="utf-8"?>
<p188:cmLst xmlns:a="http://schemas.openxmlformats.org/drawingml/2006/main" xmlns:r="http://schemas.openxmlformats.org/officeDocument/2006/relationships" xmlns:p188="http://schemas.microsoft.com/office/powerpoint/2018/8/main">
  <p188:cm id="{2AFFF0E5-519A-4DC7-8CC8-ED0DC41F9A73}" authorId="{737D6988-868F-0C7F-9356-8FB49883F576}" status="resolved" created="2026-03-02T10:20:30.279" complete="100000">
    <ac:txMkLst xmlns:ac="http://schemas.microsoft.com/office/drawing/2013/main/command">
      <pc:docMk xmlns:pc="http://schemas.microsoft.com/office/powerpoint/2013/main/command"/>
      <pc:sldMk xmlns:pc="http://schemas.microsoft.com/office/powerpoint/2013/main/command" cId="1802218721" sldId="270"/>
      <ac:spMk id="16" creationId="{92876A33-481B-B67F-5540-2B61D2BBE558}"/>
      <ac:txMk cp="344">
        <ac:context len="868" hash="1908762976"/>
      </ac:txMk>
    </ac:txMkLst>
    <p188:pos x="4591198" y="501500"/>
    <p188:txBody>
      <a:bodyPr/>
      <a:lstStyle/>
      <a:p>
        <a:r>
          <a:rPr lang="en-GB"/>
          <a:t>[@Jacob Vestergaard], hvis der med modeltyveri menes nogle der tager ens AI chat model, så forstår jeg ikke hvorfor det er relevant I et ekstremt sikkert miljø. Underminere det ikke hvad vi siger vi kan, dvs skabe noget meget sikkert og robust</a:t>
        </a:r>
      </a:p>
    </p188:txBody>
  </p188:cm>
  <p188:cm id="{FC39CC8F-B5CD-444C-B6A8-D840C12710CD}" authorId="{737D6988-868F-0C7F-9356-8FB49883F576}" created="2026-03-02T10:21:47.627">
    <ac:deMkLst xmlns:ac="http://schemas.microsoft.com/office/drawing/2013/main/command">
      <pc:docMk xmlns:pc="http://schemas.microsoft.com/office/powerpoint/2013/main/command"/>
      <pc:sldMk xmlns:pc="http://schemas.microsoft.com/office/powerpoint/2013/main/command" cId="1802218721" sldId="270"/>
      <ac:spMk id="16" creationId="{92876A33-481B-B67F-5540-2B61D2BBE558}"/>
    </ac:deMkLst>
    <p188:txBody>
      <a:bodyPr/>
      <a:lstStyle/>
      <a:p>
        <a:r>
          <a:rPr lang="en-GB"/>
          <a:t>Ville tilføje at det er med i implementering samt I governance udvikling</a:t>
        </a:r>
      </a:p>
    </p188:txBody>
  </p188:cm>
  <p188:cm id="{DA778EE3-A380-48E3-BD6F-B2B61C62FBDB}" authorId="{737D6988-868F-0C7F-9356-8FB49883F576}" status="resolved" created="2026-03-02T10:27:48.552" complete="100000">
    <ac:deMkLst xmlns:ac="http://schemas.microsoft.com/office/drawing/2013/main/command">
      <pc:docMk xmlns:pc="http://schemas.microsoft.com/office/powerpoint/2013/main/command"/>
      <pc:sldMk xmlns:pc="http://schemas.microsoft.com/office/powerpoint/2013/main/command" cId="1802218721" sldId="270"/>
      <ac:spMk id="14" creationId="{753B58FD-4E73-B34B-20CC-3C3FCA6A282D}"/>
    </ac:deMkLst>
    <p188:txBody>
      <a:bodyPr/>
      <a:lstStyle/>
      <a:p>
        <a:r>
          <a:rPr lang="en-GB"/>
          <a:t>For at være helt MECE ville jeg sætte Jailbreaks under Trusler fra prompt-og kommando injektion og udvide med en sætning om hvad Jailbreaks er, da de fleste i FAK nok ikke ved det. </a:t>
        </a:r>
      </a:p>
    </p188:txBody>
  </p188:cm>
</p188:cmLst>
</file>

<file path=ppt/comments/modernComment_115_E2E0F9CE.xml><?xml version="1.0" encoding="utf-8"?>
<p188:cmLst xmlns:a="http://schemas.openxmlformats.org/drawingml/2006/main" xmlns:r="http://schemas.openxmlformats.org/officeDocument/2006/relationships" xmlns:p188="http://schemas.microsoft.com/office/powerpoint/2018/8/main">
  <p188:cm id="{57C63FBA-4F60-4985-B506-1E7F34FC9120}" authorId="{737D6988-868F-0C7F-9356-8FB49883F576}" created="2026-03-02T12:21:49.622">
    <ac:deMkLst xmlns:ac="http://schemas.microsoft.com/office/drawing/2013/main/command">
      <pc:docMk xmlns:pc="http://schemas.microsoft.com/office/powerpoint/2013/main/command"/>
      <pc:sldMk xmlns:pc="http://schemas.microsoft.com/office/powerpoint/2013/main/command" cId="3806394830" sldId="277"/>
      <ac:spMk id="11" creationId="{36648642-83AC-F164-56A2-9D3FEE4ED8A1}"/>
    </ac:deMkLst>
    <p188:replyLst>
      <p188:reply id="{20A7A4F9-F99B-41E9-BF42-2AD908EF1FA0}" authorId="{C2E2E61B-6043-6B5D-852E-6BF32088F446}" created="2026-03-02T12:54:05.470">
        <p188:txBody>
          <a:bodyPr/>
          <a:lstStyle/>
          <a:p>
            <a:r>
              <a:rPr lang="da-DK"/>
              <a:t>justering af layout</a:t>
            </a:r>
          </a:p>
        </p188:txBody>
      </p188:reply>
    </p188:replyLst>
    <p188:txBody>
      <a:bodyPr/>
      <a:lstStyle/>
      <a:p>
        <a:r>
          <a:rPr lang="en-GB"/>
          <a:t>Boks oversat til dansk for at passe med andre bokse</a:t>
        </a:r>
      </a:p>
    </p188:txBody>
  </p188:cm>
</p188:cmLst>
</file>

<file path=ppt/comments/modernComment_116_E114870B.xml><?xml version="1.0" encoding="utf-8"?>
<p188:cmLst xmlns:a="http://schemas.openxmlformats.org/drawingml/2006/main" xmlns:r="http://schemas.openxmlformats.org/officeDocument/2006/relationships" xmlns:p188="http://schemas.microsoft.com/office/powerpoint/2018/8/main">
  <p188:cm id="{1162D48D-9764-4FAF-8078-8A605F83CAFB}" authorId="{C2E2E61B-6043-6B5D-852E-6BF32088F446}" created="2026-03-02T12:58:32.408">
    <pc:sldMkLst xmlns:pc="http://schemas.microsoft.com/office/powerpoint/2013/main/command">
      <pc:docMk/>
      <pc:sldMk cId="3776218891" sldId="278"/>
    </pc:sldMkLst>
    <p188:txBody>
      <a:bodyPr/>
      <a:lstStyle/>
      <a:p>
        <a:r>
          <a:rPr lang="da-DK"/>
          <a:t>Oversat til dansk</a:t>
        </a:r>
      </a:p>
    </p188:txBody>
    <p188:extLst>
      <p:ext xmlns:p="http://schemas.openxmlformats.org/presentationml/2006/main" uri="{57CB4572-C831-44C2-8A1C-0ADB6CCDFE69}">
        <p223:reactions xmlns:p223="http://schemas.microsoft.com/office/powerpoint/2022/03/main">
          <p223:rxn type="👍">
            <p223:instance time="2026-03-02T16:51:47.053" authorId="{8643FB6B-B167-0DAA-0CC0-6C8615246860}"/>
          </p223:rxn>
        </p223:reactions>
      </p:ext>
    </p188:extLst>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1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B0AD7DB-2AD3-4FE4-AECB-88A7FEF5BAC0}"/>
              </a:ext>
            </a:extLst>
          </p:cNvPr>
          <p:cNvSpPr>
            <a:spLocks noGrp="1"/>
          </p:cNvSpPr>
          <p:nvPr>
            <p:ph type="hdr" sz="quarter"/>
          </p:nvPr>
        </p:nvSpPr>
        <p:spPr>
          <a:xfrm>
            <a:off x="0" y="0"/>
            <a:ext cx="2946400" cy="360000"/>
          </a:xfrm>
          <a:prstGeom prst="rect">
            <a:avLst/>
          </a:prstGeom>
        </p:spPr>
        <p:txBody>
          <a:bodyPr vert="horz" lIns="91440" tIns="45720" rIns="91440" bIns="45720" rtlCol="0"/>
          <a:lstStyle>
            <a:lvl1pPr algn="l">
              <a:defRPr sz="1200"/>
            </a:lvl1pPr>
          </a:lstStyle>
          <a:p>
            <a:endParaRPr lang="en-US">
              <a:latin typeface="Calibri Light" panose="020F0302020204030204" pitchFamily="34" charset="0"/>
            </a:endParaRPr>
          </a:p>
        </p:txBody>
      </p:sp>
      <p:sp>
        <p:nvSpPr>
          <p:cNvPr id="3" name="Date Placeholder 2">
            <a:extLst>
              <a:ext uri="{FF2B5EF4-FFF2-40B4-BE49-F238E27FC236}">
                <a16:creationId xmlns:a16="http://schemas.microsoft.com/office/drawing/2014/main" id="{727606A1-6999-4886-B6A4-BD19B56479F0}"/>
              </a:ext>
            </a:extLst>
          </p:cNvPr>
          <p:cNvSpPr>
            <a:spLocks noGrp="1"/>
          </p:cNvSpPr>
          <p:nvPr>
            <p:ph type="dt" sz="quarter" idx="1"/>
          </p:nvPr>
        </p:nvSpPr>
        <p:spPr>
          <a:xfrm>
            <a:off x="3849688" y="0"/>
            <a:ext cx="2946400" cy="360000"/>
          </a:xfrm>
          <a:prstGeom prst="rect">
            <a:avLst/>
          </a:prstGeom>
        </p:spPr>
        <p:txBody>
          <a:bodyPr vert="horz" lIns="91440" tIns="45720" rIns="91440" bIns="45720" rtlCol="0"/>
          <a:lstStyle>
            <a:lvl1pPr algn="r">
              <a:defRPr sz="1200"/>
            </a:lvl1pPr>
          </a:lstStyle>
          <a:p>
            <a:fld id="{6F74172A-D986-42EA-BB34-9C7B466F40A3}" type="datetimeFigureOut">
              <a:rPr lang="en-US" smtClean="0">
                <a:latin typeface="Calibri Light" panose="020F0302020204030204" pitchFamily="34" charset="0"/>
              </a:rPr>
              <a:t>7/9/2026</a:t>
            </a:fld>
            <a:endParaRPr lang="en-US">
              <a:latin typeface="Calibri Light" panose="020F0302020204030204" pitchFamily="34" charset="0"/>
            </a:endParaRPr>
          </a:p>
        </p:txBody>
      </p:sp>
      <p:sp>
        <p:nvSpPr>
          <p:cNvPr id="4" name="Footer Placeholder 3">
            <a:extLst>
              <a:ext uri="{FF2B5EF4-FFF2-40B4-BE49-F238E27FC236}">
                <a16:creationId xmlns:a16="http://schemas.microsoft.com/office/drawing/2014/main" id="{D4229080-226F-42B3-8E3D-BEFE56E88C9C}"/>
              </a:ext>
            </a:extLst>
          </p:cNvPr>
          <p:cNvSpPr>
            <a:spLocks noGrp="1"/>
          </p:cNvSpPr>
          <p:nvPr>
            <p:ph type="ftr" sz="quarter" idx="2"/>
          </p:nvPr>
        </p:nvSpPr>
        <p:spPr>
          <a:xfrm>
            <a:off x="0" y="9565050"/>
            <a:ext cx="2946400" cy="360000"/>
          </a:xfrm>
          <a:prstGeom prst="rect">
            <a:avLst/>
          </a:prstGeom>
        </p:spPr>
        <p:txBody>
          <a:bodyPr vert="horz" lIns="91440" tIns="45720" rIns="91440" bIns="45720" rtlCol="0" anchor="b"/>
          <a:lstStyle>
            <a:lvl1pPr algn="l">
              <a:defRPr sz="1200"/>
            </a:lvl1pPr>
          </a:lstStyle>
          <a:p>
            <a:endParaRPr lang="en-US">
              <a:latin typeface="Calibri Light" panose="020F0302020204030204" pitchFamily="34" charset="0"/>
            </a:endParaRPr>
          </a:p>
        </p:txBody>
      </p:sp>
      <p:sp>
        <p:nvSpPr>
          <p:cNvPr id="5" name="Slide Number Placeholder 4">
            <a:extLst>
              <a:ext uri="{FF2B5EF4-FFF2-40B4-BE49-F238E27FC236}">
                <a16:creationId xmlns:a16="http://schemas.microsoft.com/office/drawing/2014/main" id="{F1B6603B-08F3-449F-85E6-A9D5D3AC50E2}"/>
              </a:ext>
            </a:extLst>
          </p:cNvPr>
          <p:cNvSpPr>
            <a:spLocks noGrp="1"/>
          </p:cNvSpPr>
          <p:nvPr>
            <p:ph type="sldNum" sz="quarter" idx="3"/>
          </p:nvPr>
        </p:nvSpPr>
        <p:spPr>
          <a:xfrm>
            <a:off x="3851275" y="9565050"/>
            <a:ext cx="2946400" cy="360000"/>
          </a:xfrm>
          <a:prstGeom prst="rect">
            <a:avLst/>
          </a:prstGeom>
        </p:spPr>
        <p:txBody>
          <a:bodyPr vert="horz" lIns="91440" tIns="45720" rIns="91440" bIns="45720" rtlCol="0" anchor="b"/>
          <a:lstStyle>
            <a:lvl1pPr algn="r">
              <a:defRPr sz="1200"/>
            </a:lvl1pPr>
          </a:lstStyle>
          <a:p>
            <a:fld id="{D897C84E-AEF2-4C5E-B87C-49DB074BEE30}" type="slidenum">
              <a:rPr lang="en-US" smtClean="0">
                <a:latin typeface="Calibri Light" panose="020F0302020204030204" pitchFamily="34" charset="0"/>
              </a:rPr>
              <a:t>‹#›</a:t>
            </a:fld>
            <a:endParaRPr lang="en-US">
              <a:latin typeface="Calibri Light" panose="020F0302020204030204" pitchFamily="34" charset="0"/>
            </a:endParaRPr>
          </a:p>
        </p:txBody>
      </p:sp>
    </p:spTree>
    <p:extLst>
      <p:ext uri="{BB962C8B-B14F-4D97-AF65-F5344CB8AC3E}">
        <p14:creationId xmlns:p14="http://schemas.microsoft.com/office/powerpoint/2010/main" val="2780546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360000"/>
          </a:xfrm>
          <a:prstGeom prst="rect">
            <a:avLst/>
          </a:prstGeom>
        </p:spPr>
        <p:txBody>
          <a:bodyPr vert="horz" lIns="91440" tIns="45720" rIns="91440" bIns="45720" rtlCol="0"/>
          <a:lstStyle>
            <a:lvl1pPr algn="l" rtl="0">
              <a:defRPr sz="1200" b="0" i="0">
                <a:latin typeface="Calibri Light" panose="020F0302020204030204" pitchFamily="34" charset="0"/>
              </a:defRPr>
            </a:lvl1pPr>
          </a:lstStyle>
          <a:p>
            <a:endParaRPr lang="en-GB"/>
          </a:p>
        </p:txBody>
      </p:sp>
      <p:sp>
        <p:nvSpPr>
          <p:cNvPr id="3" name="Date Placeholder 2"/>
          <p:cNvSpPr>
            <a:spLocks noGrp="1"/>
          </p:cNvSpPr>
          <p:nvPr>
            <p:ph type="dt" idx="1"/>
          </p:nvPr>
        </p:nvSpPr>
        <p:spPr>
          <a:xfrm>
            <a:off x="3850443" y="0"/>
            <a:ext cx="2945659" cy="360000"/>
          </a:xfrm>
          <a:prstGeom prst="rect">
            <a:avLst/>
          </a:prstGeom>
        </p:spPr>
        <p:txBody>
          <a:bodyPr vert="horz" lIns="91440" tIns="45720" rIns="91440" bIns="45720" rtlCol="0"/>
          <a:lstStyle>
            <a:lvl1pPr algn="r" rtl="0">
              <a:defRPr sz="1200" b="0" i="0">
                <a:latin typeface="Calibri Light" panose="020F0302020204030204" pitchFamily="34" charset="0"/>
              </a:defRPr>
            </a:lvl1pPr>
          </a:lstStyle>
          <a:p>
            <a:fld id="{C96880E6-8113-4B6E-9D36-72839D1B2D7D}" type="datetimeFigureOut">
              <a:rPr lang="en-GB" smtClean="0"/>
              <a:pPr/>
              <a:t>09/07/2026</a:t>
            </a:fld>
            <a:endParaRPr lang="en-GB"/>
          </a:p>
        </p:txBody>
      </p:sp>
      <p:sp>
        <p:nvSpPr>
          <p:cNvPr id="4" name="Slide Image Placeholder 3"/>
          <p:cNvSpPr>
            <a:spLocks noGrp="1" noRot="1" noChangeAspect="1"/>
          </p:cNvSpPr>
          <p:nvPr>
            <p:ph type="sldImg" idx="2"/>
          </p:nvPr>
        </p:nvSpPr>
        <p:spPr>
          <a:xfrm>
            <a:off x="518837" y="518400"/>
            <a:ext cx="5760000" cy="3240766"/>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8837" y="4118400"/>
            <a:ext cx="5760000" cy="5400000"/>
          </a:xfrm>
          <a:prstGeom prst="rect">
            <a:avLst/>
          </a:prstGeom>
        </p:spPr>
        <p:txBody>
          <a:bodyPr vert="horz" lIns="0" tIns="0" rIns="0" bIns="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9565050"/>
            <a:ext cx="2945659" cy="360000"/>
          </a:xfrm>
          <a:prstGeom prst="rect">
            <a:avLst/>
          </a:prstGeom>
        </p:spPr>
        <p:txBody>
          <a:bodyPr vert="horz" lIns="91440" tIns="45720" rIns="91440" bIns="45720" rtlCol="0" anchor="b"/>
          <a:lstStyle>
            <a:lvl1pPr algn="l" rtl="0">
              <a:defRPr sz="1200" b="0" i="0">
                <a:latin typeface="Calibri Light" panose="020F0302020204030204" pitchFamily="34" charset="0"/>
              </a:defRPr>
            </a:lvl1pPr>
          </a:lstStyle>
          <a:p>
            <a:endParaRPr lang="en-GB"/>
          </a:p>
        </p:txBody>
      </p:sp>
      <p:sp>
        <p:nvSpPr>
          <p:cNvPr id="7" name="Slide Number Placeholder 6"/>
          <p:cNvSpPr>
            <a:spLocks noGrp="1"/>
          </p:cNvSpPr>
          <p:nvPr>
            <p:ph type="sldNum" sz="quarter" idx="5"/>
          </p:nvPr>
        </p:nvSpPr>
        <p:spPr>
          <a:xfrm>
            <a:off x="3852016" y="9565050"/>
            <a:ext cx="2945659" cy="360000"/>
          </a:xfrm>
          <a:prstGeom prst="rect">
            <a:avLst/>
          </a:prstGeom>
        </p:spPr>
        <p:txBody>
          <a:bodyPr vert="horz" lIns="91440" tIns="45720" rIns="91440" bIns="45720" rtlCol="0" anchor="b"/>
          <a:lstStyle>
            <a:lvl1pPr algn="r" rtl="0">
              <a:defRPr sz="1200" b="0" i="0">
                <a:latin typeface="Calibri Light" panose="020F0302020204030204" pitchFamily="34" charset="0"/>
              </a:defRPr>
            </a:lvl1pPr>
          </a:lstStyle>
          <a:p>
            <a:fld id="{EAC45FD9-6632-4CAE-9EFE-3117D09F37B0}" type="slidenum">
              <a:rPr lang="en-GB" smtClean="0"/>
              <a:pPr/>
              <a:t>‹#›</a:t>
            </a:fld>
            <a:endParaRPr lang="en-GB"/>
          </a:p>
        </p:txBody>
      </p:sp>
    </p:spTree>
    <p:extLst>
      <p:ext uri="{BB962C8B-B14F-4D97-AF65-F5344CB8AC3E}">
        <p14:creationId xmlns:p14="http://schemas.microsoft.com/office/powerpoint/2010/main" val="2856578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Calibri Light" panose="020F0302020204030204" pitchFamily="34" charset="0"/>
        <a:ea typeface="+mn-ea"/>
        <a:cs typeface="+mn-cs"/>
      </a:defRPr>
    </a:lvl1pPr>
    <a:lvl2pPr marL="457200" algn="l" defTabSz="914400" rtl="0" eaLnBrk="1" latinLnBrk="0" hangingPunct="1">
      <a:defRPr sz="1200" b="0" i="0" kern="1200">
        <a:solidFill>
          <a:schemeClr val="tx1"/>
        </a:solidFill>
        <a:latin typeface="Calibri Light" panose="020F0302020204030204" pitchFamily="34" charset="0"/>
        <a:ea typeface="+mn-ea"/>
        <a:cs typeface="+mn-cs"/>
      </a:defRPr>
    </a:lvl2pPr>
    <a:lvl3pPr marL="914400" algn="l" defTabSz="914400" rtl="0" eaLnBrk="1" latinLnBrk="0" hangingPunct="1">
      <a:defRPr sz="1200" b="0" i="0" kern="1200">
        <a:solidFill>
          <a:schemeClr val="tx1"/>
        </a:solidFill>
        <a:latin typeface="Calibri Light" panose="020F0302020204030204" pitchFamily="34" charset="0"/>
        <a:ea typeface="+mn-ea"/>
        <a:cs typeface="+mn-cs"/>
      </a:defRPr>
    </a:lvl3pPr>
    <a:lvl4pPr marL="1371600" algn="l" defTabSz="914400" rtl="0" eaLnBrk="1" latinLnBrk="0" hangingPunct="1">
      <a:defRPr sz="1200" b="0" i="0" kern="1200">
        <a:solidFill>
          <a:schemeClr val="tx1"/>
        </a:solidFill>
        <a:latin typeface="Calibri Light" panose="020F0302020204030204" pitchFamily="34" charset="0"/>
        <a:ea typeface="+mn-ea"/>
        <a:cs typeface="+mn-cs"/>
      </a:defRPr>
    </a:lvl4pPr>
    <a:lvl5pPr marL="1828800" algn="l" defTabSz="914400" rtl="0" eaLnBrk="1" latinLnBrk="0" hangingPunct="1">
      <a:defRPr sz="1200" b="0" i="0" kern="1200">
        <a:solidFill>
          <a:schemeClr val="tx1"/>
        </a:solidFill>
        <a:latin typeface="Calibri Light" panose="020F030202020403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19113" y="519113"/>
            <a:ext cx="5759450" cy="3240087"/>
          </a:xfrm>
        </p:spPr>
        <p:txBody>
          <a:bodyPr/>
          <a:lstStyle/>
          <a:p>
            <a:endParaRPr lang="en-GB"/>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EAC45FD9-6632-4CAE-9EFE-3117D09F37B0}" type="slidenum">
              <a:rPr lang="en-GB" smtClean="0"/>
              <a:pPr/>
              <a:t>1</a:t>
            </a:fld>
            <a:endParaRPr lang="en-GB"/>
          </a:p>
        </p:txBody>
      </p:sp>
    </p:spTree>
    <p:extLst>
      <p:ext uri="{BB962C8B-B14F-4D97-AF65-F5344CB8AC3E}">
        <p14:creationId xmlns:p14="http://schemas.microsoft.com/office/powerpoint/2010/main" val="16206209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19113" y="519113"/>
            <a:ext cx="5759450" cy="3240087"/>
          </a:xfrm>
        </p:spPr>
        <p:txBody>
          <a:bodyPr/>
          <a:lstStyle/>
          <a:p>
            <a:endParaRPr lang="en-GB"/>
          </a:p>
        </p:txBody>
      </p:sp>
      <p:sp>
        <p:nvSpPr>
          <p:cNvPr id="3" name="Notes Placeholder 2"/>
          <p:cNvSpPr>
            <a:spLocks noGrp="1"/>
          </p:cNvSpPr>
          <p:nvPr>
            <p:ph type="body" idx="1"/>
          </p:nvPr>
        </p:nvSpPr>
        <p:spPr/>
        <p:txBody>
          <a:bodyPr/>
          <a:lstStyle/>
          <a:p>
            <a:r>
              <a:rPr lang="en-GB"/>
              <a:t>Region </a:t>
            </a:r>
            <a:r>
              <a:rPr lang="en-US" err="1"/>
              <a:t>Hovedstaden</a:t>
            </a:r>
            <a:r>
              <a:rPr lang="en-US"/>
              <a:t> </a:t>
            </a:r>
            <a:r>
              <a:rPr lang="en-US" err="1"/>
              <a:t>ønsker</a:t>
            </a:r>
            <a:r>
              <a:rPr lang="en-US"/>
              <a:t> </a:t>
            </a:r>
            <a:r>
              <a:rPr lang="en-US" err="1"/>
              <a:t>og</a:t>
            </a:r>
            <a:r>
              <a:rPr lang="en-US"/>
              <a:t> </a:t>
            </a:r>
            <a:r>
              <a:rPr lang="en-US" err="1"/>
              <a:t>vores</a:t>
            </a:r>
            <a:r>
              <a:rPr lang="en-US"/>
              <a:t> </a:t>
            </a:r>
            <a:r>
              <a:rPr lang="en-US" err="1"/>
              <a:t>tilgang</a:t>
            </a:r>
            <a:r>
              <a:rPr lang="en-US"/>
              <a:t> </a:t>
            </a:r>
            <a:r>
              <a:rPr lang="en-US" err="1"/>
              <a:t>til</a:t>
            </a:r>
            <a:r>
              <a:rPr lang="en-US"/>
              <a:t> </a:t>
            </a:r>
            <a:r>
              <a:rPr lang="en-US" err="1"/>
              <a:t>opgaven</a:t>
            </a:r>
            <a:r>
              <a:rPr lang="en-US"/>
              <a:t>: </a:t>
            </a:r>
          </a:p>
          <a:p>
            <a:endParaRPr lang="en-GB"/>
          </a:p>
          <a:p>
            <a:endParaRPr lang="en-GB" sz="1200" b="0" i="0" u="none" strike="noStrike"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a-DK" sz="1200"/>
              <a:t>Region Hovedstaden ønsker at implementere en AI-understøttet tale-til-tekst-løsning, der kan forbedre den kliniske dokumentation i Sundhedsplatformen. </a:t>
            </a:r>
            <a:br>
              <a:rPr lang="da-DK" sz="1200"/>
            </a:br>
            <a:r>
              <a:rPr lang="da-DK" sz="1200"/>
              <a:t>Målet er at reducere dokumentationstid, øge notatkvalitet og understøtte klinikernes arbejdsgange, så der bliver mere tid til samtale med patienten.</a:t>
            </a:r>
          </a:p>
          <a:p>
            <a:endParaRPr lang="en-GB"/>
          </a:p>
        </p:txBody>
      </p:sp>
      <p:sp>
        <p:nvSpPr>
          <p:cNvPr id="4" name="Slide Number Placeholder 3"/>
          <p:cNvSpPr>
            <a:spLocks noGrp="1"/>
          </p:cNvSpPr>
          <p:nvPr>
            <p:ph type="sldNum" sz="quarter" idx="5"/>
          </p:nvPr>
        </p:nvSpPr>
        <p:spPr/>
        <p:txBody>
          <a:bodyPr/>
          <a:lstStyle/>
          <a:p>
            <a:fld id="{38BD5A3F-B7AB-C94D-911B-8E47C814F127}" type="slidenum">
              <a:rPr lang="en-GB" smtClean="0"/>
              <a:t>2</a:t>
            </a:fld>
            <a:endParaRPr lang="en-GB"/>
          </a:p>
        </p:txBody>
      </p:sp>
    </p:spTree>
    <p:extLst>
      <p:ext uri="{BB962C8B-B14F-4D97-AF65-F5344CB8AC3E}">
        <p14:creationId xmlns:p14="http://schemas.microsoft.com/office/powerpoint/2010/main" val="41222244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90208-864F-842C-810C-3E54A73299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927205-D173-288B-A56A-9D6160DE93CC}"/>
              </a:ext>
            </a:extLst>
          </p:cNvPr>
          <p:cNvSpPr>
            <a:spLocks noGrp="1" noRot="1" noChangeAspect="1"/>
          </p:cNvSpPr>
          <p:nvPr>
            <p:ph type="sldImg"/>
          </p:nvPr>
        </p:nvSpPr>
        <p:spPr>
          <a:xfrm>
            <a:off x="519113" y="519113"/>
            <a:ext cx="5759450" cy="3240087"/>
          </a:xfrm>
        </p:spPr>
        <p:txBody>
          <a:bodyPr/>
          <a:lstStyle/>
          <a:p>
            <a:endParaRPr lang="en-GB"/>
          </a:p>
        </p:txBody>
      </p:sp>
      <p:sp>
        <p:nvSpPr>
          <p:cNvPr id="3" name="Notes Placeholder 2">
            <a:extLst>
              <a:ext uri="{FF2B5EF4-FFF2-40B4-BE49-F238E27FC236}">
                <a16:creationId xmlns:a16="http://schemas.microsoft.com/office/drawing/2014/main" id="{D17B2A0F-0FBE-823F-79AC-DC48BAE1973C}"/>
              </a:ext>
            </a:extLst>
          </p:cNvPr>
          <p:cNvSpPr>
            <a:spLocks noGrp="1"/>
          </p:cNvSpPr>
          <p:nvPr>
            <p:ph type="body" idx="1"/>
          </p:nvPr>
        </p:nvSpPr>
        <p:spPr/>
        <p:txBody>
          <a:bodyPr/>
          <a:lstStyle/>
          <a:p>
            <a:endParaRPr lang="en-DK" dirty="0"/>
          </a:p>
        </p:txBody>
      </p:sp>
      <p:sp>
        <p:nvSpPr>
          <p:cNvPr id="4" name="Slide Number Placeholder 3">
            <a:extLst>
              <a:ext uri="{FF2B5EF4-FFF2-40B4-BE49-F238E27FC236}">
                <a16:creationId xmlns:a16="http://schemas.microsoft.com/office/drawing/2014/main" id="{7BE786E5-5375-7769-4037-4D0C4ADBE2F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BFDFDB-00AC-AB47-BFA1-E806AC30C438}" type="slidenum">
              <a:rPr kumimoji="0" lang="en-DK"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DK"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204412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D7E74-4C13-A90D-7F8D-FFD8C4EA03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3C931F-B12A-5C2A-C5CC-98C412F4F932}"/>
              </a:ext>
            </a:extLst>
          </p:cNvPr>
          <p:cNvSpPr>
            <a:spLocks noGrp="1" noRot="1" noChangeAspect="1"/>
          </p:cNvSpPr>
          <p:nvPr>
            <p:ph type="sldImg"/>
          </p:nvPr>
        </p:nvSpPr>
        <p:spPr>
          <a:xfrm>
            <a:off x="519113" y="519113"/>
            <a:ext cx="5759450" cy="3240087"/>
          </a:xfrm>
        </p:spPr>
      </p:sp>
      <p:sp>
        <p:nvSpPr>
          <p:cNvPr id="3" name="Notes Placeholder 2">
            <a:extLst>
              <a:ext uri="{FF2B5EF4-FFF2-40B4-BE49-F238E27FC236}">
                <a16:creationId xmlns:a16="http://schemas.microsoft.com/office/drawing/2014/main" id="{84115838-A293-FFE6-5CFC-CFB826F7F1D4}"/>
              </a:ext>
            </a:extLst>
          </p:cNvPr>
          <p:cNvSpPr>
            <a:spLocks noGrp="1"/>
          </p:cNvSpPr>
          <p:nvPr>
            <p:ph type="body" idx="1"/>
          </p:nvPr>
        </p:nvSpPr>
        <p:spPr/>
        <p:txBody>
          <a:bodyPr/>
          <a:lstStyle/>
          <a:p>
            <a:endParaRPr lang="en-US">
              <a:latin typeface="Calibri"/>
              <a:cs typeface="Calibri"/>
            </a:endParaRPr>
          </a:p>
        </p:txBody>
      </p:sp>
      <p:sp>
        <p:nvSpPr>
          <p:cNvPr id="4" name="Slide Number Placeholder 3">
            <a:extLst>
              <a:ext uri="{FF2B5EF4-FFF2-40B4-BE49-F238E27FC236}">
                <a16:creationId xmlns:a16="http://schemas.microsoft.com/office/drawing/2014/main" id="{9117C811-BECA-F940-00B4-DEAC8D6A415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AC45FD9-6632-4CAE-9EFE-3117D09F37B0}"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411023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14EC799-700B-2E4C-BCBD-A9C98D47B335}"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494050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a:extLst>
            <a:ext uri="{FF2B5EF4-FFF2-40B4-BE49-F238E27FC236}">
              <a16:creationId xmlns:a16="http://schemas.microsoft.com/office/drawing/2014/main" id="{6838246D-C8F6-2ADF-F321-72F99FCBEC53}"/>
            </a:ext>
          </a:extLst>
        </p:cNvPr>
        <p:cNvGrpSpPr/>
        <p:nvPr/>
      </p:nvGrpSpPr>
      <p:grpSpPr>
        <a:xfrm>
          <a:off x="0" y="0"/>
          <a:ext cx="0" cy="0"/>
          <a:chOff x="0" y="0"/>
          <a:chExt cx="0" cy="0"/>
        </a:xfrm>
      </p:grpSpPr>
      <p:sp>
        <p:nvSpPr>
          <p:cNvPr id="296" name="Google Shape;296;p1:notes">
            <a:extLst>
              <a:ext uri="{FF2B5EF4-FFF2-40B4-BE49-F238E27FC236}">
                <a16:creationId xmlns:a16="http://schemas.microsoft.com/office/drawing/2014/main" id="{A3001650-D59B-A894-A5B6-C61089DAA6C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97" name="Google Shape;297;p1:notes">
            <a:extLst>
              <a:ext uri="{FF2B5EF4-FFF2-40B4-BE49-F238E27FC236}">
                <a16:creationId xmlns:a16="http://schemas.microsoft.com/office/drawing/2014/main" id="{FA62ABB3-75BE-7BAE-5BEC-3AFF0FD18D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388691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19113" y="519113"/>
            <a:ext cx="5759450" cy="3240087"/>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8BD5A3F-B7AB-C94D-911B-8E47C814F127}" type="slidenum">
              <a:rPr lang="en-GB" smtClean="0"/>
              <a:t>41</a:t>
            </a:fld>
            <a:endParaRPr lang="en-GB"/>
          </a:p>
        </p:txBody>
      </p:sp>
    </p:spTree>
    <p:extLst>
      <p:ext uri="{BB962C8B-B14F-4D97-AF65-F5344CB8AC3E}">
        <p14:creationId xmlns:p14="http://schemas.microsoft.com/office/powerpoint/2010/main" val="37457888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8BD5A3F-B7AB-C94D-911B-8E47C814F127}"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777984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19113" y="519113"/>
            <a:ext cx="5759450" cy="3240087"/>
          </a:xfrm>
        </p:spPr>
        <p:txBody>
          <a:bodyPr/>
          <a:lstStyle/>
          <a:p>
            <a:endParaRPr lang="en-GB"/>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tabLst/>
              <a:defRPr/>
            </a:pPr>
            <a:fld id="{EAC45FD9-6632-4CAE-9EFE-3117D09F37B0}"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ct val="0"/>
                </a:spcBef>
                <a:spcAft>
                  <a:spcPct val="0"/>
                </a:spcAft>
                <a:buClrTx/>
                <a:buSzTx/>
                <a:buFontTx/>
                <a:buNone/>
                <a:tabLst/>
                <a:defRPr/>
              </a:pPr>
              <a:t>43</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02603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19113" y="519113"/>
            <a:ext cx="5759450" cy="3240087"/>
          </a:xfrm>
        </p:spPr>
        <p:txBody>
          <a:bodyPr/>
          <a:lstStyle/>
          <a:p>
            <a:endParaRPr lang="en-GB"/>
          </a:p>
        </p:txBody>
      </p:sp>
      <p:sp>
        <p:nvSpPr>
          <p:cNvPr id="3" name="Notes Placeholder 2"/>
          <p:cNvSpPr>
            <a:spLocks noGrp="1"/>
          </p:cNvSpPr>
          <p:nvPr>
            <p:ph type="body" idx="1"/>
          </p:nvPr>
        </p:nvSpPr>
        <p:spPr/>
        <p:txBody>
          <a:bodyPr/>
          <a:lstStyle/>
          <a:p>
            <a:endParaRPr lang="en-DK"/>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tabLst/>
              <a:defRPr/>
            </a:pPr>
            <a:fld id="{DD38F02B-CF17-6E4B-8675-9774EBD772FB}" type="slidenum">
              <a:rPr kumimoji="0" lang="en-DK" sz="1200" b="0" i="0" u="none" strike="noStrike" kern="1200" cap="none" spc="0" normalizeH="0" baseline="0" noProof="0" smtClean="0">
                <a:ln>
                  <a:noFill/>
                </a:ln>
                <a:solidFill>
                  <a:srgbClr val="44463E"/>
                </a:solidFill>
                <a:effectLst/>
                <a:uLnTx/>
                <a:uFillTx/>
                <a:latin typeface="Calibri Light" panose="020F0302020204030204" pitchFamily="34" charset="0"/>
                <a:ea typeface="+mn-ea"/>
                <a:cs typeface="Arial"/>
              </a:rPr>
              <a:pPr marL="0" marR="0" lvl="0" indent="0" algn="r" defTabSz="914400" rtl="0" eaLnBrk="1" fontAlgn="auto" latinLnBrk="0" hangingPunct="1">
                <a:lnSpc>
                  <a:spcPct val="100000"/>
                </a:lnSpc>
                <a:spcBef>
                  <a:spcPct val="0"/>
                </a:spcBef>
                <a:spcAft>
                  <a:spcPct val="0"/>
                </a:spcAft>
                <a:buClrTx/>
                <a:buSzTx/>
                <a:buFontTx/>
                <a:buNone/>
                <a:tabLst/>
                <a:defRPr/>
              </a:pPr>
              <a:t>44</a:t>
            </a:fld>
            <a:endParaRPr kumimoji="0" lang="en-DK" sz="1200" b="0" i="0" u="none" strike="noStrike" kern="1200" cap="none" spc="0" normalizeH="0" baseline="0" noProof="0">
              <a:ln>
                <a:noFill/>
              </a:ln>
              <a:solidFill>
                <a:srgbClr val="44463E"/>
              </a:solidFill>
              <a:effectLst/>
              <a:uLnTx/>
              <a:uFillTx/>
              <a:latin typeface="Calibri Light" panose="020F0302020204030204" pitchFamily="34" charset="0"/>
              <a:ea typeface="+mn-ea"/>
              <a:cs typeface="Arial"/>
            </a:endParaRPr>
          </a:p>
        </p:txBody>
      </p:sp>
    </p:spTree>
    <p:extLst>
      <p:ext uri="{BB962C8B-B14F-4D97-AF65-F5344CB8AC3E}">
        <p14:creationId xmlns:p14="http://schemas.microsoft.com/office/powerpoint/2010/main" val="31304525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19113" y="519113"/>
            <a:ext cx="5759450" cy="3240087"/>
          </a:xfrm>
        </p:spPr>
        <p:txBody>
          <a:bodyPr/>
          <a:lstStyle/>
          <a:p>
            <a:endParaRPr lang="en-GB"/>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AC45FD9-6632-4CAE-9EFE-3117D09F37B0}"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062491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19113" y="519113"/>
            <a:ext cx="5759450" cy="3240087"/>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E434173-ED90-8A43-8632-205936B2EBBB}" type="slidenum">
              <a:rPr lang="en-GB" smtClean="0"/>
              <a:t>46</a:t>
            </a:fld>
            <a:endParaRPr lang="en-GB"/>
          </a:p>
        </p:txBody>
      </p:sp>
    </p:spTree>
    <p:extLst>
      <p:ext uri="{BB962C8B-B14F-4D97-AF65-F5344CB8AC3E}">
        <p14:creationId xmlns:p14="http://schemas.microsoft.com/office/powerpoint/2010/main" val="364572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19113" y="519113"/>
            <a:ext cx="5759450" cy="3240087"/>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tabLst/>
              <a:defRPr/>
            </a:pPr>
            <a:fld id="{EAC45FD9-6632-4CAE-9EFE-3117D09F37B0}"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ct val="0"/>
                </a:spcBef>
                <a:spcAft>
                  <a:spcPct val="0"/>
                </a:spcAft>
                <a:buClrTx/>
                <a:buSzTx/>
                <a:buFontTx/>
                <a:buNone/>
                <a:tabLst/>
                <a:defRPr/>
              </a:pPr>
              <a:t>47</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02603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1EA8F-04A7-D331-9ED9-D6F76B2C96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315795-A3EB-0223-EF51-46C3399B5AD9}"/>
              </a:ext>
            </a:extLst>
          </p:cNvPr>
          <p:cNvSpPr>
            <a:spLocks noGrp="1" noRot="1" noChangeAspect="1"/>
          </p:cNvSpPr>
          <p:nvPr>
            <p:ph type="sldImg"/>
          </p:nvPr>
        </p:nvSpPr>
        <p:spPr>
          <a:xfrm>
            <a:off x="519113" y="519113"/>
            <a:ext cx="5759450" cy="3240087"/>
          </a:xfrm>
        </p:spPr>
      </p:sp>
      <p:sp>
        <p:nvSpPr>
          <p:cNvPr id="3" name="Notes Placeholder 2">
            <a:extLst>
              <a:ext uri="{FF2B5EF4-FFF2-40B4-BE49-F238E27FC236}">
                <a16:creationId xmlns:a16="http://schemas.microsoft.com/office/drawing/2014/main" id="{484C8473-AA94-B089-4FE7-C764D5E7837B}"/>
              </a:ext>
            </a:extLst>
          </p:cNvPr>
          <p:cNvSpPr>
            <a:spLocks noGrp="1"/>
          </p:cNvSpPr>
          <p:nvPr>
            <p:ph type="body" idx="1"/>
          </p:nvPr>
        </p:nvSpPr>
        <p:spPr/>
        <p:txBody>
          <a:bodyPr/>
          <a:lstStyle/>
          <a:p>
            <a:endParaRPr lang="en-DK"/>
          </a:p>
        </p:txBody>
      </p:sp>
      <p:sp>
        <p:nvSpPr>
          <p:cNvPr id="4" name="Slide Number Placeholder 3">
            <a:extLst>
              <a:ext uri="{FF2B5EF4-FFF2-40B4-BE49-F238E27FC236}">
                <a16:creationId xmlns:a16="http://schemas.microsoft.com/office/drawing/2014/main" id="{C9F0C29B-79C8-49CF-6586-41440AB79AB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tabLst/>
              <a:defRPr/>
            </a:pPr>
            <a:fld id="{EAC45FD9-6632-4CAE-9EFE-3117D09F37B0}"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ct val="0"/>
                </a:spcBef>
                <a:spcAft>
                  <a:spcPct val="0"/>
                </a:spcAft>
                <a:buClrTx/>
                <a:buSzTx/>
                <a:buFontTx/>
                <a:buNone/>
                <a:tabLst/>
                <a:defRPr/>
              </a:pPr>
              <a:t>49</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869931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19113" y="519113"/>
            <a:ext cx="5759450" cy="3240087"/>
          </a:xfrm>
        </p:spPr>
        <p:txBody>
          <a:bodyPr/>
          <a:lstStyle/>
          <a:p>
            <a:endParaRPr lang="en-GB"/>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EAC45FD9-6632-4CAE-9EFE-3117D09F37B0}" type="slidenum">
              <a:rPr lang="en-GB" smtClean="0"/>
              <a:pPr/>
              <a:t>50</a:t>
            </a:fld>
            <a:endParaRPr lang="en-GB"/>
          </a:p>
        </p:txBody>
      </p:sp>
    </p:spTree>
    <p:extLst>
      <p:ext uri="{BB962C8B-B14F-4D97-AF65-F5344CB8AC3E}">
        <p14:creationId xmlns:p14="http://schemas.microsoft.com/office/powerpoint/2010/main" val="382845305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5.svg"/><Relationship Id="rId5" Type="http://schemas.openxmlformats.org/officeDocument/2006/relationships/image" Target="../media/image4.jpeg"/><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5.svg"/><Relationship Id="rId5" Type="http://schemas.openxmlformats.org/officeDocument/2006/relationships/image" Target="../media/image6.svg"/><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5.xml"/><Relationship Id="rId5" Type="http://schemas.openxmlformats.org/officeDocument/2006/relationships/image" Target="../media/image6.svg"/><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1.bin"/><Relationship Id="rId7"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2.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15.xml"/><Relationship Id="rId6" Type="http://schemas.openxmlformats.org/officeDocument/2006/relationships/image" Target="../media/image5.svg"/><Relationship Id="rId5" Type="http://schemas.openxmlformats.org/officeDocument/2006/relationships/image" Target="../media/image11.jpeg"/><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16.xml"/><Relationship Id="rId6" Type="http://schemas.openxmlformats.org/officeDocument/2006/relationships/image" Target="../media/image5.svg"/><Relationship Id="rId5" Type="http://schemas.openxmlformats.org/officeDocument/2006/relationships/image" Target="../media/image6.svg"/><Relationship Id="rId4"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tags" Target="../tags/tag17.xml"/><Relationship Id="rId5" Type="http://schemas.openxmlformats.org/officeDocument/2006/relationships/image" Target="../media/image6.svg"/><Relationship Id="rId4" Type="http://schemas.openxmlformats.org/officeDocument/2006/relationships/image" Target="../media/image1.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2.xml"/><Relationship Id="rId1" Type="http://schemas.openxmlformats.org/officeDocument/2006/relationships/tags" Target="../tags/tag18.xml"/><Relationship Id="rId4" Type="http://schemas.openxmlformats.org/officeDocument/2006/relationships/image" Target="../media/image1.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2.xml"/><Relationship Id="rId1" Type="http://schemas.openxmlformats.org/officeDocument/2006/relationships/tags" Target="../tags/tag19.xml"/><Relationship Id="rId4" Type="http://schemas.openxmlformats.org/officeDocument/2006/relationships/image" Target="../media/image1.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2.xml"/><Relationship Id="rId1" Type="http://schemas.openxmlformats.org/officeDocument/2006/relationships/tags" Target="../tags/tag20.xml"/><Relationship Id="rId4" Type="http://schemas.openxmlformats.org/officeDocument/2006/relationships/image" Target="../media/image1.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2.xml"/><Relationship Id="rId1" Type="http://schemas.openxmlformats.org/officeDocument/2006/relationships/tags" Target="../tags/tag21.xml"/><Relationship Id="rId4" Type="http://schemas.openxmlformats.org/officeDocument/2006/relationships/image" Target="../media/image1.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2.xml"/><Relationship Id="rId1" Type="http://schemas.openxmlformats.org/officeDocument/2006/relationships/tags" Target="../tags/tag22.xml"/><Relationship Id="rId4" Type="http://schemas.openxmlformats.org/officeDocument/2006/relationships/image" Target="../media/image1.emf"/></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2.xml"/><Relationship Id="rId1" Type="http://schemas.openxmlformats.org/officeDocument/2006/relationships/tags" Target="../tags/tag23.xml"/><Relationship Id="rId4" Type="http://schemas.openxmlformats.org/officeDocument/2006/relationships/image" Target="../media/image1.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11.bin"/><Relationship Id="rId7" Type="http://schemas.openxmlformats.org/officeDocument/2006/relationships/image" Target="../media/image3.png"/><Relationship Id="rId2" Type="http://schemas.openxmlformats.org/officeDocument/2006/relationships/slideMaster" Target="../slideMasters/slideMaster2.xml"/><Relationship Id="rId1" Type="http://schemas.openxmlformats.org/officeDocument/2006/relationships/tags" Target="../tags/tag24.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1.emf"/></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2.xml"/><Relationship Id="rId5" Type="http://schemas.openxmlformats.org/officeDocument/2006/relationships/image" Target="../media/image15.svg"/><Relationship Id="rId4" Type="http://schemas.openxmlformats.org/officeDocument/2006/relationships/image" Target="../media/image14.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3.xml"/><Relationship Id="rId1" Type="http://schemas.openxmlformats.org/officeDocument/2006/relationships/tags" Target="../tags/tag26.xml"/><Relationship Id="rId4" Type="http://schemas.openxmlformats.org/officeDocument/2006/relationships/image" Target="../media/image1.emf"/></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3.xml"/><Relationship Id="rId1" Type="http://schemas.openxmlformats.org/officeDocument/2006/relationships/tags" Target="../tags/tag27.xml"/><Relationship Id="rId4" Type="http://schemas.openxmlformats.org/officeDocument/2006/relationships/image" Target="../media/image1.emf"/></Relationships>
</file>

<file path=ppt/slideLayouts/_rels/slideLayout3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3.xml"/><Relationship Id="rId1" Type="http://schemas.openxmlformats.org/officeDocument/2006/relationships/tags" Target="../tags/tag28.xml"/><Relationship Id="rId4" Type="http://schemas.openxmlformats.org/officeDocument/2006/relationships/image" Target="../media/image1.emf"/></Relationships>
</file>

<file path=ppt/slideLayouts/_rels/slideLayout3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3.xml"/><Relationship Id="rId1" Type="http://schemas.openxmlformats.org/officeDocument/2006/relationships/tags" Target="../tags/tag29.xml"/><Relationship Id="rId4" Type="http://schemas.openxmlformats.org/officeDocument/2006/relationships/image" Target="../media/image1.emf"/></Relationships>
</file>

<file path=ppt/slideLayouts/_rels/slideLayout33.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3.xml"/><Relationship Id="rId1" Type="http://schemas.openxmlformats.org/officeDocument/2006/relationships/tags" Target="../tags/tag30.xml"/><Relationship Id="rId4" Type="http://schemas.openxmlformats.org/officeDocument/2006/relationships/image" Target="../media/image1.emf"/></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3.xml"/><Relationship Id="rId1" Type="http://schemas.openxmlformats.org/officeDocument/2006/relationships/tags" Target="../tags/tag31.xml"/><Relationship Id="rId5" Type="http://schemas.openxmlformats.org/officeDocument/2006/relationships/image" Target="../media/image6.svg"/><Relationship Id="rId4" Type="http://schemas.openxmlformats.org/officeDocument/2006/relationships/image" Target="../media/image1.emf"/></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_rels/slideLayout3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3.xml"/><Relationship Id="rId1" Type="http://schemas.openxmlformats.org/officeDocument/2006/relationships/tags" Target="../tags/tag32.xml"/><Relationship Id="rId5" Type="http://schemas.openxmlformats.org/officeDocument/2006/relationships/image" Target="../media/image6.svg"/><Relationship Id="rId4" Type="http://schemas.openxmlformats.org/officeDocument/2006/relationships/image" Target="../media/image1.emf"/></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3.xml"/><Relationship Id="rId1" Type="http://schemas.openxmlformats.org/officeDocument/2006/relationships/tags" Target="../tags/tag33.xml"/><Relationship Id="rId4" Type="http://schemas.openxmlformats.org/officeDocument/2006/relationships/image" Target="../media/image1.emf"/></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3.xml"/><Relationship Id="rId1" Type="http://schemas.openxmlformats.org/officeDocument/2006/relationships/tags" Target="../tags/tag34.xml"/><Relationship Id="rId4" Type="http://schemas.openxmlformats.org/officeDocument/2006/relationships/image" Target="../media/image1.emf"/></Relationships>
</file>

<file path=ppt/slideLayouts/_rels/slideLayout42.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3.xml"/><Relationship Id="rId1" Type="http://schemas.openxmlformats.org/officeDocument/2006/relationships/tags" Target="../tags/tag35.xml"/><Relationship Id="rId4" Type="http://schemas.openxmlformats.org/officeDocument/2006/relationships/image" Target="../media/image1.emf"/></Relationships>
</file>

<file path=ppt/slideLayouts/_rels/slideLayout4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36.xml"/><Relationship Id="rId6" Type="http://schemas.openxmlformats.org/officeDocument/2006/relationships/image" Target="../media/image5.svg"/><Relationship Id="rId5" Type="http://schemas.openxmlformats.org/officeDocument/2006/relationships/image" Target="../media/image17.jpeg"/><Relationship Id="rId4" Type="http://schemas.openxmlformats.org/officeDocument/2006/relationships/image" Target="../media/image1.emf"/></Relationships>
</file>

<file path=ppt/slideLayouts/_rels/slideLayout4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3.xml"/><Relationship Id="rId1" Type="http://schemas.openxmlformats.org/officeDocument/2006/relationships/tags" Target="../tags/tag37.xml"/><Relationship Id="rId6" Type="http://schemas.openxmlformats.org/officeDocument/2006/relationships/image" Target="../media/image5.svg"/><Relationship Id="rId5" Type="http://schemas.openxmlformats.org/officeDocument/2006/relationships/image" Target="../media/image18.svg"/><Relationship Id="rId4" Type="http://schemas.openxmlformats.org/officeDocument/2006/relationships/image" Target="../media/image1.emf"/></Relationships>
</file>

<file path=ppt/slideLayouts/_rels/slideLayout4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3.xml"/><Relationship Id="rId1" Type="http://schemas.openxmlformats.org/officeDocument/2006/relationships/tags" Target="../tags/tag38.xml"/><Relationship Id="rId5" Type="http://schemas.openxmlformats.org/officeDocument/2006/relationships/image" Target="../media/image18.svg"/><Relationship Id="rId4" Type="http://schemas.openxmlformats.org/officeDocument/2006/relationships/image" Target="../media/image1.emf"/></Relationships>
</file>

<file path=ppt/slideLayouts/_rels/slideLayout4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3.xml"/><Relationship Id="rId1" Type="http://schemas.openxmlformats.org/officeDocument/2006/relationships/tags" Target="../tags/tag39.xml"/><Relationship Id="rId4" Type="http://schemas.openxmlformats.org/officeDocument/2006/relationships/image" Target="../media/image1.emf"/></Relationships>
</file>

<file path=ppt/slideLayouts/_rels/slideLayout47.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3.xml"/><Relationship Id="rId1" Type="http://schemas.openxmlformats.org/officeDocument/2006/relationships/tags" Target="../tags/tag40.xml"/><Relationship Id="rId4" Type="http://schemas.openxmlformats.org/officeDocument/2006/relationships/image" Target="../media/image1.emf"/></Relationships>
</file>

<file path=ppt/slideLayouts/_rels/slideLayout4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3.xml"/><Relationship Id="rId1" Type="http://schemas.openxmlformats.org/officeDocument/2006/relationships/tags" Target="../tags/tag41.xml"/><Relationship Id="rId4" Type="http://schemas.openxmlformats.org/officeDocument/2006/relationships/image" Target="../media/image1.emf"/></Relationships>
</file>

<file path=ppt/slideLayouts/_rels/slideLayout49.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3.xml"/><Relationship Id="rId1" Type="http://schemas.openxmlformats.org/officeDocument/2006/relationships/tags" Target="../tags/tag42.xml"/><Relationship Id="rId4" Type="http://schemas.openxmlformats.org/officeDocument/2006/relationships/image" Target="../media/image1.emf"/></Relationships>
</file>

<file path=ppt/slideLayouts/_rels/slideLayout50.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3.xml"/><Relationship Id="rId1" Type="http://schemas.openxmlformats.org/officeDocument/2006/relationships/tags" Target="../tags/tag43.xml"/><Relationship Id="rId4" Type="http://schemas.openxmlformats.org/officeDocument/2006/relationships/image" Target="../media/image1.emf"/></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3.xml"/><Relationship Id="rId1" Type="http://schemas.openxmlformats.org/officeDocument/2006/relationships/tags" Target="../tags/tag44.xml"/><Relationship Id="rId4" Type="http://schemas.openxmlformats.org/officeDocument/2006/relationships/image" Target="../media/image1.emf"/></Relationships>
</file>

<file path=ppt/slideLayouts/_rels/slideLayout54.xml.rels><?xml version="1.0" encoding="UTF-8" standalone="yes"?>
<Relationships xmlns="http://schemas.openxmlformats.org/package/2006/relationships"><Relationship Id="rId3" Type="http://schemas.openxmlformats.org/officeDocument/2006/relationships/oleObject" Target="../embeddings/oleObject11.bin"/><Relationship Id="rId7" Type="http://schemas.openxmlformats.org/officeDocument/2006/relationships/image" Target="../media/image3.png"/><Relationship Id="rId2" Type="http://schemas.openxmlformats.org/officeDocument/2006/relationships/slideMaster" Target="../slideMasters/slideMaster3.xml"/><Relationship Id="rId1" Type="http://schemas.openxmlformats.org/officeDocument/2006/relationships/tags" Target="../tags/tag45.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1.emf"/></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 Id="rId4" Type="http://schemas.openxmlformats.org/officeDocument/2006/relationships/image" Target="../media/image3.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4.xml"/><Relationship Id="rId1" Type="http://schemas.openxmlformats.org/officeDocument/2006/relationships/tags" Target="../tags/tag47.xml"/><Relationship Id="rId6" Type="http://schemas.openxmlformats.org/officeDocument/2006/relationships/image" Target="../media/image5.svg"/><Relationship Id="rId5" Type="http://schemas.openxmlformats.org/officeDocument/2006/relationships/image" Target="../media/image6.svg"/><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4.xml"/><Relationship Id="rId1" Type="http://schemas.openxmlformats.org/officeDocument/2006/relationships/tags" Target="../tags/tag48.xml"/><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6.xml"/><Relationship Id="rId1" Type="http://schemas.openxmlformats.org/officeDocument/2006/relationships/tags" Target="../tags/tag51.xml"/><Relationship Id="rId6" Type="http://schemas.openxmlformats.org/officeDocument/2006/relationships/image" Target="../media/image5.svg"/><Relationship Id="rId5" Type="http://schemas.openxmlformats.org/officeDocument/2006/relationships/image" Target="../media/image21.jpeg"/><Relationship Id="rId4" Type="http://schemas.openxmlformats.org/officeDocument/2006/relationships/image" Target="../media/image1.emf"/></Relationships>
</file>

<file path=ppt/slideLayouts/_rels/slideLayout6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6.xml"/><Relationship Id="rId1" Type="http://schemas.openxmlformats.org/officeDocument/2006/relationships/tags" Target="../tags/tag52.xml"/><Relationship Id="rId6" Type="http://schemas.openxmlformats.org/officeDocument/2006/relationships/image" Target="../media/image5.svg"/><Relationship Id="rId5" Type="http://schemas.openxmlformats.org/officeDocument/2006/relationships/image" Target="../media/image6.svg"/><Relationship Id="rId4" Type="http://schemas.openxmlformats.org/officeDocument/2006/relationships/image" Target="../media/image1.emf"/></Relationships>
</file>

<file path=ppt/slideLayouts/_rels/slideLayout6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6.xml"/><Relationship Id="rId1" Type="http://schemas.openxmlformats.org/officeDocument/2006/relationships/tags" Target="../tags/tag53.xml"/><Relationship Id="rId5" Type="http://schemas.openxmlformats.org/officeDocument/2006/relationships/image" Target="../media/image6.svg"/><Relationship Id="rId4" Type="http://schemas.openxmlformats.org/officeDocument/2006/relationships/image" Target="../media/image1.emf"/></Relationships>
</file>

<file path=ppt/slideLayouts/_rels/slideLayout7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6.xml"/><Relationship Id="rId1" Type="http://schemas.openxmlformats.org/officeDocument/2006/relationships/tags" Target="../tags/tag54.xml"/><Relationship Id="rId4" Type="http://schemas.openxmlformats.org/officeDocument/2006/relationships/image" Target="../media/image1.emf"/></Relationships>
</file>

<file path=ppt/slideLayouts/_rels/slideLayout71.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6.xml"/><Relationship Id="rId1" Type="http://schemas.openxmlformats.org/officeDocument/2006/relationships/tags" Target="../tags/tag55.xml"/><Relationship Id="rId4" Type="http://schemas.openxmlformats.org/officeDocument/2006/relationships/image" Target="../media/image1.emf"/></Relationships>
</file>

<file path=ppt/slideLayouts/_rels/slideLayout7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6.xml"/><Relationship Id="rId1" Type="http://schemas.openxmlformats.org/officeDocument/2006/relationships/tags" Target="../tags/tag56.xml"/><Relationship Id="rId4" Type="http://schemas.openxmlformats.org/officeDocument/2006/relationships/image" Target="../media/image1.emf"/></Relationships>
</file>

<file path=ppt/slideLayouts/_rels/slideLayout73.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6.xml"/><Relationship Id="rId1" Type="http://schemas.openxmlformats.org/officeDocument/2006/relationships/tags" Target="../tags/tag57.xml"/><Relationship Id="rId4" Type="http://schemas.openxmlformats.org/officeDocument/2006/relationships/image" Target="../media/image1.emf"/></Relationships>
</file>

<file path=ppt/slideLayouts/_rels/slideLayout74.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6.xml"/><Relationship Id="rId1" Type="http://schemas.openxmlformats.org/officeDocument/2006/relationships/tags" Target="../tags/tag58.xml"/><Relationship Id="rId4" Type="http://schemas.openxmlformats.org/officeDocument/2006/relationships/image" Target="../media/image1.emf"/></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6.xml"/><Relationship Id="rId1" Type="http://schemas.openxmlformats.org/officeDocument/2006/relationships/tags" Target="../tags/tag59.xml"/><Relationship Id="rId4" Type="http://schemas.openxmlformats.org/officeDocument/2006/relationships/image" Target="../media/image1.emf"/></Relationships>
</file>

<file path=ppt/slideLayouts/_rels/slideLayout78.xml.rels><?xml version="1.0" encoding="UTF-8" standalone="yes"?>
<Relationships xmlns="http://schemas.openxmlformats.org/package/2006/relationships"><Relationship Id="rId3" Type="http://schemas.openxmlformats.org/officeDocument/2006/relationships/oleObject" Target="../embeddings/oleObject11.bin"/><Relationship Id="rId7" Type="http://schemas.openxmlformats.org/officeDocument/2006/relationships/image" Target="../media/image3.png"/><Relationship Id="rId2" Type="http://schemas.openxmlformats.org/officeDocument/2006/relationships/slideMaster" Target="../slideMasters/slideMaster6.xml"/><Relationship Id="rId1" Type="http://schemas.openxmlformats.org/officeDocument/2006/relationships/tags" Target="../tags/tag60.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1.emf"/></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6.xml"/><Relationship Id="rId5" Type="http://schemas.openxmlformats.org/officeDocument/2006/relationships/image" Target="../media/image25.svg"/><Relationship Id="rId4" Type="http://schemas.openxmlformats.org/officeDocument/2006/relationships/image" Target="../media/image24.sv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6.xml"/><Relationship Id="rId5" Type="http://schemas.openxmlformats.org/officeDocument/2006/relationships/image" Target="../media/image25.svg"/><Relationship Id="rId4" Type="http://schemas.openxmlformats.org/officeDocument/2006/relationships/image" Target="../media/image24.svg"/></Relationships>
</file>

<file path=ppt/slideLayouts/_rels/slideLayout8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7.xml"/><Relationship Id="rId1" Type="http://schemas.openxmlformats.org/officeDocument/2006/relationships/tags" Target="../tags/tag62.xml"/><Relationship Id="rId6" Type="http://schemas.openxmlformats.org/officeDocument/2006/relationships/image" Target="../media/image5.svg"/><Relationship Id="rId5" Type="http://schemas.openxmlformats.org/officeDocument/2006/relationships/image" Target="../media/image21.jpeg"/><Relationship Id="rId4" Type="http://schemas.openxmlformats.org/officeDocument/2006/relationships/image" Target="../media/image1.emf"/></Relationships>
</file>

<file path=ppt/slideLayouts/_rels/slideLayout8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7.xml"/><Relationship Id="rId1" Type="http://schemas.openxmlformats.org/officeDocument/2006/relationships/tags" Target="../tags/tag63.xml"/><Relationship Id="rId6" Type="http://schemas.openxmlformats.org/officeDocument/2006/relationships/image" Target="../media/image5.svg"/><Relationship Id="rId5" Type="http://schemas.openxmlformats.org/officeDocument/2006/relationships/image" Target="../media/image6.svg"/><Relationship Id="rId4" Type="http://schemas.openxmlformats.org/officeDocument/2006/relationships/image" Target="../media/image1.emf"/></Relationships>
</file>

<file path=ppt/slideLayouts/_rels/slideLayout8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7.xml"/><Relationship Id="rId1" Type="http://schemas.openxmlformats.org/officeDocument/2006/relationships/tags" Target="../tags/tag64.xml"/><Relationship Id="rId5" Type="http://schemas.openxmlformats.org/officeDocument/2006/relationships/image" Target="../media/image6.svg"/><Relationship Id="rId4" Type="http://schemas.openxmlformats.org/officeDocument/2006/relationships/image" Target="../media/image1.emf"/></Relationships>
</file>

<file path=ppt/slideLayouts/_rels/slideLayout8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7.xml"/><Relationship Id="rId1" Type="http://schemas.openxmlformats.org/officeDocument/2006/relationships/tags" Target="../tags/tag65.xml"/><Relationship Id="rId4" Type="http://schemas.openxmlformats.org/officeDocument/2006/relationships/image" Target="../media/image1.emf"/></Relationships>
</file>

<file path=ppt/slideLayouts/_rels/slideLayout8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7.xml"/><Relationship Id="rId1" Type="http://schemas.openxmlformats.org/officeDocument/2006/relationships/tags" Target="../tags/tag66.xml"/><Relationship Id="rId4" Type="http://schemas.openxmlformats.org/officeDocument/2006/relationships/image" Target="../media/image1.emf"/></Relationships>
</file>

<file path=ppt/slideLayouts/_rels/slideLayout87.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7.xml"/><Relationship Id="rId1" Type="http://schemas.openxmlformats.org/officeDocument/2006/relationships/tags" Target="../tags/tag67.xml"/><Relationship Id="rId4" Type="http://schemas.openxmlformats.org/officeDocument/2006/relationships/image" Target="../media/image1.emf"/></Relationships>
</file>

<file path=ppt/slideLayouts/_rels/slideLayout88.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7.xml"/><Relationship Id="rId1" Type="http://schemas.openxmlformats.org/officeDocument/2006/relationships/tags" Target="../tags/tag68.xml"/><Relationship Id="rId4" Type="http://schemas.openxmlformats.org/officeDocument/2006/relationships/image" Target="../media/image1.emf"/></Relationships>
</file>

<file path=ppt/slideLayouts/_rels/slideLayout89.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7.xml"/><Relationship Id="rId1" Type="http://schemas.openxmlformats.org/officeDocument/2006/relationships/tags" Target="../tags/tag69.xml"/><Relationship Id="rId4" Type="http://schemas.openxmlformats.org/officeDocument/2006/relationships/image" Target="../media/image1.emf"/></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7.png"/><Relationship Id="rId1" Type="http://schemas.openxmlformats.org/officeDocument/2006/relationships/slideMaster" Target="../slideMasters/slideMaster7.xml"/></Relationships>
</file>

<file path=ppt/slideLayouts/_rels/slideLayout92.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7.xml"/><Relationship Id="rId1" Type="http://schemas.openxmlformats.org/officeDocument/2006/relationships/tags" Target="../tags/tag70.xml"/><Relationship Id="rId4" Type="http://schemas.openxmlformats.org/officeDocument/2006/relationships/image" Target="../media/image1.emf"/></Relationships>
</file>

<file path=ppt/slideLayouts/_rels/slideLayout93.xml.rels><?xml version="1.0" encoding="UTF-8" standalone="yes"?>
<Relationships xmlns="http://schemas.openxmlformats.org/package/2006/relationships"><Relationship Id="rId3" Type="http://schemas.openxmlformats.org/officeDocument/2006/relationships/oleObject" Target="../embeddings/oleObject11.bin"/><Relationship Id="rId7" Type="http://schemas.openxmlformats.org/officeDocument/2006/relationships/image" Target="../media/image3.png"/><Relationship Id="rId2" Type="http://schemas.openxmlformats.org/officeDocument/2006/relationships/slideMaster" Target="../slideMasters/slideMaster7.xml"/><Relationship Id="rId1" Type="http://schemas.openxmlformats.org/officeDocument/2006/relationships/tags" Target="../tags/tag71.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1.emf"/></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7.xml"/><Relationship Id="rId5" Type="http://schemas.openxmlformats.org/officeDocument/2006/relationships/image" Target="../media/image25.svg"/><Relationship Id="rId4" Type="http://schemas.openxmlformats.org/officeDocument/2006/relationships/image" Target="../media/image24.svg"/></Relationships>
</file>

<file path=ppt/slideLayouts/_rels/slideLayout9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8.xml"/><Relationship Id="rId1" Type="http://schemas.openxmlformats.org/officeDocument/2006/relationships/tags" Target="../tags/tag73.xml"/><Relationship Id="rId6" Type="http://schemas.openxmlformats.org/officeDocument/2006/relationships/image" Target="../media/image5.svg"/><Relationship Id="rId5" Type="http://schemas.openxmlformats.org/officeDocument/2006/relationships/image" Target="../media/image21.jpeg"/><Relationship Id="rId4" Type="http://schemas.openxmlformats.org/officeDocument/2006/relationships/image" Target="../media/image1.emf"/></Relationships>
</file>

<file path=ppt/slideLayouts/_rels/slideLayout9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8.xml"/><Relationship Id="rId1" Type="http://schemas.openxmlformats.org/officeDocument/2006/relationships/tags" Target="../tags/tag74.xml"/><Relationship Id="rId6" Type="http://schemas.openxmlformats.org/officeDocument/2006/relationships/image" Target="../media/image5.svg"/><Relationship Id="rId5" Type="http://schemas.openxmlformats.org/officeDocument/2006/relationships/image" Target="../media/image6.svg"/><Relationship Id="rId4" Type="http://schemas.openxmlformats.org/officeDocument/2006/relationships/image" Target="../media/image1.emf"/></Relationships>
</file>

<file path=ppt/slideLayouts/_rels/slideLayout9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8.xml"/><Relationship Id="rId1" Type="http://schemas.openxmlformats.org/officeDocument/2006/relationships/tags" Target="../tags/tag75.xml"/><Relationship Id="rId5" Type="http://schemas.openxmlformats.org/officeDocument/2006/relationships/image" Target="../media/image6.svg"/><Relationship Id="rId4" Type="http://schemas.openxmlformats.org/officeDocument/2006/relationships/image" Target="../media/image1.emf"/></Relationships>
</file>

<file path=ppt/slideLayouts/_rels/slideLayout9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8.xml"/><Relationship Id="rId1" Type="http://schemas.openxmlformats.org/officeDocument/2006/relationships/tags" Target="../tags/tag76.xml"/><Relationship Id="rId4" Type="http://schemas.openxmlformats.org/officeDocument/2006/relationships/image" Target="../media/image1.emf"/></Relationships>
</file>

<file path=ppt/slideLayouts/_rels/slideLayout9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8.xml"/><Relationship Id="rId1" Type="http://schemas.openxmlformats.org/officeDocument/2006/relationships/tags" Target="../tags/tag77.xml"/><Relationship Id="rId4" Type="http://schemas.openxmlformats.org/officeDocument/2006/relationships/image" Target="../media/image1.emf"/></Relationships>
</file>

<file path=ppt/slideLayouts/_rels/slideLayout10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8.xml"/><Relationship Id="rId1" Type="http://schemas.openxmlformats.org/officeDocument/2006/relationships/tags" Target="../tags/tag78.xml"/><Relationship Id="rId4" Type="http://schemas.openxmlformats.org/officeDocument/2006/relationships/image" Target="../media/image1.emf"/></Relationships>
</file>

<file path=ppt/slideLayouts/_rels/slideLayout10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8.xml"/><Relationship Id="rId1" Type="http://schemas.openxmlformats.org/officeDocument/2006/relationships/tags" Target="../tags/tag79.xml"/><Relationship Id="rId4" Type="http://schemas.openxmlformats.org/officeDocument/2006/relationships/image" Target="../media/image1.emf"/></Relationships>
</file>

<file path=ppt/slideLayouts/_rels/slideLayout10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8.xml"/><Relationship Id="rId1" Type="http://schemas.openxmlformats.org/officeDocument/2006/relationships/tags" Target="../tags/tag80.xml"/><Relationship Id="rId4" Type="http://schemas.openxmlformats.org/officeDocument/2006/relationships/image" Target="../media/image1.emf"/></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7.png"/><Relationship Id="rId1" Type="http://schemas.openxmlformats.org/officeDocument/2006/relationships/slideMaster" Target="../slideMasters/slideMaster8.xml"/></Relationships>
</file>

<file path=ppt/slideLayouts/_rels/slideLayout105.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8.xml"/><Relationship Id="rId1" Type="http://schemas.openxmlformats.org/officeDocument/2006/relationships/tags" Target="../tags/tag81.xml"/><Relationship Id="rId4" Type="http://schemas.openxmlformats.org/officeDocument/2006/relationships/image" Target="../media/image1.emf"/></Relationships>
</file>

<file path=ppt/slideLayouts/_rels/slideLayout106.xml.rels><?xml version="1.0" encoding="UTF-8" standalone="yes"?>
<Relationships xmlns="http://schemas.openxmlformats.org/package/2006/relationships"><Relationship Id="rId3" Type="http://schemas.openxmlformats.org/officeDocument/2006/relationships/oleObject" Target="../embeddings/oleObject11.bin"/><Relationship Id="rId7" Type="http://schemas.openxmlformats.org/officeDocument/2006/relationships/image" Target="../media/image3.png"/><Relationship Id="rId2" Type="http://schemas.openxmlformats.org/officeDocument/2006/relationships/slideMaster" Target="../slideMasters/slideMaster8.xml"/><Relationship Id="rId1" Type="http://schemas.openxmlformats.org/officeDocument/2006/relationships/tags" Target="../tags/tag82.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1.emf"/></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8.xml"/><Relationship Id="rId5" Type="http://schemas.openxmlformats.org/officeDocument/2006/relationships/image" Target="../media/image25.svg"/><Relationship Id="rId4" Type="http://schemas.openxmlformats.org/officeDocument/2006/relationships/image" Target="../media/image24.sv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9.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8.xml"/><Relationship Id="rId1" Type="http://schemas.openxmlformats.org/officeDocument/2006/relationships/tags" Target="../tags/tag83.xml"/><Relationship Id="rId4" Type="http://schemas.openxmlformats.org/officeDocument/2006/relationships/image" Target="../media/image1.emf"/></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2.png"/><Relationship Id="rId1" Type="http://schemas.openxmlformats.org/officeDocument/2006/relationships/slideMaster" Target="../slideMasters/slideMaster9.xml"/><Relationship Id="rId5" Type="http://schemas.openxmlformats.org/officeDocument/2006/relationships/image" Target="../media/image30.png"/><Relationship Id="rId4" Type="http://schemas.openxmlformats.org/officeDocument/2006/relationships/image" Target="../media/image29.png"/></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Master" Target="../slideMasters/slideMaster9.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3.png"/><Relationship Id="rId1" Type="http://schemas.openxmlformats.org/officeDocument/2006/relationships/slideMaster" Target="../slideMasters/slideMaster9.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9.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7.png"/><Relationship Id="rId1" Type="http://schemas.openxmlformats.org/officeDocument/2006/relationships/slideMaster" Target="../slideMasters/slideMaster9.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4.png"/><Relationship Id="rId1" Type="http://schemas.openxmlformats.org/officeDocument/2006/relationships/slideMaster" Target="../slideMasters/slideMaster9.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2.png"/><Relationship Id="rId1" Type="http://schemas.openxmlformats.org/officeDocument/2006/relationships/slideMaster" Target="../slideMasters/slideMaster9.xml"/><Relationship Id="rId5" Type="http://schemas.openxmlformats.org/officeDocument/2006/relationships/image" Target="../media/image30.png"/><Relationship Id="rId4" Type="http://schemas.openxmlformats.org/officeDocument/2006/relationships/image" Target="../media/image29.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Picture">
    <p:bg>
      <p:bgPr>
        <a:solidFill>
          <a:schemeClr val="accent1"/>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BBF30689-BACF-220E-9869-EF4152B00165}"/>
              </a:ext>
            </a:extLst>
          </p:cNvPr>
          <p:cNvGraphicFramePr>
            <a:graphicFrameLocks noChangeAspect="1"/>
          </p:cNvGraphicFramePr>
          <p:nvPr userDrawn="1">
            <p:custDataLst>
              <p:tags r:id="rId1"/>
            </p:custDataLst>
            <p:extLst>
              <p:ext uri="{D42A27DB-BD31-4B8C-83A1-F6EECF244321}">
                <p14:modId xmlns:p14="http://schemas.microsoft.com/office/powerpoint/2010/main" val="27519123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6" name="Object 5" hidden="1">
                        <a:extLst>
                          <a:ext uri="{FF2B5EF4-FFF2-40B4-BE49-F238E27FC236}">
                            <a16:creationId xmlns:a16="http://schemas.microsoft.com/office/drawing/2014/main" id="{BBF30689-BACF-220E-9869-EF4152B0016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4" name="Picture 13" descr="A picture containing map, earth, world, space&#10;&#10;Description automatically generated">
            <a:extLst>
              <a:ext uri="{FF2B5EF4-FFF2-40B4-BE49-F238E27FC236}">
                <a16:creationId xmlns:a16="http://schemas.microsoft.com/office/drawing/2014/main" id="{E9C226ED-E6FA-8409-A6DC-0569023DA16D}"/>
              </a:ext>
            </a:extLst>
          </p:cNvPr>
          <p:cNvPicPr>
            <a:picLocks noChangeAspect="1"/>
          </p:cNvPicPr>
          <p:nvPr userDrawn="1"/>
        </p:nvPicPr>
        <p:blipFill rotWithShape="1">
          <a:blip r:embed="rId5" cstate="print">
            <a:duotone>
              <a:srgbClr val="3D4D55">
                <a:shade val="45000"/>
                <a:satMod val="135000"/>
              </a:srgbClr>
              <a:prstClr val="white"/>
            </a:duotone>
            <a:extLst>
              <a:ext uri="{28A0092B-C50C-407E-A947-70E740481C1C}">
                <a14:useLocalDpi xmlns:a14="http://schemas.microsoft.com/office/drawing/2010/main" val="0"/>
              </a:ext>
            </a:extLst>
          </a:blip>
          <a:srcRect t="-2"/>
          <a:stretch/>
        </p:blipFill>
        <p:spPr>
          <a:xfrm>
            <a:off x="2794500" y="0"/>
            <a:ext cx="9397500" cy="6858000"/>
          </a:xfrm>
          <a:prstGeom prst="rect">
            <a:avLst/>
          </a:prstGeom>
        </p:spPr>
      </p:pic>
      <p:sp>
        <p:nvSpPr>
          <p:cNvPr id="3" name="Rectangle 2">
            <a:extLst>
              <a:ext uri="{FF2B5EF4-FFF2-40B4-BE49-F238E27FC236}">
                <a16:creationId xmlns:a16="http://schemas.microsoft.com/office/drawing/2014/main" id="{1586E056-74EB-5395-3882-1C6EEF7AE651}"/>
              </a:ext>
            </a:extLst>
          </p:cNvPr>
          <p:cNvSpPr/>
          <p:nvPr userDrawn="1"/>
        </p:nvSpPr>
        <p:spPr bwMode="gray">
          <a:xfrm flipH="1" flipV="1">
            <a:off x="0" y="3622765"/>
            <a:ext cx="12192000" cy="3243943"/>
          </a:xfrm>
          <a:prstGeom prst="rect">
            <a:avLst/>
          </a:prstGeom>
          <a:gradFill>
            <a:gsLst>
              <a:gs pos="0">
                <a:srgbClr val="3D4D55">
                  <a:alpha val="0"/>
                </a:srgbClr>
              </a:gs>
              <a:gs pos="65000">
                <a:srgbClr val="25343C"/>
              </a:gs>
            </a:gsLst>
            <a:lin ang="16200000" scaled="0"/>
          </a:gradFill>
        </p:spPr>
        <p:txBody>
          <a:bodyPr vert="horz" lIns="90000" tIns="46800" rIns="90000" bIns="46800" rtlCol="0" anchor="t">
            <a:noAutofit/>
          </a:bodyPr>
          <a:lstStyle/>
          <a:p>
            <a:pPr marL="216000" marR="0" indent="-216000" algn="l" defTabSz="914400" eaLnBrk="1" fontAlgn="auto" latinLnBrk="0" hangingPunct="1">
              <a:lnSpc>
                <a:spcPct val="100000"/>
              </a:lnSpc>
              <a:spcBef>
                <a:spcPts val="600"/>
              </a:spcBef>
              <a:spcAft>
                <a:spcPts val="0"/>
              </a:spcAft>
              <a:buClrTx/>
              <a:buSzPct val="100000"/>
              <a:buFont typeface="Arial" panose="020B0604020202020204" pitchFamily="34" charset="0"/>
              <a:buChar char="•"/>
              <a:tabLst/>
            </a:pPr>
            <a:endParaRPr kumimoji="0" lang="en-GB" sz="1200" b="0" i="0" u="none" strike="noStrike" kern="1200" cap="none" spc="0" normalizeH="0" baseline="0" noProof="0" err="1">
              <a:ln>
                <a:noFill/>
              </a:ln>
              <a:solidFill>
                <a:srgbClr val="44463E"/>
              </a:solidFill>
              <a:effectLst/>
              <a:uLnTx/>
              <a:uFillTx/>
              <a:ea typeface="+mn-ea"/>
            </a:endParaRPr>
          </a:p>
        </p:txBody>
      </p:sp>
      <p:sp>
        <p:nvSpPr>
          <p:cNvPr id="15" name="Rectangle 14">
            <a:extLst>
              <a:ext uri="{FF2B5EF4-FFF2-40B4-BE49-F238E27FC236}">
                <a16:creationId xmlns:a16="http://schemas.microsoft.com/office/drawing/2014/main" id="{0A7CD2E6-707F-3E5B-05A0-39B45295F724}"/>
              </a:ext>
            </a:extLst>
          </p:cNvPr>
          <p:cNvSpPr/>
          <p:nvPr userDrawn="1"/>
        </p:nvSpPr>
        <p:spPr bwMode="gray">
          <a:xfrm>
            <a:off x="0" y="8708"/>
            <a:ext cx="12192000" cy="6858000"/>
          </a:xfrm>
          <a:prstGeom prst="rect">
            <a:avLst/>
          </a:prstGeom>
          <a:gradFill flip="none" rotWithShape="1">
            <a:gsLst>
              <a:gs pos="15000">
                <a:srgbClr val="3D4D55">
                  <a:alpha val="0"/>
                </a:srgbClr>
              </a:gs>
              <a:gs pos="72000">
                <a:schemeClr val="tx2">
                  <a:lumMod val="75000"/>
                </a:schemeClr>
              </a:gs>
            </a:gsLst>
            <a:lin ang="1080000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srgbClr val="EAE7E3"/>
              </a:solidFill>
              <a:effectLst/>
              <a:uLnTx/>
              <a:uFillTx/>
              <a:latin typeface="+mj-lt"/>
              <a:ea typeface="+mn-ea"/>
              <a:cs typeface="+mn-cs"/>
            </a:endParaRPr>
          </a:p>
        </p:txBody>
      </p:sp>
      <p:sp>
        <p:nvSpPr>
          <p:cNvPr id="16" name="Text Placeholder 15">
            <a:extLst>
              <a:ext uri="{FF2B5EF4-FFF2-40B4-BE49-F238E27FC236}">
                <a16:creationId xmlns:a16="http://schemas.microsoft.com/office/drawing/2014/main" id="{D9B54094-113D-2847-B070-92BDCA336ACA}"/>
              </a:ext>
            </a:extLst>
          </p:cNvPr>
          <p:cNvSpPr>
            <a:spLocks noGrp="1"/>
          </p:cNvSpPr>
          <p:nvPr>
            <p:ph type="body" sz="quarter" idx="10"/>
          </p:nvPr>
        </p:nvSpPr>
        <p:spPr>
          <a:xfrm>
            <a:off x="360363" y="5438901"/>
            <a:ext cx="6060315" cy="699962"/>
          </a:xfrm>
          <a:prstGeom prst="rect">
            <a:avLst/>
          </a:prstGeom>
        </p:spPr>
        <p:txBody>
          <a:bodyPr wrap="square" lIns="0" tIns="0" rIns="0" bIns="0">
            <a:noAutofit/>
          </a:bodyPr>
          <a:lstStyle>
            <a:lvl1pPr marL="0" indent="0" rtl="0">
              <a:spcBef>
                <a:spcPts val="0"/>
              </a:spcBef>
              <a:buFontTx/>
              <a:buNone/>
              <a:defRPr sz="1200" cap="all" baseline="0">
                <a:solidFill>
                  <a:schemeClr val="bg1"/>
                </a:solidFill>
                <a:latin typeface="+mj-lt"/>
              </a:defRPr>
            </a:lvl1pPr>
            <a:lvl2pPr>
              <a:spcBef>
                <a:spcPts val="0"/>
              </a:spcBef>
              <a:buFontTx/>
              <a:buNone/>
              <a:defRPr>
                <a:solidFill>
                  <a:schemeClr val="bg2"/>
                </a:solidFill>
              </a:defRPr>
            </a:lvl2pPr>
            <a:lvl3pPr>
              <a:buFontTx/>
              <a:buNone/>
              <a:defRPr>
                <a:solidFill>
                  <a:schemeClr val="bg2"/>
                </a:solidFill>
              </a:defRPr>
            </a:lvl3pPr>
            <a:lvl4pPr marL="0" indent="0">
              <a:buFontTx/>
              <a:buNone/>
              <a:defRPr>
                <a:solidFill>
                  <a:schemeClr val="bg2"/>
                </a:solidFill>
              </a:defRPr>
            </a:lvl4pPr>
            <a:lvl5pPr>
              <a:buFontTx/>
              <a:buNone/>
              <a:defRPr>
                <a:solidFill>
                  <a:schemeClr val="bg2"/>
                </a:solidFill>
              </a:defRPr>
            </a:lvl5pPr>
          </a:lstStyle>
          <a:p>
            <a:pPr lvl="0"/>
            <a:r>
              <a:rPr lang="da-DK"/>
              <a:t>Klik for at redigere teksttypografierne i masteren</a:t>
            </a:r>
          </a:p>
        </p:txBody>
      </p:sp>
      <p:sp>
        <p:nvSpPr>
          <p:cNvPr id="17" name="Rectangle 16">
            <a:extLst>
              <a:ext uri="{FF2B5EF4-FFF2-40B4-BE49-F238E27FC236}">
                <a16:creationId xmlns:a16="http://schemas.microsoft.com/office/drawing/2014/main" id="{C981C32C-EDE5-2BE8-788F-E1F14F6DE4A9}"/>
              </a:ext>
            </a:extLst>
          </p:cNvPr>
          <p:cNvSpPr/>
          <p:nvPr userDrawn="1"/>
        </p:nvSpPr>
        <p:spPr bwMode="gray">
          <a:xfrm>
            <a:off x="360363" y="5265387"/>
            <a:ext cx="720000" cy="54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400"/>
          </a:p>
        </p:txBody>
      </p:sp>
      <p:sp>
        <p:nvSpPr>
          <p:cNvPr id="4" name="Title 1">
            <a:extLst>
              <a:ext uri="{FF2B5EF4-FFF2-40B4-BE49-F238E27FC236}">
                <a16:creationId xmlns:a16="http://schemas.microsoft.com/office/drawing/2014/main" id="{52E7401F-3DB7-5101-19C2-C7469208ED89}"/>
              </a:ext>
            </a:extLst>
          </p:cNvPr>
          <p:cNvSpPr>
            <a:spLocks noGrp="1"/>
          </p:cNvSpPr>
          <p:nvPr>
            <p:ph type="ctrTitle"/>
          </p:nvPr>
        </p:nvSpPr>
        <p:spPr bwMode="gray">
          <a:xfrm>
            <a:off x="360363" y="2600998"/>
            <a:ext cx="6060315" cy="1473743"/>
          </a:xfrm>
          <a:prstGeom prst="rect">
            <a:avLst/>
          </a:prstGeom>
        </p:spPr>
        <p:txBody>
          <a:bodyPr vert="horz" wrap="square" lIns="0" tIns="0" rIns="0" bIns="0" anchor="b" anchorCtr="0">
            <a:noAutofit/>
          </a:bodyPr>
          <a:lstStyle>
            <a:lvl1pPr algn="l" rtl="0">
              <a:lnSpc>
                <a:spcPct val="90000"/>
              </a:lnSpc>
              <a:spcBef>
                <a:spcPts val="0"/>
              </a:spcBef>
              <a:defRPr sz="3200" b="0" cap="none" spc="0" baseline="0">
                <a:solidFill>
                  <a:schemeClr val="bg1"/>
                </a:solidFill>
                <a:latin typeface="+mj-lt"/>
              </a:defRPr>
            </a:lvl1pPr>
          </a:lstStyle>
          <a:p>
            <a:r>
              <a:rPr lang="da-DK"/>
              <a:t>Klik for at redigere titeltypografien i masteren</a:t>
            </a:r>
            <a:endParaRPr lang="en-GB"/>
          </a:p>
        </p:txBody>
      </p:sp>
      <p:pic>
        <p:nvPicPr>
          <p:cNvPr id="2" name="Graphic 1">
            <a:extLst>
              <a:ext uri="{FF2B5EF4-FFF2-40B4-BE49-F238E27FC236}">
                <a16:creationId xmlns:a16="http://schemas.microsoft.com/office/drawing/2014/main" id="{27EC6DB6-4C7C-E19E-D026-02E98FF19C24}"/>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0363" y="537323"/>
            <a:ext cx="2967697" cy="1076555"/>
          </a:xfrm>
          <a:prstGeom prst="rect">
            <a:avLst/>
          </a:prstGeom>
        </p:spPr>
      </p:pic>
      <p:sp>
        <p:nvSpPr>
          <p:cNvPr id="8" name="Subtitle 2">
            <a:extLst>
              <a:ext uri="{FF2B5EF4-FFF2-40B4-BE49-F238E27FC236}">
                <a16:creationId xmlns:a16="http://schemas.microsoft.com/office/drawing/2014/main" id="{B1A7E542-F670-C5F8-BE90-C1AF592ED895}"/>
              </a:ext>
            </a:extLst>
          </p:cNvPr>
          <p:cNvSpPr>
            <a:spLocks noGrp="1"/>
          </p:cNvSpPr>
          <p:nvPr>
            <p:ph type="subTitle" idx="1"/>
          </p:nvPr>
        </p:nvSpPr>
        <p:spPr bwMode="gray">
          <a:xfrm>
            <a:off x="360363" y="4195518"/>
            <a:ext cx="6060315" cy="380945"/>
          </a:xfrm>
          <a:prstGeom prst="rect">
            <a:avLst/>
          </a:prstGeom>
        </p:spPr>
        <p:txBody>
          <a:bodyPr wrap="square" lIns="0" tIns="0" rIns="0" bIns="0">
            <a:noAutofit/>
          </a:bodyPr>
          <a:lstStyle>
            <a:lvl1pPr marL="0" indent="0" algn="l" rtl="0">
              <a:lnSpc>
                <a:spcPct val="100000"/>
              </a:lnSpc>
              <a:spcBef>
                <a:spcPts val="600"/>
              </a:spcBef>
              <a:buFontTx/>
              <a:buNone/>
              <a:defRPr sz="1600" cap="none" spc="100" baseline="0">
                <a:solidFill>
                  <a:schemeClr val="bg1"/>
                </a:solidFill>
                <a:latin typeface="+mj-lt"/>
              </a:defRPr>
            </a:lvl1pPr>
            <a:lvl2pPr marL="0" indent="0" algn="l">
              <a:spcBef>
                <a:spcPts val="0"/>
              </a:spcBef>
              <a:buNone/>
              <a:defRPr sz="1200">
                <a:solidFill>
                  <a:schemeClr val="bg2"/>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a-DK"/>
              <a:t>Klik for at redigere undertiteltypografien i masteren</a:t>
            </a:r>
            <a:endParaRPr lang="en-GB"/>
          </a:p>
        </p:txBody>
      </p:sp>
    </p:spTree>
    <p:extLst>
      <p:ext uri="{BB962C8B-B14F-4D97-AF65-F5344CB8AC3E}">
        <p14:creationId xmlns:p14="http://schemas.microsoft.com/office/powerpoint/2010/main" val="3207375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slide">
    <p:bg>
      <p:bgPr>
        <a:solidFill>
          <a:schemeClr val="tx1"/>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BBF30689-BACF-220E-9869-EF4152B00165}"/>
              </a:ext>
            </a:extLst>
          </p:cNvPr>
          <p:cNvGraphicFramePr>
            <a:graphicFrameLocks noChangeAspect="1"/>
          </p:cNvGraphicFramePr>
          <p:nvPr userDrawn="1">
            <p:custDataLst>
              <p:tags r:id="rId1"/>
            </p:custDataLst>
            <p:extLst>
              <p:ext uri="{D42A27DB-BD31-4B8C-83A1-F6EECF244321}">
                <p14:modId xmlns:p14="http://schemas.microsoft.com/office/powerpoint/2010/main" val="1017471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6" name="Object 5" hidden="1">
                        <a:extLst>
                          <a:ext uri="{FF2B5EF4-FFF2-40B4-BE49-F238E27FC236}">
                            <a16:creationId xmlns:a16="http://schemas.microsoft.com/office/drawing/2014/main" id="{BBF30689-BACF-220E-9869-EF4152B0016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2" name="Graphic 11">
            <a:extLst>
              <a:ext uri="{FF2B5EF4-FFF2-40B4-BE49-F238E27FC236}">
                <a16:creationId xmlns:a16="http://schemas.microsoft.com/office/drawing/2014/main" id="{CD800E2F-D62F-D42E-BA48-796A49B968F5}"/>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r="34206"/>
          <a:stretch>
            <a:fillRect/>
          </a:stretch>
        </p:blipFill>
        <p:spPr>
          <a:xfrm>
            <a:off x="5112746" y="703948"/>
            <a:ext cx="7079254" cy="6154052"/>
          </a:xfrm>
          <a:custGeom>
            <a:avLst/>
            <a:gdLst>
              <a:gd name="connsiteX0" fmla="*/ 0 w 7079254"/>
              <a:gd name="connsiteY0" fmla="*/ 0 h 6154052"/>
              <a:gd name="connsiteX1" fmla="*/ 7079254 w 7079254"/>
              <a:gd name="connsiteY1" fmla="*/ 0 h 6154052"/>
              <a:gd name="connsiteX2" fmla="*/ 7079254 w 7079254"/>
              <a:gd name="connsiteY2" fmla="*/ 6154052 h 6154052"/>
              <a:gd name="connsiteX3" fmla="*/ 0 w 7079254"/>
              <a:gd name="connsiteY3" fmla="*/ 6154052 h 6154052"/>
            </a:gdLst>
            <a:ahLst/>
            <a:cxnLst>
              <a:cxn ang="0">
                <a:pos x="connsiteX0" y="connsiteY0"/>
              </a:cxn>
              <a:cxn ang="0">
                <a:pos x="connsiteX1" y="connsiteY1"/>
              </a:cxn>
              <a:cxn ang="0">
                <a:pos x="connsiteX2" y="connsiteY2"/>
              </a:cxn>
              <a:cxn ang="0">
                <a:pos x="connsiteX3" y="connsiteY3"/>
              </a:cxn>
            </a:cxnLst>
            <a:rect l="l" t="t" r="r" b="b"/>
            <a:pathLst>
              <a:path w="7079254" h="6154052">
                <a:moveTo>
                  <a:pt x="0" y="0"/>
                </a:moveTo>
                <a:lnTo>
                  <a:pt x="7079254" y="0"/>
                </a:lnTo>
                <a:lnTo>
                  <a:pt x="7079254" y="6154052"/>
                </a:lnTo>
                <a:lnTo>
                  <a:pt x="0" y="6154052"/>
                </a:lnTo>
                <a:close/>
              </a:path>
            </a:pathLst>
          </a:custGeom>
        </p:spPr>
      </p:pic>
      <p:sp>
        <p:nvSpPr>
          <p:cNvPr id="2" name="Title 1">
            <a:extLst>
              <a:ext uri="{FF2B5EF4-FFF2-40B4-BE49-F238E27FC236}">
                <a16:creationId xmlns:a16="http://schemas.microsoft.com/office/drawing/2014/main" id="{36E9A45B-10F9-487C-9A74-F7DCE0C77A42}"/>
              </a:ext>
            </a:extLst>
          </p:cNvPr>
          <p:cNvSpPr>
            <a:spLocks noGrp="1"/>
          </p:cNvSpPr>
          <p:nvPr>
            <p:ph type="ctrTitle"/>
          </p:nvPr>
        </p:nvSpPr>
        <p:spPr bwMode="gray">
          <a:xfrm>
            <a:off x="360363" y="2600998"/>
            <a:ext cx="6060315" cy="1473743"/>
          </a:xfrm>
          <a:prstGeom prst="rect">
            <a:avLst/>
          </a:prstGeom>
        </p:spPr>
        <p:txBody>
          <a:bodyPr vert="horz" wrap="square" lIns="0" tIns="0" rIns="0" bIns="0" anchor="b" anchorCtr="0">
            <a:noAutofit/>
          </a:bodyPr>
          <a:lstStyle>
            <a:lvl1pPr algn="l" rtl="0">
              <a:lnSpc>
                <a:spcPct val="90000"/>
              </a:lnSpc>
              <a:defRPr sz="3200" b="0" cap="none" spc="0" baseline="0">
                <a:solidFill>
                  <a:schemeClr val="bg1"/>
                </a:solidFill>
                <a:latin typeface="+mj-lt"/>
              </a:defRPr>
            </a:lvl1pPr>
          </a:lstStyle>
          <a:p>
            <a:r>
              <a:rPr lang="da-DK"/>
              <a:t>Klik for at redigere titeltypografien i masteren</a:t>
            </a:r>
            <a:endParaRPr lang="en-GB"/>
          </a:p>
        </p:txBody>
      </p:sp>
      <p:sp>
        <p:nvSpPr>
          <p:cNvPr id="3" name="Subtitle 2">
            <a:extLst>
              <a:ext uri="{FF2B5EF4-FFF2-40B4-BE49-F238E27FC236}">
                <a16:creationId xmlns:a16="http://schemas.microsoft.com/office/drawing/2014/main" id="{CBA3E240-43D7-4C56-BC1B-38BA9D4E9E21}"/>
              </a:ext>
            </a:extLst>
          </p:cNvPr>
          <p:cNvSpPr>
            <a:spLocks noGrp="1"/>
          </p:cNvSpPr>
          <p:nvPr>
            <p:ph type="subTitle" idx="1"/>
          </p:nvPr>
        </p:nvSpPr>
        <p:spPr bwMode="gray">
          <a:xfrm>
            <a:off x="360363" y="4195518"/>
            <a:ext cx="6060315" cy="380945"/>
          </a:xfrm>
          <a:prstGeom prst="rect">
            <a:avLst/>
          </a:prstGeom>
        </p:spPr>
        <p:txBody>
          <a:bodyPr wrap="square" lIns="0" tIns="0" rIns="0" bIns="0">
            <a:noAutofit/>
          </a:bodyPr>
          <a:lstStyle>
            <a:lvl1pPr marL="0" indent="0" algn="l" rtl="0">
              <a:lnSpc>
                <a:spcPct val="100000"/>
              </a:lnSpc>
              <a:spcBef>
                <a:spcPts val="600"/>
              </a:spcBef>
              <a:buFontTx/>
              <a:buNone/>
              <a:defRPr sz="1600" cap="none" spc="100" baseline="0">
                <a:solidFill>
                  <a:schemeClr val="bg1"/>
                </a:solidFill>
                <a:latin typeface="+mj-lt"/>
              </a:defRPr>
            </a:lvl1pPr>
            <a:lvl2pPr marL="0" indent="0" algn="l">
              <a:spcBef>
                <a:spcPts val="0"/>
              </a:spcBef>
              <a:buNone/>
              <a:defRPr sz="1200">
                <a:solidFill>
                  <a:schemeClr val="bg2"/>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a-DK"/>
              <a:t>Klik for at redigere undertiteltypografien i masteren</a:t>
            </a:r>
            <a:endParaRPr lang="en-GB"/>
          </a:p>
        </p:txBody>
      </p:sp>
      <p:sp>
        <p:nvSpPr>
          <p:cNvPr id="16" name="Text Placeholder 15">
            <a:extLst>
              <a:ext uri="{FF2B5EF4-FFF2-40B4-BE49-F238E27FC236}">
                <a16:creationId xmlns:a16="http://schemas.microsoft.com/office/drawing/2014/main" id="{D9B54094-113D-2847-B070-92BDCA336ACA}"/>
              </a:ext>
            </a:extLst>
          </p:cNvPr>
          <p:cNvSpPr>
            <a:spLocks noGrp="1"/>
          </p:cNvSpPr>
          <p:nvPr>
            <p:ph type="body" sz="quarter" idx="10"/>
          </p:nvPr>
        </p:nvSpPr>
        <p:spPr>
          <a:xfrm>
            <a:off x="360363" y="5438901"/>
            <a:ext cx="6060315" cy="699962"/>
          </a:xfrm>
          <a:prstGeom prst="rect">
            <a:avLst/>
          </a:prstGeom>
        </p:spPr>
        <p:txBody>
          <a:bodyPr wrap="square" lIns="0" tIns="0" rIns="0" bIns="0">
            <a:noAutofit/>
          </a:bodyPr>
          <a:lstStyle>
            <a:lvl1pPr marL="0" indent="0" rtl="0">
              <a:spcBef>
                <a:spcPts val="0"/>
              </a:spcBef>
              <a:buFontTx/>
              <a:buNone/>
              <a:defRPr sz="1200" cap="all" baseline="0">
                <a:solidFill>
                  <a:schemeClr val="bg1"/>
                </a:solidFill>
                <a:latin typeface="+mj-lt"/>
              </a:defRPr>
            </a:lvl1pPr>
            <a:lvl2pPr>
              <a:spcBef>
                <a:spcPts val="0"/>
              </a:spcBef>
              <a:buFontTx/>
              <a:buNone/>
              <a:defRPr>
                <a:solidFill>
                  <a:schemeClr val="bg2"/>
                </a:solidFill>
              </a:defRPr>
            </a:lvl2pPr>
            <a:lvl3pPr>
              <a:buFontTx/>
              <a:buNone/>
              <a:defRPr>
                <a:solidFill>
                  <a:schemeClr val="bg2"/>
                </a:solidFill>
              </a:defRPr>
            </a:lvl3pPr>
            <a:lvl4pPr marL="0" indent="0">
              <a:buFontTx/>
              <a:buNone/>
              <a:defRPr>
                <a:solidFill>
                  <a:schemeClr val="bg2"/>
                </a:solidFill>
              </a:defRPr>
            </a:lvl4pPr>
            <a:lvl5pPr>
              <a:buFontTx/>
              <a:buNone/>
              <a:defRPr>
                <a:solidFill>
                  <a:schemeClr val="bg2"/>
                </a:solidFill>
              </a:defRPr>
            </a:lvl5pPr>
          </a:lstStyle>
          <a:p>
            <a:pPr lvl="0"/>
            <a:r>
              <a:rPr lang="da-DK"/>
              <a:t>Klik for at redigere teksttypografierne i masteren</a:t>
            </a:r>
          </a:p>
        </p:txBody>
      </p:sp>
      <p:sp>
        <p:nvSpPr>
          <p:cNvPr id="17" name="Rectangle 16">
            <a:extLst>
              <a:ext uri="{FF2B5EF4-FFF2-40B4-BE49-F238E27FC236}">
                <a16:creationId xmlns:a16="http://schemas.microsoft.com/office/drawing/2014/main" id="{C981C32C-EDE5-2BE8-788F-E1F14F6DE4A9}"/>
              </a:ext>
            </a:extLst>
          </p:cNvPr>
          <p:cNvSpPr/>
          <p:nvPr userDrawn="1"/>
        </p:nvSpPr>
        <p:spPr bwMode="gray">
          <a:xfrm>
            <a:off x="360363" y="5265387"/>
            <a:ext cx="720000" cy="54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400"/>
          </a:p>
        </p:txBody>
      </p:sp>
      <p:pic>
        <p:nvPicPr>
          <p:cNvPr id="4" name="Graphic 3">
            <a:extLst>
              <a:ext uri="{FF2B5EF4-FFF2-40B4-BE49-F238E27FC236}">
                <a16:creationId xmlns:a16="http://schemas.microsoft.com/office/drawing/2014/main" id="{A486FE90-240C-0722-A3B2-7FC8C877A0A4}"/>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0363" y="537323"/>
            <a:ext cx="2967697" cy="1076555"/>
          </a:xfrm>
          <a:prstGeom prst="rect">
            <a:avLst/>
          </a:prstGeom>
        </p:spPr>
      </p:pic>
    </p:spTree>
    <p:extLst>
      <p:ext uri="{BB962C8B-B14F-4D97-AF65-F5344CB8AC3E}">
        <p14:creationId xmlns:p14="http://schemas.microsoft.com/office/powerpoint/2010/main" val="19342342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Divider">
    <p:bg>
      <p:bgPr>
        <a:solidFill>
          <a:schemeClr val="tx1"/>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BBF30689-BACF-220E-9869-EF4152B00165}"/>
              </a:ext>
            </a:extLst>
          </p:cNvPr>
          <p:cNvGraphicFramePr>
            <a:graphicFrameLocks noChangeAspect="1"/>
          </p:cNvGraphicFramePr>
          <p:nvPr userDrawn="1">
            <p:custDataLst>
              <p:tags r:id="rId1"/>
            </p:custDataLst>
            <p:extLst>
              <p:ext uri="{D42A27DB-BD31-4B8C-83A1-F6EECF244321}">
                <p14:modId xmlns:p14="http://schemas.microsoft.com/office/powerpoint/2010/main" val="35754221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6" name="Object 5" hidden="1">
                        <a:extLst>
                          <a:ext uri="{FF2B5EF4-FFF2-40B4-BE49-F238E27FC236}">
                            <a16:creationId xmlns:a16="http://schemas.microsoft.com/office/drawing/2014/main" id="{BBF30689-BACF-220E-9869-EF4152B0016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4" name="Graphic 3">
            <a:extLst>
              <a:ext uri="{FF2B5EF4-FFF2-40B4-BE49-F238E27FC236}">
                <a16:creationId xmlns:a16="http://schemas.microsoft.com/office/drawing/2014/main" id="{4A064E1E-3789-252D-1117-D6AB26C776B3}"/>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r="34206"/>
          <a:stretch>
            <a:fillRect/>
          </a:stretch>
        </p:blipFill>
        <p:spPr>
          <a:xfrm>
            <a:off x="5112746" y="703948"/>
            <a:ext cx="7079254" cy="6154052"/>
          </a:xfrm>
          <a:custGeom>
            <a:avLst/>
            <a:gdLst>
              <a:gd name="connsiteX0" fmla="*/ 0 w 7079254"/>
              <a:gd name="connsiteY0" fmla="*/ 0 h 6154052"/>
              <a:gd name="connsiteX1" fmla="*/ 7079254 w 7079254"/>
              <a:gd name="connsiteY1" fmla="*/ 0 h 6154052"/>
              <a:gd name="connsiteX2" fmla="*/ 7079254 w 7079254"/>
              <a:gd name="connsiteY2" fmla="*/ 6154052 h 6154052"/>
              <a:gd name="connsiteX3" fmla="*/ 0 w 7079254"/>
              <a:gd name="connsiteY3" fmla="*/ 6154052 h 6154052"/>
            </a:gdLst>
            <a:ahLst/>
            <a:cxnLst>
              <a:cxn ang="0">
                <a:pos x="connsiteX0" y="connsiteY0"/>
              </a:cxn>
              <a:cxn ang="0">
                <a:pos x="connsiteX1" y="connsiteY1"/>
              </a:cxn>
              <a:cxn ang="0">
                <a:pos x="connsiteX2" y="connsiteY2"/>
              </a:cxn>
              <a:cxn ang="0">
                <a:pos x="connsiteX3" y="connsiteY3"/>
              </a:cxn>
            </a:cxnLst>
            <a:rect l="l" t="t" r="r" b="b"/>
            <a:pathLst>
              <a:path w="7079254" h="6154052">
                <a:moveTo>
                  <a:pt x="0" y="0"/>
                </a:moveTo>
                <a:lnTo>
                  <a:pt x="7079254" y="0"/>
                </a:lnTo>
                <a:lnTo>
                  <a:pt x="7079254" y="6154052"/>
                </a:lnTo>
                <a:lnTo>
                  <a:pt x="0" y="6154052"/>
                </a:lnTo>
                <a:close/>
              </a:path>
            </a:pathLst>
          </a:custGeom>
        </p:spPr>
      </p:pic>
      <p:sp>
        <p:nvSpPr>
          <p:cNvPr id="2" name="Title 1">
            <a:extLst>
              <a:ext uri="{FF2B5EF4-FFF2-40B4-BE49-F238E27FC236}">
                <a16:creationId xmlns:a16="http://schemas.microsoft.com/office/drawing/2014/main" id="{36E9A45B-10F9-487C-9A74-F7DCE0C77A42}"/>
              </a:ext>
            </a:extLst>
          </p:cNvPr>
          <p:cNvSpPr>
            <a:spLocks noGrp="1"/>
          </p:cNvSpPr>
          <p:nvPr>
            <p:ph type="ctrTitle" hasCustomPrompt="1"/>
          </p:nvPr>
        </p:nvSpPr>
        <p:spPr bwMode="gray">
          <a:xfrm>
            <a:off x="360364" y="1921733"/>
            <a:ext cx="11471274" cy="1473743"/>
          </a:xfrm>
          <a:prstGeom prst="rect">
            <a:avLst/>
          </a:prstGeom>
        </p:spPr>
        <p:txBody>
          <a:bodyPr vert="horz" wrap="square" lIns="0" tIns="0" rIns="0" bIns="0" anchor="b" anchorCtr="0">
            <a:noAutofit/>
          </a:bodyPr>
          <a:lstStyle>
            <a:lvl1pPr algn="l" rtl="0">
              <a:lnSpc>
                <a:spcPct val="90000"/>
              </a:lnSpc>
              <a:defRPr sz="3200" b="0" cap="none" spc="0" baseline="0">
                <a:solidFill>
                  <a:schemeClr val="bg1"/>
                </a:solidFill>
                <a:latin typeface="+mj-lt"/>
              </a:defRPr>
            </a:lvl1pPr>
          </a:lstStyle>
          <a:p>
            <a:r>
              <a:rPr lang="en-GB"/>
              <a:t>Section title</a:t>
            </a:r>
          </a:p>
        </p:txBody>
      </p:sp>
      <p:sp>
        <p:nvSpPr>
          <p:cNvPr id="3" name="Subtitle 2">
            <a:extLst>
              <a:ext uri="{FF2B5EF4-FFF2-40B4-BE49-F238E27FC236}">
                <a16:creationId xmlns:a16="http://schemas.microsoft.com/office/drawing/2014/main" id="{CBA3E240-43D7-4C56-BC1B-38BA9D4E9E21}"/>
              </a:ext>
            </a:extLst>
          </p:cNvPr>
          <p:cNvSpPr>
            <a:spLocks noGrp="1"/>
          </p:cNvSpPr>
          <p:nvPr>
            <p:ph type="subTitle" idx="1" hasCustomPrompt="1"/>
          </p:nvPr>
        </p:nvSpPr>
        <p:spPr bwMode="gray">
          <a:xfrm>
            <a:off x="360364" y="3516253"/>
            <a:ext cx="11471274" cy="380945"/>
          </a:xfrm>
          <a:prstGeom prst="rect">
            <a:avLst/>
          </a:prstGeom>
        </p:spPr>
        <p:txBody>
          <a:bodyPr vert="horz" wrap="square" lIns="0" tIns="0" rIns="0" bIns="0" rtlCol="0">
            <a:noAutofit/>
          </a:bodyPr>
          <a:lstStyle>
            <a:lvl1pPr marL="0" indent="0" rtl="0">
              <a:buNone/>
              <a:defRPr lang="en-US" sz="1600" cap="none" spc="100" baseline="0" dirty="0">
                <a:solidFill>
                  <a:schemeClr val="bg1"/>
                </a:solidFill>
                <a:latin typeface="+mj-lt"/>
              </a:defRPr>
            </a:lvl1pPr>
          </a:lstStyle>
          <a:p>
            <a:pPr marL="216000" lvl="0" indent="-216000"/>
            <a:r>
              <a:rPr lang="en-GB"/>
              <a:t>Section subtitle</a:t>
            </a:r>
          </a:p>
        </p:txBody>
      </p:sp>
    </p:spTree>
    <p:extLst>
      <p:ext uri="{BB962C8B-B14F-4D97-AF65-F5344CB8AC3E}">
        <p14:creationId xmlns:p14="http://schemas.microsoft.com/office/powerpoint/2010/main" val="26447034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Kun titel">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B56EABE-D55B-4373-F6CF-224BF43E855B}"/>
              </a:ext>
            </a:extLst>
          </p:cNvPr>
          <p:cNvGraphicFramePr>
            <a:graphicFrameLocks noChangeAspect="1"/>
          </p:cNvGraphicFramePr>
          <p:nvPr userDrawn="1">
            <p:custDataLst>
              <p:tags r:id="rId1"/>
            </p:custDataLst>
            <p:extLst>
              <p:ext uri="{D42A27DB-BD31-4B8C-83A1-F6EECF244321}">
                <p14:modId xmlns:p14="http://schemas.microsoft.com/office/powerpoint/2010/main" val="30746966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9" name="Object 8" hidden="1">
                        <a:extLst>
                          <a:ext uri="{FF2B5EF4-FFF2-40B4-BE49-F238E27FC236}">
                            <a16:creationId xmlns:a16="http://schemas.microsoft.com/office/drawing/2014/main" id="{1B56EABE-D55B-4373-F6CF-224BF43E855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CE8AADD-913B-949E-D663-554B1349714E}"/>
              </a:ext>
            </a:extLst>
          </p:cNvPr>
          <p:cNvSpPr>
            <a:spLocks noGrp="1"/>
          </p:cNvSpPr>
          <p:nvPr>
            <p:ph type="title" hasCustomPrompt="1"/>
          </p:nvPr>
        </p:nvSpPr>
        <p:spPr>
          <a:xfrm>
            <a:off x="360363" y="536576"/>
            <a:ext cx="11471275" cy="661988"/>
          </a:xfrm>
          <a:prstGeom prst="rect">
            <a:avLst/>
          </a:prstGeom>
        </p:spPr>
        <p:txBody>
          <a:bodyPr vert="horz"/>
          <a:lstStyle>
            <a:lvl1pPr rtl="0">
              <a:defRPr>
                <a:solidFill>
                  <a:schemeClr val="tx1"/>
                </a:solidFill>
              </a:defRPr>
            </a:lvl1pPr>
          </a:lstStyle>
          <a:p>
            <a:pPr lvl="0"/>
            <a:r>
              <a:rPr lang="en-GB"/>
              <a:t>Click to edit action title</a:t>
            </a:r>
          </a:p>
        </p:txBody>
      </p:sp>
      <p:sp>
        <p:nvSpPr>
          <p:cNvPr id="7" name="Text Placeholder 6">
            <a:extLst>
              <a:ext uri="{FF2B5EF4-FFF2-40B4-BE49-F238E27FC236}">
                <a16:creationId xmlns:a16="http://schemas.microsoft.com/office/drawing/2014/main" id="{9AB3F6AF-ED74-5EBB-9159-83208AE07A23}"/>
              </a:ext>
            </a:extLst>
          </p:cNvPr>
          <p:cNvSpPr>
            <a:spLocks noGrp="1"/>
          </p:cNvSpPr>
          <p:nvPr>
            <p:ph type="body" sz="quarter" idx="12" hasCustomPrompt="1"/>
          </p:nvPr>
        </p:nvSpPr>
        <p:spPr>
          <a:xfrm>
            <a:off x="360363" y="207165"/>
            <a:ext cx="11471275" cy="178593"/>
          </a:xfrm>
          <a:prstGeom prst="rect">
            <a:avLst/>
          </a:prstGeom>
        </p:spPr>
        <p:txBody>
          <a:bodyPr anchor="b"/>
          <a:lstStyle>
            <a:lvl1pPr marL="0" indent="0" rtl="0">
              <a:buNone/>
              <a:defRPr sz="1200" cap="all" baseline="0">
                <a:solidFill>
                  <a:schemeClr val="tx2">
                    <a:lumMod val="60000"/>
                    <a:lumOff val="40000"/>
                  </a:schemeClr>
                </a:solidFill>
                <a:latin typeface="+mj-lt"/>
              </a:defRPr>
            </a:lvl1pPr>
          </a:lstStyle>
          <a:p>
            <a:pPr lvl="0"/>
            <a:r>
              <a:rPr lang="en-GB"/>
              <a:t>Click to edit chapter text</a:t>
            </a:r>
          </a:p>
        </p:txBody>
      </p:sp>
      <p:sp>
        <p:nvSpPr>
          <p:cNvPr id="8" name="Footer Placeholder 2">
            <a:extLst>
              <a:ext uri="{FF2B5EF4-FFF2-40B4-BE49-F238E27FC236}">
                <a16:creationId xmlns:a16="http://schemas.microsoft.com/office/drawing/2014/main" id="{479BF71E-D350-F7CD-EB30-FEBBECE0A545}"/>
              </a:ext>
            </a:extLst>
          </p:cNvPr>
          <p:cNvSpPr>
            <a:spLocks noGrp="1"/>
          </p:cNvSpPr>
          <p:nvPr>
            <p:ph type="ftr" sz="quarter" idx="3"/>
          </p:nvPr>
        </p:nvSpPr>
        <p:spPr>
          <a:xfrm>
            <a:off x="675936" y="6321425"/>
            <a:ext cx="10087857" cy="367612"/>
          </a:xfrm>
          <a:prstGeom prst="rect">
            <a:avLst/>
          </a:prstGeom>
        </p:spPr>
        <p:txBody>
          <a:bodyPr anchor="ctr"/>
          <a:lstStyle>
            <a:lvl1pPr rtl="0">
              <a:defRPr sz="1000">
                <a:solidFill>
                  <a:schemeClr val="tx1"/>
                </a:solidFill>
              </a:defRPr>
            </a:lvl1pPr>
          </a:lstStyle>
          <a:p>
            <a:endParaRPr lang="en-GB"/>
          </a:p>
        </p:txBody>
      </p:sp>
    </p:spTree>
    <p:extLst>
      <p:ext uri="{BB962C8B-B14F-4D97-AF65-F5344CB8AC3E}">
        <p14:creationId xmlns:p14="http://schemas.microsoft.com/office/powerpoint/2010/main" val="18959664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dholdsobjekt">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B56EABE-D55B-4373-F6CF-224BF43E855B}"/>
              </a:ext>
            </a:extLst>
          </p:cNvPr>
          <p:cNvGraphicFramePr>
            <a:graphicFrameLocks noChangeAspect="1"/>
          </p:cNvGraphicFramePr>
          <p:nvPr userDrawn="1">
            <p:custDataLst>
              <p:tags r:id="rId1"/>
            </p:custDataLst>
            <p:extLst>
              <p:ext uri="{D42A27DB-BD31-4B8C-83A1-F6EECF244321}">
                <p14:modId xmlns:p14="http://schemas.microsoft.com/office/powerpoint/2010/main" val="10522854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9" name="Object 8" hidden="1">
                        <a:extLst>
                          <a:ext uri="{FF2B5EF4-FFF2-40B4-BE49-F238E27FC236}">
                            <a16:creationId xmlns:a16="http://schemas.microsoft.com/office/drawing/2014/main" id="{1B56EABE-D55B-4373-F6CF-224BF43E855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CE8AADD-913B-949E-D663-554B1349714E}"/>
              </a:ext>
            </a:extLst>
          </p:cNvPr>
          <p:cNvSpPr>
            <a:spLocks noGrp="1"/>
          </p:cNvSpPr>
          <p:nvPr>
            <p:ph type="title" hasCustomPrompt="1"/>
          </p:nvPr>
        </p:nvSpPr>
        <p:spPr>
          <a:xfrm>
            <a:off x="360363" y="536576"/>
            <a:ext cx="11471275" cy="661988"/>
          </a:xfrm>
          <a:prstGeom prst="rect">
            <a:avLst/>
          </a:prstGeom>
        </p:spPr>
        <p:txBody>
          <a:bodyPr vert="horz"/>
          <a:lstStyle>
            <a:lvl1pPr rtl="0">
              <a:defRPr/>
            </a:lvl1pPr>
          </a:lstStyle>
          <a:p>
            <a:r>
              <a:rPr lang="en-GB"/>
              <a:t>Click to edit action title</a:t>
            </a:r>
          </a:p>
        </p:txBody>
      </p:sp>
      <p:sp>
        <p:nvSpPr>
          <p:cNvPr id="7" name="Text Placeholder 6">
            <a:extLst>
              <a:ext uri="{FF2B5EF4-FFF2-40B4-BE49-F238E27FC236}">
                <a16:creationId xmlns:a16="http://schemas.microsoft.com/office/drawing/2014/main" id="{9AB3F6AF-ED74-5EBB-9159-83208AE07A23}"/>
              </a:ext>
            </a:extLst>
          </p:cNvPr>
          <p:cNvSpPr>
            <a:spLocks noGrp="1"/>
          </p:cNvSpPr>
          <p:nvPr>
            <p:ph type="body" sz="quarter" idx="12" hasCustomPrompt="1"/>
          </p:nvPr>
        </p:nvSpPr>
        <p:spPr>
          <a:xfrm>
            <a:off x="360363" y="207165"/>
            <a:ext cx="11471275" cy="178593"/>
          </a:xfrm>
          <a:prstGeom prst="rect">
            <a:avLst/>
          </a:prstGeom>
        </p:spPr>
        <p:txBody>
          <a:bodyPr anchor="b"/>
          <a:lstStyle>
            <a:lvl1pPr marL="0" indent="0" rtl="0">
              <a:buNone/>
              <a:defRPr sz="1200" cap="all" baseline="0">
                <a:solidFill>
                  <a:schemeClr val="tx2">
                    <a:lumMod val="60000"/>
                    <a:lumOff val="40000"/>
                  </a:schemeClr>
                </a:solidFill>
                <a:latin typeface="+mj-lt"/>
              </a:defRPr>
            </a:lvl1pPr>
          </a:lstStyle>
          <a:p>
            <a:pPr lvl="0"/>
            <a:r>
              <a:rPr lang="en-GB"/>
              <a:t>Click to edit chapter text</a:t>
            </a:r>
          </a:p>
        </p:txBody>
      </p:sp>
      <p:sp>
        <p:nvSpPr>
          <p:cNvPr id="12" name="Text Placeholder 11">
            <a:extLst>
              <a:ext uri="{FF2B5EF4-FFF2-40B4-BE49-F238E27FC236}">
                <a16:creationId xmlns:a16="http://schemas.microsoft.com/office/drawing/2014/main" id="{8282BAF1-276B-A194-EB89-47200DC6CF6B}"/>
              </a:ext>
            </a:extLst>
          </p:cNvPr>
          <p:cNvSpPr>
            <a:spLocks noGrp="1"/>
          </p:cNvSpPr>
          <p:nvPr>
            <p:ph type="body" sz="quarter" idx="13"/>
          </p:nvPr>
        </p:nvSpPr>
        <p:spPr>
          <a:xfrm>
            <a:off x="360363" y="1557338"/>
            <a:ext cx="11471275" cy="4581525"/>
          </a:xfrm>
          <a:prstGeom prst="rect">
            <a:avLst/>
          </a:prstGeom>
        </p:spPr>
        <p:txBody>
          <a:bodyPr lIns="0" tIns="0" rIns="0" bIns="0"/>
          <a:lstStyle>
            <a:lvl1pPr rtl="0">
              <a:defRPr/>
            </a:lvl1pPr>
            <a:lvl2pPr rtl="0">
              <a:defRPr/>
            </a:lvl2pPr>
            <a:lvl3pPr rtl="0">
              <a:defRPr/>
            </a:lvl3pPr>
            <a:lvl4pPr rtl="0">
              <a:defRPr/>
            </a:lvl4pPr>
            <a:lvl5pPr rtl="0">
              <a:defRPr/>
            </a:lvl5p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GB"/>
          </a:p>
        </p:txBody>
      </p:sp>
      <p:sp>
        <p:nvSpPr>
          <p:cNvPr id="6" name="Footer Placeholder 2">
            <a:extLst>
              <a:ext uri="{FF2B5EF4-FFF2-40B4-BE49-F238E27FC236}">
                <a16:creationId xmlns:a16="http://schemas.microsoft.com/office/drawing/2014/main" id="{6C423670-CCD5-5DCA-1D29-0D7EC8484860}"/>
              </a:ext>
            </a:extLst>
          </p:cNvPr>
          <p:cNvSpPr>
            <a:spLocks noGrp="1"/>
          </p:cNvSpPr>
          <p:nvPr>
            <p:ph type="ftr" sz="quarter" idx="3"/>
          </p:nvPr>
        </p:nvSpPr>
        <p:spPr>
          <a:xfrm>
            <a:off x="675936" y="6321425"/>
            <a:ext cx="10087857" cy="367612"/>
          </a:xfrm>
          <a:prstGeom prst="rect">
            <a:avLst/>
          </a:prstGeom>
        </p:spPr>
        <p:txBody>
          <a:bodyPr anchor="ctr"/>
          <a:lstStyle>
            <a:lvl1pPr rtl="0">
              <a:defRPr sz="1000">
                <a:solidFill>
                  <a:schemeClr val="accent2">
                    <a:lumMod val="75000"/>
                  </a:schemeClr>
                </a:solidFill>
              </a:defRPr>
            </a:lvl1pPr>
          </a:lstStyle>
          <a:p>
            <a:endParaRPr lang="en-GB"/>
          </a:p>
        </p:txBody>
      </p:sp>
    </p:spTree>
    <p:extLst>
      <p:ext uri="{BB962C8B-B14F-4D97-AF65-F5344CB8AC3E}">
        <p14:creationId xmlns:p14="http://schemas.microsoft.com/office/powerpoint/2010/main" val="26978007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 Columns">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B56EABE-D55B-4373-F6CF-224BF43E855B}"/>
              </a:ext>
            </a:extLst>
          </p:cNvPr>
          <p:cNvGraphicFramePr>
            <a:graphicFrameLocks noChangeAspect="1"/>
          </p:cNvGraphicFramePr>
          <p:nvPr userDrawn="1">
            <p:custDataLst>
              <p:tags r:id="rId1"/>
            </p:custDataLst>
            <p:extLst>
              <p:ext uri="{D42A27DB-BD31-4B8C-83A1-F6EECF244321}">
                <p14:modId xmlns:p14="http://schemas.microsoft.com/office/powerpoint/2010/main" val="26926638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9" name="Object 8" hidden="1">
                        <a:extLst>
                          <a:ext uri="{FF2B5EF4-FFF2-40B4-BE49-F238E27FC236}">
                            <a16:creationId xmlns:a16="http://schemas.microsoft.com/office/drawing/2014/main" id="{1B56EABE-D55B-4373-F6CF-224BF43E855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CE8AADD-913B-949E-D663-554B1349714E}"/>
              </a:ext>
            </a:extLst>
          </p:cNvPr>
          <p:cNvSpPr>
            <a:spLocks noGrp="1"/>
          </p:cNvSpPr>
          <p:nvPr>
            <p:ph type="title" hasCustomPrompt="1"/>
          </p:nvPr>
        </p:nvSpPr>
        <p:spPr>
          <a:xfrm>
            <a:off x="360363" y="536576"/>
            <a:ext cx="11471275" cy="661988"/>
          </a:xfrm>
          <a:prstGeom prst="rect">
            <a:avLst/>
          </a:prstGeom>
        </p:spPr>
        <p:txBody>
          <a:bodyPr vert="horz"/>
          <a:lstStyle>
            <a:lvl1pPr rtl="0">
              <a:defRPr/>
            </a:lvl1pPr>
          </a:lstStyle>
          <a:p>
            <a:r>
              <a:rPr lang="en-GB"/>
              <a:t>Click to edit action title</a:t>
            </a:r>
          </a:p>
        </p:txBody>
      </p:sp>
      <p:sp>
        <p:nvSpPr>
          <p:cNvPr id="7" name="Text Placeholder 6">
            <a:extLst>
              <a:ext uri="{FF2B5EF4-FFF2-40B4-BE49-F238E27FC236}">
                <a16:creationId xmlns:a16="http://schemas.microsoft.com/office/drawing/2014/main" id="{9AB3F6AF-ED74-5EBB-9159-83208AE07A23}"/>
              </a:ext>
            </a:extLst>
          </p:cNvPr>
          <p:cNvSpPr>
            <a:spLocks noGrp="1"/>
          </p:cNvSpPr>
          <p:nvPr>
            <p:ph type="body" sz="quarter" idx="12" hasCustomPrompt="1"/>
          </p:nvPr>
        </p:nvSpPr>
        <p:spPr>
          <a:xfrm>
            <a:off x="360363" y="207165"/>
            <a:ext cx="11471275" cy="178593"/>
          </a:xfrm>
          <a:prstGeom prst="rect">
            <a:avLst/>
          </a:prstGeom>
        </p:spPr>
        <p:txBody>
          <a:bodyPr anchor="b"/>
          <a:lstStyle>
            <a:lvl1pPr marL="0" indent="0" rtl="0">
              <a:buNone/>
              <a:defRPr sz="1200" cap="all" baseline="0">
                <a:solidFill>
                  <a:schemeClr val="tx2">
                    <a:lumMod val="60000"/>
                    <a:lumOff val="40000"/>
                  </a:schemeClr>
                </a:solidFill>
                <a:latin typeface="+mj-lt"/>
              </a:defRPr>
            </a:lvl1pPr>
          </a:lstStyle>
          <a:p>
            <a:pPr lvl="0"/>
            <a:r>
              <a:rPr lang="en-GB"/>
              <a:t>Click to edit chapter text</a:t>
            </a:r>
          </a:p>
        </p:txBody>
      </p:sp>
      <p:sp>
        <p:nvSpPr>
          <p:cNvPr id="12" name="Text Placeholder 11">
            <a:extLst>
              <a:ext uri="{FF2B5EF4-FFF2-40B4-BE49-F238E27FC236}">
                <a16:creationId xmlns:a16="http://schemas.microsoft.com/office/drawing/2014/main" id="{8282BAF1-276B-A194-EB89-47200DC6CF6B}"/>
              </a:ext>
            </a:extLst>
          </p:cNvPr>
          <p:cNvSpPr>
            <a:spLocks noGrp="1"/>
          </p:cNvSpPr>
          <p:nvPr>
            <p:ph type="body" sz="quarter" idx="13"/>
          </p:nvPr>
        </p:nvSpPr>
        <p:spPr>
          <a:xfrm>
            <a:off x="360364" y="1557338"/>
            <a:ext cx="5555636" cy="4581525"/>
          </a:xfrm>
          <a:prstGeom prst="rect">
            <a:avLst/>
          </a:prstGeom>
        </p:spPr>
        <p:txBody>
          <a:bodyPr/>
          <a:lstStyle>
            <a:lvl1pPr rtl="0">
              <a:defRPr/>
            </a:lvl1pPr>
            <a:lvl2pPr rtl="0">
              <a:defRPr/>
            </a:lvl2pPr>
            <a:lvl3pPr rtl="0">
              <a:defRPr/>
            </a:lvl3pPr>
            <a:lvl4pPr rtl="0">
              <a:defRPr/>
            </a:lvl4pPr>
            <a:lvl5pPr rtl="0">
              <a:defRPr/>
            </a:lvl5p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GB"/>
          </a:p>
        </p:txBody>
      </p:sp>
      <p:sp>
        <p:nvSpPr>
          <p:cNvPr id="6" name="Text Placeholder 11">
            <a:extLst>
              <a:ext uri="{FF2B5EF4-FFF2-40B4-BE49-F238E27FC236}">
                <a16:creationId xmlns:a16="http://schemas.microsoft.com/office/drawing/2014/main" id="{AA0D52EB-632D-88E7-6317-C688F978D8CD}"/>
              </a:ext>
            </a:extLst>
          </p:cNvPr>
          <p:cNvSpPr>
            <a:spLocks noGrp="1"/>
          </p:cNvSpPr>
          <p:nvPr>
            <p:ph type="body" sz="quarter" idx="14"/>
          </p:nvPr>
        </p:nvSpPr>
        <p:spPr>
          <a:xfrm>
            <a:off x="6276002" y="1557338"/>
            <a:ext cx="5555636" cy="4581525"/>
          </a:xfrm>
          <a:prstGeom prst="rect">
            <a:avLst/>
          </a:prstGeom>
        </p:spPr>
        <p:txBody>
          <a:bodyPr/>
          <a:lstStyle>
            <a:lvl1pPr rtl="0">
              <a:defRPr/>
            </a:lvl1pPr>
            <a:lvl2pPr rtl="0">
              <a:defRPr/>
            </a:lvl2pPr>
            <a:lvl3pPr rtl="0">
              <a:defRPr/>
            </a:lvl3pPr>
            <a:lvl4pPr rtl="0">
              <a:defRPr/>
            </a:lvl4pPr>
            <a:lvl5pPr rtl="0">
              <a:defRPr/>
            </a:lvl5p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GB"/>
          </a:p>
        </p:txBody>
      </p:sp>
      <p:cxnSp>
        <p:nvCxnSpPr>
          <p:cNvPr id="11" name="Straight Connector 10">
            <a:extLst>
              <a:ext uri="{FF2B5EF4-FFF2-40B4-BE49-F238E27FC236}">
                <a16:creationId xmlns:a16="http://schemas.microsoft.com/office/drawing/2014/main" id="{53EB1BCA-6BD5-247C-67BB-74FF5B9E096A}"/>
              </a:ext>
            </a:extLst>
          </p:cNvPr>
          <p:cNvCxnSpPr>
            <a:cxnSpLocks/>
          </p:cNvCxnSpPr>
          <p:nvPr userDrawn="1"/>
        </p:nvCxnSpPr>
        <p:spPr bwMode="gray">
          <a:xfrm>
            <a:off x="6096000" y="1557338"/>
            <a:ext cx="0" cy="4581525"/>
          </a:xfrm>
          <a:prstGeom prst="line">
            <a:avLst/>
          </a:prstGeom>
          <a:ln w="9525">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2">
            <a:extLst>
              <a:ext uri="{FF2B5EF4-FFF2-40B4-BE49-F238E27FC236}">
                <a16:creationId xmlns:a16="http://schemas.microsoft.com/office/drawing/2014/main" id="{FD394BFE-4996-FB35-0C7B-6936CA83F796}"/>
              </a:ext>
            </a:extLst>
          </p:cNvPr>
          <p:cNvSpPr>
            <a:spLocks noGrp="1"/>
          </p:cNvSpPr>
          <p:nvPr>
            <p:ph type="ftr" sz="quarter" idx="3"/>
          </p:nvPr>
        </p:nvSpPr>
        <p:spPr>
          <a:xfrm>
            <a:off x="675936" y="6321425"/>
            <a:ext cx="10087857" cy="367612"/>
          </a:xfrm>
          <a:prstGeom prst="rect">
            <a:avLst/>
          </a:prstGeom>
        </p:spPr>
        <p:txBody>
          <a:bodyPr anchor="ctr"/>
          <a:lstStyle>
            <a:lvl1pPr rtl="0">
              <a:defRPr sz="1000">
                <a:solidFill>
                  <a:schemeClr val="tx1"/>
                </a:solidFill>
              </a:defRPr>
            </a:lvl1pPr>
          </a:lstStyle>
          <a:p>
            <a:endParaRPr lang="en-GB"/>
          </a:p>
        </p:txBody>
      </p:sp>
    </p:spTree>
    <p:extLst>
      <p:ext uri="{BB962C8B-B14F-4D97-AF65-F5344CB8AC3E}">
        <p14:creationId xmlns:p14="http://schemas.microsoft.com/office/powerpoint/2010/main" val="20355049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 Columns">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B56EABE-D55B-4373-F6CF-224BF43E855B}"/>
              </a:ext>
            </a:extLst>
          </p:cNvPr>
          <p:cNvGraphicFramePr>
            <a:graphicFrameLocks noChangeAspect="1"/>
          </p:cNvGraphicFramePr>
          <p:nvPr userDrawn="1">
            <p:custDataLst>
              <p:tags r:id="rId1"/>
            </p:custDataLst>
            <p:extLst>
              <p:ext uri="{D42A27DB-BD31-4B8C-83A1-F6EECF244321}">
                <p14:modId xmlns:p14="http://schemas.microsoft.com/office/powerpoint/2010/main" val="17572686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9" name="Object 8" hidden="1">
                        <a:extLst>
                          <a:ext uri="{FF2B5EF4-FFF2-40B4-BE49-F238E27FC236}">
                            <a16:creationId xmlns:a16="http://schemas.microsoft.com/office/drawing/2014/main" id="{1B56EABE-D55B-4373-F6CF-224BF43E855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CE8AADD-913B-949E-D663-554B1349714E}"/>
              </a:ext>
            </a:extLst>
          </p:cNvPr>
          <p:cNvSpPr>
            <a:spLocks noGrp="1"/>
          </p:cNvSpPr>
          <p:nvPr>
            <p:ph type="title" hasCustomPrompt="1"/>
          </p:nvPr>
        </p:nvSpPr>
        <p:spPr>
          <a:xfrm>
            <a:off x="360363" y="536576"/>
            <a:ext cx="11471275" cy="661988"/>
          </a:xfrm>
          <a:prstGeom prst="rect">
            <a:avLst/>
          </a:prstGeom>
        </p:spPr>
        <p:txBody>
          <a:bodyPr vert="horz"/>
          <a:lstStyle>
            <a:lvl1pPr rtl="0">
              <a:defRPr/>
            </a:lvl1pPr>
          </a:lstStyle>
          <a:p>
            <a:r>
              <a:rPr lang="en-GB"/>
              <a:t>Click to edit action title</a:t>
            </a:r>
          </a:p>
        </p:txBody>
      </p:sp>
      <p:sp>
        <p:nvSpPr>
          <p:cNvPr id="7" name="Text Placeholder 6">
            <a:extLst>
              <a:ext uri="{FF2B5EF4-FFF2-40B4-BE49-F238E27FC236}">
                <a16:creationId xmlns:a16="http://schemas.microsoft.com/office/drawing/2014/main" id="{9AB3F6AF-ED74-5EBB-9159-83208AE07A23}"/>
              </a:ext>
            </a:extLst>
          </p:cNvPr>
          <p:cNvSpPr>
            <a:spLocks noGrp="1"/>
          </p:cNvSpPr>
          <p:nvPr>
            <p:ph type="body" sz="quarter" idx="12" hasCustomPrompt="1"/>
          </p:nvPr>
        </p:nvSpPr>
        <p:spPr>
          <a:xfrm>
            <a:off x="360363" y="207165"/>
            <a:ext cx="11471275" cy="178593"/>
          </a:xfrm>
          <a:prstGeom prst="rect">
            <a:avLst/>
          </a:prstGeom>
        </p:spPr>
        <p:txBody>
          <a:bodyPr anchor="b"/>
          <a:lstStyle>
            <a:lvl1pPr marL="0" indent="0" rtl="0">
              <a:buNone/>
              <a:defRPr sz="1200" cap="all" baseline="0">
                <a:solidFill>
                  <a:schemeClr val="tx2">
                    <a:lumMod val="60000"/>
                    <a:lumOff val="40000"/>
                  </a:schemeClr>
                </a:solidFill>
                <a:latin typeface="+mj-lt"/>
              </a:defRPr>
            </a:lvl1pPr>
          </a:lstStyle>
          <a:p>
            <a:pPr lvl="0"/>
            <a:r>
              <a:rPr lang="en-GB"/>
              <a:t>Click to edit chapter text</a:t>
            </a:r>
          </a:p>
        </p:txBody>
      </p:sp>
      <p:sp>
        <p:nvSpPr>
          <p:cNvPr id="12" name="Text Placeholder 11">
            <a:extLst>
              <a:ext uri="{FF2B5EF4-FFF2-40B4-BE49-F238E27FC236}">
                <a16:creationId xmlns:a16="http://schemas.microsoft.com/office/drawing/2014/main" id="{8282BAF1-276B-A194-EB89-47200DC6CF6B}"/>
              </a:ext>
            </a:extLst>
          </p:cNvPr>
          <p:cNvSpPr>
            <a:spLocks noGrp="1"/>
          </p:cNvSpPr>
          <p:nvPr>
            <p:ph type="body" sz="quarter" idx="13"/>
          </p:nvPr>
        </p:nvSpPr>
        <p:spPr>
          <a:xfrm>
            <a:off x="360364" y="1557338"/>
            <a:ext cx="3585600" cy="4581525"/>
          </a:xfrm>
          <a:prstGeom prst="rect">
            <a:avLst/>
          </a:prstGeom>
        </p:spPr>
        <p:txBody>
          <a:bodyPr/>
          <a:lstStyle>
            <a:lvl1pPr rtl="0">
              <a:defRPr/>
            </a:lvl1pPr>
            <a:lvl2pPr rtl="0">
              <a:defRPr/>
            </a:lvl2pPr>
            <a:lvl3pPr rtl="0">
              <a:defRPr/>
            </a:lvl3pPr>
            <a:lvl4pPr rtl="0">
              <a:defRPr/>
            </a:lvl4pPr>
            <a:lvl5pPr rtl="0">
              <a:defRPr/>
            </a:lvl5p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GB"/>
          </a:p>
        </p:txBody>
      </p:sp>
      <p:sp>
        <p:nvSpPr>
          <p:cNvPr id="6" name="Text Placeholder 11">
            <a:extLst>
              <a:ext uri="{FF2B5EF4-FFF2-40B4-BE49-F238E27FC236}">
                <a16:creationId xmlns:a16="http://schemas.microsoft.com/office/drawing/2014/main" id="{AA0D52EB-632D-88E7-6317-C688F978D8CD}"/>
              </a:ext>
            </a:extLst>
          </p:cNvPr>
          <p:cNvSpPr>
            <a:spLocks noGrp="1"/>
          </p:cNvSpPr>
          <p:nvPr>
            <p:ph type="body" sz="quarter" idx="14"/>
          </p:nvPr>
        </p:nvSpPr>
        <p:spPr>
          <a:xfrm>
            <a:off x="4303202" y="1557338"/>
            <a:ext cx="3585600" cy="4581525"/>
          </a:xfrm>
          <a:prstGeom prst="rect">
            <a:avLst/>
          </a:prstGeom>
        </p:spPr>
        <p:txBody>
          <a:bodyPr/>
          <a:lstStyle>
            <a:lvl1pPr rtl="0">
              <a:defRPr/>
            </a:lvl1pPr>
            <a:lvl2pPr rtl="0">
              <a:defRPr/>
            </a:lvl2pPr>
            <a:lvl3pPr rtl="0">
              <a:defRPr/>
            </a:lvl3pPr>
            <a:lvl4pPr rtl="0">
              <a:defRPr/>
            </a:lvl4pPr>
            <a:lvl5pPr rtl="0">
              <a:defRPr/>
            </a:lvl5p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GB"/>
          </a:p>
        </p:txBody>
      </p:sp>
      <p:sp>
        <p:nvSpPr>
          <p:cNvPr id="5" name="Text Placeholder 11">
            <a:extLst>
              <a:ext uri="{FF2B5EF4-FFF2-40B4-BE49-F238E27FC236}">
                <a16:creationId xmlns:a16="http://schemas.microsoft.com/office/drawing/2014/main" id="{A4F8645A-4C8F-B5EF-ABBE-0A7944FB9652}"/>
              </a:ext>
            </a:extLst>
          </p:cNvPr>
          <p:cNvSpPr>
            <a:spLocks noGrp="1"/>
          </p:cNvSpPr>
          <p:nvPr>
            <p:ph type="body" sz="quarter" idx="15"/>
          </p:nvPr>
        </p:nvSpPr>
        <p:spPr>
          <a:xfrm>
            <a:off x="8246038" y="1557338"/>
            <a:ext cx="3585600" cy="4581525"/>
          </a:xfrm>
          <a:prstGeom prst="rect">
            <a:avLst/>
          </a:prstGeom>
        </p:spPr>
        <p:txBody>
          <a:bodyPr/>
          <a:lstStyle>
            <a:lvl1pPr rtl="0">
              <a:defRPr/>
            </a:lvl1pPr>
            <a:lvl2pPr rtl="0">
              <a:defRPr/>
            </a:lvl2pPr>
            <a:lvl3pPr rtl="0">
              <a:defRPr/>
            </a:lvl3pPr>
            <a:lvl4pPr rtl="0">
              <a:defRPr/>
            </a:lvl4pPr>
            <a:lvl5pPr rtl="0">
              <a:defRPr/>
            </a:lvl5p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GB"/>
          </a:p>
        </p:txBody>
      </p:sp>
      <p:cxnSp>
        <p:nvCxnSpPr>
          <p:cNvPr id="8" name="Straight Connector 7">
            <a:extLst>
              <a:ext uri="{FF2B5EF4-FFF2-40B4-BE49-F238E27FC236}">
                <a16:creationId xmlns:a16="http://schemas.microsoft.com/office/drawing/2014/main" id="{077A0E30-9124-5E6A-F7CB-DA7136515E2A}"/>
              </a:ext>
            </a:extLst>
          </p:cNvPr>
          <p:cNvCxnSpPr>
            <a:cxnSpLocks/>
          </p:cNvCxnSpPr>
          <p:nvPr userDrawn="1"/>
        </p:nvCxnSpPr>
        <p:spPr bwMode="gray">
          <a:xfrm>
            <a:off x="4124583" y="1557338"/>
            <a:ext cx="0" cy="458152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752DA0A-4663-C15E-45D1-287C660996D3}"/>
              </a:ext>
            </a:extLst>
          </p:cNvPr>
          <p:cNvCxnSpPr>
            <a:cxnSpLocks/>
          </p:cNvCxnSpPr>
          <p:nvPr userDrawn="1"/>
        </p:nvCxnSpPr>
        <p:spPr bwMode="gray">
          <a:xfrm>
            <a:off x="8067421" y="1557338"/>
            <a:ext cx="0" cy="458152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2">
            <a:extLst>
              <a:ext uri="{FF2B5EF4-FFF2-40B4-BE49-F238E27FC236}">
                <a16:creationId xmlns:a16="http://schemas.microsoft.com/office/drawing/2014/main" id="{03B40352-4AB6-C52B-44D6-EC669C4E2C3F}"/>
              </a:ext>
            </a:extLst>
          </p:cNvPr>
          <p:cNvSpPr>
            <a:spLocks noGrp="1"/>
          </p:cNvSpPr>
          <p:nvPr>
            <p:ph type="ftr" sz="quarter" idx="3"/>
          </p:nvPr>
        </p:nvSpPr>
        <p:spPr>
          <a:xfrm>
            <a:off x="675936" y="6321425"/>
            <a:ext cx="10087857" cy="367612"/>
          </a:xfrm>
          <a:prstGeom prst="rect">
            <a:avLst/>
          </a:prstGeom>
        </p:spPr>
        <p:txBody>
          <a:bodyPr anchor="ctr"/>
          <a:lstStyle>
            <a:lvl1pPr rtl="0">
              <a:defRPr sz="1000">
                <a:solidFill>
                  <a:schemeClr val="tx1"/>
                </a:solidFill>
              </a:defRPr>
            </a:lvl1pPr>
          </a:lstStyle>
          <a:p>
            <a:endParaRPr lang="en-GB"/>
          </a:p>
        </p:txBody>
      </p:sp>
    </p:spTree>
    <p:extLst>
      <p:ext uri="{BB962C8B-B14F-4D97-AF65-F5344CB8AC3E}">
        <p14:creationId xmlns:p14="http://schemas.microsoft.com/office/powerpoint/2010/main" val="4085802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Layout - Right 1/2 ">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B56EABE-D55B-4373-F6CF-224BF43E855B}"/>
              </a:ext>
            </a:extLst>
          </p:cNvPr>
          <p:cNvGraphicFramePr>
            <a:graphicFrameLocks noChangeAspect="1"/>
          </p:cNvGraphicFramePr>
          <p:nvPr userDrawn="1">
            <p:custDataLst>
              <p:tags r:id="rId1"/>
            </p:custDataLst>
            <p:extLst>
              <p:ext uri="{D42A27DB-BD31-4B8C-83A1-F6EECF244321}">
                <p14:modId xmlns:p14="http://schemas.microsoft.com/office/powerpoint/2010/main" val="8755444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9" name="Object 8" hidden="1">
                        <a:extLst>
                          <a:ext uri="{FF2B5EF4-FFF2-40B4-BE49-F238E27FC236}">
                            <a16:creationId xmlns:a16="http://schemas.microsoft.com/office/drawing/2014/main" id="{1B56EABE-D55B-4373-F6CF-224BF43E855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id="{3AA15091-913D-700B-D6C5-7EC0E7D4BE42}"/>
              </a:ext>
            </a:extLst>
          </p:cNvPr>
          <p:cNvSpPr>
            <a:spLocks noGrp="1"/>
          </p:cNvSpPr>
          <p:nvPr>
            <p:ph type="pic" sz="quarter" idx="14"/>
          </p:nvPr>
        </p:nvSpPr>
        <p:spPr>
          <a:xfrm>
            <a:off x="6276002" y="0"/>
            <a:ext cx="5915998" cy="6858000"/>
          </a:xfrm>
          <a:prstGeom prst="rect">
            <a:avLst/>
          </a:prstGeom>
          <a:solidFill>
            <a:schemeClr val="tx1"/>
          </a:solidFill>
        </p:spPr>
        <p:txBody>
          <a:bodyPr/>
          <a:lstStyle>
            <a:lvl1pPr marL="0" indent="0">
              <a:buNone/>
              <a:defRPr>
                <a:solidFill>
                  <a:schemeClr val="bg2"/>
                </a:solidFill>
              </a:defRPr>
            </a:lvl1pPr>
          </a:lstStyle>
          <a:p>
            <a:r>
              <a:rPr lang="da-DK"/>
              <a:t>Klik på ikonet for at tilføje et billede</a:t>
            </a:r>
            <a:endParaRPr lang="en-US"/>
          </a:p>
        </p:txBody>
      </p:sp>
      <p:sp>
        <p:nvSpPr>
          <p:cNvPr id="2" name="Title 1">
            <a:extLst>
              <a:ext uri="{FF2B5EF4-FFF2-40B4-BE49-F238E27FC236}">
                <a16:creationId xmlns:a16="http://schemas.microsoft.com/office/drawing/2014/main" id="{6CE8AADD-913B-949E-D663-554B1349714E}"/>
              </a:ext>
            </a:extLst>
          </p:cNvPr>
          <p:cNvSpPr>
            <a:spLocks noGrp="1"/>
          </p:cNvSpPr>
          <p:nvPr>
            <p:ph type="title" hasCustomPrompt="1"/>
          </p:nvPr>
        </p:nvSpPr>
        <p:spPr>
          <a:xfrm>
            <a:off x="360364" y="536576"/>
            <a:ext cx="5555636" cy="661988"/>
          </a:xfrm>
          <a:prstGeom prst="rect">
            <a:avLst/>
          </a:prstGeom>
        </p:spPr>
        <p:txBody>
          <a:bodyPr vert="horz"/>
          <a:lstStyle>
            <a:lvl1pPr rtl="0">
              <a:defRPr/>
            </a:lvl1pPr>
          </a:lstStyle>
          <a:p>
            <a:r>
              <a:rPr lang="en-GB"/>
              <a:t>Click to edit action title</a:t>
            </a:r>
          </a:p>
        </p:txBody>
      </p:sp>
      <p:sp>
        <p:nvSpPr>
          <p:cNvPr id="7" name="Text Placeholder 6">
            <a:extLst>
              <a:ext uri="{FF2B5EF4-FFF2-40B4-BE49-F238E27FC236}">
                <a16:creationId xmlns:a16="http://schemas.microsoft.com/office/drawing/2014/main" id="{9AB3F6AF-ED74-5EBB-9159-83208AE07A23}"/>
              </a:ext>
            </a:extLst>
          </p:cNvPr>
          <p:cNvSpPr>
            <a:spLocks noGrp="1"/>
          </p:cNvSpPr>
          <p:nvPr>
            <p:ph type="body" sz="quarter" idx="12" hasCustomPrompt="1"/>
          </p:nvPr>
        </p:nvSpPr>
        <p:spPr>
          <a:xfrm>
            <a:off x="360364" y="207165"/>
            <a:ext cx="5555636" cy="178593"/>
          </a:xfrm>
          <a:prstGeom prst="rect">
            <a:avLst/>
          </a:prstGeom>
        </p:spPr>
        <p:txBody>
          <a:bodyPr anchor="b"/>
          <a:lstStyle>
            <a:lvl1pPr marL="0" indent="0" rtl="0">
              <a:buNone/>
              <a:defRPr sz="1200" cap="all" baseline="0">
                <a:solidFill>
                  <a:schemeClr val="tx2">
                    <a:lumMod val="60000"/>
                    <a:lumOff val="40000"/>
                  </a:schemeClr>
                </a:solidFill>
                <a:latin typeface="+mj-lt"/>
              </a:defRPr>
            </a:lvl1pPr>
          </a:lstStyle>
          <a:p>
            <a:pPr lvl="0"/>
            <a:r>
              <a:rPr lang="en-GB"/>
              <a:t>Click to edit chapter text</a:t>
            </a:r>
          </a:p>
        </p:txBody>
      </p:sp>
      <p:sp>
        <p:nvSpPr>
          <p:cNvPr id="12" name="Text Placeholder 11">
            <a:extLst>
              <a:ext uri="{FF2B5EF4-FFF2-40B4-BE49-F238E27FC236}">
                <a16:creationId xmlns:a16="http://schemas.microsoft.com/office/drawing/2014/main" id="{8282BAF1-276B-A194-EB89-47200DC6CF6B}"/>
              </a:ext>
            </a:extLst>
          </p:cNvPr>
          <p:cNvSpPr>
            <a:spLocks noGrp="1"/>
          </p:cNvSpPr>
          <p:nvPr>
            <p:ph type="body" sz="quarter" idx="13"/>
          </p:nvPr>
        </p:nvSpPr>
        <p:spPr>
          <a:xfrm>
            <a:off x="360364" y="1557338"/>
            <a:ext cx="5555636" cy="4581525"/>
          </a:xfrm>
          <a:prstGeom prst="rect">
            <a:avLst/>
          </a:prstGeom>
        </p:spPr>
        <p:txBody>
          <a:bodyPr/>
          <a:lstStyle>
            <a:lvl1pPr rtl="0">
              <a:defRPr/>
            </a:lvl1pPr>
            <a:lvl2pPr rtl="0">
              <a:defRPr/>
            </a:lvl2pPr>
            <a:lvl3pPr rtl="0">
              <a:defRPr/>
            </a:lvl3pPr>
            <a:lvl4pPr rtl="0">
              <a:defRPr/>
            </a:lvl4pPr>
            <a:lvl5pPr rtl="0">
              <a:defRPr/>
            </a:lvl5p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GB"/>
          </a:p>
        </p:txBody>
      </p:sp>
      <p:sp>
        <p:nvSpPr>
          <p:cNvPr id="5" name="Footer Placeholder 2">
            <a:extLst>
              <a:ext uri="{FF2B5EF4-FFF2-40B4-BE49-F238E27FC236}">
                <a16:creationId xmlns:a16="http://schemas.microsoft.com/office/drawing/2014/main" id="{0E395449-3998-CDAA-2BC7-214BCDF5446A}"/>
              </a:ext>
            </a:extLst>
          </p:cNvPr>
          <p:cNvSpPr>
            <a:spLocks noGrp="1"/>
          </p:cNvSpPr>
          <p:nvPr>
            <p:ph type="ftr" sz="quarter" idx="3"/>
          </p:nvPr>
        </p:nvSpPr>
        <p:spPr>
          <a:xfrm>
            <a:off x="675936" y="6321425"/>
            <a:ext cx="5240677" cy="367612"/>
          </a:xfrm>
          <a:prstGeom prst="rect">
            <a:avLst/>
          </a:prstGeom>
        </p:spPr>
        <p:txBody>
          <a:bodyPr anchor="ctr"/>
          <a:lstStyle>
            <a:lvl1pPr rtl="0">
              <a:defRPr sz="1000">
                <a:solidFill>
                  <a:schemeClr val="tx1"/>
                </a:solidFill>
              </a:defRPr>
            </a:lvl1pPr>
          </a:lstStyle>
          <a:p>
            <a:endParaRPr lang="en-GB"/>
          </a:p>
        </p:txBody>
      </p:sp>
      <p:sp>
        <p:nvSpPr>
          <p:cNvPr id="6" name="Slide Number Placeholder 3">
            <a:extLst>
              <a:ext uri="{FF2B5EF4-FFF2-40B4-BE49-F238E27FC236}">
                <a16:creationId xmlns:a16="http://schemas.microsoft.com/office/drawing/2014/main" id="{8119F505-CCC0-1D76-FA0D-06161C3D5EFF}"/>
              </a:ext>
            </a:extLst>
          </p:cNvPr>
          <p:cNvSpPr>
            <a:spLocks noGrp="1"/>
          </p:cNvSpPr>
          <p:nvPr>
            <p:ph type="sldNum" sz="quarter" idx="11"/>
          </p:nvPr>
        </p:nvSpPr>
        <p:spPr>
          <a:xfrm>
            <a:off x="11126972" y="6317863"/>
            <a:ext cx="704666" cy="181362"/>
          </a:xfrm>
          <a:prstGeom prst="rect">
            <a:avLst/>
          </a:prstGeom>
          <a:noFill/>
        </p:spPr>
        <p:txBody>
          <a:bodyPr vert="horz" lIns="0" tIns="0" rIns="0" bIns="0" rtlCol="0" anchor="b">
            <a:noAutofit/>
          </a:bodyPr>
          <a:lstStyle>
            <a:defPPr>
              <a:defRPr lang="en-US"/>
            </a:defPPr>
            <a:lvl1pPr marL="0" algn="r" defTabSz="914400" rtl="0" eaLnBrk="1" latinLnBrk="0" hangingPunct="1">
              <a:defRPr sz="10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0BE2C1E-995C-4121-AD26-7DE6C74EE600}" type="slidenum">
              <a:rPr lang="en-GB" smtClean="0"/>
              <a:pPr/>
              <a:t>‹#›</a:t>
            </a:fld>
            <a:endParaRPr lang="en-GB"/>
          </a:p>
        </p:txBody>
      </p:sp>
      <p:sp>
        <p:nvSpPr>
          <p:cNvPr id="10" name="TextBox 9">
            <a:extLst>
              <a:ext uri="{FF2B5EF4-FFF2-40B4-BE49-F238E27FC236}">
                <a16:creationId xmlns:a16="http://schemas.microsoft.com/office/drawing/2014/main" id="{C91EFB40-908A-B2E7-72DD-3D490605C48D}"/>
              </a:ext>
            </a:extLst>
          </p:cNvPr>
          <p:cNvSpPr txBox="1"/>
          <p:nvPr userDrawn="1"/>
        </p:nvSpPr>
        <p:spPr bwMode="gray">
          <a:xfrm>
            <a:off x="-718457" y="6814457"/>
            <a:ext cx="0" cy="0"/>
          </a:xfrm>
          <a:prstGeom prst="rect">
            <a:avLst/>
          </a:prstGeom>
          <a:noFill/>
        </p:spPr>
        <p:txBody>
          <a:bodyPr wrap="none" lIns="0" tIns="0" rIns="0" bIns="0" rtlCol="0">
            <a:noAutofit/>
          </a:bodyPr>
          <a:lstStyle/>
          <a:p>
            <a:pPr marL="216000" indent="-216000" algn="l">
              <a:spcBef>
                <a:spcPts val="600"/>
              </a:spcBef>
              <a:buFont typeface="Arial" panose="020B0604020202020204" pitchFamily="34" charset="0"/>
              <a:buChar char="•"/>
            </a:pPr>
            <a:endParaRPr lang="en-GB" sz="1200" err="1"/>
          </a:p>
        </p:txBody>
      </p:sp>
    </p:spTree>
    <p:extLst>
      <p:ext uri="{BB962C8B-B14F-4D97-AF65-F5344CB8AC3E}">
        <p14:creationId xmlns:p14="http://schemas.microsoft.com/office/powerpoint/2010/main" val="3782435964"/>
      </p:ext>
    </p:extLst>
  </p:cSld>
  <p:clrMapOvr>
    <a:masterClrMapping/>
  </p:clrMapOvr>
  <p:extLst>
    <p:ext uri="{DCECCB84-F9BA-43D5-87BE-67443E8EF086}">
      <p15:sldGuideLst xmlns:p15="http://schemas.microsoft.com/office/powerpoint/2012/main">
        <p15:guide id="1" pos="3727"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rugerdefineret layout">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37CCCAD9-9256-CF6B-F4ED-9A34A4CA118B}"/>
              </a:ext>
            </a:extLst>
          </p:cNvPr>
          <p:cNvSpPr>
            <a:spLocks noGrp="1"/>
          </p:cNvSpPr>
          <p:nvPr>
            <p:ph type="pic" sz="quarter" idx="11"/>
          </p:nvPr>
        </p:nvSpPr>
        <p:spPr>
          <a:xfrm>
            <a:off x="8121330" y="0"/>
            <a:ext cx="4070667" cy="6858000"/>
          </a:xfrm>
          <a:solidFill>
            <a:schemeClr val="tx1"/>
          </a:solidFill>
        </p:spPr>
        <p:txBody>
          <a:bodyPr/>
          <a:lstStyle/>
          <a:p>
            <a:r>
              <a:rPr lang="da-DK"/>
              <a:t>Klik på ikonet for at tilføje et billede</a:t>
            </a:r>
            <a:endParaRPr lang="en-GB"/>
          </a:p>
        </p:txBody>
      </p:sp>
      <p:sp>
        <p:nvSpPr>
          <p:cNvPr id="2" name="Title 1">
            <a:extLst>
              <a:ext uri="{FF2B5EF4-FFF2-40B4-BE49-F238E27FC236}">
                <a16:creationId xmlns:a16="http://schemas.microsoft.com/office/drawing/2014/main" id="{4D5AB824-8E31-DCCB-7816-8C043272CE1A}"/>
              </a:ext>
            </a:extLst>
          </p:cNvPr>
          <p:cNvSpPr>
            <a:spLocks noGrp="1"/>
          </p:cNvSpPr>
          <p:nvPr>
            <p:ph type="title"/>
          </p:nvPr>
        </p:nvSpPr>
        <p:spPr>
          <a:xfrm>
            <a:off x="360000" y="536576"/>
            <a:ext cx="7485623" cy="661987"/>
          </a:xfrm>
        </p:spPr>
        <p:txBody>
          <a:bodyPr/>
          <a:lstStyle/>
          <a:p>
            <a:r>
              <a:rPr lang="da-DK"/>
              <a:t>Klik for at redigere titeltypografien i masteren</a:t>
            </a:r>
            <a:endParaRPr lang="en-GB"/>
          </a:p>
        </p:txBody>
      </p:sp>
      <p:sp>
        <p:nvSpPr>
          <p:cNvPr id="3" name="Footer Placeholder 2">
            <a:extLst>
              <a:ext uri="{FF2B5EF4-FFF2-40B4-BE49-F238E27FC236}">
                <a16:creationId xmlns:a16="http://schemas.microsoft.com/office/drawing/2014/main" id="{304F5DB0-C987-FA9A-46F5-2520A0BA1DF6}"/>
              </a:ext>
            </a:extLst>
          </p:cNvPr>
          <p:cNvSpPr>
            <a:spLocks noGrp="1"/>
          </p:cNvSpPr>
          <p:nvPr>
            <p:ph type="ftr" sz="quarter" idx="10"/>
          </p:nvPr>
        </p:nvSpPr>
        <p:spPr>
          <a:xfrm>
            <a:off x="675937" y="6321425"/>
            <a:ext cx="7368606" cy="367612"/>
          </a:xfrm>
        </p:spPr>
        <p:txBody>
          <a:bodyPr/>
          <a:lstStyle/>
          <a:p>
            <a:endParaRPr lang="en-GB"/>
          </a:p>
        </p:txBody>
      </p:sp>
      <p:cxnSp>
        <p:nvCxnSpPr>
          <p:cNvPr id="5" name="Straight Connector 4">
            <a:extLst>
              <a:ext uri="{FF2B5EF4-FFF2-40B4-BE49-F238E27FC236}">
                <a16:creationId xmlns:a16="http://schemas.microsoft.com/office/drawing/2014/main" id="{0FF2B470-6416-ED2A-CEE1-47942FB5C702}"/>
              </a:ext>
            </a:extLst>
          </p:cNvPr>
          <p:cNvCxnSpPr>
            <a:cxnSpLocks/>
          </p:cNvCxnSpPr>
          <p:nvPr userDrawn="1"/>
        </p:nvCxnSpPr>
        <p:spPr bwMode="gray">
          <a:xfrm>
            <a:off x="2743200" y="3722766"/>
            <a:ext cx="0" cy="2160911"/>
          </a:xfrm>
          <a:prstGeom prst="line">
            <a:avLst/>
          </a:prstGeom>
          <a:ln w="1270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5EF2DE82-B254-EDE8-E7C8-B2A811AE61DB}"/>
              </a:ext>
            </a:extLst>
          </p:cNvPr>
          <p:cNvCxnSpPr>
            <a:cxnSpLocks/>
          </p:cNvCxnSpPr>
          <p:nvPr userDrawn="1"/>
        </p:nvCxnSpPr>
        <p:spPr bwMode="gray">
          <a:xfrm>
            <a:off x="5448300" y="3722766"/>
            <a:ext cx="0" cy="2160911"/>
          </a:xfrm>
          <a:prstGeom prst="line">
            <a:avLst/>
          </a:prstGeom>
          <a:ln w="1270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8" name="Text Placeholder 6">
            <a:extLst>
              <a:ext uri="{FF2B5EF4-FFF2-40B4-BE49-F238E27FC236}">
                <a16:creationId xmlns:a16="http://schemas.microsoft.com/office/drawing/2014/main" id="{A7D2A3A8-4263-816F-EB8C-E298B2B1CAF7}"/>
              </a:ext>
            </a:extLst>
          </p:cNvPr>
          <p:cNvSpPr>
            <a:spLocks noGrp="1"/>
          </p:cNvSpPr>
          <p:nvPr>
            <p:ph type="body" sz="quarter" idx="12" hasCustomPrompt="1"/>
          </p:nvPr>
        </p:nvSpPr>
        <p:spPr>
          <a:xfrm>
            <a:off x="360364" y="207165"/>
            <a:ext cx="7485260" cy="178593"/>
          </a:xfrm>
          <a:prstGeom prst="rect">
            <a:avLst/>
          </a:prstGeom>
        </p:spPr>
        <p:txBody>
          <a:bodyPr anchor="b"/>
          <a:lstStyle>
            <a:lvl1pPr marL="0" indent="0" rtl="0">
              <a:buNone/>
              <a:defRPr sz="1200" cap="all" baseline="0">
                <a:solidFill>
                  <a:schemeClr val="tx2">
                    <a:lumMod val="60000"/>
                    <a:lumOff val="40000"/>
                  </a:schemeClr>
                </a:solidFill>
                <a:latin typeface="+mj-lt"/>
              </a:defRPr>
            </a:lvl1pPr>
          </a:lstStyle>
          <a:p>
            <a:pPr lvl="0"/>
            <a:r>
              <a:rPr lang="en-GB"/>
              <a:t>Click to edit chapter text</a:t>
            </a:r>
          </a:p>
        </p:txBody>
      </p:sp>
      <p:sp>
        <p:nvSpPr>
          <p:cNvPr id="19" name="Text Placeholder 11">
            <a:extLst>
              <a:ext uri="{FF2B5EF4-FFF2-40B4-BE49-F238E27FC236}">
                <a16:creationId xmlns:a16="http://schemas.microsoft.com/office/drawing/2014/main" id="{2EA70141-D634-DDAE-7CDD-3D62AA17E329}"/>
              </a:ext>
            </a:extLst>
          </p:cNvPr>
          <p:cNvSpPr>
            <a:spLocks noGrp="1"/>
          </p:cNvSpPr>
          <p:nvPr>
            <p:ph type="body" sz="quarter" idx="13"/>
          </p:nvPr>
        </p:nvSpPr>
        <p:spPr>
          <a:xfrm>
            <a:off x="360364" y="1557339"/>
            <a:ext cx="7485260" cy="1577896"/>
          </a:xfrm>
          <a:prstGeom prst="rect">
            <a:avLst/>
          </a:prstGeom>
        </p:spPr>
        <p:txBody>
          <a:bodyPr/>
          <a:lstStyle>
            <a:lvl1pPr rtl="0">
              <a:defRPr/>
            </a:lvl1pPr>
            <a:lvl2pPr rtl="0">
              <a:defRPr/>
            </a:lvl2pPr>
            <a:lvl3pPr rtl="0">
              <a:defRPr/>
            </a:lvl3pPr>
            <a:lvl4pPr rtl="0">
              <a:defRPr/>
            </a:lvl4pPr>
            <a:lvl5pPr rtl="0">
              <a:defRPr/>
            </a:lvl5p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GB"/>
          </a:p>
        </p:txBody>
      </p:sp>
      <p:sp>
        <p:nvSpPr>
          <p:cNvPr id="23" name="Text Placeholder 22">
            <a:extLst>
              <a:ext uri="{FF2B5EF4-FFF2-40B4-BE49-F238E27FC236}">
                <a16:creationId xmlns:a16="http://schemas.microsoft.com/office/drawing/2014/main" id="{7A040119-EDAD-89B4-AF59-D7794C22A7A0}"/>
              </a:ext>
            </a:extLst>
          </p:cNvPr>
          <p:cNvSpPr>
            <a:spLocks noGrp="1"/>
          </p:cNvSpPr>
          <p:nvPr>
            <p:ph type="body" sz="quarter" idx="14"/>
          </p:nvPr>
        </p:nvSpPr>
        <p:spPr>
          <a:xfrm>
            <a:off x="360364" y="3357563"/>
            <a:ext cx="2107130" cy="2749550"/>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GB"/>
          </a:p>
        </p:txBody>
      </p:sp>
      <p:sp>
        <p:nvSpPr>
          <p:cNvPr id="24" name="Text Placeholder 22">
            <a:extLst>
              <a:ext uri="{FF2B5EF4-FFF2-40B4-BE49-F238E27FC236}">
                <a16:creationId xmlns:a16="http://schemas.microsoft.com/office/drawing/2014/main" id="{74FCE1E1-5E79-19AD-8917-8F4D4D6BE63F}"/>
              </a:ext>
            </a:extLst>
          </p:cNvPr>
          <p:cNvSpPr>
            <a:spLocks noGrp="1"/>
          </p:cNvSpPr>
          <p:nvPr>
            <p:ph type="body" sz="quarter" idx="15"/>
          </p:nvPr>
        </p:nvSpPr>
        <p:spPr>
          <a:xfrm>
            <a:off x="3060021" y="3357563"/>
            <a:ext cx="2140374" cy="2749550"/>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GB"/>
          </a:p>
        </p:txBody>
      </p:sp>
      <p:sp>
        <p:nvSpPr>
          <p:cNvPr id="25" name="Text Placeholder 22">
            <a:extLst>
              <a:ext uri="{FF2B5EF4-FFF2-40B4-BE49-F238E27FC236}">
                <a16:creationId xmlns:a16="http://schemas.microsoft.com/office/drawing/2014/main" id="{59532641-4A59-C098-AD86-DD47DC3D23C1}"/>
              </a:ext>
            </a:extLst>
          </p:cNvPr>
          <p:cNvSpPr>
            <a:spLocks noGrp="1"/>
          </p:cNvSpPr>
          <p:nvPr>
            <p:ph type="body" sz="quarter" idx="16"/>
          </p:nvPr>
        </p:nvSpPr>
        <p:spPr>
          <a:xfrm>
            <a:off x="5705249" y="3357563"/>
            <a:ext cx="2140374" cy="2749550"/>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GB"/>
          </a:p>
        </p:txBody>
      </p:sp>
      <p:sp>
        <p:nvSpPr>
          <p:cNvPr id="26" name="Slide Number Placeholder 3">
            <a:extLst>
              <a:ext uri="{FF2B5EF4-FFF2-40B4-BE49-F238E27FC236}">
                <a16:creationId xmlns:a16="http://schemas.microsoft.com/office/drawing/2014/main" id="{8EAFDB7A-387F-173C-A81F-BF4D9ACD20C7}"/>
              </a:ext>
            </a:extLst>
          </p:cNvPr>
          <p:cNvSpPr>
            <a:spLocks noGrp="1"/>
          </p:cNvSpPr>
          <p:nvPr>
            <p:ph type="sldNum" sz="quarter" idx="17"/>
          </p:nvPr>
        </p:nvSpPr>
        <p:spPr>
          <a:xfrm>
            <a:off x="11126972" y="6317863"/>
            <a:ext cx="704666" cy="181362"/>
          </a:xfrm>
          <a:prstGeom prst="rect">
            <a:avLst/>
          </a:prstGeom>
          <a:noFill/>
        </p:spPr>
        <p:txBody>
          <a:bodyPr vert="horz" lIns="0" tIns="0" rIns="0" bIns="0" rtlCol="0" anchor="b">
            <a:noAutofit/>
          </a:bodyPr>
          <a:lstStyle>
            <a:defPPr>
              <a:defRPr lang="en-US"/>
            </a:defPPr>
            <a:lvl1pPr marL="0" algn="r" defTabSz="914400" rtl="0" eaLnBrk="1" latinLnBrk="0" hangingPunct="1">
              <a:defRPr sz="10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0BE2C1E-995C-4121-AD26-7DE6C74EE600}" type="slidenum">
              <a:rPr lang="en-GB" smtClean="0"/>
              <a:pPr/>
              <a:t>‹#›</a:t>
            </a:fld>
            <a:endParaRPr lang="en-GB"/>
          </a:p>
        </p:txBody>
      </p:sp>
    </p:spTree>
    <p:extLst>
      <p:ext uri="{BB962C8B-B14F-4D97-AF65-F5344CB8AC3E}">
        <p14:creationId xmlns:p14="http://schemas.microsoft.com/office/powerpoint/2010/main" val="4772788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V">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FC6C5F2-0587-E71A-6AF6-1C672CE4AFE7}"/>
              </a:ext>
            </a:extLst>
          </p:cNvPr>
          <p:cNvSpPr/>
          <p:nvPr userDrawn="1"/>
        </p:nvSpPr>
        <p:spPr bwMode="gray">
          <a:xfrm>
            <a:off x="-5419" y="0"/>
            <a:ext cx="383120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GB" sz="1400"/>
          </a:p>
        </p:txBody>
      </p:sp>
      <p:sp>
        <p:nvSpPr>
          <p:cNvPr id="5" name="Footer Placeholder 5">
            <a:extLst>
              <a:ext uri="{FF2B5EF4-FFF2-40B4-BE49-F238E27FC236}">
                <a16:creationId xmlns:a16="http://schemas.microsoft.com/office/drawing/2014/main" id="{E8D38161-7E77-5DB9-F2CC-E33C2846AECE}"/>
              </a:ext>
            </a:extLst>
          </p:cNvPr>
          <p:cNvSpPr>
            <a:spLocks noGrp="1"/>
          </p:cNvSpPr>
          <p:nvPr>
            <p:ph type="ftr" sz="quarter" idx="11"/>
          </p:nvPr>
        </p:nvSpPr>
        <p:spPr>
          <a:xfrm>
            <a:off x="4045397" y="6321425"/>
            <a:ext cx="6718396" cy="367612"/>
          </a:xfrm>
        </p:spPr>
        <p:txBody>
          <a:bodyPr/>
          <a:lstStyle/>
          <a:p>
            <a:endParaRPr lang="en-US"/>
          </a:p>
        </p:txBody>
      </p:sp>
      <p:pic>
        <p:nvPicPr>
          <p:cNvPr id="6" name="Logo-white">
            <a:extLst>
              <a:ext uri="{FF2B5EF4-FFF2-40B4-BE49-F238E27FC236}">
                <a16:creationId xmlns:a16="http://schemas.microsoft.com/office/drawing/2014/main" id="{47D0D993-0553-6A5C-25AB-EFCBE9B5B82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1334902" y="216000"/>
            <a:ext cx="646728" cy="763199"/>
          </a:xfrm>
          <a:prstGeom prst="rect">
            <a:avLst/>
          </a:prstGeom>
        </p:spPr>
      </p:pic>
      <p:sp>
        <p:nvSpPr>
          <p:cNvPr id="7" name="Picture Placeholder 14">
            <a:extLst>
              <a:ext uri="{FF2B5EF4-FFF2-40B4-BE49-F238E27FC236}">
                <a16:creationId xmlns:a16="http://schemas.microsoft.com/office/drawing/2014/main" id="{EBE17BB3-EF85-EA2E-4187-BC13B34E4A47}"/>
              </a:ext>
            </a:extLst>
          </p:cNvPr>
          <p:cNvSpPr>
            <a:spLocks noGrp="1"/>
          </p:cNvSpPr>
          <p:nvPr>
            <p:ph type="pic" sz="quarter" idx="13" hasCustomPrompt="1"/>
          </p:nvPr>
        </p:nvSpPr>
        <p:spPr>
          <a:xfrm>
            <a:off x="360000" y="360000"/>
            <a:ext cx="827999" cy="827999"/>
          </a:xfrm>
          <a:prstGeom prst="ellipse">
            <a:avLst/>
          </a:prstGeom>
          <a:solidFill>
            <a:schemeClr val="bg1"/>
          </a:solidFill>
        </p:spPr>
        <p:txBody>
          <a:bodyPr/>
          <a:lstStyle>
            <a:lvl1pPr marL="0" indent="0" algn="ctr">
              <a:buNone/>
              <a:defRPr sz="1200"/>
            </a:lvl1pPr>
          </a:lstStyle>
          <a:p>
            <a:r>
              <a:rPr lang="en-GB"/>
              <a:t>Profile Picture</a:t>
            </a:r>
          </a:p>
        </p:txBody>
      </p:sp>
      <p:sp>
        <p:nvSpPr>
          <p:cNvPr id="11" name="Text Placeholder 28">
            <a:extLst>
              <a:ext uri="{FF2B5EF4-FFF2-40B4-BE49-F238E27FC236}">
                <a16:creationId xmlns:a16="http://schemas.microsoft.com/office/drawing/2014/main" id="{FFA551A1-BF35-C39C-8697-CB1E9345E642}"/>
              </a:ext>
            </a:extLst>
          </p:cNvPr>
          <p:cNvSpPr>
            <a:spLocks noGrp="1"/>
          </p:cNvSpPr>
          <p:nvPr>
            <p:ph type="body" sz="quarter" idx="15" hasCustomPrompt="1"/>
          </p:nvPr>
        </p:nvSpPr>
        <p:spPr>
          <a:xfrm>
            <a:off x="360000" y="1702992"/>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12" name="TextBox 11">
            <a:extLst>
              <a:ext uri="{FF2B5EF4-FFF2-40B4-BE49-F238E27FC236}">
                <a16:creationId xmlns:a16="http://schemas.microsoft.com/office/drawing/2014/main" id="{5DD36D57-5269-61F2-B19F-1F6BB9536DE8}"/>
              </a:ext>
            </a:extLst>
          </p:cNvPr>
          <p:cNvSpPr txBox="1"/>
          <p:nvPr userDrawn="1"/>
        </p:nvSpPr>
        <p:spPr bwMode="gray">
          <a:xfrm>
            <a:off x="360000" y="1423646"/>
            <a:ext cx="1728192" cy="21409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GB" sz="1050">
                <a:solidFill>
                  <a:schemeClr val="bg1"/>
                </a:solidFill>
                <a:latin typeface="+mj-lt"/>
              </a:rPr>
              <a:t>Experience</a:t>
            </a:r>
            <a:endParaRPr lang="en-GB" sz="1400">
              <a:solidFill>
                <a:schemeClr val="bg1"/>
              </a:solidFill>
              <a:latin typeface="+mj-lt"/>
            </a:endParaRPr>
          </a:p>
        </p:txBody>
      </p:sp>
      <p:sp>
        <p:nvSpPr>
          <p:cNvPr id="13" name="Text Placeholder 28">
            <a:extLst>
              <a:ext uri="{FF2B5EF4-FFF2-40B4-BE49-F238E27FC236}">
                <a16:creationId xmlns:a16="http://schemas.microsoft.com/office/drawing/2014/main" id="{95C386AA-BD58-3018-CD73-1889351A6020}"/>
              </a:ext>
            </a:extLst>
          </p:cNvPr>
          <p:cNvSpPr>
            <a:spLocks noGrp="1"/>
          </p:cNvSpPr>
          <p:nvPr>
            <p:ph type="body" sz="quarter" idx="16" hasCustomPrompt="1"/>
          </p:nvPr>
        </p:nvSpPr>
        <p:spPr>
          <a:xfrm>
            <a:off x="1318063" y="1698131"/>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r>
              <a:rPr lang="en-US"/>
              <a:t>Company</a:t>
            </a:r>
            <a:endParaRPr lang="en-GB"/>
          </a:p>
        </p:txBody>
      </p:sp>
      <p:sp>
        <p:nvSpPr>
          <p:cNvPr id="14" name="Text Placeholder 28">
            <a:extLst>
              <a:ext uri="{FF2B5EF4-FFF2-40B4-BE49-F238E27FC236}">
                <a16:creationId xmlns:a16="http://schemas.microsoft.com/office/drawing/2014/main" id="{8A736D33-7C4D-BC9E-6A16-FE42C1380200}"/>
              </a:ext>
            </a:extLst>
          </p:cNvPr>
          <p:cNvSpPr>
            <a:spLocks noGrp="1"/>
          </p:cNvSpPr>
          <p:nvPr>
            <p:ph type="body" sz="quarter" idx="17" hasCustomPrompt="1"/>
          </p:nvPr>
        </p:nvSpPr>
        <p:spPr>
          <a:xfrm>
            <a:off x="1318063" y="1883242"/>
            <a:ext cx="2412000" cy="180000"/>
          </a:xfrm>
        </p:spPr>
        <p:txBody>
          <a:bodyPr anchor="ctr"/>
          <a:lstStyle>
            <a:lvl1pPr marL="0" indent="0">
              <a:lnSpc>
                <a:spcPct val="100000"/>
              </a:lnSpc>
              <a:spcBef>
                <a:spcPct val="0"/>
              </a:spcBef>
              <a:buNone/>
              <a:defRPr sz="1000" i="0">
                <a:solidFill>
                  <a:schemeClr val="bg1"/>
                </a:solidFill>
              </a:defRPr>
            </a:lvl1pPr>
          </a:lstStyle>
          <a:p>
            <a:pPr lvl="0"/>
            <a:r>
              <a:rPr lang="en-US"/>
              <a:t>Position</a:t>
            </a:r>
            <a:endParaRPr lang="en-GB"/>
          </a:p>
        </p:txBody>
      </p:sp>
      <p:sp>
        <p:nvSpPr>
          <p:cNvPr id="15" name="Text Placeholder 28">
            <a:extLst>
              <a:ext uri="{FF2B5EF4-FFF2-40B4-BE49-F238E27FC236}">
                <a16:creationId xmlns:a16="http://schemas.microsoft.com/office/drawing/2014/main" id="{61A79F10-4485-A613-9A8B-563723845ED9}"/>
              </a:ext>
            </a:extLst>
          </p:cNvPr>
          <p:cNvSpPr>
            <a:spLocks noGrp="1"/>
          </p:cNvSpPr>
          <p:nvPr>
            <p:ph type="body" sz="quarter" idx="18" hasCustomPrompt="1"/>
          </p:nvPr>
        </p:nvSpPr>
        <p:spPr>
          <a:xfrm>
            <a:off x="1435999" y="537937"/>
            <a:ext cx="2304000" cy="180000"/>
          </a:xfrm>
        </p:spPr>
        <p:txBody>
          <a:bodyPr anchor="ctr"/>
          <a:lstStyle>
            <a:lvl1pPr marL="0" indent="0">
              <a:lnSpc>
                <a:spcPct val="100000"/>
              </a:lnSpc>
              <a:spcBef>
                <a:spcPct val="0"/>
              </a:spcBef>
              <a:buNone/>
              <a:defRPr sz="1200" cap="all" baseline="0">
                <a:solidFill>
                  <a:schemeClr val="bg1"/>
                </a:solidFill>
                <a:latin typeface="+mj-lt"/>
              </a:defRPr>
            </a:lvl1pPr>
          </a:lstStyle>
          <a:p>
            <a:pPr lvl="0"/>
            <a:r>
              <a:rPr lang="en-US"/>
              <a:t>Name</a:t>
            </a:r>
            <a:endParaRPr lang="en-GB"/>
          </a:p>
        </p:txBody>
      </p:sp>
      <p:sp>
        <p:nvSpPr>
          <p:cNvPr id="16" name="Text Placeholder 28">
            <a:extLst>
              <a:ext uri="{FF2B5EF4-FFF2-40B4-BE49-F238E27FC236}">
                <a16:creationId xmlns:a16="http://schemas.microsoft.com/office/drawing/2014/main" id="{270F4BB3-DCE3-9B02-3232-62F61B331EAC}"/>
              </a:ext>
            </a:extLst>
          </p:cNvPr>
          <p:cNvSpPr>
            <a:spLocks noGrp="1"/>
          </p:cNvSpPr>
          <p:nvPr>
            <p:ph type="body" sz="quarter" idx="19" hasCustomPrompt="1"/>
          </p:nvPr>
        </p:nvSpPr>
        <p:spPr>
          <a:xfrm>
            <a:off x="1435999" y="791602"/>
            <a:ext cx="2304000" cy="180000"/>
          </a:xfrm>
        </p:spPr>
        <p:txBody>
          <a:bodyPr anchor="ctr"/>
          <a:lstStyle>
            <a:lvl1pPr marL="0" indent="0">
              <a:lnSpc>
                <a:spcPct val="100000"/>
              </a:lnSpc>
              <a:spcBef>
                <a:spcPct val="0"/>
              </a:spcBef>
              <a:buNone/>
              <a:defRPr sz="1050">
                <a:solidFill>
                  <a:schemeClr val="bg1"/>
                </a:solidFill>
              </a:defRPr>
            </a:lvl1pPr>
          </a:lstStyle>
          <a:p>
            <a:pPr lvl="0"/>
            <a:r>
              <a:rPr lang="en-US"/>
              <a:t>Position</a:t>
            </a:r>
            <a:endParaRPr lang="en-GB"/>
          </a:p>
        </p:txBody>
      </p:sp>
      <p:sp>
        <p:nvSpPr>
          <p:cNvPr id="17" name="Text Placeholder 28">
            <a:extLst>
              <a:ext uri="{FF2B5EF4-FFF2-40B4-BE49-F238E27FC236}">
                <a16:creationId xmlns:a16="http://schemas.microsoft.com/office/drawing/2014/main" id="{D000A76F-39EB-4717-E0DF-0035401C2A75}"/>
              </a:ext>
            </a:extLst>
          </p:cNvPr>
          <p:cNvSpPr>
            <a:spLocks noGrp="1"/>
          </p:cNvSpPr>
          <p:nvPr>
            <p:ph type="body" sz="quarter" idx="20" hasCustomPrompt="1"/>
          </p:nvPr>
        </p:nvSpPr>
        <p:spPr>
          <a:xfrm>
            <a:off x="360000" y="2127609"/>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18" name="Text Placeholder 28">
            <a:extLst>
              <a:ext uri="{FF2B5EF4-FFF2-40B4-BE49-F238E27FC236}">
                <a16:creationId xmlns:a16="http://schemas.microsoft.com/office/drawing/2014/main" id="{10BE93CF-7A28-8287-E2C8-BEEFF2A3D430}"/>
              </a:ext>
            </a:extLst>
          </p:cNvPr>
          <p:cNvSpPr>
            <a:spLocks noGrp="1"/>
          </p:cNvSpPr>
          <p:nvPr>
            <p:ph type="body" sz="quarter" idx="21" hasCustomPrompt="1"/>
          </p:nvPr>
        </p:nvSpPr>
        <p:spPr>
          <a:xfrm>
            <a:off x="1318063" y="2123699"/>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r>
              <a:rPr lang="en-US"/>
              <a:t>Company</a:t>
            </a:r>
            <a:endParaRPr lang="en-GB"/>
          </a:p>
        </p:txBody>
      </p:sp>
      <p:sp>
        <p:nvSpPr>
          <p:cNvPr id="19" name="Text Placeholder 28">
            <a:extLst>
              <a:ext uri="{FF2B5EF4-FFF2-40B4-BE49-F238E27FC236}">
                <a16:creationId xmlns:a16="http://schemas.microsoft.com/office/drawing/2014/main" id="{5DF6128E-43D9-ADFD-6D9D-FBB0DE71CB3B}"/>
              </a:ext>
            </a:extLst>
          </p:cNvPr>
          <p:cNvSpPr>
            <a:spLocks noGrp="1"/>
          </p:cNvSpPr>
          <p:nvPr>
            <p:ph type="body" sz="quarter" idx="22" hasCustomPrompt="1"/>
          </p:nvPr>
        </p:nvSpPr>
        <p:spPr>
          <a:xfrm>
            <a:off x="1318063" y="2306603"/>
            <a:ext cx="2412000" cy="180000"/>
          </a:xfrm>
        </p:spPr>
        <p:txBody>
          <a:bodyPr anchor="ctr"/>
          <a:lstStyle>
            <a:lvl1pPr marL="0" indent="0">
              <a:lnSpc>
                <a:spcPct val="100000"/>
              </a:lnSpc>
              <a:spcBef>
                <a:spcPct val="0"/>
              </a:spcBef>
              <a:buNone/>
              <a:defRPr sz="1000" i="0">
                <a:solidFill>
                  <a:schemeClr val="bg1"/>
                </a:solidFill>
              </a:defRPr>
            </a:lvl1pPr>
          </a:lstStyle>
          <a:p>
            <a:pPr lvl="0"/>
            <a:r>
              <a:rPr lang="en-US"/>
              <a:t>Position</a:t>
            </a:r>
            <a:endParaRPr lang="en-GB"/>
          </a:p>
        </p:txBody>
      </p:sp>
      <p:sp>
        <p:nvSpPr>
          <p:cNvPr id="20" name="Text Placeholder 28">
            <a:extLst>
              <a:ext uri="{FF2B5EF4-FFF2-40B4-BE49-F238E27FC236}">
                <a16:creationId xmlns:a16="http://schemas.microsoft.com/office/drawing/2014/main" id="{A9C99A24-736F-B0C4-D508-E38BEEF31087}"/>
              </a:ext>
            </a:extLst>
          </p:cNvPr>
          <p:cNvSpPr>
            <a:spLocks noGrp="1"/>
          </p:cNvSpPr>
          <p:nvPr>
            <p:ph type="body" sz="quarter" idx="23" hasCustomPrompt="1"/>
          </p:nvPr>
        </p:nvSpPr>
        <p:spPr>
          <a:xfrm>
            <a:off x="360000" y="2552226"/>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21" name="Text Placeholder 28">
            <a:extLst>
              <a:ext uri="{FF2B5EF4-FFF2-40B4-BE49-F238E27FC236}">
                <a16:creationId xmlns:a16="http://schemas.microsoft.com/office/drawing/2014/main" id="{D26F8804-7260-2EE7-762E-88F6FFED7F58}"/>
              </a:ext>
            </a:extLst>
          </p:cNvPr>
          <p:cNvSpPr>
            <a:spLocks noGrp="1"/>
          </p:cNvSpPr>
          <p:nvPr>
            <p:ph type="body" sz="quarter" idx="24" hasCustomPrompt="1"/>
          </p:nvPr>
        </p:nvSpPr>
        <p:spPr>
          <a:xfrm>
            <a:off x="1318063" y="2548316"/>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r>
              <a:rPr lang="en-US"/>
              <a:t>Company</a:t>
            </a:r>
            <a:endParaRPr lang="en-GB"/>
          </a:p>
        </p:txBody>
      </p:sp>
      <p:sp>
        <p:nvSpPr>
          <p:cNvPr id="22" name="Text Placeholder 28">
            <a:extLst>
              <a:ext uri="{FF2B5EF4-FFF2-40B4-BE49-F238E27FC236}">
                <a16:creationId xmlns:a16="http://schemas.microsoft.com/office/drawing/2014/main" id="{222390F0-B5A4-FAA4-9BA3-B36823B00F0C}"/>
              </a:ext>
            </a:extLst>
          </p:cNvPr>
          <p:cNvSpPr>
            <a:spLocks noGrp="1"/>
          </p:cNvSpPr>
          <p:nvPr>
            <p:ph type="body" sz="quarter" idx="25" hasCustomPrompt="1"/>
          </p:nvPr>
        </p:nvSpPr>
        <p:spPr>
          <a:xfrm>
            <a:off x="1318063" y="2732885"/>
            <a:ext cx="2412000" cy="180000"/>
          </a:xfrm>
        </p:spPr>
        <p:txBody>
          <a:bodyPr anchor="ctr"/>
          <a:lstStyle>
            <a:lvl1pPr marL="0" indent="0">
              <a:lnSpc>
                <a:spcPct val="100000"/>
              </a:lnSpc>
              <a:spcBef>
                <a:spcPct val="0"/>
              </a:spcBef>
              <a:buNone/>
              <a:defRPr sz="1000" i="0">
                <a:solidFill>
                  <a:schemeClr val="bg1"/>
                </a:solidFill>
              </a:defRPr>
            </a:lvl1pPr>
          </a:lstStyle>
          <a:p>
            <a:pPr lvl="0"/>
            <a:r>
              <a:rPr lang="en-US"/>
              <a:t>Position</a:t>
            </a:r>
            <a:endParaRPr lang="en-GB"/>
          </a:p>
        </p:txBody>
      </p:sp>
      <p:sp>
        <p:nvSpPr>
          <p:cNvPr id="23" name="Text Placeholder 28">
            <a:extLst>
              <a:ext uri="{FF2B5EF4-FFF2-40B4-BE49-F238E27FC236}">
                <a16:creationId xmlns:a16="http://schemas.microsoft.com/office/drawing/2014/main" id="{4C68694E-316F-1EAB-24F0-1A922F5B2ED3}"/>
              </a:ext>
            </a:extLst>
          </p:cNvPr>
          <p:cNvSpPr>
            <a:spLocks noGrp="1"/>
          </p:cNvSpPr>
          <p:nvPr>
            <p:ph type="body" sz="quarter" idx="26" hasCustomPrompt="1"/>
          </p:nvPr>
        </p:nvSpPr>
        <p:spPr>
          <a:xfrm>
            <a:off x="360000" y="2976843"/>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24" name="Text Placeholder 28">
            <a:extLst>
              <a:ext uri="{FF2B5EF4-FFF2-40B4-BE49-F238E27FC236}">
                <a16:creationId xmlns:a16="http://schemas.microsoft.com/office/drawing/2014/main" id="{11E85670-20E0-B0D6-67DE-B1377961E2A4}"/>
              </a:ext>
            </a:extLst>
          </p:cNvPr>
          <p:cNvSpPr>
            <a:spLocks noGrp="1"/>
          </p:cNvSpPr>
          <p:nvPr>
            <p:ph type="body" sz="quarter" idx="27" hasCustomPrompt="1"/>
          </p:nvPr>
        </p:nvSpPr>
        <p:spPr>
          <a:xfrm>
            <a:off x="1318063" y="2972933"/>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r>
              <a:rPr lang="en-US"/>
              <a:t>Company</a:t>
            </a:r>
            <a:endParaRPr lang="en-GB"/>
          </a:p>
        </p:txBody>
      </p:sp>
      <p:sp>
        <p:nvSpPr>
          <p:cNvPr id="25" name="Text Placeholder 28">
            <a:extLst>
              <a:ext uri="{FF2B5EF4-FFF2-40B4-BE49-F238E27FC236}">
                <a16:creationId xmlns:a16="http://schemas.microsoft.com/office/drawing/2014/main" id="{EED7AD66-D019-5E6F-7A97-70CE93096925}"/>
              </a:ext>
            </a:extLst>
          </p:cNvPr>
          <p:cNvSpPr>
            <a:spLocks noGrp="1"/>
          </p:cNvSpPr>
          <p:nvPr>
            <p:ph type="body" sz="quarter" idx="28" hasCustomPrompt="1"/>
          </p:nvPr>
        </p:nvSpPr>
        <p:spPr>
          <a:xfrm>
            <a:off x="1318063" y="3154827"/>
            <a:ext cx="2412000" cy="180000"/>
          </a:xfrm>
        </p:spPr>
        <p:txBody>
          <a:bodyPr anchor="ctr"/>
          <a:lstStyle>
            <a:lvl1pPr marL="0" indent="0">
              <a:lnSpc>
                <a:spcPct val="100000"/>
              </a:lnSpc>
              <a:spcBef>
                <a:spcPct val="0"/>
              </a:spcBef>
              <a:buNone/>
              <a:defRPr sz="1000" i="0">
                <a:solidFill>
                  <a:schemeClr val="bg1"/>
                </a:solidFill>
              </a:defRPr>
            </a:lvl1pPr>
          </a:lstStyle>
          <a:p>
            <a:pPr lvl="0"/>
            <a:r>
              <a:rPr lang="en-US"/>
              <a:t>Position</a:t>
            </a:r>
            <a:endParaRPr lang="en-GB"/>
          </a:p>
        </p:txBody>
      </p:sp>
      <p:sp>
        <p:nvSpPr>
          <p:cNvPr id="26" name="Text Placeholder 28">
            <a:extLst>
              <a:ext uri="{FF2B5EF4-FFF2-40B4-BE49-F238E27FC236}">
                <a16:creationId xmlns:a16="http://schemas.microsoft.com/office/drawing/2014/main" id="{2B8FBF66-DFFE-251C-9E2A-4586984D28D1}"/>
              </a:ext>
            </a:extLst>
          </p:cNvPr>
          <p:cNvSpPr>
            <a:spLocks noGrp="1"/>
          </p:cNvSpPr>
          <p:nvPr>
            <p:ph type="body" sz="quarter" idx="29" hasCustomPrompt="1"/>
          </p:nvPr>
        </p:nvSpPr>
        <p:spPr>
          <a:xfrm>
            <a:off x="360000" y="3401460"/>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27" name="Text Placeholder 28">
            <a:extLst>
              <a:ext uri="{FF2B5EF4-FFF2-40B4-BE49-F238E27FC236}">
                <a16:creationId xmlns:a16="http://schemas.microsoft.com/office/drawing/2014/main" id="{4C5DA838-4784-63F5-90D3-F935B5EC2526}"/>
              </a:ext>
            </a:extLst>
          </p:cNvPr>
          <p:cNvSpPr>
            <a:spLocks noGrp="1"/>
          </p:cNvSpPr>
          <p:nvPr>
            <p:ph type="body" sz="quarter" idx="30" hasCustomPrompt="1"/>
          </p:nvPr>
        </p:nvSpPr>
        <p:spPr>
          <a:xfrm>
            <a:off x="1318063" y="3397550"/>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r>
              <a:rPr lang="en-US"/>
              <a:t>Company</a:t>
            </a:r>
            <a:endParaRPr lang="en-GB"/>
          </a:p>
        </p:txBody>
      </p:sp>
      <p:sp>
        <p:nvSpPr>
          <p:cNvPr id="28" name="Text Placeholder 28">
            <a:extLst>
              <a:ext uri="{FF2B5EF4-FFF2-40B4-BE49-F238E27FC236}">
                <a16:creationId xmlns:a16="http://schemas.microsoft.com/office/drawing/2014/main" id="{D3AA768A-2A3D-272F-11D7-C36415A148D0}"/>
              </a:ext>
            </a:extLst>
          </p:cNvPr>
          <p:cNvSpPr>
            <a:spLocks noGrp="1"/>
          </p:cNvSpPr>
          <p:nvPr>
            <p:ph type="body" sz="quarter" idx="31" hasCustomPrompt="1"/>
          </p:nvPr>
        </p:nvSpPr>
        <p:spPr>
          <a:xfrm>
            <a:off x="1318063" y="3579442"/>
            <a:ext cx="2412000" cy="180000"/>
          </a:xfrm>
        </p:spPr>
        <p:txBody>
          <a:bodyPr anchor="ctr"/>
          <a:lstStyle>
            <a:lvl1pPr marL="0" indent="0">
              <a:lnSpc>
                <a:spcPct val="100000"/>
              </a:lnSpc>
              <a:spcBef>
                <a:spcPct val="0"/>
              </a:spcBef>
              <a:buNone/>
              <a:defRPr sz="1000" i="0">
                <a:solidFill>
                  <a:schemeClr val="bg1"/>
                </a:solidFill>
              </a:defRPr>
            </a:lvl1pPr>
          </a:lstStyle>
          <a:p>
            <a:pPr lvl="0"/>
            <a:r>
              <a:rPr lang="en-US"/>
              <a:t>Position</a:t>
            </a:r>
            <a:endParaRPr lang="en-GB"/>
          </a:p>
        </p:txBody>
      </p:sp>
      <p:sp>
        <p:nvSpPr>
          <p:cNvPr id="29" name="TextBox 28">
            <a:extLst>
              <a:ext uri="{FF2B5EF4-FFF2-40B4-BE49-F238E27FC236}">
                <a16:creationId xmlns:a16="http://schemas.microsoft.com/office/drawing/2014/main" id="{81F33A88-0CC6-6AC9-55DE-40131965FD14}"/>
              </a:ext>
            </a:extLst>
          </p:cNvPr>
          <p:cNvSpPr txBox="1"/>
          <p:nvPr userDrawn="1"/>
        </p:nvSpPr>
        <p:spPr bwMode="gray">
          <a:xfrm>
            <a:off x="360000" y="4255608"/>
            <a:ext cx="1728192" cy="21409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GB" sz="1050">
                <a:solidFill>
                  <a:schemeClr val="bg1"/>
                </a:solidFill>
                <a:latin typeface="+mj-lt"/>
              </a:rPr>
              <a:t>Education</a:t>
            </a:r>
            <a:endParaRPr lang="en-GB" sz="1400">
              <a:solidFill>
                <a:schemeClr val="bg1"/>
              </a:solidFill>
              <a:latin typeface="+mj-lt"/>
            </a:endParaRPr>
          </a:p>
        </p:txBody>
      </p:sp>
      <p:sp>
        <p:nvSpPr>
          <p:cNvPr id="30" name="Text Placeholder 28">
            <a:extLst>
              <a:ext uri="{FF2B5EF4-FFF2-40B4-BE49-F238E27FC236}">
                <a16:creationId xmlns:a16="http://schemas.microsoft.com/office/drawing/2014/main" id="{D528D76E-A573-F9D9-C601-5FA53C4BBC67}"/>
              </a:ext>
            </a:extLst>
          </p:cNvPr>
          <p:cNvSpPr>
            <a:spLocks noGrp="1"/>
          </p:cNvSpPr>
          <p:nvPr>
            <p:ph type="body" sz="quarter" idx="32" hasCustomPrompt="1"/>
          </p:nvPr>
        </p:nvSpPr>
        <p:spPr>
          <a:xfrm>
            <a:off x="360000" y="3826075"/>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31" name="Text Placeholder 28">
            <a:extLst>
              <a:ext uri="{FF2B5EF4-FFF2-40B4-BE49-F238E27FC236}">
                <a16:creationId xmlns:a16="http://schemas.microsoft.com/office/drawing/2014/main" id="{9D50B0BE-C016-444A-17C9-6E35F13BE504}"/>
              </a:ext>
            </a:extLst>
          </p:cNvPr>
          <p:cNvSpPr>
            <a:spLocks noGrp="1"/>
          </p:cNvSpPr>
          <p:nvPr>
            <p:ph type="body" sz="quarter" idx="33" hasCustomPrompt="1"/>
          </p:nvPr>
        </p:nvSpPr>
        <p:spPr>
          <a:xfrm>
            <a:off x="1318063" y="3822165"/>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r>
              <a:rPr lang="en-US"/>
              <a:t>Company</a:t>
            </a:r>
            <a:endParaRPr lang="en-GB"/>
          </a:p>
        </p:txBody>
      </p:sp>
      <p:sp>
        <p:nvSpPr>
          <p:cNvPr id="32" name="Text Placeholder 28">
            <a:extLst>
              <a:ext uri="{FF2B5EF4-FFF2-40B4-BE49-F238E27FC236}">
                <a16:creationId xmlns:a16="http://schemas.microsoft.com/office/drawing/2014/main" id="{526D5D41-1C3C-76EB-C05D-7E16921435F8}"/>
              </a:ext>
            </a:extLst>
          </p:cNvPr>
          <p:cNvSpPr>
            <a:spLocks noGrp="1"/>
          </p:cNvSpPr>
          <p:nvPr>
            <p:ph type="body" sz="quarter" idx="34" hasCustomPrompt="1"/>
          </p:nvPr>
        </p:nvSpPr>
        <p:spPr>
          <a:xfrm>
            <a:off x="1318063" y="4004435"/>
            <a:ext cx="2412000" cy="180000"/>
          </a:xfrm>
        </p:spPr>
        <p:txBody>
          <a:bodyPr anchor="ctr"/>
          <a:lstStyle>
            <a:lvl1pPr marL="0" indent="0">
              <a:lnSpc>
                <a:spcPct val="100000"/>
              </a:lnSpc>
              <a:spcBef>
                <a:spcPct val="0"/>
              </a:spcBef>
              <a:buNone/>
              <a:defRPr sz="1000" i="0">
                <a:solidFill>
                  <a:schemeClr val="bg1"/>
                </a:solidFill>
              </a:defRPr>
            </a:lvl1pPr>
          </a:lstStyle>
          <a:p>
            <a:pPr lvl="0"/>
            <a:r>
              <a:rPr lang="en-US"/>
              <a:t>Position</a:t>
            </a:r>
            <a:endParaRPr lang="en-GB"/>
          </a:p>
        </p:txBody>
      </p:sp>
      <p:sp>
        <p:nvSpPr>
          <p:cNvPr id="33" name="Text Placeholder 28">
            <a:extLst>
              <a:ext uri="{FF2B5EF4-FFF2-40B4-BE49-F238E27FC236}">
                <a16:creationId xmlns:a16="http://schemas.microsoft.com/office/drawing/2014/main" id="{1DC02364-A753-EDBC-CABA-1B1CC5DC5D2C}"/>
              </a:ext>
            </a:extLst>
          </p:cNvPr>
          <p:cNvSpPr>
            <a:spLocks noGrp="1"/>
          </p:cNvSpPr>
          <p:nvPr>
            <p:ph type="body" sz="quarter" idx="35" hasCustomPrompt="1"/>
          </p:nvPr>
        </p:nvSpPr>
        <p:spPr>
          <a:xfrm>
            <a:off x="360000" y="4534436"/>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34" name="Text Placeholder 28">
            <a:extLst>
              <a:ext uri="{FF2B5EF4-FFF2-40B4-BE49-F238E27FC236}">
                <a16:creationId xmlns:a16="http://schemas.microsoft.com/office/drawing/2014/main" id="{6621A6E0-57E5-2079-BCA4-F78EBDDAF1DA}"/>
              </a:ext>
            </a:extLst>
          </p:cNvPr>
          <p:cNvSpPr>
            <a:spLocks noGrp="1"/>
          </p:cNvSpPr>
          <p:nvPr>
            <p:ph type="body" sz="quarter" idx="36" hasCustomPrompt="1"/>
          </p:nvPr>
        </p:nvSpPr>
        <p:spPr>
          <a:xfrm>
            <a:off x="1301726" y="4530526"/>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r>
              <a:rPr lang="en-US"/>
              <a:t>Degree</a:t>
            </a:r>
            <a:endParaRPr lang="en-GB"/>
          </a:p>
        </p:txBody>
      </p:sp>
      <p:sp>
        <p:nvSpPr>
          <p:cNvPr id="35" name="Text Placeholder 28">
            <a:extLst>
              <a:ext uri="{FF2B5EF4-FFF2-40B4-BE49-F238E27FC236}">
                <a16:creationId xmlns:a16="http://schemas.microsoft.com/office/drawing/2014/main" id="{4DF38E78-DB04-460D-4CAA-F0E43B0D3B42}"/>
              </a:ext>
            </a:extLst>
          </p:cNvPr>
          <p:cNvSpPr>
            <a:spLocks noGrp="1"/>
          </p:cNvSpPr>
          <p:nvPr>
            <p:ph type="body" sz="quarter" idx="37" hasCustomPrompt="1"/>
          </p:nvPr>
        </p:nvSpPr>
        <p:spPr>
          <a:xfrm>
            <a:off x="1301726" y="4712796"/>
            <a:ext cx="2412000" cy="180000"/>
          </a:xfrm>
        </p:spPr>
        <p:txBody>
          <a:bodyPr anchor="ctr"/>
          <a:lstStyle>
            <a:lvl1pPr marL="0" indent="0">
              <a:lnSpc>
                <a:spcPct val="100000"/>
              </a:lnSpc>
              <a:spcBef>
                <a:spcPct val="0"/>
              </a:spcBef>
              <a:buNone/>
              <a:defRPr sz="1000" i="0">
                <a:solidFill>
                  <a:schemeClr val="bg1"/>
                </a:solidFill>
              </a:defRPr>
            </a:lvl1pPr>
          </a:lstStyle>
          <a:p>
            <a:pPr lvl="0"/>
            <a:r>
              <a:rPr lang="en-US"/>
              <a:t>University</a:t>
            </a:r>
            <a:endParaRPr lang="en-GB"/>
          </a:p>
        </p:txBody>
      </p:sp>
      <p:sp>
        <p:nvSpPr>
          <p:cNvPr id="36" name="Text Placeholder 28">
            <a:extLst>
              <a:ext uri="{FF2B5EF4-FFF2-40B4-BE49-F238E27FC236}">
                <a16:creationId xmlns:a16="http://schemas.microsoft.com/office/drawing/2014/main" id="{86F60684-9E1F-4490-3925-5D10C5CE8B08}"/>
              </a:ext>
            </a:extLst>
          </p:cNvPr>
          <p:cNvSpPr>
            <a:spLocks noGrp="1"/>
          </p:cNvSpPr>
          <p:nvPr>
            <p:ph type="body" sz="quarter" idx="38" hasCustomPrompt="1"/>
          </p:nvPr>
        </p:nvSpPr>
        <p:spPr>
          <a:xfrm>
            <a:off x="360000" y="4950211"/>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37" name="Text Placeholder 28">
            <a:extLst>
              <a:ext uri="{FF2B5EF4-FFF2-40B4-BE49-F238E27FC236}">
                <a16:creationId xmlns:a16="http://schemas.microsoft.com/office/drawing/2014/main" id="{8F941659-E09F-20AE-4C67-4EA79AD8B15D}"/>
              </a:ext>
            </a:extLst>
          </p:cNvPr>
          <p:cNvSpPr>
            <a:spLocks noGrp="1"/>
          </p:cNvSpPr>
          <p:nvPr>
            <p:ph type="body" sz="quarter" idx="39" hasCustomPrompt="1"/>
          </p:nvPr>
        </p:nvSpPr>
        <p:spPr>
          <a:xfrm>
            <a:off x="1301726" y="4950211"/>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r>
              <a:rPr lang="en-US"/>
              <a:t>Degree</a:t>
            </a:r>
            <a:endParaRPr lang="en-GB"/>
          </a:p>
        </p:txBody>
      </p:sp>
      <p:sp>
        <p:nvSpPr>
          <p:cNvPr id="38" name="Text Placeholder 28">
            <a:extLst>
              <a:ext uri="{FF2B5EF4-FFF2-40B4-BE49-F238E27FC236}">
                <a16:creationId xmlns:a16="http://schemas.microsoft.com/office/drawing/2014/main" id="{39D0EA40-1271-49EB-AC44-94CD65A31385}"/>
              </a:ext>
            </a:extLst>
          </p:cNvPr>
          <p:cNvSpPr>
            <a:spLocks noGrp="1"/>
          </p:cNvSpPr>
          <p:nvPr>
            <p:ph type="body" sz="quarter" idx="40" hasCustomPrompt="1"/>
          </p:nvPr>
        </p:nvSpPr>
        <p:spPr>
          <a:xfrm>
            <a:off x="1301726" y="5132481"/>
            <a:ext cx="2412000" cy="180000"/>
          </a:xfrm>
        </p:spPr>
        <p:txBody>
          <a:bodyPr anchor="ctr"/>
          <a:lstStyle>
            <a:lvl1pPr marL="0" indent="0">
              <a:lnSpc>
                <a:spcPct val="100000"/>
              </a:lnSpc>
              <a:spcBef>
                <a:spcPct val="0"/>
              </a:spcBef>
              <a:buNone/>
              <a:defRPr sz="1000" i="0">
                <a:solidFill>
                  <a:schemeClr val="bg1"/>
                </a:solidFill>
              </a:defRPr>
            </a:lvl1pPr>
          </a:lstStyle>
          <a:p>
            <a:pPr lvl="0"/>
            <a:r>
              <a:rPr lang="en-US"/>
              <a:t>University</a:t>
            </a:r>
            <a:endParaRPr lang="en-GB"/>
          </a:p>
        </p:txBody>
      </p:sp>
      <p:sp>
        <p:nvSpPr>
          <p:cNvPr id="39" name="Text Placeholder 28">
            <a:extLst>
              <a:ext uri="{FF2B5EF4-FFF2-40B4-BE49-F238E27FC236}">
                <a16:creationId xmlns:a16="http://schemas.microsoft.com/office/drawing/2014/main" id="{D4823A69-87F2-24AF-79E6-6E01DA864357}"/>
              </a:ext>
            </a:extLst>
          </p:cNvPr>
          <p:cNvSpPr>
            <a:spLocks noGrp="1"/>
          </p:cNvSpPr>
          <p:nvPr>
            <p:ph type="body" sz="quarter" idx="41" hasCustomPrompt="1"/>
          </p:nvPr>
        </p:nvSpPr>
        <p:spPr>
          <a:xfrm>
            <a:off x="360000" y="5379382"/>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40" name="Text Placeholder 28">
            <a:extLst>
              <a:ext uri="{FF2B5EF4-FFF2-40B4-BE49-F238E27FC236}">
                <a16:creationId xmlns:a16="http://schemas.microsoft.com/office/drawing/2014/main" id="{BD78FA25-8EEB-1349-AF53-5FB24D7C7604}"/>
              </a:ext>
            </a:extLst>
          </p:cNvPr>
          <p:cNvSpPr>
            <a:spLocks noGrp="1"/>
          </p:cNvSpPr>
          <p:nvPr>
            <p:ph type="body" sz="quarter" idx="42" hasCustomPrompt="1"/>
          </p:nvPr>
        </p:nvSpPr>
        <p:spPr>
          <a:xfrm>
            <a:off x="1301771" y="5379382"/>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r>
              <a:rPr lang="en-US"/>
              <a:t>Degree</a:t>
            </a:r>
            <a:endParaRPr lang="en-GB"/>
          </a:p>
        </p:txBody>
      </p:sp>
      <p:sp>
        <p:nvSpPr>
          <p:cNvPr id="41" name="Text Placeholder 28">
            <a:extLst>
              <a:ext uri="{FF2B5EF4-FFF2-40B4-BE49-F238E27FC236}">
                <a16:creationId xmlns:a16="http://schemas.microsoft.com/office/drawing/2014/main" id="{01C96766-647A-B828-DF52-E9C648145114}"/>
              </a:ext>
            </a:extLst>
          </p:cNvPr>
          <p:cNvSpPr>
            <a:spLocks noGrp="1"/>
          </p:cNvSpPr>
          <p:nvPr>
            <p:ph type="body" sz="quarter" idx="43" hasCustomPrompt="1"/>
          </p:nvPr>
        </p:nvSpPr>
        <p:spPr>
          <a:xfrm>
            <a:off x="1301771" y="5561652"/>
            <a:ext cx="2412000" cy="180000"/>
          </a:xfrm>
        </p:spPr>
        <p:txBody>
          <a:bodyPr anchor="ctr"/>
          <a:lstStyle>
            <a:lvl1pPr marL="0" indent="0">
              <a:lnSpc>
                <a:spcPct val="100000"/>
              </a:lnSpc>
              <a:spcBef>
                <a:spcPct val="0"/>
              </a:spcBef>
              <a:buNone/>
              <a:defRPr sz="1000" i="0">
                <a:solidFill>
                  <a:schemeClr val="bg1"/>
                </a:solidFill>
              </a:defRPr>
            </a:lvl1pPr>
          </a:lstStyle>
          <a:p>
            <a:pPr lvl="0"/>
            <a:r>
              <a:rPr lang="en-US"/>
              <a:t>University</a:t>
            </a:r>
            <a:endParaRPr lang="en-GB"/>
          </a:p>
        </p:txBody>
      </p:sp>
      <p:sp>
        <p:nvSpPr>
          <p:cNvPr id="42" name="Text Placeholder 28">
            <a:extLst>
              <a:ext uri="{FF2B5EF4-FFF2-40B4-BE49-F238E27FC236}">
                <a16:creationId xmlns:a16="http://schemas.microsoft.com/office/drawing/2014/main" id="{AFD2DE3F-C928-B96B-283E-E0541DA833E6}"/>
              </a:ext>
            </a:extLst>
          </p:cNvPr>
          <p:cNvSpPr>
            <a:spLocks noGrp="1"/>
          </p:cNvSpPr>
          <p:nvPr>
            <p:ph type="body" sz="quarter" idx="44" hasCustomPrompt="1"/>
          </p:nvPr>
        </p:nvSpPr>
        <p:spPr>
          <a:xfrm>
            <a:off x="360000" y="5803034"/>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43" name="Text Placeholder 28">
            <a:extLst>
              <a:ext uri="{FF2B5EF4-FFF2-40B4-BE49-F238E27FC236}">
                <a16:creationId xmlns:a16="http://schemas.microsoft.com/office/drawing/2014/main" id="{C7FE8ED1-E3CB-04AA-A14E-44D0612C409E}"/>
              </a:ext>
            </a:extLst>
          </p:cNvPr>
          <p:cNvSpPr>
            <a:spLocks noGrp="1"/>
          </p:cNvSpPr>
          <p:nvPr>
            <p:ph type="body" sz="quarter" idx="45" hasCustomPrompt="1"/>
          </p:nvPr>
        </p:nvSpPr>
        <p:spPr>
          <a:xfrm>
            <a:off x="1301726" y="5803034"/>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r>
              <a:rPr lang="en-US"/>
              <a:t>Degree</a:t>
            </a:r>
            <a:endParaRPr lang="en-GB"/>
          </a:p>
        </p:txBody>
      </p:sp>
      <p:sp>
        <p:nvSpPr>
          <p:cNvPr id="44" name="Text Placeholder 28">
            <a:extLst>
              <a:ext uri="{FF2B5EF4-FFF2-40B4-BE49-F238E27FC236}">
                <a16:creationId xmlns:a16="http://schemas.microsoft.com/office/drawing/2014/main" id="{419D92B9-7B14-9DD5-1D8D-6F4998979748}"/>
              </a:ext>
            </a:extLst>
          </p:cNvPr>
          <p:cNvSpPr>
            <a:spLocks noGrp="1"/>
          </p:cNvSpPr>
          <p:nvPr>
            <p:ph type="body" sz="quarter" idx="46" hasCustomPrompt="1"/>
          </p:nvPr>
        </p:nvSpPr>
        <p:spPr>
          <a:xfrm>
            <a:off x="1301726" y="5985304"/>
            <a:ext cx="2412000" cy="180000"/>
          </a:xfrm>
        </p:spPr>
        <p:txBody>
          <a:bodyPr anchor="ctr"/>
          <a:lstStyle>
            <a:lvl1pPr marL="0" indent="0">
              <a:lnSpc>
                <a:spcPct val="100000"/>
              </a:lnSpc>
              <a:spcBef>
                <a:spcPct val="0"/>
              </a:spcBef>
              <a:buNone/>
              <a:defRPr sz="1000" i="0">
                <a:solidFill>
                  <a:schemeClr val="bg1"/>
                </a:solidFill>
              </a:defRPr>
            </a:lvl1pPr>
          </a:lstStyle>
          <a:p>
            <a:pPr lvl="0"/>
            <a:r>
              <a:rPr lang="en-US"/>
              <a:t>University</a:t>
            </a:r>
            <a:endParaRPr lang="en-GB"/>
          </a:p>
        </p:txBody>
      </p:sp>
      <p:cxnSp>
        <p:nvCxnSpPr>
          <p:cNvPr id="47" name="Straight Connector 46">
            <a:extLst>
              <a:ext uri="{FF2B5EF4-FFF2-40B4-BE49-F238E27FC236}">
                <a16:creationId xmlns:a16="http://schemas.microsoft.com/office/drawing/2014/main" id="{315F8357-43DD-1A1D-1A89-5E88624679A6}"/>
              </a:ext>
            </a:extLst>
          </p:cNvPr>
          <p:cNvCxnSpPr>
            <a:cxnSpLocks/>
          </p:cNvCxnSpPr>
          <p:nvPr userDrawn="1"/>
        </p:nvCxnSpPr>
        <p:spPr bwMode="gray">
          <a:xfrm>
            <a:off x="6603203" y="1714748"/>
            <a:ext cx="0" cy="3327789"/>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1D82318C-C484-CDFD-1065-148C3A6F1227}"/>
              </a:ext>
            </a:extLst>
          </p:cNvPr>
          <p:cNvSpPr txBox="1"/>
          <p:nvPr userDrawn="1"/>
        </p:nvSpPr>
        <p:spPr bwMode="gray">
          <a:xfrm>
            <a:off x="4045397" y="1431471"/>
            <a:ext cx="1728192" cy="24833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GB" sz="1200">
                <a:solidFill>
                  <a:schemeClr val="tx1">
                    <a:lumMod val="60000"/>
                    <a:lumOff val="40000"/>
                  </a:schemeClr>
                </a:solidFill>
                <a:latin typeface="+mj-lt"/>
              </a:rPr>
              <a:t>Introduction</a:t>
            </a:r>
          </a:p>
        </p:txBody>
      </p:sp>
      <p:sp>
        <p:nvSpPr>
          <p:cNvPr id="49" name="TextBox 48">
            <a:extLst>
              <a:ext uri="{FF2B5EF4-FFF2-40B4-BE49-F238E27FC236}">
                <a16:creationId xmlns:a16="http://schemas.microsoft.com/office/drawing/2014/main" id="{AF053DF0-2CC7-2581-167F-81441EC1B378}"/>
              </a:ext>
            </a:extLst>
          </p:cNvPr>
          <p:cNvSpPr txBox="1"/>
          <p:nvPr userDrawn="1"/>
        </p:nvSpPr>
        <p:spPr bwMode="gray">
          <a:xfrm>
            <a:off x="6713009" y="1431471"/>
            <a:ext cx="1728192" cy="24833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GB" sz="1200">
                <a:solidFill>
                  <a:schemeClr val="tx1">
                    <a:lumMod val="60000"/>
                    <a:lumOff val="40000"/>
                  </a:schemeClr>
                </a:solidFill>
                <a:latin typeface="+mj-lt"/>
              </a:rPr>
              <a:t>Experience</a:t>
            </a:r>
          </a:p>
        </p:txBody>
      </p:sp>
      <p:sp>
        <p:nvSpPr>
          <p:cNvPr id="50" name="TextBox 49">
            <a:extLst>
              <a:ext uri="{FF2B5EF4-FFF2-40B4-BE49-F238E27FC236}">
                <a16:creationId xmlns:a16="http://schemas.microsoft.com/office/drawing/2014/main" id="{DAE1FE77-4203-3A77-1DF0-64E55114371C}"/>
              </a:ext>
            </a:extLst>
          </p:cNvPr>
          <p:cNvSpPr txBox="1"/>
          <p:nvPr userDrawn="1"/>
        </p:nvSpPr>
        <p:spPr bwMode="gray">
          <a:xfrm>
            <a:off x="9380620" y="1431471"/>
            <a:ext cx="1728192" cy="24833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GB" sz="1200">
                <a:solidFill>
                  <a:schemeClr val="tx1">
                    <a:lumMod val="60000"/>
                    <a:lumOff val="40000"/>
                  </a:schemeClr>
                </a:solidFill>
                <a:latin typeface="+mj-lt"/>
              </a:rPr>
              <a:t>Previous Clients</a:t>
            </a:r>
          </a:p>
        </p:txBody>
      </p:sp>
      <p:sp>
        <p:nvSpPr>
          <p:cNvPr id="51" name="Text Placeholder 78">
            <a:extLst>
              <a:ext uri="{FF2B5EF4-FFF2-40B4-BE49-F238E27FC236}">
                <a16:creationId xmlns:a16="http://schemas.microsoft.com/office/drawing/2014/main" id="{345D3BD3-E93F-2AA0-6CEF-F4F22AB6966F}"/>
              </a:ext>
            </a:extLst>
          </p:cNvPr>
          <p:cNvSpPr>
            <a:spLocks noGrp="1"/>
          </p:cNvSpPr>
          <p:nvPr>
            <p:ph type="body" sz="quarter" idx="48"/>
          </p:nvPr>
        </p:nvSpPr>
        <p:spPr>
          <a:xfrm>
            <a:off x="4045397" y="1714749"/>
            <a:ext cx="2448000" cy="3370436"/>
          </a:xfrm>
        </p:spPr>
        <p:txBody>
          <a:bodyPr/>
          <a:lstStyle>
            <a:lvl1pPr marL="0" indent="0">
              <a:lnSpc>
                <a:spcPct val="100000"/>
              </a:lnSpc>
              <a:spcBef>
                <a:spcPts val="600"/>
              </a:spcBef>
              <a:buNone/>
              <a:defRPr sz="1050">
                <a:solidFill>
                  <a:schemeClr val="tx1"/>
                </a:solidFill>
              </a:defRPr>
            </a:lvl1pPr>
          </a:lstStyle>
          <a:p>
            <a:pPr lvl="0"/>
            <a:r>
              <a:rPr lang="da-DK"/>
              <a:t>Klik for at redigere teksttypografierne i masteren</a:t>
            </a:r>
          </a:p>
        </p:txBody>
      </p:sp>
      <p:sp>
        <p:nvSpPr>
          <p:cNvPr id="52" name="Text Placeholder 78">
            <a:extLst>
              <a:ext uri="{FF2B5EF4-FFF2-40B4-BE49-F238E27FC236}">
                <a16:creationId xmlns:a16="http://schemas.microsoft.com/office/drawing/2014/main" id="{DC489207-8832-E637-CADE-E780786A43F2}"/>
              </a:ext>
            </a:extLst>
          </p:cNvPr>
          <p:cNvSpPr>
            <a:spLocks noGrp="1"/>
          </p:cNvSpPr>
          <p:nvPr>
            <p:ph type="body" sz="quarter" idx="49"/>
          </p:nvPr>
        </p:nvSpPr>
        <p:spPr>
          <a:xfrm>
            <a:off x="6713009" y="1714749"/>
            <a:ext cx="2448000" cy="3370436"/>
          </a:xfrm>
        </p:spPr>
        <p:txBody>
          <a:bodyPr/>
          <a:lstStyle>
            <a:lvl1pPr marL="0" indent="0">
              <a:lnSpc>
                <a:spcPct val="100000"/>
              </a:lnSpc>
              <a:spcBef>
                <a:spcPts val="600"/>
              </a:spcBef>
              <a:buNone/>
              <a:defRPr sz="1050">
                <a:solidFill>
                  <a:schemeClr val="tx1"/>
                </a:solidFill>
              </a:defRPr>
            </a:lvl1pPr>
          </a:lstStyle>
          <a:p>
            <a:pPr lvl="0"/>
            <a:r>
              <a:rPr lang="da-DK"/>
              <a:t>Klik for at redigere teksttypografierne i masteren</a:t>
            </a:r>
          </a:p>
        </p:txBody>
      </p:sp>
      <p:sp>
        <p:nvSpPr>
          <p:cNvPr id="53" name="Text Placeholder 84">
            <a:extLst>
              <a:ext uri="{FF2B5EF4-FFF2-40B4-BE49-F238E27FC236}">
                <a16:creationId xmlns:a16="http://schemas.microsoft.com/office/drawing/2014/main" id="{5EDE2799-0BFA-DE06-8453-0243AE60F7DD}"/>
              </a:ext>
            </a:extLst>
          </p:cNvPr>
          <p:cNvSpPr>
            <a:spLocks noGrp="1"/>
          </p:cNvSpPr>
          <p:nvPr>
            <p:ph type="body" sz="quarter" idx="51" hasCustomPrompt="1"/>
          </p:nvPr>
        </p:nvSpPr>
        <p:spPr>
          <a:xfrm>
            <a:off x="9380620" y="1714748"/>
            <a:ext cx="2448000" cy="3370436"/>
          </a:xfrm>
        </p:spPr>
        <p:txBody>
          <a:bodyPr/>
          <a:lstStyle>
            <a:lvl1pPr marL="0" indent="0">
              <a:lnSpc>
                <a:spcPct val="100000"/>
              </a:lnSpc>
              <a:buNone/>
              <a:defRPr sz="1050">
                <a:solidFill>
                  <a:schemeClr val="tx1"/>
                </a:solidFill>
              </a:defRPr>
            </a:lvl1pPr>
          </a:lstStyle>
          <a:p>
            <a:pPr lvl="0"/>
            <a:r>
              <a:rPr lang="en-US"/>
              <a:t>Clients</a:t>
            </a:r>
          </a:p>
        </p:txBody>
      </p:sp>
      <p:sp>
        <p:nvSpPr>
          <p:cNvPr id="54" name="TextBox 53">
            <a:extLst>
              <a:ext uri="{FF2B5EF4-FFF2-40B4-BE49-F238E27FC236}">
                <a16:creationId xmlns:a16="http://schemas.microsoft.com/office/drawing/2014/main" id="{05EF81C3-C106-72C6-708F-A4EAF1D82778}"/>
              </a:ext>
            </a:extLst>
          </p:cNvPr>
          <p:cNvSpPr txBox="1"/>
          <p:nvPr userDrawn="1"/>
        </p:nvSpPr>
        <p:spPr bwMode="gray">
          <a:xfrm>
            <a:off x="4068405" y="283262"/>
            <a:ext cx="1728192" cy="24833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GB" sz="1200">
                <a:solidFill>
                  <a:schemeClr val="tx1">
                    <a:lumMod val="60000"/>
                    <a:lumOff val="40000"/>
                  </a:schemeClr>
                </a:solidFill>
                <a:latin typeface="+mj-lt"/>
              </a:rPr>
              <a:t>Contact</a:t>
            </a:r>
          </a:p>
        </p:txBody>
      </p:sp>
      <p:sp>
        <p:nvSpPr>
          <p:cNvPr id="55" name="Text Placeholder 28">
            <a:extLst>
              <a:ext uri="{FF2B5EF4-FFF2-40B4-BE49-F238E27FC236}">
                <a16:creationId xmlns:a16="http://schemas.microsoft.com/office/drawing/2014/main" id="{83159BD0-29EF-BB05-0108-C079B08252BE}"/>
              </a:ext>
            </a:extLst>
          </p:cNvPr>
          <p:cNvSpPr>
            <a:spLocks noGrp="1"/>
          </p:cNvSpPr>
          <p:nvPr>
            <p:ph type="body" sz="quarter" idx="52" hasCustomPrompt="1"/>
          </p:nvPr>
        </p:nvSpPr>
        <p:spPr>
          <a:xfrm>
            <a:off x="4068405" y="542083"/>
            <a:ext cx="2592000" cy="180000"/>
          </a:xfrm>
        </p:spPr>
        <p:txBody>
          <a:bodyPr anchor="ctr"/>
          <a:lstStyle>
            <a:lvl1pPr marL="0" indent="0">
              <a:lnSpc>
                <a:spcPct val="100000"/>
              </a:lnSpc>
              <a:spcBef>
                <a:spcPct val="0"/>
              </a:spcBef>
              <a:buNone/>
              <a:defRPr sz="1000">
                <a:solidFill>
                  <a:schemeClr val="tx1"/>
                </a:solidFill>
              </a:defRPr>
            </a:lvl1pPr>
          </a:lstStyle>
          <a:p>
            <a:pPr lvl="0"/>
            <a:r>
              <a:rPr lang="en-US"/>
              <a:t>Email</a:t>
            </a:r>
            <a:endParaRPr lang="en-GB"/>
          </a:p>
        </p:txBody>
      </p:sp>
      <p:sp>
        <p:nvSpPr>
          <p:cNvPr id="56" name="Text Placeholder 28">
            <a:extLst>
              <a:ext uri="{FF2B5EF4-FFF2-40B4-BE49-F238E27FC236}">
                <a16:creationId xmlns:a16="http://schemas.microsoft.com/office/drawing/2014/main" id="{A0F02E58-1FF0-CD9F-A774-F5F24E67DF13}"/>
              </a:ext>
            </a:extLst>
          </p:cNvPr>
          <p:cNvSpPr>
            <a:spLocks noGrp="1"/>
          </p:cNvSpPr>
          <p:nvPr>
            <p:ph type="body" sz="quarter" idx="53" hasCustomPrompt="1"/>
          </p:nvPr>
        </p:nvSpPr>
        <p:spPr>
          <a:xfrm>
            <a:off x="4068405" y="791602"/>
            <a:ext cx="2592000" cy="180000"/>
          </a:xfrm>
        </p:spPr>
        <p:txBody>
          <a:bodyPr anchor="ctr"/>
          <a:lstStyle>
            <a:lvl1pPr marL="0" indent="0">
              <a:lnSpc>
                <a:spcPct val="100000"/>
              </a:lnSpc>
              <a:spcBef>
                <a:spcPct val="0"/>
              </a:spcBef>
              <a:buNone/>
              <a:defRPr sz="1000">
                <a:solidFill>
                  <a:schemeClr val="tx1"/>
                </a:solidFill>
              </a:defRPr>
            </a:lvl1pPr>
          </a:lstStyle>
          <a:p>
            <a:pPr lvl="0"/>
            <a:r>
              <a:rPr lang="en-US"/>
              <a:t>Mobile</a:t>
            </a:r>
            <a:endParaRPr lang="en-GB"/>
          </a:p>
        </p:txBody>
      </p:sp>
      <p:sp>
        <p:nvSpPr>
          <p:cNvPr id="57" name="TextBox 56">
            <a:extLst>
              <a:ext uri="{FF2B5EF4-FFF2-40B4-BE49-F238E27FC236}">
                <a16:creationId xmlns:a16="http://schemas.microsoft.com/office/drawing/2014/main" id="{96A17AEF-29BE-C4B1-CFF9-86758165BB35}"/>
              </a:ext>
            </a:extLst>
          </p:cNvPr>
          <p:cNvSpPr txBox="1"/>
          <p:nvPr userDrawn="1"/>
        </p:nvSpPr>
        <p:spPr bwMode="gray">
          <a:xfrm>
            <a:off x="4045397" y="5221764"/>
            <a:ext cx="1728192" cy="24833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GB" sz="1200">
                <a:solidFill>
                  <a:schemeClr val="tx1">
                    <a:lumMod val="60000"/>
                    <a:lumOff val="40000"/>
                  </a:schemeClr>
                </a:solidFill>
                <a:latin typeface="+mj-lt"/>
              </a:rPr>
              <a:t>Additional information</a:t>
            </a:r>
          </a:p>
        </p:txBody>
      </p:sp>
      <p:sp>
        <p:nvSpPr>
          <p:cNvPr id="59" name="TextBox 58">
            <a:extLst>
              <a:ext uri="{FF2B5EF4-FFF2-40B4-BE49-F238E27FC236}">
                <a16:creationId xmlns:a16="http://schemas.microsoft.com/office/drawing/2014/main" id="{068EB7D2-87CD-0014-C35D-510CECB65861}"/>
              </a:ext>
            </a:extLst>
          </p:cNvPr>
          <p:cNvSpPr txBox="1"/>
          <p:nvPr userDrawn="1"/>
        </p:nvSpPr>
        <p:spPr bwMode="gray">
          <a:xfrm>
            <a:off x="4045397" y="5741933"/>
            <a:ext cx="740216" cy="161583"/>
          </a:xfrm>
          <a:prstGeom prst="rect">
            <a:avLst/>
          </a:prstGeom>
          <a:no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pPr>
            <a:r>
              <a:rPr lang="en-GB" sz="1050">
                <a:solidFill>
                  <a:schemeClr val="tx1">
                    <a:lumMod val="60000"/>
                    <a:lumOff val="40000"/>
                  </a:schemeClr>
                </a:solidFill>
                <a:latin typeface="+mn-lt"/>
              </a:rPr>
              <a:t>Interests:</a:t>
            </a:r>
            <a:endParaRPr lang="en-GB" sz="1400">
              <a:solidFill>
                <a:schemeClr val="tx1">
                  <a:lumMod val="60000"/>
                  <a:lumOff val="40000"/>
                </a:schemeClr>
              </a:solidFill>
              <a:latin typeface="+mn-lt"/>
            </a:endParaRPr>
          </a:p>
        </p:txBody>
      </p:sp>
      <p:sp>
        <p:nvSpPr>
          <p:cNvPr id="60" name="Text Placeholder 78">
            <a:extLst>
              <a:ext uri="{FF2B5EF4-FFF2-40B4-BE49-F238E27FC236}">
                <a16:creationId xmlns:a16="http://schemas.microsoft.com/office/drawing/2014/main" id="{CA8885F2-D4A0-6CE2-F6E0-436C48D9CD39}"/>
              </a:ext>
            </a:extLst>
          </p:cNvPr>
          <p:cNvSpPr>
            <a:spLocks noGrp="1"/>
          </p:cNvSpPr>
          <p:nvPr>
            <p:ph type="body" sz="quarter" idx="54" hasCustomPrompt="1"/>
          </p:nvPr>
        </p:nvSpPr>
        <p:spPr>
          <a:xfrm>
            <a:off x="4808620" y="5527848"/>
            <a:ext cx="7020000" cy="180000"/>
          </a:xfrm>
        </p:spPr>
        <p:txBody>
          <a:bodyPr anchor="t"/>
          <a:lstStyle>
            <a:lvl1pPr marL="0" indent="0">
              <a:lnSpc>
                <a:spcPct val="100000"/>
              </a:lnSpc>
              <a:spcBef>
                <a:spcPct val="0"/>
              </a:spcBef>
              <a:buNone/>
              <a:defRPr sz="1050"/>
            </a:lvl1pPr>
          </a:lstStyle>
          <a:p>
            <a:pPr lvl="0"/>
            <a:r>
              <a:rPr lang="en-US"/>
              <a:t>Share your computer skills, such as level of Python, Java etc.</a:t>
            </a:r>
          </a:p>
        </p:txBody>
      </p:sp>
      <p:sp>
        <p:nvSpPr>
          <p:cNvPr id="61" name="Text Placeholder 78">
            <a:extLst>
              <a:ext uri="{FF2B5EF4-FFF2-40B4-BE49-F238E27FC236}">
                <a16:creationId xmlns:a16="http://schemas.microsoft.com/office/drawing/2014/main" id="{EF18ED78-44AC-AAE9-6C97-778B3B0D0D0A}"/>
              </a:ext>
            </a:extLst>
          </p:cNvPr>
          <p:cNvSpPr>
            <a:spLocks noGrp="1"/>
          </p:cNvSpPr>
          <p:nvPr>
            <p:ph type="body" sz="quarter" idx="55" hasCustomPrompt="1"/>
          </p:nvPr>
        </p:nvSpPr>
        <p:spPr>
          <a:xfrm>
            <a:off x="4813404" y="5741933"/>
            <a:ext cx="7015216" cy="164036"/>
          </a:xfrm>
        </p:spPr>
        <p:txBody>
          <a:bodyPr anchor="t"/>
          <a:lstStyle>
            <a:lvl1pPr marL="0" indent="0">
              <a:lnSpc>
                <a:spcPct val="100000"/>
              </a:lnSpc>
              <a:spcBef>
                <a:spcPct val="0"/>
              </a:spcBef>
              <a:buNone/>
              <a:defRPr sz="1050"/>
            </a:lvl1pPr>
          </a:lstStyle>
          <a:p>
            <a:pPr lvl="0"/>
            <a:r>
              <a:rPr lang="en-US"/>
              <a:t>Share your hobbies</a:t>
            </a:r>
          </a:p>
        </p:txBody>
      </p:sp>
      <p:cxnSp>
        <p:nvCxnSpPr>
          <p:cNvPr id="62" name="Straight Connector 61">
            <a:extLst>
              <a:ext uri="{FF2B5EF4-FFF2-40B4-BE49-F238E27FC236}">
                <a16:creationId xmlns:a16="http://schemas.microsoft.com/office/drawing/2014/main" id="{7104B1B1-5133-3B89-0246-F2A6A79D9881}"/>
              </a:ext>
            </a:extLst>
          </p:cNvPr>
          <p:cNvCxnSpPr>
            <a:cxnSpLocks/>
          </p:cNvCxnSpPr>
          <p:nvPr userDrawn="1"/>
        </p:nvCxnSpPr>
        <p:spPr bwMode="gray">
          <a:xfrm>
            <a:off x="9276065" y="1714748"/>
            <a:ext cx="0" cy="3327789"/>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919C8517-26DF-26CC-0872-82F4EACF1FC0}"/>
              </a:ext>
            </a:extLst>
          </p:cNvPr>
          <p:cNvSpPr txBox="1"/>
          <p:nvPr userDrawn="1"/>
        </p:nvSpPr>
        <p:spPr bwMode="gray">
          <a:xfrm>
            <a:off x="4045397" y="5527848"/>
            <a:ext cx="740216" cy="161583"/>
          </a:xfrm>
          <a:prstGeom prst="rect">
            <a:avLst/>
          </a:prstGeom>
          <a:no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pPr>
            <a:r>
              <a:rPr lang="en-GB" sz="1050">
                <a:solidFill>
                  <a:schemeClr val="tx1">
                    <a:lumMod val="60000"/>
                    <a:lumOff val="40000"/>
                  </a:schemeClr>
                </a:solidFill>
                <a:latin typeface="+mn-lt"/>
              </a:rPr>
              <a:t>Computer:</a:t>
            </a:r>
            <a:endParaRPr lang="en-GB" sz="1400">
              <a:solidFill>
                <a:schemeClr val="tx1">
                  <a:lumMod val="60000"/>
                  <a:lumOff val="40000"/>
                </a:schemeClr>
              </a:solidFill>
              <a:latin typeface="+mn-lt"/>
            </a:endParaRPr>
          </a:p>
        </p:txBody>
      </p:sp>
      <p:sp>
        <p:nvSpPr>
          <p:cNvPr id="3" name="TextBox 2">
            <a:extLst>
              <a:ext uri="{FF2B5EF4-FFF2-40B4-BE49-F238E27FC236}">
                <a16:creationId xmlns:a16="http://schemas.microsoft.com/office/drawing/2014/main" id="{2B1F94C1-67C2-D813-5155-1BB1043A727A}"/>
              </a:ext>
            </a:extLst>
          </p:cNvPr>
          <p:cNvSpPr txBox="1"/>
          <p:nvPr userDrawn="1"/>
        </p:nvSpPr>
        <p:spPr bwMode="gray">
          <a:xfrm>
            <a:off x="4045397" y="5956019"/>
            <a:ext cx="740216" cy="161583"/>
          </a:xfrm>
          <a:prstGeom prst="rect">
            <a:avLst/>
          </a:prstGeom>
          <a:no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pPr>
            <a:r>
              <a:rPr lang="en-GB" sz="1050">
                <a:solidFill>
                  <a:schemeClr val="tx1">
                    <a:lumMod val="60000"/>
                    <a:lumOff val="40000"/>
                  </a:schemeClr>
                </a:solidFill>
                <a:latin typeface="+mn-lt"/>
              </a:rPr>
              <a:t>Languages:</a:t>
            </a:r>
            <a:endParaRPr lang="en-GB" sz="1400">
              <a:solidFill>
                <a:schemeClr val="tx1">
                  <a:lumMod val="60000"/>
                  <a:lumOff val="40000"/>
                </a:schemeClr>
              </a:solidFill>
              <a:latin typeface="+mn-lt"/>
            </a:endParaRPr>
          </a:p>
        </p:txBody>
      </p:sp>
      <p:sp>
        <p:nvSpPr>
          <p:cNvPr id="63" name="Text Placeholder 78">
            <a:extLst>
              <a:ext uri="{FF2B5EF4-FFF2-40B4-BE49-F238E27FC236}">
                <a16:creationId xmlns:a16="http://schemas.microsoft.com/office/drawing/2014/main" id="{3B34B754-13E8-CA7E-5ED1-9AF974404281}"/>
              </a:ext>
            </a:extLst>
          </p:cNvPr>
          <p:cNvSpPr>
            <a:spLocks noGrp="1"/>
          </p:cNvSpPr>
          <p:nvPr>
            <p:ph type="body" sz="quarter" idx="56" hasCustomPrompt="1"/>
          </p:nvPr>
        </p:nvSpPr>
        <p:spPr>
          <a:xfrm>
            <a:off x="4813404" y="5956019"/>
            <a:ext cx="7015216" cy="164036"/>
          </a:xfrm>
        </p:spPr>
        <p:txBody>
          <a:bodyPr anchor="t"/>
          <a:lstStyle>
            <a:lvl1pPr marL="0" indent="0">
              <a:lnSpc>
                <a:spcPct val="100000"/>
              </a:lnSpc>
              <a:spcBef>
                <a:spcPct val="0"/>
              </a:spcBef>
              <a:buNone/>
              <a:defRPr sz="1050"/>
            </a:lvl1pPr>
          </a:lstStyle>
          <a:p>
            <a:pPr lvl="0"/>
            <a:r>
              <a:rPr lang="en-US"/>
              <a:t>Share your Languages</a:t>
            </a:r>
          </a:p>
        </p:txBody>
      </p:sp>
      <p:sp>
        <p:nvSpPr>
          <p:cNvPr id="64" name="TextBox 63">
            <a:extLst>
              <a:ext uri="{FF2B5EF4-FFF2-40B4-BE49-F238E27FC236}">
                <a16:creationId xmlns:a16="http://schemas.microsoft.com/office/drawing/2014/main" id="{D67FDAD8-57FE-F0CF-6AD0-35D0B6C47E8B}"/>
              </a:ext>
            </a:extLst>
          </p:cNvPr>
          <p:cNvSpPr txBox="1"/>
          <p:nvPr userDrawn="1"/>
        </p:nvSpPr>
        <p:spPr bwMode="gray">
          <a:xfrm>
            <a:off x="544286" y="6589486"/>
            <a:ext cx="0" cy="0"/>
          </a:xfrm>
          <a:prstGeom prst="rect">
            <a:avLst/>
          </a:prstGeom>
          <a:noFill/>
        </p:spPr>
        <p:txBody>
          <a:bodyPr wrap="none" lIns="0" tIns="0" rIns="0" bIns="0" rtlCol="0">
            <a:noAutofit/>
          </a:bodyPr>
          <a:lstStyle/>
          <a:p>
            <a:pPr marL="216000" indent="-216000" algn="l">
              <a:spcBef>
                <a:spcPts val="600"/>
              </a:spcBef>
              <a:buFont typeface="Arial" panose="020B0604020202020204" pitchFamily="34" charset="0"/>
              <a:buChar char="•"/>
            </a:pPr>
            <a:endParaRPr lang="en-GB" sz="1200" err="1"/>
          </a:p>
        </p:txBody>
      </p:sp>
      <p:pic>
        <p:nvPicPr>
          <p:cNvPr id="66" name="Picture 65" descr="A white text on a black background&#10;&#10;Description automatically generated">
            <a:extLst>
              <a:ext uri="{FF2B5EF4-FFF2-40B4-BE49-F238E27FC236}">
                <a16:creationId xmlns:a16="http://schemas.microsoft.com/office/drawing/2014/main" id="{97A5B77D-D2F6-4CEF-0131-80ADE79BE8B1}"/>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368711" y="6330346"/>
            <a:ext cx="310560" cy="386522"/>
          </a:xfrm>
          <a:prstGeom prst="rect">
            <a:avLst/>
          </a:prstGeom>
        </p:spPr>
      </p:pic>
    </p:spTree>
    <p:extLst>
      <p:ext uri="{BB962C8B-B14F-4D97-AF65-F5344CB8AC3E}">
        <p14:creationId xmlns:p14="http://schemas.microsoft.com/office/powerpoint/2010/main" val="14575619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om">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B56EABE-D55B-4373-F6CF-224BF43E855B}"/>
              </a:ext>
            </a:extLst>
          </p:cNvPr>
          <p:cNvGraphicFramePr>
            <a:graphicFrameLocks noChangeAspect="1"/>
          </p:cNvGraphicFramePr>
          <p:nvPr userDrawn="1">
            <p:custDataLst>
              <p:tags r:id="rId1"/>
            </p:custDataLst>
            <p:extLst>
              <p:ext uri="{D42A27DB-BD31-4B8C-83A1-F6EECF244321}">
                <p14:modId xmlns:p14="http://schemas.microsoft.com/office/powerpoint/2010/main" val="37719812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9" name="Object 8" hidden="1">
                        <a:extLst>
                          <a:ext uri="{FF2B5EF4-FFF2-40B4-BE49-F238E27FC236}">
                            <a16:creationId xmlns:a16="http://schemas.microsoft.com/office/drawing/2014/main" id="{1B56EABE-D55B-4373-F6CF-224BF43E855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Footer Placeholder 2">
            <a:extLst>
              <a:ext uri="{FF2B5EF4-FFF2-40B4-BE49-F238E27FC236}">
                <a16:creationId xmlns:a16="http://schemas.microsoft.com/office/drawing/2014/main" id="{8F49937A-B7FC-BEF8-D201-FD47BD9953A4}"/>
              </a:ext>
            </a:extLst>
          </p:cNvPr>
          <p:cNvSpPr>
            <a:spLocks noGrp="1"/>
          </p:cNvSpPr>
          <p:nvPr>
            <p:ph type="ftr" sz="quarter" idx="3"/>
          </p:nvPr>
        </p:nvSpPr>
        <p:spPr>
          <a:xfrm>
            <a:off x="675936" y="6321425"/>
            <a:ext cx="10087857" cy="367612"/>
          </a:xfrm>
          <a:prstGeom prst="rect">
            <a:avLst/>
          </a:prstGeom>
        </p:spPr>
        <p:txBody>
          <a:bodyPr anchor="ctr"/>
          <a:lstStyle>
            <a:lvl1pPr rtl="0">
              <a:defRPr sz="1000">
                <a:solidFill>
                  <a:schemeClr val="tx1"/>
                </a:solidFill>
              </a:defRPr>
            </a:lvl1pPr>
          </a:lstStyle>
          <a:p>
            <a:endParaRPr lang="en-GB"/>
          </a:p>
        </p:txBody>
      </p:sp>
    </p:spTree>
    <p:extLst>
      <p:ext uri="{BB962C8B-B14F-4D97-AF65-F5344CB8AC3E}">
        <p14:creationId xmlns:p14="http://schemas.microsoft.com/office/powerpoint/2010/main" val="28515519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11D0870-4C4D-D254-0047-0E53AB85BE7F}"/>
              </a:ext>
            </a:extLst>
          </p:cNvPr>
          <p:cNvGraphicFramePr>
            <a:graphicFrameLocks noChangeAspect="1"/>
          </p:cNvGraphicFramePr>
          <p:nvPr userDrawn="1">
            <p:custDataLst>
              <p:tags r:id="rId1"/>
            </p:custDataLst>
            <p:extLst>
              <p:ext uri="{D42A27DB-BD31-4B8C-83A1-F6EECF244321}">
                <p14:modId xmlns:p14="http://schemas.microsoft.com/office/powerpoint/2010/main" val="25668657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3" name="Object 2" hidden="1">
                        <a:extLst>
                          <a:ext uri="{FF2B5EF4-FFF2-40B4-BE49-F238E27FC236}">
                            <a16:creationId xmlns:a16="http://schemas.microsoft.com/office/drawing/2014/main" id="{911D0870-4C4D-D254-0047-0E53AB85BE7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4" name="Picture 3">
            <a:extLst>
              <a:ext uri="{FF2B5EF4-FFF2-40B4-BE49-F238E27FC236}">
                <a16:creationId xmlns:a16="http://schemas.microsoft.com/office/drawing/2014/main" id="{E7D51B20-4026-05E8-76F6-105B6B958226}"/>
              </a:ext>
            </a:extLst>
          </p:cNvPr>
          <p:cNvPicPr>
            <a:picLocks noChangeAspect="1"/>
          </p:cNvPicPr>
          <p:nvPr userDrawn="1"/>
        </p:nvPicPr>
        <p:blipFill>
          <a:blip r:embed="rId5">
            <a:duotone>
              <a:srgbClr val="3D4D55">
                <a:shade val="45000"/>
                <a:satMod val="135000"/>
              </a:srgbClr>
              <a:prstClr val="white"/>
            </a:duotone>
          </a:blip>
          <a:stretch>
            <a:fillRect/>
          </a:stretch>
        </p:blipFill>
        <p:spPr>
          <a:xfrm>
            <a:off x="0" y="8709"/>
            <a:ext cx="12192000" cy="6858000"/>
          </a:xfrm>
          <a:prstGeom prst="rect">
            <a:avLst/>
          </a:prstGeom>
        </p:spPr>
      </p:pic>
      <p:sp>
        <p:nvSpPr>
          <p:cNvPr id="13" name="TextBox 12">
            <a:extLst>
              <a:ext uri="{FF2B5EF4-FFF2-40B4-BE49-F238E27FC236}">
                <a16:creationId xmlns:a16="http://schemas.microsoft.com/office/drawing/2014/main" id="{EA898D02-52EF-043A-9274-CBA01060A9F5}"/>
              </a:ext>
            </a:extLst>
          </p:cNvPr>
          <p:cNvSpPr txBox="1"/>
          <p:nvPr userDrawn="1"/>
        </p:nvSpPr>
        <p:spPr bwMode="ltGray">
          <a:xfrm>
            <a:off x="360363" y="1557338"/>
            <a:ext cx="4983163" cy="1435454"/>
          </a:xfrm>
          <a:prstGeom prst="rect">
            <a:avLst/>
          </a:prstGeom>
          <a:noFill/>
        </p:spPr>
        <p:txBody>
          <a:bodyPr wrap="square" lIns="0" tIns="0" rIns="0" bIns="0" rtlCol="0">
            <a:noAutofit/>
          </a:bodyPr>
          <a:lstStyle/>
          <a:p>
            <a:pPr rtl="0"/>
            <a:r>
              <a:rPr lang="en-GB" sz="3200">
                <a:solidFill>
                  <a:srgbClr val="EAE7E3"/>
                </a:solidFill>
                <a:latin typeface="+mj-lt"/>
              </a:rPr>
              <a:t>where it all </a:t>
            </a:r>
            <a:r>
              <a:rPr lang="en-GB" sz="3200">
                <a:solidFill>
                  <a:schemeClr val="tx1">
                    <a:lumMod val="60000"/>
                    <a:lumOff val="40000"/>
                  </a:schemeClr>
                </a:solidFill>
                <a:latin typeface="+mj-lt"/>
              </a:rPr>
              <a:t>adds up</a:t>
            </a:r>
          </a:p>
        </p:txBody>
      </p:sp>
      <p:pic>
        <p:nvPicPr>
          <p:cNvPr id="15" name="Graphic 14">
            <a:extLst>
              <a:ext uri="{FF2B5EF4-FFF2-40B4-BE49-F238E27FC236}">
                <a16:creationId xmlns:a16="http://schemas.microsoft.com/office/drawing/2014/main" id="{D144B9D2-97BD-5D2E-7DAB-732240DB19A2}"/>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0363" y="529362"/>
            <a:ext cx="2356712" cy="854916"/>
          </a:xfrm>
          <a:prstGeom prst="rect">
            <a:avLst/>
          </a:prstGeom>
        </p:spPr>
      </p:pic>
      <p:sp>
        <p:nvSpPr>
          <p:cNvPr id="2" name="Rectangle 1">
            <a:extLst>
              <a:ext uri="{FF2B5EF4-FFF2-40B4-BE49-F238E27FC236}">
                <a16:creationId xmlns:a16="http://schemas.microsoft.com/office/drawing/2014/main" id="{DA228619-3496-ED52-BC08-FA87C0B58065}"/>
              </a:ext>
            </a:extLst>
          </p:cNvPr>
          <p:cNvSpPr/>
          <p:nvPr userDrawn="1"/>
        </p:nvSpPr>
        <p:spPr bwMode="gray">
          <a:xfrm flipH="1" flipV="1">
            <a:off x="0" y="3622765"/>
            <a:ext cx="12192000" cy="3243943"/>
          </a:xfrm>
          <a:prstGeom prst="rect">
            <a:avLst/>
          </a:prstGeom>
          <a:gradFill>
            <a:gsLst>
              <a:gs pos="0">
                <a:srgbClr val="3D4D55">
                  <a:alpha val="0"/>
                </a:srgbClr>
              </a:gs>
              <a:gs pos="65000">
                <a:srgbClr val="25343C"/>
              </a:gs>
            </a:gsLst>
            <a:lin ang="16200000" scaled="0"/>
          </a:gradFill>
        </p:spPr>
        <p:txBody>
          <a:bodyPr vert="horz" lIns="90000" tIns="46800" rIns="90000" bIns="46800" rtlCol="0" anchor="t">
            <a:noAutofit/>
          </a:bodyPr>
          <a:lstStyle/>
          <a:p>
            <a:pPr marL="216000" marR="0" indent="-216000" algn="l" defTabSz="914400" eaLnBrk="1" fontAlgn="auto" latinLnBrk="0" hangingPunct="1">
              <a:lnSpc>
                <a:spcPct val="100000"/>
              </a:lnSpc>
              <a:spcBef>
                <a:spcPts val="600"/>
              </a:spcBef>
              <a:spcAft>
                <a:spcPts val="0"/>
              </a:spcAft>
              <a:buClrTx/>
              <a:buSzPct val="100000"/>
              <a:buFont typeface="Arial" panose="020B0604020202020204" pitchFamily="34" charset="0"/>
              <a:buChar char="•"/>
              <a:tabLst/>
            </a:pPr>
            <a:endParaRPr kumimoji="0" lang="en-GB" sz="1200" b="0" i="0" u="none" strike="noStrike" kern="1200" cap="none" spc="0" normalizeH="0" baseline="0" noProof="0" err="1">
              <a:ln>
                <a:noFill/>
              </a:ln>
              <a:solidFill>
                <a:srgbClr val="44463E"/>
              </a:solidFill>
              <a:effectLst/>
              <a:uLnTx/>
              <a:uFillTx/>
              <a:ea typeface="+mn-ea"/>
            </a:endParaRPr>
          </a:p>
        </p:txBody>
      </p:sp>
      <p:sp>
        <p:nvSpPr>
          <p:cNvPr id="20" name="TextBox 19">
            <a:extLst>
              <a:ext uri="{FF2B5EF4-FFF2-40B4-BE49-F238E27FC236}">
                <a16:creationId xmlns:a16="http://schemas.microsoft.com/office/drawing/2014/main" id="{209FCE8E-B1DB-C5B4-BDB7-B078AEB852E4}"/>
              </a:ext>
            </a:extLst>
          </p:cNvPr>
          <p:cNvSpPr txBox="1"/>
          <p:nvPr userDrawn="1"/>
        </p:nvSpPr>
        <p:spPr bwMode="ltGray">
          <a:xfrm>
            <a:off x="8999145" y="5196802"/>
            <a:ext cx="2832863" cy="252000"/>
          </a:xfrm>
          <a:prstGeom prst="rect">
            <a:avLst/>
          </a:prstGeom>
          <a:noFill/>
        </p:spPr>
        <p:txBody>
          <a:bodyPr wrap="square" lIns="0" tIns="0" rIns="0" bIns="0" rtlCol="0" anchor="ctr">
            <a:noAutofit/>
          </a:bodyPr>
          <a:lstStyle/>
          <a:p>
            <a:pPr rtl="0"/>
            <a:r>
              <a:rPr lang="en-GB" sz="1200" spc="100">
                <a:solidFill>
                  <a:schemeClr val="bg2"/>
                </a:solidFill>
                <a:latin typeface="+mj-lt"/>
              </a:rPr>
              <a:t>Contact</a:t>
            </a:r>
          </a:p>
        </p:txBody>
      </p:sp>
      <p:grpSp>
        <p:nvGrpSpPr>
          <p:cNvPr id="21" name="Group 20">
            <a:extLst>
              <a:ext uri="{FF2B5EF4-FFF2-40B4-BE49-F238E27FC236}">
                <a16:creationId xmlns:a16="http://schemas.microsoft.com/office/drawing/2014/main" id="{4D916EEE-8768-BF2F-4E95-7851A39AF713}"/>
              </a:ext>
            </a:extLst>
          </p:cNvPr>
          <p:cNvGrpSpPr/>
          <p:nvPr userDrawn="1"/>
        </p:nvGrpSpPr>
        <p:grpSpPr>
          <a:xfrm>
            <a:off x="6119550" y="5196802"/>
            <a:ext cx="2677054" cy="1131836"/>
            <a:chOff x="5343524" y="4700408"/>
            <a:chExt cx="3014239" cy="1131836"/>
          </a:xfrm>
        </p:grpSpPr>
        <p:sp>
          <p:nvSpPr>
            <p:cNvPr id="22" name="TextBox 21">
              <a:extLst>
                <a:ext uri="{FF2B5EF4-FFF2-40B4-BE49-F238E27FC236}">
                  <a16:creationId xmlns:a16="http://schemas.microsoft.com/office/drawing/2014/main" id="{F94359B7-7ECB-A98C-8767-14A63BDFC86C}"/>
                </a:ext>
              </a:extLst>
            </p:cNvPr>
            <p:cNvSpPr txBox="1"/>
            <p:nvPr userDrawn="1"/>
          </p:nvSpPr>
          <p:spPr bwMode="ltGray">
            <a:xfrm>
              <a:off x="5343524" y="4700408"/>
              <a:ext cx="3014239" cy="252000"/>
            </a:xfrm>
            <a:prstGeom prst="rect">
              <a:avLst/>
            </a:prstGeom>
            <a:noFill/>
          </p:spPr>
          <p:txBody>
            <a:bodyPr wrap="square" lIns="0" tIns="0" rIns="0" bIns="0" rtlCol="0" anchor="ctr">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rgbClr val="FFFFFF"/>
                  </a:solidFill>
                  <a:effectLst/>
                  <a:uLnTx/>
                  <a:uFillTx/>
                  <a:latin typeface="+mj-lt"/>
                </a:rPr>
                <a:t>Amsterdam</a:t>
              </a:r>
            </a:p>
          </p:txBody>
        </p:sp>
        <p:sp>
          <p:nvSpPr>
            <p:cNvPr id="27" name="TextBox 26">
              <a:extLst>
                <a:ext uri="{FF2B5EF4-FFF2-40B4-BE49-F238E27FC236}">
                  <a16:creationId xmlns:a16="http://schemas.microsoft.com/office/drawing/2014/main" id="{970BDB6E-D354-152B-B6A4-3855023F4F70}"/>
                </a:ext>
              </a:extLst>
            </p:cNvPr>
            <p:cNvSpPr txBox="1"/>
            <p:nvPr userDrawn="1"/>
          </p:nvSpPr>
          <p:spPr bwMode="ltGray">
            <a:xfrm>
              <a:off x="5343524" y="5123766"/>
              <a:ext cx="3014239" cy="252000"/>
            </a:xfrm>
            <a:prstGeom prst="rect">
              <a:avLst/>
            </a:prstGeom>
            <a:noFill/>
          </p:spPr>
          <p:txBody>
            <a:bodyPr vert="horz" lIns="0" tIns="0" rIns="0" bIns="0" rtlCol="0" anchor="ctr">
              <a:noAutofit/>
            </a:bodyPr>
            <a:lstStyle>
              <a:lvl1pPr lvl="0" indent="0">
                <a:lnSpc>
                  <a:spcPct val="100000"/>
                </a:lnSpc>
                <a:spcBef>
                  <a:spcPts val="0"/>
                </a:spcBef>
                <a:buSzPct val="100000"/>
                <a:buFont typeface="Arial" panose="020B0604020202020204" pitchFamily="34" charset="0"/>
                <a:buNone/>
                <a:defRPr lang="en-US" sz="1050" b="0" spc="0" dirty="0" smtClean="0">
                  <a:solidFill>
                    <a:schemeClr val="bg2"/>
                  </a:solidFill>
                  <a:cs typeface="Gotham-Book" pitchFamily="50" charset="0"/>
                </a:defRPr>
              </a:lvl1pPr>
              <a:lvl2pPr marL="432000" indent="-216000">
                <a:lnSpc>
                  <a:spcPct val="100000"/>
                </a:lnSpc>
                <a:spcBef>
                  <a:spcPts val="600"/>
                </a:spcBef>
                <a:buFont typeface="Arial" panose="020B0604020202020204" pitchFamily="34" charset="0"/>
                <a:buChar char="•"/>
                <a:defRPr sz="1400" spc="0">
                  <a:solidFill>
                    <a:schemeClr val="bg2"/>
                  </a:solidFill>
                  <a:cs typeface="Gotham-Book" pitchFamily="50" charset="0"/>
                </a:defRPr>
              </a:lvl2pPr>
              <a:lvl3pPr marL="648000" indent="-216000">
                <a:lnSpc>
                  <a:spcPct val="100000"/>
                </a:lnSpc>
                <a:spcBef>
                  <a:spcPts val="600"/>
                </a:spcBef>
                <a:buFont typeface="Arial" panose="020B0604020202020204" pitchFamily="34" charset="0"/>
                <a:buChar char="•"/>
                <a:defRPr sz="1400" spc="0">
                  <a:solidFill>
                    <a:schemeClr val="bg2"/>
                  </a:solidFill>
                </a:defRPr>
              </a:lvl3pPr>
              <a:lvl4pPr marL="864000" indent="-216000">
                <a:lnSpc>
                  <a:spcPct val="100000"/>
                </a:lnSpc>
                <a:spcBef>
                  <a:spcPts val="600"/>
                </a:spcBef>
                <a:buFont typeface="Arial" panose="020B0604020202020204" pitchFamily="34" charset="0"/>
                <a:buChar char="•"/>
                <a:defRPr sz="1400" cap="none" spc="0" baseline="0">
                  <a:solidFill>
                    <a:schemeClr val="bg2"/>
                  </a:solidFill>
                </a:defRPr>
              </a:lvl4pPr>
              <a:lvl5pPr marL="1080000" indent="-216000">
                <a:lnSpc>
                  <a:spcPct val="100000"/>
                </a:lnSpc>
                <a:spcBef>
                  <a:spcPts val="600"/>
                </a:spcBef>
                <a:buFont typeface="Arial" panose="020B0604020202020204" pitchFamily="34" charset="0"/>
                <a:buChar char="•"/>
                <a:defRPr sz="1400" spc="0">
                  <a:solidFill>
                    <a:schemeClr val="bg2"/>
                  </a:solidFill>
                  <a:cs typeface="Gotham-Light" pitchFamily="50" charset="0"/>
                </a:defRPr>
              </a:lvl5pPr>
              <a:lvl6pPr marL="0" indent="0">
                <a:lnSpc>
                  <a:spcPct val="150000"/>
                </a:lnSpc>
                <a:spcBef>
                  <a:spcPts val="600"/>
                </a:spcBef>
                <a:buFont typeface="Arial" panose="020B0604020202020204" pitchFamily="34" charset="0"/>
                <a:buNone/>
                <a:defRPr sz="1400">
                  <a:latin typeface="Gotham-Light" pitchFamily="50" charset="0"/>
                  <a:cs typeface="Gotham-Light" pitchFamily="50" charset="0"/>
                </a:defRPr>
              </a:lvl6pPr>
              <a:lvl7pPr marL="177800" indent="-177800">
                <a:lnSpc>
                  <a:spcPct val="150000"/>
                </a:lnSpc>
                <a:spcBef>
                  <a:spcPts val="600"/>
                </a:spcBef>
                <a:buSzPct val="120000"/>
                <a:buFontTx/>
                <a:buBlip>
                  <a:blip r:embed="rId7"/>
                </a:buBlip>
                <a:defRPr sz="1400">
                  <a:latin typeface="Gotham-Light" pitchFamily="50" charset="0"/>
                  <a:cs typeface="Gotham-Light" pitchFamily="50" charset="0"/>
                </a:defRPr>
              </a:lvl7pPr>
              <a:lvl8pPr marL="0" indent="0">
                <a:lnSpc>
                  <a:spcPct val="150000"/>
                </a:lnSpc>
                <a:spcBef>
                  <a:spcPts val="0"/>
                </a:spcBef>
                <a:spcAft>
                  <a:spcPts val="600"/>
                </a:spcAft>
                <a:buFont typeface="Arial" panose="020B0604020202020204" pitchFamily="34" charset="0"/>
                <a:buNone/>
                <a:defRPr sz="1200"/>
              </a:lvl8pPr>
              <a:lvl9pPr marL="0" indent="0">
                <a:lnSpc>
                  <a:spcPct val="150000"/>
                </a:lnSpc>
                <a:spcBef>
                  <a:spcPts val="0"/>
                </a:spcBef>
                <a:spcAft>
                  <a:spcPts val="600"/>
                </a:spcAft>
                <a:buFont typeface="Arial" panose="020B0604020202020204" pitchFamily="34" charset="0"/>
                <a:buNone/>
                <a:defRPr sz="1200">
                  <a:latin typeface="Gotham-Light" pitchFamily="50" charset="0"/>
                  <a:cs typeface="Gotham-Light" pitchFamily="50" charset="0"/>
                </a:defRPr>
              </a:lvl9pPr>
            </a:lstStyle>
            <a:p>
              <a:pPr marL="0" marR="0" lvl="0" indent="0"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0" lang="en-GB" sz="1050" b="0" i="0" u="none" strike="noStrike" kern="0" cap="none" spc="0" normalizeH="0" baseline="0" noProof="0">
                  <a:ln>
                    <a:noFill/>
                  </a:ln>
                  <a:solidFill>
                    <a:srgbClr val="FFFFFF"/>
                  </a:solidFill>
                  <a:effectLst/>
                  <a:uLnTx/>
                  <a:uFillTx/>
                  <a:cs typeface="Calibri" panose="020F0502020204030204" pitchFamily="34" charset="0"/>
                </a:rPr>
                <a:t>De </a:t>
              </a:r>
              <a:r>
                <a:rPr kumimoji="0" lang="en-GB" sz="1050" b="0" i="0" u="none" strike="noStrike" kern="0" cap="none" spc="0" normalizeH="0" baseline="0" noProof="0" err="1">
                  <a:ln>
                    <a:noFill/>
                  </a:ln>
                  <a:solidFill>
                    <a:srgbClr val="FFFFFF"/>
                  </a:solidFill>
                  <a:effectLst/>
                  <a:uLnTx/>
                  <a:uFillTx/>
                  <a:cs typeface="Calibri" panose="020F0502020204030204" pitchFamily="34" charset="0"/>
                </a:rPr>
                <a:t>Ruijterkade</a:t>
              </a:r>
              <a:r>
                <a:rPr kumimoji="0" lang="en-GB" sz="1050" b="0" i="0" u="none" strike="noStrike" kern="0" cap="none" spc="0" normalizeH="0" baseline="0" noProof="0">
                  <a:ln>
                    <a:noFill/>
                  </a:ln>
                  <a:solidFill>
                    <a:srgbClr val="FFFFFF"/>
                  </a:solidFill>
                  <a:effectLst/>
                  <a:uLnTx/>
                  <a:uFillTx/>
                  <a:cs typeface="Calibri" panose="020F0502020204030204" pitchFamily="34" charset="0"/>
                </a:rPr>
                <a:t> 7</a:t>
              </a:r>
            </a:p>
          </p:txBody>
        </p:sp>
        <p:sp>
          <p:nvSpPr>
            <p:cNvPr id="34" name="TextBox 33">
              <a:extLst>
                <a:ext uri="{FF2B5EF4-FFF2-40B4-BE49-F238E27FC236}">
                  <a16:creationId xmlns:a16="http://schemas.microsoft.com/office/drawing/2014/main" id="{5C92A55F-23B9-E807-337B-63C6501CD854}"/>
                </a:ext>
              </a:extLst>
            </p:cNvPr>
            <p:cNvSpPr txBox="1"/>
            <p:nvPr userDrawn="1"/>
          </p:nvSpPr>
          <p:spPr bwMode="ltGray">
            <a:xfrm>
              <a:off x="5343524" y="5352005"/>
              <a:ext cx="3014239" cy="252000"/>
            </a:xfrm>
            <a:prstGeom prst="rect">
              <a:avLst/>
            </a:prstGeom>
            <a:noFill/>
          </p:spPr>
          <p:txBody>
            <a:bodyPr vert="horz" lIns="0" tIns="0" rIns="0" bIns="0" rtlCol="0" anchor="ctr">
              <a:noAutofit/>
            </a:bodyPr>
            <a:lstStyle>
              <a:lvl1pPr lvl="0" indent="0">
                <a:lnSpc>
                  <a:spcPct val="100000"/>
                </a:lnSpc>
                <a:spcBef>
                  <a:spcPts val="0"/>
                </a:spcBef>
                <a:buSzPct val="100000"/>
                <a:buFont typeface="Arial" panose="020B0604020202020204" pitchFamily="34" charset="0"/>
                <a:buNone/>
                <a:defRPr lang="en-US" sz="1050" b="0" spc="0" dirty="0" smtClean="0">
                  <a:solidFill>
                    <a:schemeClr val="bg2"/>
                  </a:solidFill>
                  <a:cs typeface="Gotham-Book" pitchFamily="50" charset="0"/>
                </a:defRPr>
              </a:lvl1pPr>
              <a:lvl2pPr marL="432000" indent="-216000">
                <a:lnSpc>
                  <a:spcPct val="100000"/>
                </a:lnSpc>
                <a:spcBef>
                  <a:spcPts val="600"/>
                </a:spcBef>
                <a:buFont typeface="Arial" panose="020B0604020202020204" pitchFamily="34" charset="0"/>
                <a:buChar char="•"/>
                <a:defRPr sz="1400" spc="0">
                  <a:solidFill>
                    <a:schemeClr val="bg2"/>
                  </a:solidFill>
                  <a:cs typeface="Gotham-Book" pitchFamily="50" charset="0"/>
                </a:defRPr>
              </a:lvl2pPr>
              <a:lvl3pPr marL="648000" indent="-216000">
                <a:lnSpc>
                  <a:spcPct val="100000"/>
                </a:lnSpc>
                <a:spcBef>
                  <a:spcPts val="600"/>
                </a:spcBef>
                <a:buFont typeface="Arial" panose="020B0604020202020204" pitchFamily="34" charset="0"/>
                <a:buChar char="•"/>
                <a:defRPr sz="1400" spc="0">
                  <a:solidFill>
                    <a:schemeClr val="bg2"/>
                  </a:solidFill>
                </a:defRPr>
              </a:lvl3pPr>
              <a:lvl4pPr marL="864000" indent="-216000">
                <a:lnSpc>
                  <a:spcPct val="100000"/>
                </a:lnSpc>
                <a:spcBef>
                  <a:spcPts val="600"/>
                </a:spcBef>
                <a:buFont typeface="Arial" panose="020B0604020202020204" pitchFamily="34" charset="0"/>
                <a:buChar char="•"/>
                <a:defRPr sz="1400" cap="none" spc="0" baseline="0">
                  <a:solidFill>
                    <a:schemeClr val="bg2"/>
                  </a:solidFill>
                </a:defRPr>
              </a:lvl4pPr>
              <a:lvl5pPr marL="1080000" indent="-216000">
                <a:lnSpc>
                  <a:spcPct val="100000"/>
                </a:lnSpc>
                <a:spcBef>
                  <a:spcPts val="600"/>
                </a:spcBef>
                <a:buFont typeface="Arial" panose="020B0604020202020204" pitchFamily="34" charset="0"/>
                <a:buChar char="•"/>
                <a:defRPr sz="1400" spc="0">
                  <a:solidFill>
                    <a:schemeClr val="bg2"/>
                  </a:solidFill>
                  <a:cs typeface="Gotham-Light" pitchFamily="50" charset="0"/>
                </a:defRPr>
              </a:lvl5pPr>
              <a:lvl6pPr marL="0" indent="0">
                <a:lnSpc>
                  <a:spcPct val="150000"/>
                </a:lnSpc>
                <a:spcBef>
                  <a:spcPts val="600"/>
                </a:spcBef>
                <a:buFont typeface="Arial" panose="020B0604020202020204" pitchFamily="34" charset="0"/>
                <a:buNone/>
                <a:defRPr sz="1400">
                  <a:latin typeface="Gotham-Light" pitchFamily="50" charset="0"/>
                  <a:cs typeface="Gotham-Light" pitchFamily="50" charset="0"/>
                </a:defRPr>
              </a:lvl6pPr>
              <a:lvl7pPr marL="177800" indent="-177800">
                <a:lnSpc>
                  <a:spcPct val="150000"/>
                </a:lnSpc>
                <a:spcBef>
                  <a:spcPts val="600"/>
                </a:spcBef>
                <a:buSzPct val="120000"/>
                <a:buFontTx/>
                <a:buBlip>
                  <a:blip r:embed="rId7"/>
                </a:buBlip>
                <a:defRPr sz="1400">
                  <a:latin typeface="Gotham-Light" pitchFamily="50" charset="0"/>
                  <a:cs typeface="Gotham-Light" pitchFamily="50" charset="0"/>
                </a:defRPr>
              </a:lvl7pPr>
              <a:lvl8pPr marL="0" indent="0">
                <a:lnSpc>
                  <a:spcPct val="150000"/>
                </a:lnSpc>
                <a:spcBef>
                  <a:spcPts val="0"/>
                </a:spcBef>
                <a:spcAft>
                  <a:spcPts val="600"/>
                </a:spcAft>
                <a:buFont typeface="Arial" panose="020B0604020202020204" pitchFamily="34" charset="0"/>
                <a:buNone/>
                <a:defRPr sz="1200"/>
              </a:lvl8pPr>
              <a:lvl9pPr marL="0" indent="0">
                <a:lnSpc>
                  <a:spcPct val="150000"/>
                </a:lnSpc>
                <a:spcBef>
                  <a:spcPts val="0"/>
                </a:spcBef>
                <a:spcAft>
                  <a:spcPts val="600"/>
                </a:spcAft>
                <a:buFont typeface="Arial" panose="020B0604020202020204" pitchFamily="34" charset="0"/>
                <a:buNone/>
                <a:defRPr sz="1200">
                  <a:latin typeface="Gotham-Light" pitchFamily="50" charset="0"/>
                  <a:cs typeface="Gotham-Light" pitchFamily="50" charset="0"/>
                </a:defRPr>
              </a:lvl9pPr>
            </a:lstStyle>
            <a:p>
              <a:pPr marL="0" marR="0" lvl="0" indent="0"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0" lang="en-GB" sz="1050" b="0" i="0" u="none" strike="noStrike" kern="0" cap="none" spc="0" normalizeH="0" baseline="0" noProof="0">
                  <a:ln>
                    <a:noFill/>
                  </a:ln>
                  <a:solidFill>
                    <a:srgbClr val="FFFFFF"/>
                  </a:solidFill>
                  <a:effectLst/>
                  <a:uLnTx/>
                  <a:uFillTx/>
                  <a:cs typeface="Calibri" panose="020F0502020204030204" pitchFamily="34" charset="0"/>
                </a:rPr>
                <a:t>1013 AA Amsterdam</a:t>
              </a:r>
            </a:p>
          </p:txBody>
        </p:sp>
        <p:sp>
          <p:nvSpPr>
            <p:cNvPr id="40" name="TextBox 39">
              <a:extLst>
                <a:ext uri="{FF2B5EF4-FFF2-40B4-BE49-F238E27FC236}">
                  <a16:creationId xmlns:a16="http://schemas.microsoft.com/office/drawing/2014/main" id="{34475B40-9D0F-A8A3-307B-64BA4659D78B}"/>
                </a:ext>
              </a:extLst>
            </p:cNvPr>
            <p:cNvSpPr txBox="1"/>
            <p:nvPr userDrawn="1"/>
          </p:nvSpPr>
          <p:spPr bwMode="ltGray">
            <a:xfrm>
              <a:off x="5343524" y="5580244"/>
              <a:ext cx="3014239" cy="252000"/>
            </a:xfrm>
            <a:prstGeom prst="rect">
              <a:avLst/>
            </a:prstGeom>
            <a:noFill/>
          </p:spPr>
          <p:txBody>
            <a:bodyPr vert="horz" lIns="0" tIns="0" rIns="0" bIns="0" rtlCol="0" anchor="ctr">
              <a:noAutofit/>
            </a:bodyPr>
            <a:lstStyle>
              <a:lvl1pPr lvl="0" indent="0">
                <a:lnSpc>
                  <a:spcPct val="100000"/>
                </a:lnSpc>
                <a:spcBef>
                  <a:spcPts val="0"/>
                </a:spcBef>
                <a:buSzPct val="100000"/>
                <a:buFont typeface="Arial" panose="020B0604020202020204" pitchFamily="34" charset="0"/>
                <a:buNone/>
                <a:defRPr lang="en-US" sz="1050" b="0" spc="0" dirty="0" smtClean="0">
                  <a:solidFill>
                    <a:schemeClr val="bg2"/>
                  </a:solidFill>
                  <a:cs typeface="Gotham-Book" pitchFamily="50" charset="0"/>
                </a:defRPr>
              </a:lvl1pPr>
              <a:lvl2pPr marL="432000" indent="-216000">
                <a:lnSpc>
                  <a:spcPct val="100000"/>
                </a:lnSpc>
                <a:spcBef>
                  <a:spcPts val="600"/>
                </a:spcBef>
                <a:buFont typeface="Arial" panose="020B0604020202020204" pitchFamily="34" charset="0"/>
                <a:buChar char="•"/>
                <a:defRPr sz="1400" spc="0">
                  <a:solidFill>
                    <a:schemeClr val="bg2"/>
                  </a:solidFill>
                  <a:cs typeface="Gotham-Book" pitchFamily="50" charset="0"/>
                </a:defRPr>
              </a:lvl2pPr>
              <a:lvl3pPr marL="648000" indent="-216000">
                <a:lnSpc>
                  <a:spcPct val="100000"/>
                </a:lnSpc>
                <a:spcBef>
                  <a:spcPts val="600"/>
                </a:spcBef>
                <a:buFont typeface="Arial" panose="020B0604020202020204" pitchFamily="34" charset="0"/>
                <a:buChar char="•"/>
                <a:defRPr sz="1400" spc="0">
                  <a:solidFill>
                    <a:schemeClr val="bg2"/>
                  </a:solidFill>
                </a:defRPr>
              </a:lvl3pPr>
              <a:lvl4pPr marL="864000" indent="-216000">
                <a:lnSpc>
                  <a:spcPct val="100000"/>
                </a:lnSpc>
                <a:spcBef>
                  <a:spcPts val="600"/>
                </a:spcBef>
                <a:buFont typeface="Arial" panose="020B0604020202020204" pitchFamily="34" charset="0"/>
                <a:buChar char="•"/>
                <a:defRPr sz="1400" cap="none" spc="0" baseline="0">
                  <a:solidFill>
                    <a:schemeClr val="bg2"/>
                  </a:solidFill>
                </a:defRPr>
              </a:lvl4pPr>
              <a:lvl5pPr marL="1080000" indent="-216000">
                <a:lnSpc>
                  <a:spcPct val="100000"/>
                </a:lnSpc>
                <a:spcBef>
                  <a:spcPts val="600"/>
                </a:spcBef>
                <a:buFont typeface="Arial" panose="020B0604020202020204" pitchFamily="34" charset="0"/>
                <a:buChar char="•"/>
                <a:defRPr sz="1400" spc="0">
                  <a:solidFill>
                    <a:schemeClr val="bg2"/>
                  </a:solidFill>
                  <a:cs typeface="Gotham-Light" pitchFamily="50" charset="0"/>
                </a:defRPr>
              </a:lvl5pPr>
              <a:lvl6pPr marL="0" indent="0">
                <a:lnSpc>
                  <a:spcPct val="150000"/>
                </a:lnSpc>
                <a:spcBef>
                  <a:spcPts val="600"/>
                </a:spcBef>
                <a:buFont typeface="Arial" panose="020B0604020202020204" pitchFamily="34" charset="0"/>
                <a:buNone/>
                <a:defRPr sz="1400">
                  <a:latin typeface="Gotham-Light" pitchFamily="50" charset="0"/>
                  <a:cs typeface="Gotham-Light" pitchFamily="50" charset="0"/>
                </a:defRPr>
              </a:lvl6pPr>
              <a:lvl7pPr marL="177800" indent="-177800">
                <a:lnSpc>
                  <a:spcPct val="150000"/>
                </a:lnSpc>
                <a:spcBef>
                  <a:spcPts val="600"/>
                </a:spcBef>
                <a:buSzPct val="120000"/>
                <a:buFontTx/>
                <a:buBlip>
                  <a:blip r:embed="rId7"/>
                </a:buBlip>
                <a:defRPr sz="1400">
                  <a:latin typeface="Gotham-Light" pitchFamily="50" charset="0"/>
                  <a:cs typeface="Gotham-Light" pitchFamily="50" charset="0"/>
                </a:defRPr>
              </a:lvl7pPr>
              <a:lvl8pPr marL="0" indent="0">
                <a:lnSpc>
                  <a:spcPct val="150000"/>
                </a:lnSpc>
                <a:spcBef>
                  <a:spcPts val="0"/>
                </a:spcBef>
                <a:spcAft>
                  <a:spcPts val="600"/>
                </a:spcAft>
                <a:buFont typeface="Arial" panose="020B0604020202020204" pitchFamily="34" charset="0"/>
                <a:buNone/>
                <a:defRPr sz="1200"/>
              </a:lvl8pPr>
              <a:lvl9pPr marL="0" indent="0">
                <a:lnSpc>
                  <a:spcPct val="150000"/>
                </a:lnSpc>
                <a:spcBef>
                  <a:spcPts val="0"/>
                </a:spcBef>
                <a:spcAft>
                  <a:spcPts val="600"/>
                </a:spcAft>
                <a:buFont typeface="Arial" panose="020B0604020202020204" pitchFamily="34" charset="0"/>
                <a:buNone/>
                <a:defRPr sz="1200">
                  <a:latin typeface="Gotham-Light" pitchFamily="50" charset="0"/>
                  <a:cs typeface="Gotham-Light" pitchFamily="50" charset="0"/>
                </a:defRPr>
              </a:lvl9pPr>
            </a:lstStyle>
            <a:p>
              <a:pPr marL="0" marR="0" lvl="0" indent="0"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0" lang="en-GB" sz="1050" b="0" i="0" u="none" strike="noStrike" kern="0" cap="none" spc="0" normalizeH="0" baseline="0" noProof="0">
                  <a:ln>
                    <a:noFill/>
                  </a:ln>
                  <a:solidFill>
                    <a:srgbClr val="FFFFFF"/>
                  </a:solidFill>
                  <a:effectLst/>
                  <a:uLnTx/>
                  <a:uFillTx/>
                  <a:cs typeface="Calibri" panose="020F0502020204030204" pitchFamily="34" charset="0"/>
                </a:rPr>
                <a:t>The Netherlands</a:t>
              </a:r>
            </a:p>
          </p:txBody>
        </p:sp>
      </p:grpSp>
      <p:grpSp>
        <p:nvGrpSpPr>
          <p:cNvPr id="41" name="Group 40">
            <a:extLst>
              <a:ext uri="{FF2B5EF4-FFF2-40B4-BE49-F238E27FC236}">
                <a16:creationId xmlns:a16="http://schemas.microsoft.com/office/drawing/2014/main" id="{CEEAAE18-AB80-F7DC-1CAE-653488EF6313}"/>
              </a:ext>
            </a:extLst>
          </p:cNvPr>
          <p:cNvGrpSpPr/>
          <p:nvPr userDrawn="1"/>
        </p:nvGrpSpPr>
        <p:grpSpPr>
          <a:xfrm>
            <a:off x="3239956" y="5196802"/>
            <a:ext cx="2677054" cy="1131836"/>
            <a:chOff x="5343524" y="4700408"/>
            <a:chExt cx="3014239" cy="1131836"/>
          </a:xfrm>
        </p:grpSpPr>
        <p:sp>
          <p:nvSpPr>
            <p:cNvPr id="42" name="TextBox 41">
              <a:extLst>
                <a:ext uri="{FF2B5EF4-FFF2-40B4-BE49-F238E27FC236}">
                  <a16:creationId xmlns:a16="http://schemas.microsoft.com/office/drawing/2014/main" id="{380C2B2D-2B17-43E1-A39E-5E4AA5ABDE8D}"/>
                </a:ext>
              </a:extLst>
            </p:cNvPr>
            <p:cNvSpPr txBox="1"/>
            <p:nvPr userDrawn="1"/>
          </p:nvSpPr>
          <p:spPr bwMode="ltGray">
            <a:xfrm>
              <a:off x="5343524" y="4700408"/>
              <a:ext cx="3014239" cy="252000"/>
            </a:xfrm>
            <a:prstGeom prst="rect">
              <a:avLst/>
            </a:prstGeom>
            <a:noFill/>
          </p:spPr>
          <p:txBody>
            <a:bodyPr wrap="square" lIns="0" tIns="0" rIns="0" bIns="0" rtlCol="0" anchor="ctr">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rgbClr val="FFFFFF"/>
                  </a:solidFill>
                  <a:effectLst/>
                  <a:uLnTx/>
                  <a:uFillTx/>
                  <a:latin typeface="+mj-lt"/>
                </a:rPr>
                <a:t>Stockholm</a:t>
              </a:r>
            </a:p>
          </p:txBody>
        </p:sp>
        <p:sp>
          <p:nvSpPr>
            <p:cNvPr id="43" name="TextBox 42">
              <a:extLst>
                <a:ext uri="{FF2B5EF4-FFF2-40B4-BE49-F238E27FC236}">
                  <a16:creationId xmlns:a16="http://schemas.microsoft.com/office/drawing/2014/main" id="{ED4AA5AC-492A-714A-1D4A-B4356457E402}"/>
                </a:ext>
              </a:extLst>
            </p:cNvPr>
            <p:cNvSpPr txBox="1"/>
            <p:nvPr userDrawn="1"/>
          </p:nvSpPr>
          <p:spPr bwMode="ltGray">
            <a:xfrm>
              <a:off x="5343524" y="5123766"/>
              <a:ext cx="3014239" cy="252000"/>
            </a:xfrm>
            <a:prstGeom prst="rect">
              <a:avLst/>
            </a:prstGeom>
            <a:noFill/>
          </p:spPr>
          <p:txBody>
            <a:bodyPr vert="horz" lIns="0" tIns="0" rIns="0" bIns="0" rtlCol="0" anchor="ctr">
              <a:noAutofit/>
            </a:bodyPr>
            <a:lstStyle>
              <a:lvl1pPr lvl="0" indent="0">
                <a:lnSpc>
                  <a:spcPct val="100000"/>
                </a:lnSpc>
                <a:spcBef>
                  <a:spcPts val="0"/>
                </a:spcBef>
                <a:buSzPct val="100000"/>
                <a:buFont typeface="Arial" panose="020B0604020202020204" pitchFamily="34" charset="0"/>
                <a:buNone/>
                <a:defRPr lang="en-US" sz="1050" b="0" spc="0" dirty="0" smtClean="0">
                  <a:solidFill>
                    <a:schemeClr val="bg2"/>
                  </a:solidFill>
                  <a:cs typeface="Gotham-Book" pitchFamily="50" charset="0"/>
                </a:defRPr>
              </a:lvl1pPr>
              <a:lvl2pPr marL="432000" indent="-216000">
                <a:lnSpc>
                  <a:spcPct val="100000"/>
                </a:lnSpc>
                <a:spcBef>
                  <a:spcPts val="600"/>
                </a:spcBef>
                <a:buFont typeface="Arial" panose="020B0604020202020204" pitchFamily="34" charset="0"/>
                <a:buChar char="•"/>
                <a:defRPr sz="1400" spc="0">
                  <a:solidFill>
                    <a:schemeClr val="bg2"/>
                  </a:solidFill>
                  <a:cs typeface="Gotham-Book" pitchFamily="50" charset="0"/>
                </a:defRPr>
              </a:lvl2pPr>
              <a:lvl3pPr marL="648000" indent="-216000">
                <a:lnSpc>
                  <a:spcPct val="100000"/>
                </a:lnSpc>
                <a:spcBef>
                  <a:spcPts val="600"/>
                </a:spcBef>
                <a:buFont typeface="Arial" panose="020B0604020202020204" pitchFamily="34" charset="0"/>
                <a:buChar char="•"/>
                <a:defRPr sz="1400" spc="0">
                  <a:solidFill>
                    <a:schemeClr val="bg2"/>
                  </a:solidFill>
                </a:defRPr>
              </a:lvl3pPr>
              <a:lvl4pPr marL="864000" indent="-216000">
                <a:lnSpc>
                  <a:spcPct val="100000"/>
                </a:lnSpc>
                <a:spcBef>
                  <a:spcPts val="600"/>
                </a:spcBef>
                <a:buFont typeface="Arial" panose="020B0604020202020204" pitchFamily="34" charset="0"/>
                <a:buChar char="•"/>
                <a:defRPr sz="1400" cap="none" spc="0" baseline="0">
                  <a:solidFill>
                    <a:schemeClr val="bg2"/>
                  </a:solidFill>
                </a:defRPr>
              </a:lvl4pPr>
              <a:lvl5pPr marL="1080000" indent="-216000">
                <a:lnSpc>
                  <a:spcPct val="100000"/>
                </a:lnSpc>
                <a:spcBef>
                  <a:spcPts val="600"/>
                </a:spcBef>
                <a:buFont typeface="Arial" panose="020B0604020202020204" pitchFamily="34" charset="0"/>
                <a:buChar char="•"/>
                <a:defRPr sz="1400" spc="0">
                  <a:solidFill>
                    <a:schemeClr val="bg2"/>
                  </a:solidFill>
                  <a:cs typeface="Gotham-Light" pitchFamily="50" charset="0"/>
                </a:defRPr>
              </a:lvl5pPr>
              <a:lvl6pPr marL="0" indent="0">
                <a:lnSpc>
                  <a:spcPct val="150000"/>
                </a:lnSpc>
                <a:spcBef>
                  <a:spcPts val="600"/>
                </a:spcBef>
                <a:buFont typeface="Arial" panose="020B0604020202020204" pitchFamily="34" charset="0"/>
                <a:buNone/>
                <a:defRPr sz="1400">
                  <a:latin typeface="Gotham-Light" pitchFamily="50" charset="0"/>
                  <a:cs typeface="Gotham-Light" pitchFamily="50" charset="0"/>
                </a:defRPr>
              </a:lvl6pPr>
              <a:lvl7pPr marL="177800" indent="-177800">
                <a:lnSpc>
                  <a:spcPct val="150000"/>
                </a:lnSpc>
                <a:spcBef>
                  <a:spcPts val="600"/>
                </a:spcBef>
                <a:buSzPct val="120000"/>
                <a:buFontTx/>
                <a:buBlip>
                  <a:blip r:embed="rId7"/>
                </a:buBlip>
                <a:defRPr sz="1400">
                  <a:latin typeface="Gotham-Light" pitchFamily="50" charset="0"/>
                  <a:cs typeface="Gotham-Light" pitchFamily="50" charset="0"/>
                </a:defRPr>
              </a:lvl7pPr>
              <a:lvl8pPr marL="0" indent="0">
                <a:lnSpc>
                  <a:spcPct val="150000"/>
                </a:lnSpc>
                <a:spcBef>
                  <a:spcPts val="0"/>
                </a:spcBef>
                <a:spcAft>
                  <a:spcPts val="600"/>
                </a:spcAft>
                <a:buFont typeface="Arial" panose="020B0604020202020204" pitchFamily="34" charset="0"/>
                <a:buNone/>
                <a:defRPr sz="1200"/>
              </a:lvl8pPr>
              <a:lvl9pPr marL="0" indent="0">
                <a:lnSpc>
                  <a:spcPct val="150000"/>
                </a:lnSpc>
                <a:spcBef>
                  <a:spcPts val="0"/>
                </a:spcBef>
                <a:spcAft>
                  <a:spcPts val="600"/>
                </a:spcAft>
                <a:buFont typeface="Arial" panose="020B0604020202020204" pitchFamily="34" charset="0"/>
                <a:buNone/>
                <a:defRPr sz="1200">
                  <a:latin typeface="Gotham-Light" pitchFamily="50" charset="0"/>
                  <a:cs typeface="Gotham-Light" pitchFamily="50" charset="0"/>
                </a:defRPr>
              </a:lvl9pPr>
            </a:lstStyle>
            <a:p>
              <a:pPr marL="0" marR="0" lvl="0" indent="0"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0" lang="en-GB" sz="1050" b="0" i="0" u="none" strike="noStrike" kern="0" cap="none" spc="0" normalizeH="0" baseline="0" noProof="0" err="1">
                  <a:ln>
                    <a:noFill/>
                  </a:ln>
                  <a:solidFill>
                    <a:srgbClr val="FFFFFF"/>
                  </a:solidFill>
                  <a:effectLst/>
                  <a:uLnTx/>
                  <a:uFillTx/>
                  <a:cs typeface="Calibri" panose="020F0502020204030204" pitchFamily="34" charset="0"/>
                </a:rPr>
                <a:t>Götgatan</a:t>
              </a:r>
              <a:r>
                <a:rPr kumimoji="0" lang="en-GB" sz="1050" b="0" i="0" u="none" strike="noStrike" kern="0" cap="none" spc="0" normalizeH="0" baseline="0" noProof="0">
                  <a:ln>
                    <a:noFill/>
                  </a:ln>
                  <a:solidFill>
                    <a:srgbClr val="FFFFFF"/>
                  </a:solidFill>
                  <a:effectLst/>
                  <a:uLnTx/>
                  <a:uFillTx/>
                  <a:cs typeface="Calibri" panose="020F0502020204030204" pitchFamily="34" charset="0"/>
                </a:rPr>
                <a:t> 22A</a:t>
              </a:r>
            </a:p>
          </p:txBody>
        </p:sp>
        <p:sp>
          <p:nvSpPr>
            <p:cNvPr id="44" name="TextBox 43">
              <a:extLst>
                <a:ext uri="{FF2B5EF4-FFF2-40B4-BE49-F238E27FC236}">
                  <a16:creationId xmlns:a16="http://schemas.microsoft.com/office/drawing/2014/main" id="{6EBC595A-42F5-4763-8C5B-00A2275720D2}"/>
                </a:ext>
              </a:extLst>
            </p:cNvPr>
            <p:cNvSpPr txBox="1"/>
            <p:nvPr userDrawn="1"/>
          </p:nvSpPr>
          <p:spPr bwMode="ltGray">
            <a:xfrm>
              <a:off x="5343524" y="5352005"/>
              <a:ext cx="3014239" cy="252000"/>
            </a:xfrm>
            <a:prstGeom prst="rect">
              <a:avLst/>
            </a:prstGeom>
            <a:noFill/>
          </p:spPr>
          <p:txBody>
            <a:bodyPr vert="horz" lIns="0" tIns="0" rIns="0" bIns="0" rtlCol="0" anchor="ctr">
              <a:noAutofit/>
            </a:bodyPr>
            <a:lstStyle>
              <a:lvl1pPr lvl="0" indent="0">
                <a:lnSpc>
                  <a:spcPct val="100000"/>
                </a:lnSpc>
                <a:spcBef>
                  <a:spcPts val="0"/>
                </a:spcBef>
                <a:buSzPct val="100000"/>
                <a:buFont typeface="Arial" panose="020B0604020202020204" pitchFamily="34" charset="0"/>
                <a:buNone/>
                <a:defRPr lang="en-US" sz="1050" b="0" spc="0" dirty="0" smtClean="0">
                  <a:solidFill>
                    <a:schemeClr val="bg2"/>
                  </a:solidFill>
                  <a:cs typeface="Gotham-Book" pitchFamily="50" charset="0"/>
                </a:defRPr>
              </a:lvl1pPr>
              <a:lvl2pPr marL="432000" indent="-216000">
                <a:lnSpc>
                  <a:spcPct val="100000"/>
                </a:lnSpc>
                <a:spcBef>
                  <a:spcPts val="600"/>
                </a:spcBef>
                <a:buFont typeface="Arial" panose="020B0604020202020204" pitchFamily="34" charset="0"/>
                <a:buChar char="•"/>
                <a:defRPr sz="1400" spc="0">
                  <a:solidFill>
                    <a:schemeClr val="bg2"/>
                  </a:solidFill>
                  <a:cs typeface="Gotham-Book" pitchFamily="50" charset="0"/>
                </a:defRPr>
              </a:lvl2pPr>
              <a:lvl3pPr marL="648000" indent="-216000">
                <a:lnSpc>
                  <a:spcPct val="100000"/>
                </a:lnSpc>
                <a:spcBef>
                  <a:spcPts val="600"/>
                </a:spcBef>
                <a:buFont typeface="Arial" panose="020B0604020202020204" pitchFamily="34" charset="0"/>
                <a:buChar char="•"/>
                <a:defRPr sz="1400" spc="0">
                  <a:solidFill>
                    <a:schemeClr val="bg2"/>
                  </a:solidFill>
                </a:defRPr>
              </a:lvl3pPr>
              <a:lvl4pPr marL="864000" indent="-216000">
                <a:lnSpc>
                  <a:spcPct val="100000"/>
                </a:lnSpc>
                <a:spcBef>
                  <a:spcPts val="600"/>
                </a:spcBef>
                <a:buFont typeface="Arial" panose="020B0604020202020204" pitchFamily="34" charset="0"/>
                <a:buChar char="•"/>
                <a:defRPr sz="1400" cap="none" spc="0" baseline="0">
                  <a:solidFill>
                    <a:schemeClr val="bg2"/>
                  </a:solidFill>
                </a:defRPr>
              </a:lvl4pPr>
              <a:lvl5pPr marL="1080000" indent="-216000">
                <a:lnSpc>
                  <a:spcPct val="100000"/>
                </a:lnSpc>
                <a:spcBef>
                  <a:spcPts val="600"/>
                </a:spcBef>
                <a:buFont typeface="Arial" panose="020B0604020202020204" pitchFamily="34" charset="0"/>
                <a:buChar char="•"/>
                <a:defRPr sz="1400" spc="0">
                  <a:solidFill>
                    <a:schemeClr val="bg2"/>
                  </a:solidFill>
                  <a:cs typeface="Gotham-Light" pitchFamily="50" charset="0"/>
                </a:defRPr>
              </a:lvl5pPr>
              <a:lvl6pPr marL="0" indent="0">
                <a:lnSpc>
                  <a:spcPct val="150000"/>
                </a:lnSpc>
                <a:spcBef>
                  <a:spcPts val="600"/>
                </a:spcBef>
                <a:buFont typeface="Arial" panose="020B0604020202020204" pitchFamily="34" charset="0"/>
                <a:buNone/>
                <a:defRPr sz="1400">
                  <a:latin typeface="Gotham-Light" pitchFamily="50" charset="0"/>
                  <a:cs typeface="Gotham-Light" pitchFamily="50" charset="0"/>
                </a:defRPr>
              </a:lvl6pPr>
              <a:lvl7pPr marL="177800" indent="-177800">
                <a:lnSpc>
                  <a:spcPct val="150000"/>
                </a:lnSpc>
                <a:spcBef>
                  <a:spcPts val="600"/>
                </a:spcBef>
                <a:buSzPct val="120000"/>
                <a:buFontTx/>
                <a:buBlip>
                  <a:blip r:embed="rId7"/>
                </a:buBlip>
                <a:defRPr sz="1400">
                  <a:latin typeface="Gotham-Light" pitchFamily="50" charset="0"/>
                  <a:cs typeface="Gotham-Light" pitchFamily="50" charset="0"/>
                </a:defRPr>
              </a:lvl7pPr>
              <a:lvl8pPr marL="0" indent="0">
                <a:lnSpc>
                  <a:spcPct val="150000"/>
                </a:lnSpc>
                <a:spcBef>
                  <a:spcPts val="0"/>
                </a:spcBef>
                <a:spcAft>
                  <a:spcPts val="600"/>
                </a:spcAft>
                <a:buFont typeface="Arial" panose="020B0604020202020204" pitchFamily="34" charset="0"/>
                <a:buNone/>
                <a:defRPr sz="1200"/>
              </a:lvl8pPr>
              <a:lvl9pPr marL="0" indent="0">
                <a:lnSpc>
                  <a:spcPct val="150000"/>
                </a:lnSpc>
                <a:spcBef>
                  <a:spcPts val="0"/>
                </a:spcBef>
                <a:spcAft>
                  <a:spcPts val="600"/>
                </a:spcAft>
                <a:buFont typeface="Arial" panose="020B0604020202020204" pitchFamily="34" charset="0"/>
                <a:buNone/>
                <a:defRPr sz="1200">
                  <a:latin typeface="Gotham-Light" pitchFamily="50" charset="0"/>
                  <a:cs typeface="Gotham-Light" pitchFamily="50" charset="0"/>
                </a:defRPr>
              </a:lvl9pPr>
            </a:lstStyle>
            <a:p>
              <a:pPr marL="0" marR="0" lvl="0" indent="0"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0" lang="en-GB" sz="1050" b="0" i="0" u="none" strike="noStrike" kern="0" cap="none" spc="0" normalizeH="0" baseline="0" noProof="0">
                  <a:ln>
                    <a:noFill/>
                  </a:ln>
                  <a:solidFill>
                    <a:srgbClr val="FFFFFF"/>
                  </a:solidFill>
                  <a:effectLst/>
                  <a:uLnTx/>
                  <a:uFillTx/>
                  <a:cs typeface="Calibri" panose="020F0502020204030204" pitchFamily="34" charset="0"/>
                </a:rPr>
                <a:t>118 46 Stockholm</a:t>
              </a:r>
            </a:p>
          </p:txBody>
        </p:sp>
        <p:sp>
          <p:nvSpPr>
            <p:cNvPr id="45" name="TextBox 44">
              <a:extLst>
                <a:ext uri="{FF2B5EF4-FFF2-40B4-BE49-F238E27FC236}">
                  <a16:creationId xmlns:a16="http://schemas.microsoft.com/office/drawing/2014/main" id="{FF9A0F7D-72F9-213F-F442-D1C1D41C4FDB}"/>
                </a:ext>
              </a:extLst>
            </p:cNvPr>
            <p:cNvSpPr txBox="1"/>
            <p:nvPr userDrawn="1"/>
          </p:nvSpPr>
          <p:spPr bwMode="ltGray">
            <a:xfrm>
              <a:off x="5343524" y="5580244"/>
              <a:ext cx="3014239" cy="252000"/>
            </a:xfrm>
            <a:prstGeom prst="rect">
              <a:avLst/>
            </a:prstGeom>
            <a:noFill/>
          </p:spPr>
          <p:txBody>
            <a:bodyPr vert="horz" lIns="0" tIns="0" rIns="0" bIns="0" rtlCol="0" anchor="ctr">
              <a:noAutofit/>
            </a:bodyPr>
            <a:lstStyle>
              <a:lvl1pPr lvl="0" indent="0">
                <a:lnSpc>
                  <a:spcPct val="100000"/>
                </a:lnSpc>
                <a:spcBef>
                  <a:spcPts val="0"/>
                </a:spcBef>
                <a:buSzPct val="100000"/>
                <a:buFont typeface="Arial" panose="020B0604020202020204" pitchFamily="34" charset="0"/>
                <a:buNone/>
                <a:defRPr lang="en-US" sz="1050" b="0" spc="0" dirty="0" smtClean="0">
                  <a:solidFill>
                    <a:schemeClr val="bg2"/>
                  </a:solidFill>
                  <a:cs typeface="Gotham-Book" pitchFamily="50" charset="0"/>
                </a:defRPr>
              </a:lvl1pPr>
              <a:lvl2pPr marL="432000" indent="-216000">
                <a:lnSpc>
                  <a:spcPct val="100000"/>
                </a:lnSpc>
                <a:spcBef>
                  <a:spcPts val="600"/>
                </a:spcBef>
                <a:buFont typeface="Arial" panose="020B0604020202020204" pitchFamily="34" charset="0"/>
                <a:buChar char="•"/>
                <a:defRPr sz="1400" spc="0">
                  <a:solidFill>
                    <a:schemeClr val="bg2"/>
                  </a:solidFill>
                  <a:cs typeface="Gotham-Book" pitchFamily="50" charset="0"/>
                </a:defRPr>
              </a:lvl2pPr>
              <a:lvl3pPr marL="648000" indent="-216000">
                <a:lnSpc>
                  <a:spcPct val="100000"/>
                </a:lnSpc>
                <a:spcBef>
                  <a:spcPts val="600"/>
                </a:spcBef>
                <a:buFont typeface="Arial" panose="020B0604020202020204" pitchFamily="34" charset="0"/>
                <a:buChar char="•"/>
                <a:defRPr sz="1400" spc="0">
                  <a:solidFill>
                    <a:schemeClr val="bg2"/>
                  </a:solidFill>
                </a:defRPr>
              </a:lvl3pPr>
              <a:lvl4pPr marL="864000" indent="-216000">
                <a:lnSpc>
                  <a:spcPct val="100000"/>
                </a:lnSpc>
                <a:spcBef>
                  <a:spcPts val="600"/>
                </a:spcBef>
                <a:buFont typeface="Arial" panose="020B0604020202020204" pitchFamily="34" charset="0"/>
                <a:buChar char="•"/>
                <a:defRPr sz="1400" cap="none" spc="0" baseline="0">
                  <a:solidFill>
                    <a:schemeClr val="bg2"/>
                  </a:solidFill>
                </a:defRPr>
              </a:lvl4pPr>
              <a:lvl5pPr marL="1080000" indent="-216000">
                <a:lnSpc>
                  <a:spcPct val="100000"/>
                </a:lnSpc>
                <a:spcBef>
                  <a:spcPts val="600"/>
                </a:spcBef>
                <a:buFont typeface="Arial" panose="020B0604020202020204" pitchFamily="34" charset="0"/>
                <a:buChar char="•"/>
                <a:defRPr sz="1400" spc="0">
                  <a:solidFill>
                    <a:schemeClr val="bg2"/>
                  </a:solidFill>
                  <a:cs typeface="Gotham-Light" pitchFamily="50" charset="0"/>
                </a:defRPr>
              </a:lvl5pPr>
              <a:lvl6pPr marL="0" indent="0">
                <a:lnSpc>
                  <a:spcPct val="150000"/>
                </a:lnSpc>
                <a:spcBef>
                  <a:spcPts val="600"/>
                </a:spcBef>
                <a:buFont typeface="Arial" panose="020B0604020202020204" pitchFamily="34" charset="0"/>
                <a:buNone/>
                <a:defRPr sz="1400">
                  <a:latin typeface="Gotham-Light" pitchFamily="50" charset="0"/>
                  <a:cs typeface="Gotham-Light" pitchFamily="50" charset="0"/>
                </a:defRPr>
              </a:lvl6pPr>
              <a:lvl7pPr marL="177800" indent="-177800">
                <a:lnSpc>
                  <a:spcPct val="150000"/>
                </a:lnSpc>
                <a:spcBef>
                  <a:spcPts val="600"/>
                </a:spcBef>
                <a:buSzPct val="120000"/>
                <a:buFontTx/>
                <a:buBlip>
                  <a:blip r:embed="rId7"/>
                </a:buBlip>
                <a:defRPr sz="1400">
                  <a:latin typeface="Gotham-Light" pitchFamily="50" charset="0"/>
                  <a:cs typeface="Gotham-Light" pitchFamily="50" charset="0"/>
                </a:defRPr>
              </a:lvl7pPr>
              <a:lvl8pPr marL="0" indent="0">
                <a:lnSpc>
                  <a:spcPct val="150000"/>
                </a:lnSpc>
                <a:spcBef>
                  <a:spcPts val="0"/>
                </a:spcBef>
                <a:spcAft>
                  <a:spcPts val="600"/>
                </a:spcAft>
                <a:buFont typeface="Arial" panose="020B0604020202020204" pitchFamily="34" charset="0"/>
                <a:buNone/>
                <a:defRPr sz="1200"/>
              </a:lvl8pPr>
              <a:lvl9pPr marL="0" indent="0">
                <a:lnSpc>
                  <a:spcPct val="150000"/>
                </a:lnSpc>
                <a:spcBef>
                  <a:spcPts val="0"/>
                </a:spcBef>
                <a:spcAft>
                  <a:spcPts val="600"/>
                </a:spcAft>
                <a:buFont typeface="Arial" panose="020B0604020202020204" pitchFamily="34" charset="0"/>
                <a:buNone/>
                <a:defRPr sz="1200">
                  <a:latin typeface="Gotham-Light" pitchFamily="50" charset="0"/>
                  <a:cs typeface="Gotham-Light" pitchFamily="50" charset="0"/>
                </a:defRPr>
              </a:lvl9pPr>
            </a:lstStyle>
            <a:p>
              <a:pPr marL="0" marR="0" lvl="0" indent="0"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0" lang="en-GB" sz="1050" b="0" i="0" u="none" strike="noStrike" kern="0" cap="none" spc="0" normalizeH="0" baseline="0" noProof="0">
                  <a:ln>
                    <a:noFill/>
                  </a:ln>
                  <a:solidFill>
                    <a:srgbClr val="FFFFFF"/>
                  </a:solidFill>
                  <a:effectLst/>
                  <a:uLnTx/>
                  <a:uFillTx/>
                  <a:cs typeface="Calibri" panose="020F0502020204030204" pitchFamily="34" charset="0"/>
                </a:rPr>
                <a:t>Sweden</a:t>
              </a:r>
            </a:p>
          </p:txBody>
        </p:sp>
      </p:grpSp>
      <p:grpSp>
        <p:nvGrpSpPr>
          <p:cNvPr id="46" name="Group 45">
            <a:extLst>
              <a:ext uri="{FF2B5EF4-FFF2-40B4-BE49-F238E27FC236}">
                <a16:creationId xmlns:a16="http://schemas.microsoft.com/office/drawing/2014/main" id="{52F52F53-1EBD-E369-4A94-5C89B525AE53}"/>
              </a:ext>
            </a:extLst>
          </p:cNvPr>
          <p:cNvGrpSpPr/>
          <p:nvPr userDrawn="1"/>
        </p:nvGrpSpPr>
        <p:grpSpPr>
          <a:xfrm>
            <a:off x="360362" y="5196802"/>
            <a:ext cx="2677054" cy="1131836"/>
            <a:chOff x="5343524" y="4700408"/>
            <a:chExt cx="3014239" cy="1131836"/>
          </a:xfrm>
        </p:grpSpPr>
        <p:sp>
          <p:nvSpPr>
            <p:cNvPr id="47" name="TextBox 46">
              <a:extLst>
                <a:ext uri="{FF2B5EF4-FFF2-40B4-BE49-F238E27FC236}">
                  <a16:creationId xmlns:a16="http://schemas.microsoft.com/office/drawing/2014/main" id="{A4FF260A-9F87-DDDF-E25C-94B0431A8E71}"/>
                </a:ext>
              </a:extLst>
            </p:cNvPr>
            <p:cNvSpPr txBox="1"/>
            <p:nvPr userDrawn="1"/>
          </p:nvSpPr>
          <p:spPr bwMode="ltGray">
            <a:xfrm>
              <a:off x="5343524" y="4700408"/>
              <a:ext cx="3014239" cy="252000"/>
            </a:xfrm>
            <a:prstGeom prst="rect">
              <a:avLst/>
            </a:prstGeom>
            <a:noFill/>
          </p:spPr>
          <p:txBody>
            <a:bodyPr wrap="square" lIns="0" tIns="0" rIns="0" bIns="0" rtlCol="0" anchor="ctr">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rgbClr val="FFFFFF"/>
                  </a:solidFill>
                  <a:effectLst/>
                  <a:uLnTx/>
                  <a:uFillTx/>
                  <a:latin typeface="+mj-lt"/>
                </a:rPr>
                <a:t>Copenhagen</a:t>
              </a:r>
            </a:p>
          </p:txBody>
        </p:sp>
        <p:sp>
          <p:nvSpPr>
            <p:cNvPr id="48" name="TextBox 47">
              <a:extLst>
                <a:ext uri="{FF2B5EF4-FFF2-40B4-BE49-F238E27FC236}">
                  <a16:creationId xmlns:a16="http://schemas.microsoft.com/office/drawing/2014/main" id="{92634C32-5C3E-0120-36E4-468EE936591D}"/>
                </a:ext>
              </a:extLst>
            </p:cNvPr>
            <p:cNvSpPr txBox="1"/>
            <p:nvPr userDrawn="1"/>
          </p:nvSpPr>
          <p:spPr bwMode="ltGray">
            <a:xfrm>
              <a:off x="5343524" y="5123766"/>
              <a:ext cx="3014239" cy="252000"/>
            </a:xfrm>
            <a:prstGeom prst="rect">
              <a:avLst/>
            </a:prstGeom>
            <a:noFill/>
          </p:spPr>
          <p:txBody>
            <a:bodyPr vert="horz" lIns="0" tIns="0" rIns="0" bIns="0" rtlCol="0" anchor="ctr">
              <a:noAutofit/>
            </a:bodyPr>
            <a:lstStyle>
              <a:lvl1pPr lvl="0" indent="0">
                <a:lnSpc>
                  <a:spcPct val="100000"/>
                </a:lnSpc>
                <a:spcBef>
                  <a:spcPts val="0"/>
                </a:spcBef>
                <a:buSzPct val="100000"/>
                <a:buFont typeface="Arial" panose="020B0604020202020204" pitchFamily="34" charset="0"/>
                <a:buNone/>
                <a:defRPr lang="en-US" sz="1050" b="0" spc="0" dirty="0" smtClean="0">
                  <a:solidFill>
                    <a:schemeClr val="bg2"/>
                  </a:solidFill>
                  <a:cs typeface="Gotham-Book" pitchFamily="50" charset="0"/>
                </a:defRPr>
              </a:lvl1pPr>
              <a:lvl2pPr marL="432000" indent="-216000">
                <a:lnSpc>
                  <a:spcPct val="100000"/>
                </a:lnSpc>
                <a:spcBef>
                  <a:spcPts val="600"/>
                </a:spcBef>
                <a:buFont typeface="Arial" panose="020B0604020202020204" pitchFamily="34" charset="0"/>
                <a:buChar char="•"/>
                <a:defRPr sz="1400" spc="0">
                  <a:solidFill>
                    <a:schemeClr val="bg2"/>
                  </a:solidFill>
                  <a:cs typeface="Gotham-Book" pitchFamily="50" charset="0"/>
                </a:defRPr>
              </a:lvl2pPr>
              <a:lvl3pPr marL="648000" indent="-216000">
                <a:lnSpc>
                  <a:spcPct val="100000"/>
                </a:lnSpc>
                <a:spcBef>
                  <a:spcPts val="600"/>
                </a:spcBef>
                <a:buFont typeface="Arial" panose="020B0604020202020204" pitchFamily="34" charset="0"/>
                <a:buChar char="•"/>
                <a:defRPr sz="1400" spc="0">
                  <a:solidFill>
                    <a:schemeClr val="bg2"/>
                  </a:solidFill>
                </a:defRPr>
              </a:lvl3pPr>
              <a:lvl4pPr marL="864000" indent="-216000">
                <a:lnSpc>
                  <a:spcPct val="100000"/>
                </a:lnSpc>
                <a:spcBef>
                  <a:spcPts val="600"/>
                </a:spcBef>
                <a:buFont typeface="Arial" panose="020B0604020202020204" pitchFamily="34" charset="0"/>
                <a:buChar char="•"/>
                <a:defRPr sz="1400" cap="none" spc="0" baseline="0">
                  <a:solidFill>
                    <a:schemeClr val="bg2"/>
                  </a:solidFill>
                </a:defRPr>
              </a:lvl4pPr>
              <a:lvl5pPr marL="1080000" indent="-216000">
                <a:lnSpc>
                  <a:spcPct val="100000"/>
                </a:lnSpc>
                <a:spcBef>
                  <a:spcPts val="600"/>
                </a:spcBef>
                <a:buFont typeface="Arial" panose="020B0604020202020204" pitchFamily="34" charset="0"/>
                <a:buChar char="•"/>
                <a:defRPr sz="1400" spc="0">
                  <a:solidFill>
                    <a:schemeClr val="bg2"/>
                  </a:solidFill>
                  <a:cs typeface="Gotham-Light" pitchFamily="50" charset="0"/>
                </a:defRPr>
              </a:lvl5pPr>
              <a:lvl6pPr marL="0" indent="0">
                <a:lnSpc>
                  <a:spcPct val="150000"/>
                </a:lnSpc>
                <a:spcBef>
                  <a:spcPts val="600"/>
                </a:spcBef>
                <a:buFont typeface="Arial" panose="020B0604020202020204" pitchFamily="34" charset="0"/>
                <a:buNone/>
                <a:defRPr sz="1400">
                  <a:latin typeface="Gotham-Light" pitchFamily="50" charset="0"/>
                  <a:cs typeface="Gotham-Light" pitchFamily="50" charset="0"/>
                </a:defRPr>
              </a:lvl6pPr>
              <a:lvl7pPr marL="177800" indent="-177800">
                <a:lnSpc>
                  <a:spcPct val="150000"/>
                </a:lnSpc>
                <a:spcBef>
                  <a:spcPts val="600"/>
                </a:spcBef>
                <a:buSzPct val="120000"/>
                <a:buFontTx/>
                <a:buBlip>
                  <a:blip r:embed="rId7"/>
                </a:buBlip>
                <a:defRPr sz="1400">
                  <a:latin typeface="Gotham-Light" pitchFamily="50" charset="0"/>
                  <a:cs typeface="Gotham-Light" pitchFamily="50" charset="0"/>
                </a:defRPr>
              </a:lvl7pPr>
              <a:lvl8pPr marL="0" indent="0">
                <a:lnSpc>
                  <a:spcPct val="150000"/>
                </a:lnSpc>
                <a:spcBef>
                  <a:spcPts val="0"/>
                </a:spcBef>
                <a:spcAft>
                  <a:spcPts val="600"/>
                </a:spcAft>
                <a:buFont typeface="Arial" panose="020B0604020202020204" pitchFamily="34" charset="0"/>
                <a:buNone/>
                <a:defRPr sz="1200"/>
              </a:lvl8pPr>
              <a:lvl9pPr marL="0" indent="0">
                <a:lnSpc>
                  <a:spcPct val="150000"/>
                </a:lnSpc>
                <a:spcBef>
                  <a:spcPts val="0"/>
                </a:spcBef>
                <a:spcAft>
                  <a:spcPts val="600"/>
                </a:spcAft>
                <a:buFont typeface="Arial" panose="020B0604020202020204" pitchFamily="34" charset="0"/>
                <a:buNone/>
                <a:defRPr sz="1200">
                  <a:latin typeface="Gotham-Light" pitchFamily="50" charset="0"/>
                  <a:cs typeface="Gotham-Light" pitchFamily="50" charset="0"/>
                </a:defRPr>
              </a:lvl9pPr>
            </a:lstStyle>
            <a:p>
              <a:pPr marL="0" marR="0" lvl="0" indent="0"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0" lang="en-GB" sz="1050" b="0" i="0" u="none" strike="noStrike" kern="0" cap="none" spc="0" normalizeH="0" baseline="0" noProof="0" err="1">
                  <a:ln>
                    <a:noFill/>
                  </a:ln>
                  <a:solidFill>
                    <a:srgbClr val="FFFFFF"/>
                  </a:solidFill>
                  <a:effectLst/>
                  <a:uLnTx/>
                  <a:uFillTx/>
                  <a:cs typeface="Calibri" panose="020F0502020204030204" pitchFamily="34" charset="0"/>
                </a:rPr>
                <a:t>Overgaden</a:t>
              </a:r>
              <a:r>
                <a:rPr kumimoji="0" lang="en-GB" sz="1050" b="0" i="0" u="none" strike="noStrike" kern="0" cap="none" spc="0" normalizeH="0" baseline="0" noProof="0">
                  <a:ln>
                    <a:noFill/>
                  </a:ln>
                  <a:solidFill>
                    <a:srgbClr val="FFFFFF"/>
                  </a:solidFill>
                  <a:effectLst/>
                  <a:uLnTx/>
                  <a:uFillTx/>
                  <a:cs typeface="Calibri" panose="020F0502020204030204" pitchFamily="34" charset="0"/>
                </a:rPr>
                <a:t> Oven </a:t>
              </a:r>
              <a:r>
                <a:rPr kumimoji="0" lang="en-GB" sz="1050" b="0" i="0" u="none" strike="noStrike" kern="0" cap="none" spc="0" normalizeH="0" baseline="0" noProof="0" err="1">
                  <a:ln>
                    <a:noFill/>
                  </a:ln>
                  <a:solidFill>
                    <a:srgbClr val="FFFFFF"/>
                  </a:solidFill>
                  <a:effectLst/>
                  <a:uLnTx/>
                  <a:uFillTx/>
                  <a:cs typeface="Calibri" panose="020F0502020204030204" pitchFamily="34" charset="0"/>
                </a:rPr>
                <a:t>Vandet</a:t>
              </a:r>
              <a:r>
                <a:rPr kumimoji="0" lang="en-GB" sz="1050" b="0" i="0" u="none" strike="noStrike" kern="0" cap="none" spc="0" normalizeH="0" baseline="0" noProof="0">
                  <a:ln>
                    <a:noFill/>
                  </a:ln>
                  <a:solidFill>
                    <a:srgbClr val="FFFFFF"/>
                  </a:solidFill>
                  <a:effectLst/>
                  <a:uLnTx/>
                  <a:uFillTx/>
                  <a:cs typeface="Calibri" panose="020F0502020204030204" pitchFamily="34" charset="0"/>
                </a:rPr>
                <a:t> 58A</a:t>
              </a:r>
            </a:p>
          </p:txBody>
        </p:sp>
        <p:sp>
          <p:nvSpPr>
            <p:cNvPr id="49" name="TextBox 48">
              <a:extLst>
                <a:ext uri="{FF2B5EF4-FFF2-40B4-BE49-F238E27FC236}">
                  <a16:creationId xmlns:a16="http://schemas.microsoft.com/office/drawing/2014/main" id="{472C78A5-CA49-F56D-28E0-61F7AA80E92A}"/>
                </a:ext>
              </a:extLst>
            </p:cNvPr>
            <p:cNvSpPr txBox="1"/>
            <p:nvPr userDrawn="1"/>
          </p:nvSpPr>
          <p:spPr bwMode="ltGray">
            <a:xfrm>
              <a:off x="5343524" y="5352005"/>
              <a:ext cx="3014239" cy="252000"/>
            </a:xfrm>
            <a:prstGeom prst="rect">
              <a:avLst/>
            </a:prstGeom>
            <a:noFill/>
          </p:spPr>
          <p:txBody>
            <a:bodyPr vert="horz" lIns="0" tIns="0" rIns="0" bIns="0" rtlCol="0" anchor="ctr">
              <a:noAutofit/>
            </a:bodyPr>
            <a:lstStyle>
              <a:lvl1pPr lvl="0" indent="0">
                <a:lnSpc>
                  <a:spcPct val="100000"/>
                </a:lnSpc>
                <a:spcBef>
                  <a:spcPts val="0"/>
                </a:spcBef>
                <a:buSzPct val="100000"/>
                <a:buFont typeface="Arial" panose="020B0604020202020204" pitchFamily="34" charset="0"/>
                <a:buNone/>
                <a:defRPr lang="en-US" sz="1050" b="0" spc="0" dirty="0" smtClean="0">
                  <a:solidFill>
                    <a:schemeClr val="bg2"/>
                  </a:solidFill>
                  <a:cs typeface="Gotham-Book" pitchFamily="50" charset="0"/>
                </a:defRPr>
              </a:lvl1pPr>
              <a:lvl2pPr marL="432000" indent="-216000">
                <a:lnSpc>
                  <a:spcPct val="100000"/>
                </a:lnSpc>
                <a:spcBef>
                  <a:spcPts val="600"/>
                </a:spcBef>
                <a:buFont typeface="Arial" panose="020B0604020202020204" pitchFamily="34" charset="0"/>
                <a:buChar char="•"/>
                <a:defRPr sz="1400" spc="0">
                  <a:solidFill>
                    <a:schemeClr val="bg2"/>
                  </a:solidFill>
                  <a:cs typeface="Gotham-Book" pitchFamily="50" charset="0"/>
                </a:defRPr>
              </a:lvl2pPr>
              <a:lvl3pPr marL="648000" indent="-216000">
                <a:lnSpc>
                  <a:spcPct val="100000"/>
                </a:lnSpc>
                <a:spcBef>
                  <a:spcPts val="600"/>
                </a:spcBef>
                <a:buFont typeface="Arial" panose="020B0604020202020204" pitchFamily="34" charset="0"/>
                <a:buChar char="•"/>
                <a:defRPr sz="1400" spc="0">
                  <a:solidFill>
                    <a:schemeClr val="bg2"/>
                  </a:solidFill>
                </a:defRPr>
              </a:lvl3pPr>
              <a:lvl4pPr marL="864000" indent="-216000">
                <a:lnSpc>
                  <a:spcPct val="100000"/>
                </a:lnSpc>
                <a:spcBef>
                  <a:spcPts val="600"/>
                </a:spcBef>
                <a:buFont typeface="Arial" panose="020B0604020202020204" pitchFamily="34" charset="0"/>
                <a:buChar char="•"/>
                <a:defRPr sz="1400" cap="none" spc="0" baseline="0">
                  <a:solidFill>
                    <a:schemeClr val="bg2"/>
                  </a:solidFill>
                </a:defRPr>
              </a:lvl4pPr>
              <a:lvl5pPr marL="1080000" indent="-216000">
                <a:lnSpc>
                  <a:spcPct val="100000"/>
                </a:lnSpc>
                <a:spcBef>
                  <a:spcPts val="600"/>
                </a:spcBef>
                <a:buFont typeface="Arial" panose="020B0604020202020204" pitchFamily="34" charset="0"/>
                <a:buChar char="•"/>
                <a:defRPr sz="1400" spc="0">
                  <a:solidFill>
                    <a:schemeClr val="bg2"/>
                  </a:solidFill>
                  <a:cs typeface="Gotham-Light" pitchFamily="50" charset="0"/>
                </a:defRPr>
              </a:lvl5pPr>
              <a:lvl6pPr marL="0" indent="0">
                <a:lnSpc>
                  <a:spcPct val="150000"/>
                </a:lnSpc>
                <a:spcBef>
                  <a:spcPts val="600"/>
                </a:spcBef>
                <a:buFont typeface="Arial" panose="020B0604020202020204" pitchFamily="34" charset="0"/>
                <a:buNone/>
                <a:defRPr sz="1400">
                  <a:latin typeface="Gotham-Light" pitchFamily="50" charset="0"/>
                  <a:cs typeface="Gotham-Light" pitchFamily="50" charset="0"/>
                </a:defRPr>
              </a:lvl6pPr>
              <a:lvl7pPr marL="177800" indent="-177800">
                <a:lnSpc>
                  <a:spcPct val="150000"/>
                </a:lnSpc>
                <a:spcBef>
                  <a:spcPts val="600"/>
                </a:spcBef>
                <a:buSzPct val="120000"/>
                <a:buFontTx/>
                <a:buBlip>
                  <a:blip r:embed="rId7"/>
                </a:buBlip>
                <a:defRPr sz="1400">
                  <a:latin typeface="Gotham-Light" pitchFamily="50" charset="0"/>
                  <a:cs typeface="Gotham-Light" pitchFamily="50" charset="0"/>
                </a:defRPr>
              </a:lvl7pPr>
              <a:lvl8pPr marL="0" indent="0">
                <a:lnSpc>
                  <a:spcPct val="150000"/>
                </a:lnSpc>
                <a:spcBef>
                  <a:spcPts val="0"/>
                </a:spcBef>
                <a:spcAft>
                  <a:spcPts val="600"/>
                </a:spcAft>
                <a:buFont typeface="Arial" panose="020B0604020202020204" pitchFamily="34" charset="0"/>
                <a:buNone/>
                <a:defRPr sz="1200"/>
              </a:lvl8pPr>
              <a:lvl9pPr marL="0" indent="0">
                <a:lnSpc>
                  <a:spcPct val="150000"/>
                </a:lnSpc>
                <a:spcBef>
                  <a:spcPts val="0"/>
                </a:spcBef>
                <a:spcAft>
                  <a:spcPts val="600"/>
                </a:spcAft>
                <a:buFont typeface="Arial" panose="020B0604020202020204" pitchFamily="34" charset="0"/>
                <a:buNone/>
                <a:defRPr sz="1200">
                  <a:latin typeface="Gotham-Light" pitchFamily="50" charset="0"/>
                  <a:cs typeface="Gotham-Light" pitchFamily="50" charset="0"/>
                </a:defRPr>
              </a:lvl9pPr>
            </a:lstStyle>
            <a:p>
              <a:pPr marL="0" marR="0" lvl="0" indent="0"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0" lang="en-GB" sz="1050" b="0" i="0" u="none" strike="noStrike" kern="0" cap="none" spc="0" normalizeH="0" baseline="0" noProof="0">
                  <a:ln>
                    <a:noFill/>
                  </a:ln>
                  <a:solidFill>
                    <a:srgbClr val="FFFFFF"/>
                  </a:solidFill>
                  <a:effectLst/>
                  <a:uLnTx/>
                  <a:uFillTx/>
                  <a:cs typeface="Calibri" panose="020F0502020204030204" pitchFamily="34" charset="0"/>
                </a:rPr>
                <a:t>1415 Copenhagen</a:t>
              </a:r>
            </a:p>
          </p:txBody>
        </p:sp>
        <p:sp>
          <p:nvSpPr>
            <p:cNvPr id="50" name="TextBox 49">
              <a:extLst>
                <a:ext uri="{FF2B5EF4-FFF2-40B4-BE49-F238E27FC236}">
                  <a16:creationId xmlns:a16="http://schemas.microsoft.com/office/drawing/2014/main" id="{936FFE02-D349-BF56-EAB4-E0A9F67E8CEA}"/>
                </a:ext>
              </a:extLst>
            </p:cNvPr>
            <p:cNvSpPr txBox="1"/>
            <p:nvPr userDrawn="1"/>
          </p:nvSpPr>
          <p:spPr bwMode="ltGray">
            <a:xfrm>
              <a:off x="5343524" y="5580244"/>
              <a:ext cx="3014239" cy="252000"/>
            </a:xfrm>
            <a:prstGeom prst="rect">
              <a:avLst/>
            </a:prstGeom>
            <a:noFill/>
          </p:spPr>
          <p:txBody>
            <a:bodyPr vert="horz" lIns="0" tIns="0" rIns="0" bIns="0" rtlCol="0" anchor="ctr">
              <a:noAutofit/>
            </a:bodyPr>
            <a:lstStyle>
              <a:lvl1pPr lvl="0" indent="0">
                <a:lnSpc>
                  <a:spcPct val="100000"/>
                </a:lnSpc>
                <a:spcBef>
                  <a:spcPts val="0"/>
                </a:spcBef>
                <a:buSzPct val="100000"/>
                <a:buFont typeface="Arial" panose="020B0604020202020204" pitchFamily="34" charset="0"/>
                <a:buNone/>
                <a:defRPr lang="en-US" sz="1050" b="0" spc="0" dirty="0" smtClean="0">
                  <a:solidFill>
                    <a:schemeClr val="bg2"/>
                  </a:solidFill>
                  <a:cs typeface="Gotham-Book" pitchFamily="50" charset="0"/>
                </a:defRPr>
              </a:lvl1pPr>
              <a:lvl2pPr marL="432000" indent="-216000">
                <a:lnSpc>
                  <a:spcPct val="100000"/>
                </a:lnSpc>
                <a:spcBef>
                  <a:spcPts val="600"/>
                </a:spcBef>
                <a:buFont typeface="Arial" panose="020B0604020202020204" pitchFamily="34" charset="0"/>
                <a:buChar char="•"/>
                <a:defRPr sz="1400" spc="0">
                  <a:solidFill>
                    <a:schemeClr val="bg2"/>
                  </a:solidFill>
                  <a:cs typeface="Gotham-Book" pitchFamily="50" charset="0"/>
                </a:defRPr>
              </a:lvl2pPr>
              <a:lvl3pPr marL="648000" indent="-216000">
                <a:lnSpc>
                  <a:spcPct val="100000"/>
                </a:lnSpc>
                <a:spcBef>
                  <a:spcPts val="600"/>
                </a:spcBef>
                <a:buFont typeface="Arial" panose="020B0604020202020204" pitchFamily="34" charset="0"/>
                <a:buChar char="•"/>
                <a:defRPr sz="1400" spc="0">
                  <a:solidFill>
                    <a:schemeClr val="bg2"/>
                  </a:solidFill>
                </a:defRPr>
              </a:lvl3pPr>
              <a:lvl4pPr marL="864000" indent="-216000">
                <a:lnSpc>
                  <a:spcPct val="100000"/>
                </a:lnSpc>
                <a:spcBef>
                  <a:spcPts val="600"/>
                </a:spcBef>
                <a:buFont typeface="Arial" panose="020B0604020202020204" pitchFamily="34" charset="0"/>
                <a:buChar char="•"/>
                <a:defRPr sz="1400" cap="none" spc="0" baseline="0">
                  <a:solidFill>
                    <a:schemeClr val="bg2"/>
                  </a:solidFill>
                </a:defRPr>
              </a:lvl4pPr>
              <a:lvl5pPr marL="1080000" indent="-216000">
                <a:lnSpc>
                  <a:spcPct val="100000"/>
                </a:lnSpc>
                <a:spcBef>
                  <a:spcPts val="600"/>
                </a:spcBef>
                <a:buFont typeface="Arial" panose="020B0604020202020204" pitchFamily="34" charset="0"/>
                <a:buChar char="•"/>
                <a:defRPr sz="1400" spc="0">
                  <a:solidFill>
                    <a:schemeClr val="bg2"/>
                  </a:solidFill>
                  <a:cs typeface="Gotham-Light" pitchFamily="50" charset="0"/>
                </a:defRPr>
              </a:lvl5pPr>
              <a:lvl6pPr marL="0" indent="0">
                <a:lnSpc>
                  <a:spcPct val="150000"/>
                </a:lnSpc>
                <a:spcBef>
                  <a:spcPts val="600"/>
                </a:spcBef>
                <a:buFont typeface="Arial" panose="020B0604020202020204" pitchFamily="34" charset="0"/>
                <a:buNone/>
                <a:defRPr sz="1400">
                  <a:latin typeface="Gotham-Light" pitchFamily="50" charset="0"/>
                  <a:cs typeface="Gotham-Light" pitchFamily="50" charset="0"/>
                </a:defRPr>
              </a:lvl6pPr>
              <a:lvl7pPr marL="177800" indent="-177800">
                <a:lnSpc>
                  <a:spcPct val="150000"/>
                </a:lnSpc>
                <a:spcBef>
                  <a:spcPts val="600"/>
                </a:spcBef>
                <a:buSzPct val="120000"/>
                <a:buFontTx/>
                <a:buBlip>
                  <a:blip r:embed="rId7"/>
                </a:buBlip>
                <a:defRPr sz="1400">
                  <a:latin typeface="Gotham-Light" pitchFamily="50" charset="0"/>
                  <a:cs typeface="Gotham-Light" pitchFamily="50" charset="0"/>
                </a:defRPr>
              </a:lvl7pPr>
              <a:lvl8pPr marL="0" indent="0">
                <a:lnSpc>
                  <a:spcPct val="150000"/>
                </a:lnSpc>
                <a:spcBef>
                  <a:spcPts val="0"/>
                </a:spcBef>
                <a:spcAft>
                  <a:spcPts val="600"/>
                </a:spcAft>
                <a:buFont typeface="Arial" panose="020B0604020202020204" pitchFamily="34" charset="0"/>
                <a:buNone/>
                <a:defRPr sz="1200"/>
              </a:lvl8pPr>
              <a:lvl9pPr marL="0" indent="0">
                <a:lnSpc>
                  <a:spcPct val="150000"/>
                </a:lnSpc>
                <a:spcBef>
                  <a:spcPts val="0"/>
                </a:spcBef>
                <a:spcAft>
                  <a:spcPts val="600"/>
                </a:spcAft>
                <a:buFont typeface="Arial" panose="020B0604020202020204" pitchFamily="34" charset="0"/>
                <a:buNone/>
                <a:defRPr sz="1200">
                  <a:latin typeface="Gotham-Light" pitchFamily="50" charset="0"/>
                  <a:cs typeface="Gotham-Light" pitchFamily="50" charset="0"/>
                </a:defRPr>
              </a:lvl9pPr>
            </a:lstStyle>
            <a:p>
              <a:pPr marL="0" marR="0" lvl="0" indent="0"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0" lang="en-GB" sz="1050" b="0" i="0" u="none" strike="noStrike" kern="0" cap="none" spc="0" normalizeH="0" baseline="0" noProof="0">
                  <a:ln>
                    <a:noFill/>
                  </a:ln>
                  <a:solidFill>
                    <a:srgbClr val="FFFFFF"/>
                  </a:solidFill>
                  <a:effectLst/>
                  <a:uLnTx/>
                  <a:uFillTx/>
                  <a:cs typeface="Calibri" panose="020F0502020204030204" pitchFamily="34" charset="0"/>
                </a:rPr>
                <a:t>Denmark</a:t>
              </a:r>
            </a:p>
          </p:txBody>
        </p:sp>
      </p:grpSp>
      <p:sp>
        <p:nvSpPr>
          <p:cNvPr id="5" name="Text Placeholder 4">
            <a:extLst>
              <a:ext uri="{FF2B5EF4-FFF2-40B4-BE49-F238E27FC236}">
                <a16:creationId xmlns:a16="http://schemas.microsoft.com/office/drawing/2014/main" id="{A1DF0683-9AC3-55F0-01C7-0FD0C4ABAE50}"/>
              </a:ext>
            </a:extLst>
          </p:cNvPr>
          <p:cNvSpPr>
            <a:spLocks noGrp="1"/>
          </p:cNvSpPr>
          <p:nvPr>
            <p:ph type="body" sz="quarter" idx="10" hasCustomPrompt="1"/>
          </p:nvPr>
        </p:nvSpPr>
        <p:spPr>
          <a:xfrm>
            <a:off x="8999143" y="5454431"/>
            <a:ext cx="2224087" cy="252000"/>
          </a:xfrm>
          <a:prstGeom prst="rect">
            <a:avLst/>
          </a:prstGeom>
        </p:spPr>
        <p:txBody>
          <a:bodyPr/>
          <a:lstStyle>
            <a:lvl1pPr marL="0" indent="0">
              <a:buNone/>
              <a:defRPr sz="1050">
                <a:solidFill>
                  <a:schemeClr val="bg2"/>
                </a:solidFill>
              </a:defRPr>
            </a:lvl1pPr>
            <a:lvl2pPr marL="216000" indent="0">
              <a:buNone/>
              <a:defRPr/>
            </a:lvl2pPr>
          </a:lstStyle>
          <a:p>
            <a:pPr lvl="0"/>
            <a:r>
              <a:rPr lang="en-GB"/>
              <a:t>Name</a:t>
            </a:r>
          </a:p>
        </p:txBody>
      </p:sp>
      <p:sp>
        <p:nvSpPr>
          <p:cNvPr id="7" name="Text Placeholder 4">
            <a:extLst>
              <a:ext uri="{FF2B5EF4-FFF2-40B4-BE49-F238E27FC236}">
                <a16:creationId xmlns:a16="http://schemas.microsoft.com/office/drawing/2014/main" id="{15F1978D-B826-7D9A-5E25-B770B31A6070}"/>
              </a:ext>
            </a:extLst>
          </p:cNvPr>
          <p:cNvSpPr>
            <a:spLocks noGrp="1"/>
          </p:cNvSpPr>
          <p:nvPr>
            <p:ph type="body" sz="quarter" idx="11" hasCustomPrompt="1"/>
          </p:nvPr>
        </p:nvSpPr>
        <p:spPr>
          <a:xfrm>
            <a:off x="8999143" y="5714767"/>
            <a:ext cx="2224087" cy="252000"/>
          </a:xfrm>
          <a:prstGeom prst="rect">
            <a:avLst/>
          </a:prstGeom>
        </p:spPr>
        <p:txBody>
          <a:bodyPr/>
          <a:lstStyle>
            <a:lvl1pPr marL="0" indent="0">
              <a:buNone/>
              <a:defRPr sz="1050">
                <a:solidFill>
                  <a:schemeClr val="bg2"/>
                </a:solidFill>
              </a:defRPr>
            </a:lvl1pPr>
            <a:lvl2pPr marL="216000" indent="0">
              <a:buNone/>
              <a:defRPr/>
            </a:lvl2pPr>
          </a:lstStyle>
          <a:p>
            <a:pPr lvl="0"/>
            <a:r>
              <a:rPr lang="en-GB"/>
              <a:t>Job title</a:t>
            </a:r>
          </a:p>
        </p:txBody>
      </p:sp>
      <p:sp>
        <p:nvSpPr>
          <p:cNvPr id="8" name="Text Placeholder 4">
            <a:extLst>
              <a:ext uri="{FF2B5EF4-FFF2-40B4-BE49-F238E27FC236}">
                <a16:creationId xmlns:a16="http://schemas.microsoft.com/office/drawing/2014/main" id="{D36D67F4-FD34-193A-6EF6-D7C4CFCAAE24}"/>
              </a:ext>
            </a:extLst>
          </p:cNvPr>
          <p:cNvSpPr>
            <a:spLocks noGrp="1"/>
          </p:cNvSpPr>
          <p:nvPr>
            <p:ph type="body" sz="quarter" idx="12" hasCustomPrompt="1"/>
          </p:nvPr>
        </p:nvSpPr>
        <p:spPr>
          <a:xfrm>
            <a:off x="8999143" y="5975103"/>
            <a:ext cx="2224087" cy="252000"/>
          </a:xfrm>
          <a:prstGeom prst="rect">
            <a:avLst/>
          </a:prstGeom>
        </p:spPr>
        <p:txBody>
          <a:bodyPr/>
          <a:lstStyle>
            <a:lvl1pPr marL="0" indent="0">
              <a:buNone/>
              <a:defRPr sz="1050">
                <a:solidFill>
                  <a:schemeClr val="bg2"/>
                </a:solidFill>
              </a:defRPr>
            </a:lvl1pPr>
            <a:lvl2pPr marL="216000" indent="0">
              <a:buNone/>
              <a:defRPr/>
            </a:lvl2pPr>
          </a:lstStyle>
          <a:p>
            <a:pPr lvl="0"/>
            <a:r>
              <a:rPr lang="en-GB"/>
              <a:t>Phone number</a:t>
            </a:r>
          </a:p>
        </p:txBody>
      </p:sp>
      <p:sp>
        <p:nvSpPr>
          <p:cNvPr id="9" name="Text Placeholder 4">
            <a:extLst>
              <a:ext uri="{FF2B5EF4-FFF2-40B4-BE49-F238E27FC236}">
                <a16:creationId xmlns:a16="http://schemas.microsoft.com/office/drawing/2014/main" id="{DB315EEF-C995-6ECA-272C-343AD1E8357F}"/>
              </a:ext>
            </a:extLst>
          </p:cNvPr>
          <p:cNvSpPr>
            <a:spLocks noGrp="1"/>
          </p:cNvSpPr>
          <p:nvPr>
            <p:ph type="body" sz="quarter" idx="13" hasCustomPrompt="1"/>
          </p:nvPr>
        </p:nvSpPr>
        <p:spPr>
          <a:xfrm>
            <a:off x="8999143" y="6235440"/>
            <a:ext cx="2224087" cy="252000"/>
          </a:xfrm>
          <a:prstGeom prst="rect">
            <a:avLst/>
          </a:prstGeom>
        </p:spPr>
        <p:txBody>
          <a:bodyPr/>
          <a:lstStyle>
            <a:lvl1pPr marL="0" indent="0">
              <a:buNone/>
              <a:defRPr sz="1050">
                <a:solidFill>
                  <a:schemeClr val="bg2"/>
                </a:solidFill>
              </a:defRPr>
            </a:lvl1pPr>
            <a:lvl2pPr marL="216000" indent="0">
              <a:buNone/>
              <a:defRPr/>
            </a:lvl2pPr>
          </a:lstStyle>
          <a:p>
            <a:pPr lvl="0"/>
            <a:r>
              <a:rPr lang="en-GB"/>
              <a:t>Email</a:t>
            </a:r>
          </a:p>
        </p:txBody>
      </p:sp>
    </p:spTree>
    <p:extLst>
      <p:ext uri="{BB962C8B-B14F-4D97-AF65-F5344CB8AC3E}">
        <p14:creationId xmlns:p14="http://schemas.microsoft.com/office/powerpoint/2010/main" val="31442227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B56EABE-D55B-4373-F6CF-224BF43E855B}"/>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9" name="Object 8" hidden="1">
                        <a:extLst>
                          <a:ext uri="{FF2B5EF4-FFF2-40B4-BE49-F238E27FC236}">
                            <a16:creationId xmlns:a16="http://schemas.microsoft.com/office/drawing/2014/main" id="{1B56EABE-D55B-4373-F6CF-224BF43E855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CE8AADD-913B-949E-D663-554B1349714E}"/>
              </a:ext>
            </a:extLst>
          </p:cNvPr>
          <p:cNvSpPr>
            <a:spLocks noGrp="1"/>
          </p:cNvSpPr>
          <p:nvPr>
            <p:ph type="title" hasCustomPrompt="1"/>
          </p:nvPr>
        </p:nvSpPr>
        <p:spPr>
          <a:xfrm>
            <a:off x="360363" y="536576"/>
            <a:ext cx="11471275" cy="661988"/>
          </a:xfrm>
          <a:prstGeom prst="rect">
            <a:avLst/>
          </a:prstGeom>
        </p:spPr>
        <p:txBody>
          <a:bodyPr vert="horz"/>
          <a:lstStyle>
            <a:lvl1pPr rtl="0">
              <a:defRPr>
                <a:solidFill>
                  <a:schemeClr val="tx1"/>
                </a:solidFill>
              </a:defRPr>
            </a:lvl1pPr>
          </a:lstStyle>
          <a:p>
            <a:pPr lvl="0"/>
            <a:r>
              <a:rPr lang="en-GB"/>
              <a:t>Click to edit action title</a:t>
            </a:r>
          </a:p>
        </p:txBody>
      </p:sp>
      <p:sp>
        <p:nvSpPr>
          <p:cNvPr id="7" name="Text Placeholder 6">
            <a:extLst>
              <a:ext uri="{FF2B5EF4-FFF2-40B4-BE49-F238E27FC236}">
                <a16:creationId xmlns:a16="http://schemas.microsoft.com/office/drawing/2014/main" id="{9AB3F6AF-ED74-5EBB-9159-83208AE07A23}"/>
              </a:ext>
            </a:extLst>
          </p:cNvPr>
          <p:cNvSpPr>
            <a:spLocks noGrp="1"/>
          </p:cNvSpPr>
          <p:nvPr>
            <p:ph type="body" sz="quarter" idx="12" hasCustomPrompt="1"/>
          </p:nvPr>
        </p:nvSpPr>
        <p:spPr>
          <a:xfrm>
            <a:off x="360363" y="207165"/>
            <a:ext cx="11471275" cy="178593"/>
          </a:xfrm>
          <a:prstGeom prst="rect">
            <a:avLst/>
          </a:prstGeom>
        </p:spPr>
        <p:txBody>
          <a:bodyPr anchor="b"/>
          <a:lstStyle>
            <a:lvl1pPr marL="0" indent="0" rtl="0">
              <a:buNone/>
              <a:defRPr sz="1200" cap="all" baseline="0">
                <a:solidFill>
                  <a:schemeClr val="tx2">
                    <a:lumMod val="60000"/>
                    <a:lumOff val="40000"/>
                  </a:schemeClr>
                </a:solidFill>
                <a:latin typeface="+mj-lt"/>
              </a:defRPr>
            </a:lvl1pPr>
          </a:lstStyle>
          <a:p>
            <a:pPr lvl="0"/>
            <a:r>
              <a:rPr lang="en-GB"/>
              <a:t>Click to edit chapter text</a:t>
            </a:r>
          </a:p>
        </p:txBody>
      </p:sp>
      <p:sp>
        <p:nvSpPr>
          <p:cNvPr id="8" name="Footer Placeholder 2">
            <a:extLst>
              <a:ext uri="{FF2B5EF4-FFF2-40B4-BE49-F238E27FC236}">
                <a16:creationId xmlns:a16="http://schemas.microsoft.com/office/drawing/2014/main" id="{479BF71E-D350-F7CD-EB30-FEBBECE0A545}"/>
              </a:ext>
            </a:extLst>
          </p:cNvPr>
          <p:cNvSpPr>
            <a:spLocks noGrp="1"/>
          </p:cNvSpPr>
          <p:nvPr>
            <p:ph type="ftr" sz="quarter" idx="3"/>
          </p:nvPr>
        </p:nvSpPr>
        <p:spPr>
          <a:xfrm>
            <a:off x="675936" y="6321425"/>
            <a:ext cx="10087857" cy="367612"/>
          </a:xfrm>
          <a:prstGeom prst="rect">
            <a:avLst/>
          </a:prstGeom>
        </p:spPr>
        <p:txBody>
          <a:bodyPr anchor="ctr"/>
          <a:lstStyle>
            <a:lvl1pPr rtl="0">
              <a:defRPr sz="1000">
                <a:solidFill>
                  <a:schemeClr val="tx1"/>
                </a:solidFill>
              </a:defRPr>
            </a:lvl1pPr>
          </a:lstStyle>
          <a:p>
            <a:endParaRPr lang="en-GB"/>
          </a:p>
        </p:txBody>
      </p:sp>
    </p:spTree>
    <p:extLst>
      <p:ext uri="{BB962C8B-B14F-4D97-AF65-F5344CB8AC3E}">
        <p14:creationId xmlns:p14="http://schemas.microsoft.com/office/powerpoint/2010/main" val="2622440968"/>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Slide - Picture">
    <p:bg>
      <p:bgPr>
        <a:solidFill>
          <a:schemeClr val="accent1"/>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BBF30689-BACF-220E-9869-EF4152B00165}"/>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6" name="Object 5" hidden="1">
                        <a:extLst>
                          <a:ext uri="{FF2B5EF4-FFF2-40B4-BE49-F238E27FC236}">
                            <a16:creationId xmlns:a16="http://schemas.microsoft.com/office/drawing/2014/main" id="{BBF30689-BACF-220E-9869-EF4152B0016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4" name="Picture 13" descr="A picture containing map, earth, world, space&#10;&#10;Description automatically generated">
            <a:extLst>
              <a:ext uri="{FF2B5EF4-FFF2-40B4-BE49-F238E27FC236}">
                <a16:creationId xmlns:a16="http://schemas.microsoft.com/office/drawing/2014/main" id="{E9C226ED-E6FA-8409-A6DC-0569023DA16D}"/>
              </a:ext>
            </a:extLst>
          </p:cNvPr>
          <p:cNvPicPr>
            <a:picLocks noChangeAspect="1"/>
          </p:cNvPicPr>
          <p:nvPr userDrawn="1"/>
        </p:nvPicPr>
        <p:blipFill>
          <a:blip r:embed="rId5" cstate="print">
            <a:duotone>
              <a:srgbClr val="3D4D55">
                <a:shade val="45000"/>
                <a:satMod val="135000"/>
              </a:srgbClr>
              <a:prstClr val="white"/>
            </a:duotone>
            <a:extLst>
              <a:ext uri="{28A0092B-C50C-407E-A947-70E740481C1C}">
                <a14:useLocalDpi xmlns:a14="http://schemas.microsoft.com/office/drawing/2010/main" val="0"/>
              </a:ext>
            </a:extLst>
          </a:blip>
          <a:srcRect t="-2"/>
          <a:stretch>
            <a:fillRect/>
          </a:stretch>
        </p:blipFill>
        <p:spPr>
          <a:xfrm>
            <a:off x="2794500" y="0"/>
            <a:ext cx="9397500" cy="6858000"/>
          </a:xfrm>
          <a:prstGeom prst="rect">
            <a:avLst/>
          </a:prstGeom>
        </p:spPr>
      </p:pic>
      <p:sp>
        <p:nvSpPr>
          <p:cNvPr id="3" name="Rectangle 2">
            <a:extLst>
              <a:ext uri="{FF2B5EF4-FFF2-40B4-BE49-F238E27FC236}">
                <a16:creationId xmlns:a16="http://schemas.microsoft.com/office/drawing/2014/main" id="{1586E056-74EB-5395-3882-1C6EEF7AE651}"/>
              </a:ext>
            </a:extLst>
          </p:cNvPr>
          <p:cNvSpPr/>
          <p:nvPr userDrawn="1"/>
        </p:nvSpPr>
        <p:spPr bwMode="gray">
          <a:xfrm flipH="1" flipV="1">
            <a:off x="0" y="3622765"/>
            <a:ext cx="12192000" cy="3243943"/>
          </a:xfrm>
          <a:prstGeom prst="rect">
            <a:avLst/>
          </a:prstGeom>
          <a:gradFill>
            <a:gsLst>
              <a:gs pos="0">
                <a:srgbClr val="3D4D55">
                  <a:alpha val="0"/>
                </a:srgbClr>
              </a:gs>
              <a:gs pos="65000">
                <a:srgbClr val="25343C"/>
              </a:gs>
            </a:gsLst>
            <a:lin ang="16200000" scaled="0"/>
          </a:gradFill>
        </p:spPr>
        <p:txBody>
          <a:bodyPr vert="horz" lIns="90000" tIns="46800" rIns="90000" bIns="46800" rtlCol="0" anchor="t">
            <a:noAutofit/>
          </a:bodyPr>
          <a:lstStyle/>
          <a:p>
            <a:pPr marL="216000" marR="0" indent="-216000" algn="l" defTabSz="914400" eaLnBrk="1" fontAlgn="auto" latinLnBrk="0" hangingPunct="1">
              <a:lnSpc>
                <a:spcPct val="100000"/>
              </a:lnSpc>
              <a:spcBef>
                <a:spcPts val="600"/>
              </a:spcBef>
              <a:spcAft>
                <a:spcPct val="0"/>
              </a:spcAft>
              <a:buClrTx/>
              <a:buSzTx/>
              <a:buFont typeface="Arial" panose="020B0604020202020204" pitchFamily="34" charset="0"/>
              <a:buChar char="•"/>
              <a:defRPr lang="en-GB"/>
            </a:pPr>
            <a:endParaRPr kumimoji="0" lang="en-GB" sz="1200" b="0" i="0" u="none" strike="noStrike" kern="1200" cap="none" spc="0" normalizeH="0" baseline="0" noProof="0" err="1">
              <a:ln>
                <a:noFill/>
              </a:ln>
              <a:solidFill>
                <a:srgbClr val="44463E"/>
              </a:solidFill>
              <a:effectLst/>
              <a:uLnTx/>
              <a:uFillTx/>
              <a:ea typeface="+mn-ea"/>
            </a:endParaRPr>
          </a:p>
        </p:txBody>
      </p:sp>
      <p:sp>
        <p:nvSpPr>
          <p:cNvPr id="15" name="Rectangle 14">
            <a:extLst>
              <a:ext uri="{FF2B5EF4-FFF2-40B4-BE49-F238E27FC236}">
                <a16:creationId xmlns:a16="http://schemas.microsoft.com/office/drawing/2014/main" id="{0A7CD2E6-707F-3E5B-05A0-39B45295F724}"/>
              </a:ext>
            </a:extLst>
          </p:cNvPr>
          <p:cNvSpPr/>
          <p:nvPr userDrawn="1"/>
        </p:nvSpPr>
        <p:spPr bwMode="gray">
          <a:xfrm>
            <a:off x="0" y="8708"/>
            <a:ext cx="12192000" cy="6858000"/>
          </a:xfrm>
          <a:prstGeom prst="rect">
            <a:avLst/>
          </a:prstGeom>
          <a:gradFill flip="none" rotWithShape="1">
            <a:gsLst>
              <a:gs pos="15000">
                <a:srgbClr val="3D4D55">
                  <a:alpha val="0"/>
                </a:srgbClr>
              </a:gs>
              <a:gs pos="72000">
                <a:schemeClr val="tx2">
                  <a:lumMod val="75000"/>
                </a:schemeClr>
              </a:gs>
            </a:gsLst>
            <a:lin ang="10800000" scaled="1"/>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lang="en-GB"/>
            </a:pPr>
            <a:endParaRPr kumimoji="0" lang="en-GB" sz="1400" b="0" i="0" u="none" strike="noStrike" kern="0" cap="none" spc="0" normalizeH="0" baseline="0" noProof="0">
              <a:ln>
                <a:noFill/>
              </a:ln>
              <a:solidFill>
                <a:srgbClr val="EAE7E3"/>
              </a:solidFill>
              <a:effectLst/>
              <a:uLnTx/>
              <a:uFillTx/>
              <a:latin typeface="+mj-lt"/>
              <a:ea typeface="+mn-ea"/>
              <a:cs typeface="+mn-cs"/>
            </a:endParaRPr>
          </a:p>
        </p:txBody>
      </p:sp>
      <p:sp>
        <p:nvSpPr>
          <p:cNvPr id="16" name="Text Placeholder 15">
            <a:extLst>
              <a:ext uri="{FF2B5EF4-FFF2-40B4-BE49-F238E27FC236}">
                <a16:creationId xmlns:a16="http://schemas.microsoft.com/office/drawing/2014/main" id="{D9B54094-113D-2847-B070-92BDCA336ACA}"/>
              </a:ext>
            </a:extLst>
          </p:cNvPr>
          <p:cNvSpPr>
            <a:spLocks noGrp="1"/>
          </p:cNvSpPr>
          <p:nvPr>
            <p:ph type="body" sz="quarter" idx="10"/>
          </p:nvPr>
        </p:nvSpPr>
        <p:spPr>
          <a:xfrm>
            <a:off x="360363" y="5438901"/>
            <a:ext cx="6060315" cy="699962"/>
          </a:xfrm>
          <a:prstGeom prst="rect">
            <a:avLst/>
          </a:prstGeom>
        </p:spPr>
        <p:txBody>
          <a:bodyPr wrap="square" lIns="0" tIns="0" rIns="0" bIns="0">
            <a:noAutofit/>
          </a:bodyPr>
          <a:lstStyle>
            <a:lvl1pPr marL="0" indent="0" rtl="0">
              <a:spcBef>
                <a:spcPct val="0"/>
              </a:spcBef>
              <a:buFontTx/>
              <a:buNone/>
              <a:defRPr sz="1200" cap="all" baseline="0">
                <a:solidFill>
                  <a:schemeClr val="bg1"/>
                </a:solidFill>
                <a:latin typeface="+mj-lt"/>
              </a:defRPr>
            </a:lvl1pPr>
            <a:lvl2pPr>
              <a:spcBef>
                <a:spcPct val="0"/>
              </a:spcBef>
              <a:buFontTx/>
              <a:buNone/>
              <a:defRPr>
                <a:solidFill>
                  <a:schemeClr val="bg2"/>
                </a:solidFill>
              </a:defRPr>
            </a:lvl2pPr>
            <a:lvl3pPr>
              <a:buFontTx/>
              <a:buNone/>
              <a:defRPr>
                <a:solidFill>
                  <a:schemeClr val="bg2"/>
                </a:solidFill>
              </a:defRPr>
            </a:lvl3pPr>
            <a:lvl4pPr marL="0" indent="0">
              <a:buFontTx/>
              <a:buNone/>
              <a:defRPr>
                <a:solidFill>
                  <a:schemeClr val="bg2"/>
                </a:solidFill>
              </a:defRPr>
            </a:lvl4pPr>
            <a:lvl5pPr>
              <a:buFontTx/>
              <a:buNone/>
              <a:defRPr>
                <a:solidFill>
                  <a:schemeClr val="bg2"/>
                </a:solidFill>
              </a:defRPr>
            </a:lvl5pPr>
          </a:lstStyle>
          <a:p>
            <a:pPr lvl="0">
              <a:defRPr lang="en-GB"/>
            </a:pPr>
            <a:r>
              <a:rPr lang="en-GB"/>
              <a:t>Click to edit Master text styles</a:t>
            </a:r>
          </a:p>
        </p:txBody>
      </p:sp>
      <p:sp>
        <p:nvSpPr>
          <p:cNvPr id="17" name="Rectangle 16">
            <a:extLst>
              <a:ext uri="{FF2B5EF4-FFF2-40B4-BE49-F238E27FC236}">
                <a16:creationId xmlns:a16="http://schemas.microsoft.com/office/drawing/2014/main" id="{C981C32C-EDE5-2BE8-788F-E1F14F6DE4A9}"/>
              </a:ext>
            </a:extLst>
          </p:cNvPr>
          <p:cNvSpPr/>
          <p:nvPr userDrawn="1"/>
        </p:nvSpPr>
        <p:spPr bwMode="gray">
          <a:xfrm>
            <a:off x="360363" y="5265387"/>
            <a:ext cx="720000" cy="54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defRPr lang="en-GB"/>
            </a:pPr>
            <a:endParaRPr lang="en-GB" sz="1400"/>
          </a:p>
        </p:txBody>
      </p:sp>
      <p:sp>
        <p:nvSpPr>
          <p:cNvPr id="4" name="Title 1">
            <a:extLst>
              <a:ext uri="{FF2B5EF4-FFF2-40B4-BE49-F238E27FC236}">
                <a16:creationId xmlns:a16="http://schemas.microsoft.com/office/drawing/2014/main" id="{52E7401F-3DB7-5101-19C2-C7469208ED89}"/>
              </a:ext>
            </a:extLst>
          </p:cNvPr>
          <p:cNvSpPr>
            <a:spLocks noGrp="1"/>
          </p:cNvSpPr>
          <p:nvPr>
            <p:ph type="ctrTitle"/>
          </p:nvPr>
        </p:nvSpPr>
        <p:spPr bwMode="gray">
          <a:xfrm>
            <a:off x="360363" y="2600998"/>
            <a:ext cx="6060315" cy="1473743"/>
          </a:xfrm>
          <a:prstGeom prst="rect">
            <a:avLst/>
          </a:prstGeom>
        </p:spPr>
        <p:txBody>
          <a:bodyPr vert="horz" wrap="square" lIns="0" tIns="0" rIns="0" bIns="0" anchor="b" anchorCtr="0">
            <a:noAutofit/>
          </a:bodyPr>
          <a:lstStyle>
            <a:lvl1pPr algn="l" rtl="0">
              <a:lnSpc>
                <a:spcPct val="90000"/>
              </a:lnSpc>
              <a:spcBef>
                <a:spcPct val="0"/>
              </a:spcBef>
              <a:defRPr sz="3200" b="0" cap="none" spc="0" baseline="0">
                <a:solidFill>
                  <a:schemeClr val="bg1"/>
                </a:solidFill>
                <a:latin typeface="+mj-lt"/>
              </a:defRPr>
            </a:lvl1pPr>
          </a:lstStyle>
          <a:p>
            <a:pPr>
              <a:defRPr lang="en-GB"/>
            </a:pPr>
            <a:r>
              <a:rPr lang="en-GB"/>
              <a:t>Click to edit Master title style</a:t>
            </a:r>
          </a:p>
        </p:txBody>
      </p:sp>
      <p:pic>
        <p:nvPicPr>
          <p:cNvPr id="2" name="Graphic 1">
            <a:extLst>
              <a:ext uri="{FF2B5EF4-FFF2-40B4-BE49-F238E27FC236}">
                <a16:creationId xmlns:a16="http://schemas.microsoft.com/office/drawing/2014/main" id="{27EC6DB6-4C7C-E19E-D026-02E98FF19C24}"/>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0363" y="537323"/>
            <a:ext cx="2967697" cy="1076555"/>
          </a:xfrm>
          <a:prstGeom prst="rect">
            <a:avLst/>
          </a:prstGeom>
        </p:spPr>
      </p:pic>
      <p:sp>
        <p:nvSpPr>
          <p:cNvPr id="8" name="Subtitle 2">
            <a:extLst>
              <a:ext uri="{FF2B5EF4-FFF2-40B4-BE49-F238E27FC236}">
                <a16:creationId xmlns:a16="http://schemas.microsoft.com/office/drawing/2014/main" id="{B1A7E542-F670-C5F8-BE90-C1AF592ED895}"/>
              </a:ext>
            </a:extLst>
          </p:cNvPr>
          <p:cNvSpPr>
            <a:spLocks noGrp="1"/>
          </p:cNvSpPr>
          <p:nvPr>
            <p:ph type="subTitle" idx="1"/>
          </p:nvPr>
        </p:nvSpPr>
        <p:spPr bwMode="gray">
          <a:xfrm>
            <a:off x="360363" y="4195518"/>
            <a:ext cx="6060315" cy="380945"/>
          </a:xfrm>
          <a:prstGeom prst="rect">
            <a:avLst/>
          </a:prstGeom>
        </p:spPr>
        <p:txBody>
          <a:bodyPr wrap="square" lIns="0" tIns="0" rIns="0" bIns="0">
            <a:noAutofit/>
          </a:bodyPr>
          <a:lstStyle>
            <a:lvl1pPr marL="0" indent="0" algn="l" rtl="0">
              <a:lnSpc>
                <a:spcPct val="100000"/>
              </a:lnSpc>
              <a:spcBef>
                <a:spcPts val="600"/>
              </a:spcBef>
              <a:buFontTx/>
              <a:buNone/>
              <a:defRPr sz="1600" cap="none" spc="100" baseline="0">
                <a:solidFill>
                  <a:schemeClr val="bg1"/>
                </a:solidFill>
                <a:latin typeface="+mj-lt"/>
              </a:defRPr>
            </a:lvl1pPr>
            <a:lvl2pPr marL="0" indent="0" algn="l">
              <a:spcBef>
                <a:spcPct val="0"/>
              </a:spcBef>
              <a:buNone/>
              <a:defRPr sz="1200">
                <a:solidFill>
                  <a:schemeClr val="bg2"/>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lang="en-GB"/>
            </a:pPr>
            <a:r>
              <a:rPr lang="en-GB"/>
              <a:t>Click to edit Master subtitle style</a:t>
            </a:r>
          </a:p>
        </p:txBody>
      </p:sp>
    </p:spTree>
    <p:extLst>
      <p:ext uri="{BB962C8B-B14F-4D97-AF65-F5344CB8AC3E}">
        <p14:creationId xmlns:p14="http://schemas.microsoft.com/office/powerpoint/2010/main" val="1240014255"/>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tx1"/>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BBF30689-BACF-220E-9869-EF4152B00165}"/>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6" name="Object 5" hidden="1">
                        <a:extLst>
                          <a:ext uri="{FF2B5EF4-FFF2-40B4-BE49-F238E27FC236}">
                            <a16:creationId xmlns:a16="http://schemas.microsoft.com/office/drawing/2014/main" id="{BBF30689-BACF-220E-9869-EF4152B0016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2" name="Graphic 11">
            <a:extLst>
              <a:ext uri="{FF2B5EF4-FFF2-40B4-BE49-F238E27FC236}">
                <a16:creationId xmlns:a16="http://schemas.microsoft.com/office/drawing/2014/main" id="{CD800E2F-D62F-D42E-BA48-796A49B968F5}"/>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rcRect r="34206"/>
          <a:stretch>
            <a:fillRect/>
          </a:stretch>
        </p:blipFill>
        <p:spPr>
          <a:xfrm>
            <a:off x="5112746" y="703948"/>
            <a:ext cx="7079254" cy="6154052"/>
          </a:xfrm>
          <a:custGeom>
            <a:avLst/>
            <a:gdLst>
              <a:gd name="connsiteX0" fmla="*/ 0 w 7079254"/>
              <a:gd name="connsiteY0" fmla="*/ 0 h 6154052"/>
              <a:gd name="connsiteX1" fmla="*/ 7079254 w 7079254"/>
              <a:gd name="connsiteY1" fmla="*/ 0 h 6154052"/>
              <a:gd name="connsiteX2" fmla="*/ 7079254 w 7079254"/>
              <a:gd name="connsiteY2" fmla="*/ 6154052 h 6154052"/>
              <a:gd name="connsiteX3" fmla="*/ 0 w 7079254"/>
              <a:gd name="connsiteY3" fmla="*/ 6154052 h 6154052"/>
            </a:gdLst>
            <a:ahLst/>
            <a:cxnLst>
              <a:cxn ang="0">
                <a:pos x="connsiteX0" y="connsiteY0"/>
              </a:cxn>
              <a:cxn ang="0">
                <a:pos x="connsiteX1" y="connsiteY1"/>
              </a:cxn>
              <a:cxn ang="0">
                <a:pos x="connsiteX2" y="connsiteY2"/>
              </a:cxn>
              <a:cxn ang="0">
                <a:pos x="connsiteX3" y="connsiteY3"/>
              </a:cxn>
            </a:cxnLst>
            <a:rect l="l" t="t" r="r" b="b"/>
            <a:pathLst>
              <a:path w="7079254" h="6154052">
                <a:moveTo>
                  <a:pt x="0" y="0"/>
                </a:moveTo>
                <a:lnTo>
                  <a:pt x="7079254" y="0"/>
                </a:lnTo>
                <a:lnTo>
                  <a:pt x="7079254" y="6154052"/>
                </a:lnTo>
                <a:lnTo>
                  <a:pt x="0" y="6154052"/>
                </a:lnTo>
                <a:close/>
              </a:path>
            </a:pathLst>
          </a:custGeom>
        </p:spPr>
      </p:pic>
      <p:sp>
        <p:nvSpPr>
          <p:cNvPr id="2" name="Title 1">
            <a:extLst>
              <a:ext uri="{FF2B5EF4-FFF2-40B4-BE49-F238E27FC236}">
                <a16:creationId xmlns:a16="http://schemas.microsoft.com/office/drawing/2014/main" id="{36E9A45B-10F9-487C-9A74-F7DCE0C77A42}"/>
              </a:ext>
            </a:extLst>
          </p:cNvPr>
          <p:cNvSpPr>
            <a:spLocks noGrp="1"/>
          </p:cNvSpPr>
          <p:nvPr>
            <p:ph type="ctrTitle"/>
          </p:nvPr>
        </p:nvSpPr>
        <p:spPr bwMode="gray">
          <a:xfrm>
            <a:off x="360363" y="2600998"/>
            <a:ext cx="6060315" cy="1473743"/>
          </a:xfrm>
          <a:prstGeom prst="rect">
            <a:avLst/>
          </a:prstGeom>
        </p:spPr>
        <p:txBody>
          <a:bodyPr vert="horz" wrap="square" lIns="0" tIns="0" rIns="0" bIns="0" anchor="b" anchorCtr="0">
            <a:noAutofit/>
          </a:bodyPr>
          <a:lstStyle>
            <a:lvl1pPr algn="l" rtl="0">
              <a:lnSpc>
                <a:spcPct val="90000"/>
              </a:lnSpc>
              <a:defRPr sz="3200" b="0" cap="none" spc="0" baseline="0">
                <a:solidFill>
                  <a:schemeClr val="bg1"/>
                </a:solidFill>
                <a:latin typeface="+mj-lt"/>
              </a:defRPr>
            </a:lvl1pPr>
          </a:lstStyle>
          <a:p>
            <a:pPr>
              <a:defRPr lang="en-GB"/>
            </a:pPr>
            <a:r>
              <a:rPr lang="en-GB"/>
              <a:t>Click to edit Master title style</a:t>
            </a:r>
          </a:p>
        </p:txBody>
      </p:sp>
      <p:sp>
        <p:nvSpPr>
          <p:cNvPr id="3" name="Subtitle 2">
            <a:extLst>
              <a:ext uri="{FF2B5EF4-FFF2-40B4-BE49-F238E27FC236}">
                <a16:creationId xmlns:a16="http://schemas.microsoft.com/office/drawing/2014/main" id="{CBA3E240-43D7-4C56-BC1B-38BA9D4E9E21}"/>
              </a:ext>
            </a:extLst>
          </p:cNvPr>
          <p:cNvSpPr>
            <a:spLocks noGrp="1"/>
          </p:cNvSpPr>
          <p:nvPr>
            <p:ph type="subTitle" idx="1"/>
          </p:nvPr>
        </p:nvSpPr>
        <p:spPr bwMode="gray">
          <a:xfrm>
            <a:off x="360363" y="4195518"/>
            <a:ext cx="6060315" cy="380945"/>
          </a:xfrm>
          <a:prstGeom prst="rect">
            <a:avLst/>
          </a:prstGeom>
        </p:spPr>
        <p:txBody>
          <a:bodyPr wrap="square" lIns="0" tIns="0" rIns="0" bIns="0">
            <a:noAutofit/>
          </a:bodyPr>
          <a:lstStyle>
            <a:lvl1pPr marL="0" indent="0" algn="l" rtl="0">
              <a:lnSpc>
                <a:spcPct val="100000"/>
              </a:lnSpc>
              <a:spcBef>
                <a:spcPts val="600"/>
              </a:spcBef>
              <a:buFontTx/>
              <a:buNone/>
              <a:defRPr sz="1600" cap="none" spc="100" baseline="0">
                <a:solidFill>
                  <a:schemeClr val="bg1"/>
                </a:solidFill>
                <a:latin typeface="+mj-lt"/>
              </a:defRPr>
            </a:lvl1pPr>
            <a:lvl2pPr marL="0" indent="0" algn="l">
              <a:spcBef>
                <a:spcPct val="0"/>
              </a:spcBef>
              <a:buNone/>
              <a:defRPr sz="1200">
                <a:solidFill>
                  <a:schemeClr val="bg2"/>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lang="en-GB"/>
            </a:pPr>
            <a:r>
              <a:rPr lang="en-GB"/>
              <a:t>Click to edit Master subtitle style</a:t>
            </a:r>
          </a:p>
        </p:txBody>
      </p:sp>
      <p:sp>
        <p:nvSpPr>
          <p:cNvPr id="16" name="Text Placeholder 15">
            <a:extLst>
              <a:ext uri="{FF2B5EF4-FFF2-40B4-BE49-F238E27FC236}">
                <a16:creationId xmlns:a16="http://schemas.microsoft.com/office/drawing/2014/main" id="{D9B54094-113D-2847-B070-92BDCA336ACA}"/>
              </a:ext>
            </a:extLst>
          </p:cNvPr>
          <p:cNvSpPr>
            <a:spLocks noGrp="1"/>
          </p:cNvSpPr>
          <p:nvPr>
            <p:ph type="body" sz="quarter" idx="10"/>
          </p:nvPr>
        </p:nvSpPr>
        <p:spPr>
          <a:xfrm>
            <a:off x="360363" y="5438901"/>
            <a:ext cx="6060315" cy="699962"/>
          </a:xfrm>
          <a:prstGeom prst="rect">
            <a:avLst/>
          </a:prstGeom>
        </p:spPr>
        <p:txBody>
          <a:bodyPr wrap="square" lIns="0" tIns="0" rIns="0" bIns="0">
            <a:noAutofit/>
          </a:bodyPr>
          <a:lstStyle>
            <a:lvl1pPr marL="0" indent="0" rtl="0">
              <a:spcBef>
                <a:spcPct val="0"/>
              </a:spcBef>
              <a:buFontTx/>
              <a:buNone/>
              <a:defRPr sz="1200" cap="all" baseline="0">
                <a:solidFill>
                  <a:schemeClr val="bg1"/>
                </a:solidFill>
                <a:latin typeface="+mj-lt"/>
              </a:defRPr>
            </a:lvl1pPr>
            <a:lvl2pPr>
              <a:spcBef>
                <a:spcPct val="0"/>
              </a:spcBef>
              <a:buFontTx/>
              <a:buNone/>
              <a:defRPr>
                <a:solidFill>
                  <a:schemeClr val="bg2"/>
                </a:solidFill>
              </a:defRPr>
            </a:lvl2pPr>
            <a:lvl3pPr>
              <a:buFontTx/>
              <a:buNone/>
              <a:defRPr>
                <a:solidFill>
                  <a:schemeClr val="bg2"/>
                </a:solidFill>
              </a:defRPr>
            </a:lvl3pPr>
            <a:lvl4pPr marL="0" indent="0">
              <a:buFontTx/>
              <a:buNone/>
              <a:defRPr>
                <a:solidFill>
                  <a:schemeClr val="bg2"/>
                </a:solidFill>
              </a:defRPr>
            </a:lvl4pPr>
            <a:lvl5pPr>
              <a:buFontTx/>
              <a:buNone/>
              <a:defRPr>
                <a:solidFill>
                  <a:schemeClr val="bg2"/>
                </a:solidFill>
              </a:defRPr>
            </a:lvl5pPr>
          </a:lstStyle>
          <a:p>
            <a:pPr lvl="0">
              <a:defRPr lang="en-GB"/>
            </a:pPr>
            <a:r>
              <a:rPr lang="en-GB"/>
              <a:t>Click to edit Master text styles</a:t>
            </a:r>
          </a:p>
        </p:txBody>
      </p:sp>
      <p:sp>
        <p:nvSpPr>
          <p:cNvPr id="17" name="Rectangle 16">
            <a:extLst>
              <a:ext uri="{FF2B5EF4-FFF2-40B4-BE49-F238E27FC236}">
                <a16:creationId xmlns:a16="http://schemas.microsoft.com/office/drawing/2014/main" id="{C981C32C-EDE5-2BE8-788F-E1F14F6DE4A9}"/>
              </a:ext>
            </a:extLst>
          </p:cNvPr>
          <p:cNvSpPr/>
          <p:nvPr userDrawn="1"/>
        </p:nvSpPr>
        <p:spPr bwMode="gray">
          <a:xfrm>
            <a:off x="360363" y="5265387"/>
            <a:ext cx="720000" cy="54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defRPr lang="en-GB"/>
            </a:pPr>
            <a:endParaRPr lang="en-GB" sz="1400"/>
          </a:p>
        </p:txBody>
      </p:sp>
      <p:pic>
        <p:nvPicPr>
          <p:cNvPr id="4" name="Graphic 3">
            <a:extLst>
              <a:ext uri="{FF2B5EF4-FFF2-40B4-BE49-F238E27FC236}">
                <a16:creationId xmlns:a16="http://schemas.microsoft.com/office/drawing/2014/main" id="{A486FE90-240C-0722-A3B2-7FC8C877A0A4}"/>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0363" y="537323"/>
            <a:ext cx="2967697" cy="1076555"/>
          </a:xfrm>
          <a:prstGeom prst="rect">
            <a:avLst/>
          </a:prstGeom>
        </p:spPr>
      </p:pic>
    </p:spTree>
    <p:extLst>
      <p:ext uri="{BB962C8B-B14F-4D97-AF65-F5344CB8AC3E}">
        <p14:creationId xmlns:p14="http://schemas.microsoft.com/office/powerpoint/2010/main" val="2338356536"/>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Divider">
    <p:bg>
      <p:bgPr>
        <a:solidFill>
          <a:schemeClr val="tx1"/>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BBF30689-BACF-220E-9869-EF4152B00165}"/>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6" name="Object 5" hidden="1">
                        <a:extLst>
                          <a:ext uri="{FF2B5EF4-FFF2-40B4-BE49-F238E27FC236}">
                            <a16:creationId xmlns:a16="http://schemas.microsoft.com/office/drawing/2014/main" id="{BBF30689-BACF-220E-9869-EF4152B0016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4" name="Graphic 3">
            <a:extLst>
              <a:ext uri="{FF2B5EF4-FFF2-40B4-BE49-F238E27FC236}">
                <a16:creationId xmlns:a16="http://schemas.microsoft.com/office/drawing/2014/main" id="{4A064E1E-3789-252D-1117-D6AB26C776B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rcRect r="34206"/>
          <a:stretch>
            <a:fillRect/>
          </a:stretch>
        </p:blipFill>
        <p:spPr>
          <a:xfrm>
            <a:off x="5112746" y="703948"/>
            <a:ext cx="7079254" cy="6154052"/>
          </a:xfrm>
          <a:custGeom>
            <a:avLst/>
            <a:gdLst>
              <a:gd name="connsiteX0" fmla="*/ 0 w 7079254"/>
              <a:gd name="connsiteY0" fmla="*/ 0 h 6154052"/>
              <a:gd name="connsiteX1" fmla="*/ 7079254 w 7079254"/>
              <a:gd name="connsiteY1" fmla="*/ 0 h 6154052"/>
              <a:gd name="connsiteX2" fmla="*/ 7079254 w 7079254"/>
              <a:gd name="connsiteY2" fmla="*/ 6154052 h 6154052"/>
              <a:gd name="connsiteX3" fmla="*/ 0 w 7079254"/>
              <a:gd name="connsiteY3" fmla="*/ 6154052 h 6154052"/>
            </a:gdLst>
            <a:ahLst/>
            <a:cxnLst>
              <a:cxn ang="0">
                <a:pos x="connsiteX0" y="connsiteY0"/>
              </a:cxn>
              <a:cxn ang="0">
                <a:pos x="connsiteX1" y="connsiteY1"/>
              </a:cxn>
              <a:cxn ang="0">
                <a:pos x="connsiteX2" y="connsiteY2"/>
              </a:cxn>
              <a:cxn ang="0">
                <a:pos x="connsiteX3" y="connsiteY3"/>
              </a:cxn>
            </a:cxnLst>
            <a:rect l="l" t="t" r="r" b="b"/>
            <a:pathLst>
              <a:path w="7079254" h="6154052">
                <a:moveTo>
                  <a:pt x="0" y="0"/>
                </a:moveTo>
                <a:lnTo>
                  <a:pt x="7079254" y="0"/>
                </a:lnTo>
                <a:lnTo>
                  <a:pt x="7079254" y="6154052"/>
                </a:lnTo>
                <a:lnTo>
                  <a:pt x="0" y="6154052"/>
                </a:lnTo>
                <a:close/>
              </a:path>
            </a:pathLst>
          </a:custGeom>
        </p:spPr>
      </p:pic>
      <p:sp>
        <p:nvSpPr>
          <p:cNvPr id="2" name="Title 1">
            <a:extLst>
              <a:ext uri="{FF2B5EF4-FFF2-40B4-BE49-F238E27FC236}">
                <a16:creationId xmlns:a16="http://schemas.microsoft.com/office/drawing/2014/main" id="{36E9A45B-10F9-487C-9A74-F7DCE0C77A42}"/>
              </a:ext>
            </a:extLst>
          </p:cNvPr>
          <p:cNvSpPr>
            <a:spLocks noGrp="1"/>
          </p:cNvSpPr>
          <p:nvPr>
            <p:ph type="ctrTitle" hasCustomPrompt="1"/>
          </p:nvPr>
        </p:nvSpPr>
        <p:spPr bwMode="gray">
          <a:xfrm>
            <a:off x="360364" y="1921733"/>
            <a:ext cx="11471274" cy="1473743"/>
          </a:xfrm>
          <a:prstGeom prst="rect">
            <a:avLst/>
          </a:prstGeom>
        </p:spPr>
        <p:txBody>
          <a:bodyPr vert="horz" wrap="square" lIns="0" tIns="0" rIns="0" bIns="0" anchor="b" anchorCtr="0">
            <a:noAutofit/>
          </a:bodyPr>
          <a:lstStyle>
            <a:lvl1pPr algn="l" rtl="0">
              <a:lnSpc>
                <a:spcPct val="90000"/>
              </a:lnSpc>
              <a:defRPr sz="3200" b="0" cap="none" spc="0" baseline="0">
                <a:solidFill>
                  <a:schemeClr val="bg1"/>
                </a:solidFill>
                <a:latin typeface="+mj-lt"/>
              </a:defRPr>
            </a:lvl1pPr>
          </a:lstStyle>
          <a:p>
            <a:pPr>
              <a:defRPr lang="en-GB"/>
            </a:pPr>
            <a:r>
              <a:rPr lang="en-GB"/>
              <a:t>Section title</a:t>
            </a:r>
          </a:p>
        </p:txBody>
      </p:sp>
      <p:sp>
        <p:nvSpPr>
          <p:cNvPr id="3" name="Subtitle 2">
            <a:extLst>
              <a:ext uri="{FF2B5EF4-FFF2-40B4-BE49-F238E27FC236}">
                <a16:creationId xmlns:a16="http://schemas.microsoft.com/office/drawing/2014/main" id="{CBA3E240-43D7-4C56-BC1B-38BA9D4E9E21}"/>
              </a:ext>
            </a:extLst>
          </p:cNvPr>
          <p:cNvSpPr>
            <a:spLocks noGrp="1"/>
          </p:cNvSpPr>
          <p:nvPr>
            <p:ph type="subTitle" idx="1" hasCustomPrompt="1"/>
          </p:nvPr>
        </p:nvSpPr>
        <p:spPr bwMode="gray">
          <a:xfrm>
            <a:off x="360364" y="3516253"/>
            <a:ext cx="11471274" cy="380945"/>
          </a:xfrm>
          <a:prstGeom prst="rect">
            <a:avLst/>
          </a:prstGeom>
        </p:spPr>
        <p:txBody>
          <a:bodyPr vert="horz" wrap="square" lIns="0" tIns="0" rIns="0" bIns="0" rtlCol="0">
            <a:noAutofit/>
          </a:bodyPr>
          <a:lstStyle>
            <a:lvl1pPr marL="0" indent="0" rtl="0">
              <a:buNone/>
              <a:defRPr lang="en-US" sz="1600" cap="none" spc="100" baseline="0">
                <a:solidFill>
                  <a:schemeClr val="bg1"/>
                </a:solidFill>
                <a:latin typeface="+mj-lt"/>
              </a:defRPr>
            </a:lvl1pPr>
          </a:lstStyle>
          <a:p>
            <a:pPr marL="216000" lvl="0" indent="-216000">
              <a:defRPr lang="en-GB"/>
            </a:pPr>
            <a:r>
              <a:rPr lang="en-GB"/>
              <a:t>Section subtitle</a:t>
            </a:r>
          </a:p>
        </p:txBody>
      </p:sp>
    </p:spTree>
    <p:extLst>
      <p:ext uri="{BB962C8B-B14F-4D97-AF65-F5344CB8AC3E}">
        <p14:creationId xmlns:p14="http://schemas.microsoft.com/office/powerpoint/2010/main" val="738263381"/>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B56EABE-D55B-4373-F6CF-224BF43E855B}"/>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9" name="Object 8" hidden="1">
                        <a:extLst>
                          <a:ext uri="{FF2B5EF4-FFF2-40B4-BE49-F238E27FC236}">
                            <a16:creationId xmlns:a16="http://schemas.microsoft.com/office/drawing/2014/main" id="{1B56EABE-D55B-4373-F6CF-224BF43E855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CE8AADD-913B-949E-D663-554B1349714E}"/>
              </a:ext>
            </a:extLst>
          </p:cNvPr>
          <p:cNvSpPr>
            <a:spLocks noGrp="1"/>
          </p:cNvSpPr>
          <p:nvPr>
            <p:ph type="title" hasCustomPrompt="1"/>
          </p:nvPr>
        </p:nvSpPr>
        <p:spPr>
          <a:xfrm>
            <a:off x="360363" y="536576"/>
            <a:ext cx="11471275" cy="661988"/>
          </a:xfrm>
          <a:prstGeom prst="rect">
            <a:avLst/>
          </a:prstGeom>
        </p:spPr>
        <p:txBody>
          <a:bodyPr vert="horz"/>
          <a:lstStyle>
            <a:lvl1pPr rtl="0">
              <a:defRPr>
                <a:solidFill>
                  <a:schemeClr val="tx1"/>
                </a:solidFill>
              </a:defRPr>
            </a:lvl1pPr>
          </a:lstStyle>
          <a:p>
            <a:pPr lvl="0">
              <a:defRPr lang="en-GB"/>
            </a:pPr>
            <a:r>
              <a:rPr lang="en-GB"/>
              <a:t>Click to edit action title</a:t>
            </a:r>
          </a:p>
        </p:txBody>
      </p:sp>
      <p:sp>
        <p:nvSpPr>
          <p:cNvPr id="7" name="Text Placeholder 6">
            <a:extLst>
              <a:ext uri="{FF2B5EF4-FFF2-40B4-BE49-F238E27FC236}">
                <a16:creationId xmlns:a16="http://schemas.microsoft.com/office/drawing/2014/main" id="{9AB3F6AF-ED74-5EBB-9159-83208AE07A23}"/>
              </a:ext>
            </a:extLst>
          </p:cNvPr>
          <p:cNvSpPr>
            <a:spLocks noGrp="1"/>
          </p:cNvSpPr>
          <p:nvPr>
            <p:ph type="body" sz="quarter" idx="12" hasCustomPrompt="1"/>
          </p:nvPr>
        </p:nvSpPr>
        <p:spPr>
          <a:xfrm>
            <a:off x="360363" y="207165"/>
            <a:ext cx="11471275" cy="178593"/>
          </a:xfrm>
          <a:prstGeom prst="rect">
            <a:avLst/>
          </a:prstGeom>
        </p:spPr>
        <p:txBody>
          <a:bodyPr anchor="b"/>
          <a:lstStyle>
            <a:lvl1pPr marL="0" indent="0" rtl="0">
              <a:buNone/>
              <a:defRPr sz="1200" cap="all" baseline="0">
                <a:solidFill>
                  <a:schemeClr val="tx2">
                    <a:lumMod val="60000"/>
                    <a:lumOff val="40000"/>
                  </a:schemeClr>
                </a:solidFill>
                <a:latin typeface="+mj-lt"/>
              </a:defRPr>
            </a:lvl1pPr>
          </a:lstStyle>
          <a:p>
            <a:pPr lvl="0">
              <a:defRPr lang="en-GB"/>
            </a:pPr>
            <a:r>
              <a:rPr lang="en-GB"/>
              <a:t>Click to edit chapter text</a:t>
            </a:r>
          </a:p>
        </p:txBody>
      </p:sp>
      <p:sp>
        <p:nvSpPr>
          <p:cNvPr id="8" name="Footer Placeholder 2">
            <a:extLst>
              <a:ext uri="{FF2B5EF4-FFF2-40B4-BE49-F238E27FC236}">
                <a16:creationId xmlns:a16="http://schemas.microsoft.com/office/drawing/2014/main" id="{479BF71E-D350-F7CD-EB30-FEBBECE0A545}"/>
              </a:ext>
            </a:extLst>
          </p:cNvPr>
          <p:cNvSpPr>
            <a:spLocks noGrp="1"/>
          </p:cNvSpPr>
          <p:nvPr>
            <p:ph type="ftr" sz="quarter" idx="3"/>
          </p:nvPr>
        </p:nvSpPr>
        <p:spPr>
          <a:xfrm>
            <a:off x="675936" y="6321425"/>
            <a:ext cx="10087857" cy="367612"/>
          </a:xfrm>
          <a:prstGeom prst="rect">
            <a:avLst/>
          </a:prstGeom>
        </p:spPr>
        <p:txBody>
          <a:bodyPr anchor="ctr"/>
          <a:lstStyle>
            <a:lvl1pPr rtl="0">
              <a:defRPr sz="1000">
                <a:solidFill>
                  <a:schemeClr val="tx1"/>
                </a:solidFill>
              </a:defRPr>
            </a:lvl1pPr>
          </a:lstStyle>
          <a:p>
            <a:pPr>
              <a:defRPr lang="en-GB"/>
            </a:pPr>
            <a:endParaRPr lang="en-GB"/>
          </a:p>
        </p:txBody>
      </p:sp>
    </p:spTree>
    <p:extLst>
      <p:ext uri="{BB962C8B-B14F-4D97-AF65-F5344CB8AC3E}">
        <p14:creationId xmlns:p14="http://schemas.microsoft.com/office/powerpoint/2010/main" val="243286707"/>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B56EABE-D55B-4373-F6CF-224BF43E855B}"/>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9" name="Object 8" hidden="1">
                        <a:extLst>
                          <a:ext uri="{FF2B5EF4-FFF2-40B4-BE49-F238E27FC236}">
                            <a16:creationId xmlns:a16="http://schemas.microsoft.com/office/drawing/2014/main" id="{1B56EABE-D55B-4373-F6CF-224BF43E855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CE8AADD-913B-949E-D663-554B1349714E}"/>
              </a:ext>
            </a:extLst>
          </p:cNvPr>
          <p:cNvSpPr>
            <a:spLocks noGrp="1"/>
          </p:cNvSpPr>
          <p:nvPr>
            <p:ph type="title" hasCustomPrompt="1"/>
          </p:nvPr>
        </p:nvSpPr>
        <p:spPr>
          <a:xfrm>
            <a:off x="360363" y="536576"/>
            <a:ext cx="11471275" cy="661988"/>
          </a:xfrm>
          <a:prstGeom prst="rect">
            <a:avLst/>
          </a:prstGeom>
        </p:spPr>
        <p:txBody>
          <a:bodyPr vert="horz"/>
          <a:lstStyle>
            <a:lvl1pPr rtl="0">
              <a:defRPr/>
            </a:lvl1pPr>
          </a:lstStyle>
          <a:p>
            <a:pPr>
              <a:defRPr lang="en-GB"/>
            </a:pPr>
            <a:r>
              <a:rPr lang="en-GB"/>
              <a:t>Click to edit action title</a:t>
            </a:r>
          </a:p>
        </p:txBody>
      </p:sp>
      <p:sp>
        <p:nvSpPr>
          <p:cNvPr id="7" name="Text Placeholder 6">
            <a:extLst>
              <a:ext uri="{FF2B5EF4-FFF2-40B4-BE49-F238E27FC236}">
                <a16:creationId xmlns:a16="http://schemas.microsoft.com/office/drawing/2014/main" id="{9AB3F6AF-ED74-5EBB-9159-83208AE07A23}"/>
              </a:ext>
            </a:extLst>
          </p:cNvPr>
          <p:cNvSpPr>
            <a:spLocks noGrp="1"/>
          </p:cNvSpPr>
          <p:nvPr>
            <p:ph type="body" sz="quarter" idx="12" hasCustomPrompt="1"/>
          </p:nvPr>
        </p:nvSpPr>
        <p:spPr>
          <a:xfrm>
            <a:off x="360363" y="207165"/>
            <a:ext cx="11471275" cy="178593"/>
          </a:xfrm>
          <a:prstGeom prst="rect">
            <a:avLst/>
          </a:prstGeom>
        </p:spPr>
        <p:txBody>
          <a:bodyPr anchor="b"/>
          <a:lstStyle>
            <a:lvl1pPr marL="0" indent="0" rtl="0">
              <a:buNone/>
              <a:defRPr sz="1200" cap="all" baseline="0">
                <a:solidFill>
                  <a:schemeClr val="tx2">
                    <a:lumMod val="60000"/>
                    <a:lumOff val="40000"/>
                  </a:schemeClr>
                </a:solidFill>
                <a:latin typeface="+mj-lt"/>
              </a:defRPr>
            </a:lvl1pPr>
          </a:lstStyle>
          <a:p>
            <a:pPr lvl="0">
              <a:defRPr lang="en-GB"/>
            </a:pPr>
            <a:r>
              <a:rPr lang="en-GB"/>
              <a:t>Click to edit chapter text</a:t>
            </a:r>
          </a:p>
        </p:txBody>
      </p:sp>
      <p:sp>
        <p:nvSpPr>
          <p:cNvPr id="12" name="Text Placeholder 11">
            <a:extLst>
              <a:ext uri="{FF2B5EF4-FFF2-40B4-BE49-F238E27FC236}">
                <a16:creationId xmlns:a16="http://schemas.microsoft.com/office/drawing/2014/main" id="{8282BAF1-276B-A194-EB89-47200DC6CF6B}"/>
              </a:ext>
            </a:extLst>
          </p:cNvPr>
          <p:cNvSpPr>
            <a:spLocks noGrp="1"/>
          </p:cNvSpPr>
          <p:nvPr>
            <p:ph type="body" sz="quarter" idx="13"/>
          </p:nvPr>
        </p:nvSpPr>
        <p:spPr>
          <a:xfrm>
            <a:off x="360363" y="1557338"/>
            <a:ext cx="11471275" cy="4581525"/>
          </a:xfrm>
          <a:prstGeom prst="rect">
            <a:avLst/>
          </a:prstGeom>
        </p:spPr>
        <p:txBody>
          <a:bodyPr lIns="0" tIns="0" rIns="0" bIns="0"/>
          <a:lstStyle>
            <a:lvl1pPr rtl="0">
              <a:defRPr/>
            </a:lvl1pPr>
            <a:lvl2pPr rtl="0">
              <a:defRPr/>
            </a:lvl2pPr>
            <a:lvl3pPr rtl="0">
              <a:defRPr/>
            </a:lvl3pPr>
            <a:lvl4pPr rtl="0">
              <a:defRPr/>
            </a:lvl4pPr>
            <a:lvl5pPr rtl="0">
              <a:defRPr/>
            </a:lvl5pPr>
          </a:lstStyle>
          <a:p>
            <a:pPr lvl="0">
              <a:defRPr lang="en-GB"/>
            </a:pPr>
            <a:r>
              <a:rPr lang="en-GB"/>
              <a:t>Click to edit Master text styles</a:t>
            </a:r>
          </a:p>
          <a:p>
            <a:pPr lvl="1">
              <a:defRPr lang="en-GB"/>
            </a:pPr>
            <a:r>
              <a:rPr lang="en-GB"/>
              <a:t>Second level</a:t>
            </a:r>
          </a:p>
          <a:p>
            <a:pPr lvl="2">
              <a:defRPr lang="en-GB"/>
            </a:pPr>
            <a:r>
              <a:rPr lang="en-GB"/>
              <a:t>Third level</a:t>
            </a:r>
          </a:p>
          <a:p>
            <a:pPr lvl="3">
              <a:defRPr lang="en-GB"/>
            </a:pPr>
            <a:r>
              <a:rPr lang="en-GB"/>
              <a:t>Fourth level</a:t>
            </a:r>
          </a:p>
          <a:p>
            <a:pPr lvl="4">
              <a:defRPr lang="en-GB"/>
            </a:pPr>
            <a:r>
              <a:rPr lang="en-GB"/>
              <a:t>Fifth level</a:t>
            </a:r>
          </a:p>
        </p:txBody>
      </p:sp>
      <p:sp>
        <p:nvSpPr>
          <p:cNvPr id="6" name="Footer Placeholder 2">
            <a:extLst>
              <a:ext uri="{FF2B5EF4-FFF2-40B4-BE49-F238E27FC236}">
                <a16:creationId xmlns:a16="http://schemas.microsoft.com/office/drawing/2014/main" id="{6C423670-CCD5-5DCA-1D29-0D7EC8484860}"/>
              </a:ext>
            </a:extLst>
          </p:cNvPr>
          <p:cNvSpPr>
            <a:spLocks noGrp="1"/>
          </p:cNvSpPr>
          <p:nvPr>
            <p:ph type="ftr" sz="quarter" idx="3"/>
          </p:nvPr>
        </p:nvSpPr>
        <p:spPr>
          <a:xfrm>
            <a:off x="675936" y="6321425"/>
            <a:ext cx="10087857" cy="367612"/>
          </a:xfrm>
          <a:prstGeom prst="rect">
            <a:avLst/>
          </a:prstGeom>
        </p:spPr>
        <p:txBody>
          <a:bodyPr anchor="ctr"/>
          <a:lstStyle>
            <a:lvl1pPr rtl="0">
              <a:defRPr sz="1000">
                <a:solidFill>
                  <a:schemeClr val="accent2">
                    <a:lumMod val="75000"/>
                  </a:schemeClr>
                </a:solidFill>
              </a:defRPr>
            </a:lvl1pPr>
          </a:lstStyle>
          <a:p>
            <a:pPr>
              <a:defRPr lang="en-GB"/>
            </a:pPr>
            <a:endParaRPr lang="en-GB"/>
          </a:p>
        </p:txBody>
      </p:sp>
    </p:spTree>
    <p:extLst>
      <p:ext uri="{BB962C8B-B14F-4D97-AF65-F5344CB8AC3E}">
        <p14:creationId xmlns:p14="http://schemas.microsoft.com/office/powerpoint/2010/main" val="3414671536"/>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 Columns">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B56EABE-D55B-4373-F6CF-224BF43E855B}"/>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9" name="Object 8" hidden="1">
                        <a:extLst>
                          <a:ext uri="{FF2B5EF4-FFF2-40B4-BE49-F238E27FC236}">
                            <a16:creationId xmlns:a16="http://schemas.microsoft.com/office/drawing/2014/main" id="{1B56EABE-D55B-4373-F6CF-224BF43E855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CE8AADD-913B-949E-D663-554B1349714E}"/>
              </a:ext>
            </a:extLst>
          </p:cNvPr>
          <p:cNvSpPr>
            <a:spLocks noGrp="1"/>
          </p:cNvSpPr>
          <p:nvPr>
            <p:ph type="title" hasCustomPrompt="1"/>
          </p:nvPr>
        </p:nvSpPr>
        <p:spPr>
          <a:xfrm>
            <a:off x="360363" y="536576"/>
            <a:ext cx="11471275" cy="661988"/>
          </a:xfrm>
          <a:prstGeom prst="rect">
            <a:avLst/>
          </a:prstGeom>
        </p:spPr>
        <p:txBody>
          <a:bodyPr vert="horz"/>
          <a:lstStyle>
            <a:lvl1pPr rtl="0">
              <a:defRPr/>
            </a:lvl1pPr>
          </a:lstStyle>
          <a:p>
            <a:pPr>
              <a:defRPr lang="en-GB"/>
            </a:pPr>
            <a:r>
              <a:rPr lang="en-GB"/>
              <a:t>Click to edit action title</a:t>
            </a:r>
          </a:p>
        </p:txBody>
      </p:sp>
      <p:sp>
        <p:nvSpPr>
          <p:cNvPr id="7" name="Text Placeholder 6">
            <a:extLst>
              <a:ext uri="{FF2B5EF4-FFF2-40B4-BE49-F238E27FC236}">
                <a16:creationId xmlns:a16="http://schemas.microsoft.com/office/drawing/2014/main" id="{9AB3F6AF-ED74-5EBB-9159-83208AE07A23}"/>
              </a:ext>
            </a:extLst>
          </p:cNvPr>
          <p:cNvSpPr>
            <a:spLocks noGrp="1"/>
          </p:cNvSpPr>
          <p:nvPr>
            <p:ph type="body" sz="quarter" idx="12" hasCustomPrompt="1"/>
          </p:nvPr>
        </p:nvSpPr>
        <p:spPr>
          <a:xfrm>
            <a:off x="360363" y="207165"/>
            <a:ext cx="11471275" cy="178593"/>
          </a:xfrm>
          <a:prstGeom prst="rect">
            <a:avLst/>
          </a:prstGeom>
        </p:spPr>
        <p:txBody>
          <a:bodyPr anchor="b"/>
          <a:lstStyle>
            <a:lvl1pPr marL="0" indent="0" rtl="0">
              <a:buNone/>
              <a:defRPr sz="1200" cap="all" baseline="0">
                <a:solidFill>
                  <a:schemeClr val="tx2">
                    <a:lumMod val="60000"/>
                    <a:lumOff val="40000"/>
                  </a:schemeClr>
                </a:solidFill>
                <a:latin typeface="+mj-lt"/>
              </a:defRPr>
            </a:lvl1pPr>
          </a:lstStyle>
          <a:p>
            <a:pPr lvl="0">
              <a:defRPr lang="en-GB"/>
            </a:pPr>
            <a:r>
              <a:rPr lang="en-GB"/>
              <a:t>Click to edit chapter text</a:t>
            </a:r>
          </a:p>
        </p:txBody>
      </p:sp>
      <p:sp>
        <p:nvSpPr>
          <p:cNvPr id="12" name="Text Placeholder 11">
            <a:extLst>
              <a:ext uri="{FF2B5EF4-FFF2-40B4-BE49-F238E27FC236}">
                <a16:creationId xmlns:a16="http://schemas.microsoft.com/office/drawing/2014/main" id="{8282BAF1-276B-A194-EB89-47200DC6CF6B}"/>
              </a:ext>
            </a:extLst>
          </p:cNvPr>
          <p:cNvSpPr>
            <a:spLocks noGrp="1"/>
          </p:cNvSpPr>
          <p:nvPr>
            <p:ph type="body" sz="quarter" idx="13"/>
          </p:nvPr>
        </p:nvSpPr>
        <p:spPr>
          <a:xfrm>
            <a:off x="360364" y="1557338"/>
            <a:ext cx="5555636" cy="4581525"/>
          </a:xfrm>
          <a:prstGeom prst="rect">
            <a:avLst/>
          </a:prstGeom>
        </p:spPr>
        <p:txBody>
          <a:bodyPr/>
          <a:lstStyle>
            <a:lvl1pPr rtl="0">
              <a:defRPr/>
            </a:lvl1pPr>
            <a:lvl2pPr rtl="0">
              <a:defRPr/>
            </a:lvl2pPr>
            <a:lvl3pPr rtl="0">
              <a:defRPr/>
            </a:lvl3pPr>
            <a:lvl4pPr rtl="0">
              <a:defRPr/>
            </a:lvl4pPr>
            <a:lvl5pPr rtl="0">
              <a:defRPr/>
            </a:lvl5pPr>
          </a:lstStyle>
          <a:p>
            <a:pPr lvl="0">
              <a:defRPr lang="en-GB"/>
            </a:pPr>
            <a:r>
              <a:rPr lang="en-GB"/>
              <a:t>Click to edit Master text styles</a:t>
            </a:r>
          </a:p>
          <a:p>
            <a:pPr lvl="1">
              <a:defRPr lang="en-GB"/>
            </a:pPr>
            <a:r>
              <a:rPr lang="en-GB"/>
              <a:t>Second level</a:t>
            </a:r>
          </a:p>
          <a:p>
            <a:pPr lvl="2">
              <a:defRPr lang="en-GB"/>
            </a:pPr>
            <a:r>
              <a:rPr lang="en-GB"/>
              <a:t>Third level</a:t>
            </a:r>
          </a:p>
          <a:p>
            <a:pPr lvl="3">
              <a:defRPr lang="en-GB"/>
            </a:pPr>
            <a:r>
              <a:rPr lang="en-GB"/>
              <a:t>Fourth level</a:t>
            </a:r>
          </a:p>
          <a:p>
            <a:pPr lvl="4">
              <a:defRPr lang="en-GB"/>
            </a:pPr>
            <a:r>
              <a:rPr lang="en-GB"/>
              <a:t>Fifth level</a:t>
            </a:r>
          </a:p>
        </p:txBody>
      </p:sp>
      <p:sp>
        <p:nvSpPr>
          <p:cNvPr id="6" name="Text Placeholder 11">
            <a:extLst>
              <a:ext uri="{FF2B5EF4-FFF2-40B4-BE49-F238E27FC236}">
                <a16:creationId xmlns:a16="http://schemas.microsoft.com/office/drawing/2014/main" id="{AA0D52EB-632D-88E7-6317-C688F978D8CD}"/>
              </a:ext>
            </a:extLst>
          </p:cNvPr>
          <p:cNvSpPr>
            <a:spLocks noGrp="1"/>
          </p:cNvSpPr>
          <p:nvPr>
            <p:ph type="body" sz="quarter" idx="14"/>
          </p:nvPr>
        </p:nvSpPr>
        <p:spPr>
          <a:xfrm>
            <a:off x="6276002" y="1557338"/>
            <a:ext cx="5555636" cy="4581525"/>
          </a:xfrm>
          <a:prstGeom prst="rect">
            <a:avLst/>
          </a:prstGeom>
        </p:spPr>
        <p:txBody>
          <a:bodyPr/>
          <a:lstStyle>
            <a:lvl1pPr rtl="0">
              <a:defRPr/>
            </a:lvl1pPr>
            <a:lvl2pPr rtl="0">
              <a:defRPr/>
            </a:lvl2pPr>
            <a:lvl3pPr rtl="0">
              <a:defRPr/>
            </a:lvl3pPr>
            <a:lvl4pPr rtl="0">
              <a:defRPr/>
            </a:lvl4pPr>
            <a:lvl5pPr rtl="0">
              <a:defRPr/>
            </a:lvl5pPr>
          </a:lstStyle>
          <a:p>
            <a:pPr lvl="0">
              <a:defRPr lang="en-GB"/>
            </a:pPr>
            <a:r>
              <a:rPr lang="en-GB"/>
              <a:t>Click to edit Master text styles</a:t>
            </a:r>
          </a:p>
          <a:p>
            <a:pPr lvl="1">
              <a:defRPr lang="en-GB"/>
            </a:pPr>
            <a:r>
              <a:rPr lang="en-GB"/>
              <a:t>Second level</a:t>
            </a:r>
          </a:p>
          <a:p>
            <a:pPr lvl="2">
              <a:defRPr lang="en-GB"/>
            </a:pPr>
            <a:r>
              <a:rPr lang="en-GB"/>
              <a:t>Third level</a:t>
            </a:r>
          </a:p>
          <a:p>
            <a:pPr lvl="3">
              <a:defRPr lang="en-GB"/>
            </a:pPr>
            <a:r>
              <a:rPr lang="en-GB"/>
              <a:t>Fourth level</a:t>
            </a:r>
          </a:p>
          <a:p>
            <a:pPr lvl="4">
              <a:defRPr lang="en-GB"/>
            </a:pPr>
            <a:r>
              <a:rPr lang="en-GB"/>
              <a:t>Fifth level</a:t>
            </a:r>
          </a:p>
        </p:txBody>
      </p:sp>
      <p:cxnSp>
        <p:nvCxnSpPr>
          <p:cNvPr id="11" name="Straight Connector 10">
            <a:extLst>
              <a:ext uri="{FF2B5EF4-FFF2-40B4-BE49-F238E27FC236}">
                <a16:creationId xmlns:a16="http://schemas.microsoft.com/office/drawing/2014/main" id="{53EB1BCA-6BD5-247C-67BB-74FF5B9E096A}"/>
              </a:ext>
            </a:extLst>
          </p:cNvPr>
          <p:cNvCxnSpPr/>
          <p:nvPr userDrawn="1"/>
        </p:nvCxnSpPr>
        <p:spPr bwMode="gray">
          <a:xfrm flipH="1">
            <a:off x="6096000" y="1557338"/>
            <a:ext cx="0" cy="4581525"/>
          </a:xfrm>
          <a:prstGeom prst="line">
            <a:avLst/>
          </a:prstGeom>
          <a:ln w="9525">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2">
            <a:extLst>
              <a:ext uri="{FF2B5EF4-FFF2-40B4-BE49-F238E27FC236}">
                <a16:creationId xmlns:a16="http://schemas.microsoft.com/office/drawing/2014/main" id="{FD394BFE-4996-FB35-0C7B-6936CA83F796}"/>
              </a:ext>
            </a:extLst>
          </p:cNvPr>
          <p:cNvSpPr>
            <a:spLocks noGrp="1"/>
          </p:cNvSpPr>
          <p:nvPr>
            <p:ph type="ftr" sz="quarter" idx="3"/>
          </p:nvPr>
        </p:nvSpPr>
        <p:spPr>
          <a:xfrm>
            <a:off x="675936" y="6321425"/>
            <a:ext cx="10087857" cy="367612"/>
          </a:xfrm>
          <a:prstGeom prst="rect">
            <a:avLst/>
          </a:prstGeom>
        </p:spPr>
        <p:txBody>
          <a:bodyPr anchor="ctr"/>
          <a:lstStyle>
            <a:lvl1pPr rtl="0">
              <a:defRPr sz="1000">
                <a:solidFill>
                  <a:schemeClr val="tx1"/>
                </a:solidFill>
              </a:defRPr>
            </a:lvl1pPr>
          </a:lstStyle>
          <a:p>
            <a:pPr>
              <a:defRPr lang="en-GB"/>
            </a:pPr>
            <a:endParaRPr lang="en-GB"/>
          </a:p>
        </p:txBody>
      </p:sp>
    </p:spTree>
    <p:extLst>
      <p:ext uri="{BB962C8B-B14F-4D97-AF65-F5344CB8AC3E}">
        <p14:creationId xmlns:p14="http://schemas.microsoft.com/office/powerpoint/2010/main" val="1275026186"/>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 Columns">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B56EABE-D55B-4373-F6CF-224BF43E855B}"/>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9" name="Object 8" hidden="1">
                        <a:extLst>
                          <a:ext uri="{FF2B5EF4-FFF2-40B4-BE49-F238E27FC236}">
                            <a16:creationId xmlns:a16="http://schemas.microsoft.com/office/drawing/2014/main" id="{1B56EABE-D55B-4373-F6CF-224BF43E855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CE8AADD-913B-949E-D663-554B1349714E}"/>
              </a:ext>
            </a:extLst>
          </p:cNvPr>
          <p:cNvSpPr>
            <a:spLocks noGrp="1"/>
          </p:cNvSpPr>
          <p:nvPr>
            <p:ph type="title" hasCustomPrompt="1"/>
          </p:nvPr>
        </p:nvSpPr>
        <p:spPr>
          <a:xfrm>
            <a:off x="360363" y="536576"/>
            <a:ext cx="11471275" cy="661988"/>
          </a:xfrm>
          <a:prstGeom prst="rect">
            <a:avLst/>
          </a:prstGeom>
        </p:spPr>
        <p:txBody>
          <a:bodyPr vert="horz"/>
          <a:lstStyle>
            <a:lvl1pPr rtl="0">
              <a:defRPr/>
            </a:lvl1pPr>
          </a:lstStyle>
          <a:p>
            <a:pPr>
              <a:defRPr lang="en-GB"/>
            </a:pPr>
            <a:r>
              <a:rPr lang="en-GB"/>
              <a:t>Click to edit action title</a:t>
            </a:r>
          </a:p>
        </p:txBody>
      </p:sp>
      <p:sp>
        <p:nvSpPr>
          <p:cNvPr id="7" name="Text Placeholder 6">
            <a:extLst>
              <a:ext uri="{FF2B5EF4-FFF2-40B4-BE49-F238E27FC236}">
                <a16:creationId xmlns:a16="http://schemas.microsoft.com/office/drawing/2014/main" id="{9AB3F6AF-ED74-5EBB-9159-83208AE07A23}"/>
              </a:ext>
            </a:extLst>
          </p:cNvPr>
          <p:cNvSpPr>
            <a:spLocks noGrp="1"/>
          </p:cNvSpPr>
          <p:nvPr>
            <p:ph type="body" sz="quarter" idx="12" hasCustomPrompt="1"/>
          </p:nvPr>
        </p:nvSpPr>
        <p:spPr>
          <a:xfrm>
            <a:off x="360363" y="207165"/>
            <a:ext cx="11471275" cy="178593"/>
          </a:xfrm>
          <a:prstGeom prst="rect">
            <a:avLst/>
          </a:prstGeom>
        </p:spPr>
        <p:txBody>
          <a:bodyPr anchor="b"/>
          <a:lstStyle>
            <a:lvl1pPr marL="0" indent="0" rtl="0">
              <a:buNone/>
              <a:defRPr sz="1200" cap="all" baseline="0">
                <a:solidFill>
                  <a:schemeClr val="tx2">
                    <a:lumMod val="60000"/>
                    <a:lumOff val="40000"/>
                  </a:schemeClr>
                </a:solidFill>
                <a:latin typeface="+mj-lt"/>
              </a:defRPr>
            </a:lvl1pPr>
          </a:lstStyle>
          <a:p>
            <a:pPr lvl="0">
              <a:defRPr lang="en-GB"/>
            </a:pPr>
            <a:r>
              <a:rPr lang="en-GB"/>
              <a:t>Click to edit chapter text</a:t>
            </a:r>
          </a:p>
        </p:txBody>
      </p:sp>
      <p:sp>
        <p:nvSpPr>
          <p:cNvPr id="12" name="Text Placeholder 11">
            <a:extLst>
              <a:ext uri="{FF2B5EF4-FFF2-40B4-BE49-F238E27FC236}">
                <a16:creationId xmlns:a16="http://schemas.microsoft.com/office/drawing/2014/main" id="{8282BAF1-276B-A194-EB89-47200DC6CF6B}"/>
              </a:ext>
            </a:extLst>
          </p:cNvPr>
          <p:cNvSpPr>
            <a:spLocks noGrp="1"/>
          </p:cNvSpPr>
          <p:nvPr>
            <p:ph type="body" sz="quarter" idx="13"/>
          </p:nvPr>
        </p:nvSpPr>
        <p:spPr>
          <a:xfrm>
            <a:off x="360364" y="1557338"/>
            <a:ext cx="3585600" cy="4581525"/>
          </a:xfrm>
          <a:prstGeom prst="rect">
            <a:avLst/>
          </a:prstGeom>
        </p:spPr>
        <p:txBody>
          <a:bodyPr/>
          <a:lstStyle>
            <a:lvl1pPr rtl="0">
              <a:defRPr/>
            </a:lvl1pPr>
            <a:lvl2pPr rtl="0">
              <a:defRPr/>
            </a:lvl2pPr>
            <a:lvl3pPr rtl="0">
              <a:defRPr/>
            </a:lvl3pPr>
            <a:lvl4pPr rtl="0">
              <a:defRPr/>
            </a:lvl4pPr>
            <a:lvl5pPr rtl="0">
              <a:defRPr/>
            </a:lvl5pPr>
          </a:lstStyle>
          <a:p>
            <a:pPr lvl="0">
              <a:defRPr lang="en-GB"/>
            </a:pPr>
            <a:r>
              <a:rPr lang="en-GB"/>
              <a:t>Click to edit Master text styles</a:t>
            </a:r>
          </a:p>
          <a:p>
            <a:pPr lvl="1">
              <a:defRPr lang="en-GB"/>
            </a:pPr>
            <a:r>
              <a:rPr lang="en-GB"/>
              <a:t>Second level</a:t>
            </a:r>
          </a:p>
          <a:p>
            <a:pPr lvl="2">
              <a:defRPr lang="en-GB"/>
            </a:pPr>
            <a:r>
              <a:rPr lang="en-GB"/>
              <a:t>Third level</a:t>
            </a:r>
          </a:p>
          <a:p>
            <a:pPr lvl="3">
              <a:defRPr lang="en-GB"/>
            </a:pPr>
            <a:r>
              <a:rPr lang="en-GB"/>
              <a:t>Fourth level</a:t>
            </a:r>
          </a:p>
          <a:p>
            <a:pPr lvl="4">
              <a:defRPr lang="en-GB"/>
            </a:pPr>
            <a:r>
              <a:rPr lang="en-GB"/>
              <a:t>Fifth level</a:t>
            </a:r>
          </a:p>
        </p:txBody>
      </p:sp>
      <p:sp>
        <p:nvSpPr>
          <p:cNvPr id="6" name="Text Placeholder 11">
            <a:extLst>
              <a:ext uri="{FF2B5EF4-FFF2-40B4-BE49-F238E27FC236}">
                <a16:creationId xmlns:a16="http://schemas.microsoft.com/office/drawing/2014/main" id="{AA0D52EB-632D-88E7-6317-C688F978D8CD}"/>
              </a:ext>
            </a:extLst>
          </p:cNvPr>
          <p:cNvSpPr>
            <a:spLocks noGrp="1"/>
          </p:cNvSpPr>
          <p:nvPr>
            <p:ph type="body" sz="quarter" idx="14"/>
          </p:nvPr>
        </p:nvSpPr>
        <p:spPr>
          <a:xfrm>
            <a:off x="4303202" y="1557338"/>
            <a:ext cx="3585600" cy="4581525"/>
          </a:xfrm>
          <a:prstGeom prst="rect">
            <a:avLst/>
          </a:prstGeom>
        </p:spPr>
        <p:txBody>
          <a:bodyPr/>
          <a:lstStyle>
            <a:lvl1pPr rtl="0">
              <a:defRPr/>
            </a:lvl1pPr>
            <a:lvl2pPr rtl="0">
              <a:defRPr/>
            </a:lvl2pPr>
            <a:lvl3pPr rtl="0">
              <a:defRPr/>
            </a:lvl3pPr>
            <a:lvl4pPr rtl="0">
              <a:defRPr/>
            </a:lvl4pPr>
            <a:lvl5pPr rtl="0">
              <a:defRPr/>
            </a:lvl5pPr>
          </a:lstStyle>
          <a:p>
            <a:pPr lvl="0">
              <a:defRPr lang="en-GB"/>
            </a:pPr>
            <a:r>
              <a:rPr lang="en-GB"/>
              <a:t>Click to edit Master text styles</a:t>
            </a:r>
          </a:p>
          <a:p>
            <a:pPr lvl="1">
              <a:defRPr lang="en-GB"/>
            </a:pPr>
            <a:r>
              <a:rPr lang="en-GB"/>
              <a:t>Second level</a:t>
            </a:r>
          </a:p>
          <a:p>
            <a:pPr lvl="2">
              <a:defRPr lang="en-GB"/>
            </a:pPr>
            <a:r>
              <a:rPr lang="en-GB"/>
              <a:t>Third level</a:t>
            </a:r>
          </a:p>
          <a:p>
            <a:pPr lvl="3">
              <a:defRPr lang="en-GB"/>
            </a:pPr>
            <a:r>
              <a:rPr lang="en-GB"/>
              <a:t>Fourth level</a:t>
            </a:r>
          </a:p>
          <a:p>
            <a:pPr lvl="4">
              <a:defRPr lang="en-GB"/>
            </a:pPr>
            <a:r>
              <a:rPr lang="en-GB"/>
              <a:t>Fifth level</a:t>
            </a:r>
          </a:p>
        </p:txBody>
      </p:sp>
      <p:sp>
        <p:nvSpPr>
          <p:cNvPr id="5" name="Text Placeholder 11">
            <a:extLst>
              <a:ext uri="{FF2B5EF4-FFF2-40B4-BE49-F238E27FC236}">
                <a16:creationId xmlns:a16="http://schemas.microsoft.com/office/drawing/2014/main" id="{A4F8645A-4C8F-B5EF-ABBE-0A7944FB9652}"/>
              </a:ext>
            </a:extLst>
          </p:cNvPr>
          <p:cNvSpPr>
            <a:spLocks noGrp="1"/>
          </p:cNvSpPr>
          <p:nvPr>
            <p:ph type="body" sz="quarter" idx="15"/>
          </p:nvPr>
        </p:nvSpPr>
        <p:spPr>
          <a:xfrm>
            <a:off x="8246038" y="1557338"/>
            <a:ext cx="3585600" cy="4581525"/>
          </a:xfrm>
          <a:prstGeom prst="rect">
            <a:avLst/>
          </a:prstGeom>
        </p:spPr>
        <p:txBody>
          <a:bodyPr/>
          <a:lstStyle>
            <a:lvl1pPr rtl="0">
              <a:defRPr/>
            </a:lvl1pPr>
            <a:lvl2pPr rtl="0">
              <a:defRPr/>
            </a:lvl2pPr>
            <a:lvl3pPr rtl="0">
              <a:defRPr/>
            </a:lvl3pPr>
            <a:lvl4pPr rtl="0">
              <a:defRPr/>
            </a:lvl4pPr>
            <a:lvl5pPr rtl="0">
              <a:defRPr/>
            </a:lvl5pPr>
          </a:lstStyle>
          <a:p>
            <a:pPr lvl="0">
              <a:defRPr lang="en-GB"/>
            </a:pPr>
            <a:r>
              <a:rPr lang="en-GB"/>
              <a:t>Click to edit Master text styles</a:t>
            </a:r>
          </a:p>
          <a:p>
            <a:pPr lvl="1">
              <a:defRPr lang="en-GB"/>
            </a:pPr>
            <a:r>
              <a:rPr lang="en-GB"/>
              <a:t>Second level</a:t>
            </a:r>
          </a:p>
          <a:p>
            <a:pPr lvl="2">
              <a:defRPr lang="en-GB"/>
            </a:pPr>
            <a:r>
              <a:rPr lang="en-GB"/>
              <a:t>Third level</a:t>
            </a:r>
          </a:p>
          <a:p>
            <a:pPr lvl="3">
              <a:defRPr lang="en-GB"/>
            </a:pPr>
            <a:r>
              <a:rPr lang="en-GB"/>
              <a:t>Fourth level</a:t>
            </a:r>
          </a:p>
          <a:p>
            <a:pPr lvl="4">
              <a:defRPr lang="en-GB"/>
            </a:pPr>
            <a:r>
              <a:rPr lang="en-GB"/>
              <a:t>Fifth level</a:t>
            </a:r>
          </a:p>
        </p:txBody>
      </p:sp>
      <p:cxnSp>
        <p:nvCxnSpPr>
          <p:cNvPr id="8" name="Straight Connector 7">
            <a:extLst>
              <a:ext uri="{FF2B5EF4-FFF2-40B4-BE49-F238E27FC236}">
                <a16:creationId xmlns:a16="http://schemas.microsoft.com/office/drawing/2014/main" id="{077A0E30-9124-5E6A-F7CB-DA7136515E2A}"/>
              </a:ext>
            </a:extLst>
          </p:cNvPr>
          <p:cNvCxnSpPr/>
          <p:nvPr userDrawn="1"/>
        </p:nvCxnSpPr>
        <p:spPr bwMode="gray">
          <a:xfrm flipH="1">
            <a:off x="4124583" y="1557338"/>
            <a:ext cx="0" cy="458152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752DA0A-4663-C15E-45D1-287C660996D3}"/>
              </a:ext>
            </a:extLst>
          </p:cNvPr>
          <p:cNvCxnSpPr/>
          <p:nvPr userDrawn="1"/>
        </p:nvCxnSpPr>
        <p:spPr bwMode="gray">
          <a:xfrm flipH="1">
            <a:off x="8067421" y="1557338"/>
            <a:ext cx="0" cy="458152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2">
            <a:extLst>
              <a:ext uri="{FF2B5EF4-FFF2-40B4-BE49-F238E27FC236}">
                <a16:creationId xmlns:a16="http://schemas.microsoft.com/office/drawing/2014/main" id="{03B40352-4AB6-C52B-44D6-EC669C4E2C3F}"/>
              </a:ext>
            </a:extLst>
          </p:cNvPr>
          <p:cNvSpPr>
            <a:spLocks noGrp="1"/>
          </p:cNvSpPr>
          <p:nvPr>
            <p:ph type="ftr" sz="quarter" idx="3"/>
          </p:nvPr>
        </p:nvSpPr>
        <p:spPr>
          <a:xfrm>
            <a:off x="675936" y="6321425"/>
            <a:ext cx="10087857" cy="367612"/>
          </a:xfrm>
          <a:prstGeom prst="rect">
            <a:avLst/>
          </a:prstGeom>
        </p:spPr>
        <p:txBody>
          <a:bodyPr anchor="ctr"/>
          <a:lstStyle>
            <a:lvl1pPr rtl="0">
              <a:defRPr sz="1000">
                <a:solidFill>
                  <a:schemeClr val="tx1"/>
                </a:solidFill>
              </a:defRPr>
            </a:lvl1pPr>
          </a:lstStyle>
          <a:p>
            <a:pPr>
              <a:defRPr lang="en-GB"/>
            </a:pPr>
            <a:endParaRPr lang="en-GB"/>
          </a:p>
        </p:txBody>
      </p:sp>
    </p:spTree>
    <p:extLst>
      <p:ext uri="{BB962C8B-B14F-4D97-AF65-F5344CB8AC3E}">
        <p14:creationId xmlns:p14="http://schemas.microsoft.com/office/powerpoint/2010/main" val="1474936201"/>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icture Layout - Right 1/2 ">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B56EABE-D55B-4373-F6CF-224BF43E855B}"/>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9" name="Object 8" hidden="1">
                        <a:extLst>
                          <a:ext uri="{FF2B5EF4-FFF2-40B4-BE49-F238E27FC236}">
                            <a16:creationId xmlns:a16="http://schemas.microsoft.com/office/drawing/2014/main" id="{1B56EABE-D55B-4373-F6CF-224BF43E855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id="{3AA15091-913D-700B-D6C5-7EC0E7D4BE42}"/>
              </a:ext>
            </a:extLst>
          </p:cNvPr>
          <p:cNvSpPr>
            <a:spLocks noGrp="1"/>
          </p:cNvSpPr>
          <p:nvPr>
            <p:ph type="pic" sz="quarter" idx="14"/>
          </p:nvPr>
        </p:nvSpPr>
        <p:spPr>
          <a:xfrm>
            <a:off x="6276002" y="0"/>
            <a:ext cx="5915998" cy="6858000"/>
          </a:xfrm>
          <a:prstGeom prst="rect">
            <a:avLst/>
          </a:prstGeom>
          <a:solidFill>
            <a:schemeClr val="tx1"/>
          </a:solidFill>
        </p:spPr>
        <p:txBody>
          <a:bodyPr/>
          <a:lstStyle>
            <a:lvl1pPr marL="0" indent="0">
              <a:buNone/>
              <a:defRPr>
                <a:solidFill>
                  <a:schemeClr val="bg2"/>
                </a:solidFill>
              </a:defRPr>
            </a:lvl1pPr>
          </a:lstStyle>
          <a:p>
            <a:pPr>
              <a:defRPr lang="en-GB"/>
            </a:pPr>
            <a:r>
              <a:rPr lang="en-GB"/>
              <a:t>Click icon to add picture</a:t>
            </a:r>
            <a:endParaRPr lang="en-US"/>
          </a:p>
        </p:txBody>
      </p:sp>
      <p:sp>
        <p:nvSpPr>
          <p:cNvPr id="2" name="Title 1">
            <a:extLst>
              <a:ext uri="{FF2B5EF4-FFF2-40B4-BE49-F238E27FC236}">
                <a16:creationId xmlns:a16="http://schemas.microsoft.com/office/drawing/2014/main" id="{6CE8AADD-913B-949E-D663-554B1349714E}"/>
              </a:ext>
            </a:extLst>
          </p:cNvPr>
          <p:cNvSpPr>
            <a:spLocks noGrp="1"/>
          </p:cNvSpPr>
          <p:nvPr>
            <p:ph type="title" hasCustomPrompt="1"/>
          </p:nvPr>
        </p:nvSpPr>
        <p:spPr>
          <a:xfrm>
            <a:off x="360364" y="536576"/>
            <a:ext cx="5555636" cy="661988"/>
          </a:xfrm>
          <a:prstGeom prst="rect">
            <a:avLst/>
          </a:prstGeom>
        </p:spPr>
        <p:txBody>
          <a:bodyPr vert="horz"/>
          <a:lstStyle>
            <a:lvl1pPr rtl="0">
              <a:defRPr/>
            </a:lvl1pPr>
          </a:lstStyle>
          <a:p>
            <a:pPr>
              <a:defRPr lang="en-GB"/>
            </a:pPr>
            <a:r>
              <a:rPr lang="en-GB"/>
              <a:t>Click to edit action title</a:t>
            </a:r>
          </a:p>
        </p:txBody>
      </p:sp>
      <p:sp>
        <p:nvSpPr>
          <p:cNvPr id="7" name="Text Placeholder 6">
            <a:extLst>
              <a:ext uri="{FF2B5EF4-FFF2-40B4-BE49-F238E27FC236}">
                <a16:creationId xmlns:a16="http://schemas.microsoft.com/office/drawing/2014/main" id="{9AB3F6AF-ED74-5EBB-9159-83208AE07A23}"/>
              </a:ext>
            </a:extLst>
          </p:cNvPr>
          <p:cNvSpPr>
            <a:spLocks noGrp="1"/>
          </p:cNvSpPr>
          <p:nvPr>
            <p:ph type="body" sz="quarter" idx="12" hasCustomPrompt="1"/>
          </p:nvPr>
        </p:nvSpPr>
        <p:spPr>
          <a:xfrm>
            <a:off x="360364" y="207165"/>
            <a:ext cx="5555636" cy="178593"/>
          </a:xfrm>
          <a:prstGeom prst="rect">
            <a:avLst/>
          </a:prstGeom>
        </p:spPr>
        <p:txBody>
          <a:bodyPr anchor="b"/>
          <a:lstStyle>
            <a:lvl1pPr marL="0" indent="0" rtl="0">
              <a:buNone/>
              <a:defRPr sz="1200" cap="all" baseline="0">
                <a:solidFill>
                  <a:schemeClr val="tx2">
                    <a:lumMod val="60000"/>
                    <a:lumOff val="40000"/>
                  </a:schemeClr>
                </a:solidFill>
                <a:latin typeface="+mj-lt"/>
              </a:defRPr>
            </a:lvl1pPr>
          </a:lstStyle>
          <a:p>
            <a:pPr lvl="0">
              <a:defRPr lang="en-GB"/>
            </a:pPr>
            <a:r>
              <a:rPr lang="en-GB"/>
              <a:t>Click to edit chapter text</a:t>
            </a:r>
          </a:p>
        </p:txBody>
      </p:sp>
      <p:sp>
        <p:nvSpPr>
          <p:cNvPr id="12" name="Text Placeholder 11">
            <a:extLst>
              <a:ext uri="{FF2B5EF4-FFF2-40B4-BE49-F238E27FC236}">
                <a16:creationId xmlns:a16="http://schemas.microsoft.com/office/drawing/2014/main" id="{8282BAF1-276B-A194-EB89-47200DC6CF6B}"/>
              </a:ext>
            </a:extLst>
          </p:cNvPr>
          <p:cNvSpPr>
            <a:spLocks noGrp="1"/>
          </p:cNvSpPr>
          <p:nvPr>
            <p:ph type="body" sz="quarter" idx="13"/>
          </p:nvPr>
        </p:nvSpPr>
        <p:spPr>
          <a:xfrm>
            <a:off x="360364" y="1557338"/>
            <a:ext cx="5555636" cy="4581525"/>
          </a:xfrm>
          <a:prstGeom prst="rect">
            <a:avLst/>
          </a:prstGeom>
        </p:spPr>
        <p:txBody>
          <a:bodyPr/>
          <a:lstStyle>
            <a:lvl1pPr rtl="0">
              <a:defRPr/>
            </a:lvl1pPr>
            <a:lvl2pPr rtl="0">
              <a:defRPr/>
            </a:lvl2pPr>
            <a:lvl3pPr rtl="0">
              <a:defRPr/>
            </a:lvl3pPr>
            <a:lvl4pPr rtl="0">
              <a:defRPr/>
            </a:lvl4pPr>
            <a:lvl5pPr rtl="0">
              <a:defRPr/>
            </a:lvl5pPr>
          </a:lstStyle>
          <a:p>
            <a:pPr lvl="0">
              <a:defRPr lang="en-GB"/>
            </a:pPr>
            <a:r>
              <a:rPr lang="en-GB"/>
              <a:t>Click to edit Master text styles</a:t>
            </a:r>
          </a:p>
          <a:p>
            <a:pPr lvl="1">
              <a:defRPr lang="en-GB"/>
            </a:pPr>
            <a:r>
              <a:rPr lang="en-GB"/>
              <a:t>Second level</a:t>
            </a:r>
          </a:p>
          <a:p>
            <a:pPr lvl="2">
              <a:defRPr lang="en-GB"/>
            </a:pPr>
            <a:r>
              <a:rPr lang="en-GB"/>
              <a:t>Third level</a:t>
            </a:r>
          </a:p>
          <a:p>
            <a:pPr lvl="3">
              <a:defRPr lang="en-GB"/>
            </a:pPr>
            <a:r>
              <a:rPr lang="en-GB"/>
              <a:t>Fourth level</a:t>
            </a:r>
          </a:p>
          <a:p>
            <a:pPr lvl="4">
              <a:defRPr lang="en-GB"/>
            </a:pPr>
            <a:r>
              <a:rPr lang="en-GB"/>
              <a:t>Fifth level</a:t>
            </a:r>
          </a:p>
        </p:txBody>
      </p:sp>
      <p:sp>
        <p:nvSpPr>
          <p:cNvPr id="5" name="Footer Placeholder 2">
            <a:extLst>
              <a:ext uri="{FF2B5EF4-FFF2-40B4-BE49-F238E27FC236}">
                <a16:creationId xmlns:a16="http://schemas.microsoft.com/office/drawing/2014/main" id="{0E395449-3998-CDAA-2BC7-214BCDF5446A}"/>
              </a:ext>
            </a:extLst>
          </p:cNvPr>
          <p:cNvSpPr>
            <a:spLocks noGrp="1"/>
          </p:cNvSpPr>
          <p:nvPr>
            <p:ph type="ftr" sz="quarter" idx="3"/>
          </p:nvPr>
        </p:nvSpPr>
        <p:spPr>
          <a:xfrm>
            <a:off x="675936" y="6321425"/>
            <a:ext cx="5240677" cy="367612"/>
          </a:xfrm>
          <a:prstGeom prst="rect">
            <a:avLst/>
          </a:prstGeom>
        </p:spPr>
        <p:txBody>
          <a:bodyPr anchor="ctr"/>
          <a:lstStyle>
            <a:lvl1pPr rtl="0">
              <a:defRPr sz="1000">
                <a:solidFill>
                  <a:schemeClr val="tx1"/>
                </a:solidFill>
              </a:defRPr>
            </a:lvl1pPr>
          </a:lstStyle>
          <a:p>
            <a:pPr>
              <a:defRPr lang="en-GB"/>
            </a:pPr>
            <a:endParaRPr lang="en-GB"/>
          </a:p>
        </p:txBody>
      </p:sp>
      <p:sp>
        <p:nvSpPr>
          <p:cNvPr id="6" name="Slide Number Placeholder 3">
            <a:extLst>
              <a:ext uri="{FF2B5EF4-FFF2-40B4-BE49-F238E27FC236}">
                <a16:creationId xmlns:a16="http://schemas.microsoft.com/office/drawing/2014/main" id="{8119F505-CCC0-1D76-FA0D-06161C3D5EFF}"/>
              </a:ext>
            </a:extLst>
          </p:cNvPr>
          <p:cNvSpPr>
            <a:spLocks noGrp="1"/>
          </p:cNvSpPr>
          <p:nvPr>
            <p:ph type="sldNum" sz="quarter" idx="11"/>
          </p:nvPr>
        </p:nvSpPr>
        <p:spPr>
          <a:xfrm>
            <a:off x="11126972" y="6317863"/>
            <a:ext cx="704666" cy="181362"/>
          </a:xfrm>
          <a:prstGeom prst="rect">
            <a:avLst/>
          </a:prstGeom>
          <a:noFill/>
        </p:spPr>
        <p:txBody>
          <a:bodyPr vert="horz" lIns="0" tIns="0" rIns="0" bIns="0" rtlCol="0" anchor="b">
            <a:noAutofit/>
          </a:bodyPr>
          <a:lstStyle>
            <a:defPPr>
              <a:defRPr lang="en-US"/>
            </a:defPPr>
            <a:lvl1pPr marL="0" algn="r" defTabSz="914400" rtl="0" eaLnBrk="1" latinLnBrk="0" hangingPunct="1">
              <a:defRPr sz="10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lang="en-GB"/>
            </a:pPr>
            <a:fld id="{10BE2C1E-995C-4121-AD26-7DE6C74EE600}" type="slidenum">
              <a:rPr lang="en-GB" smtClean="0"/>
              <a:t>‹#›</a:t>
            </a:fld>
            <a:endParaRPr lang="en-GB"/>
          </a:p>
        </p:txBody>
      </p:sp>
      <p:sp>
        <p:nvSpPr>
          <p:cNvPr id="10" name="TextBox 9">
            <a:extLst>
              <a:ext uri="{FF2B5EF4-FFF2-40B4-BE49-F238E27FC236}">
                <a16:creationId xmlns:a16="http://schemas.microsoft.com/office/drawing/2014/main" id="{C91EFB40-908A-B2E7-72DD-3D490605C48D}"/>
              </a:ext>
            </a:extLst>
          </p:cNvPr>
          <p:cNvSpPr txBox="1"/>
          <p:nvPr userDrawn="1"/>
        </p:nvSpPr>
        <p:spPr bwMode="gray">
          <a:xfrm flipH="1">
            <a:off x="-718457" y="6814457"/>
            <a:ext cx="0" cy="0"/>
          </a:xfrm>
          <a:prstGeom prst="rect">
            <a:avLst/>
          </a:prstGeom>
          <a:noFill/>
        </p:spPr>
        <p:txBody>
          <a:bodyPr wrap="none" lIns="0" tIns="0" rIns="0" bIns="0" rtlCol="0">
            <a:noAutofit/>
          </a:bodyPr>
          <a:lstStyle/>
          <a:p>
            <a:pPr marL="216000" indent="-216000" algn="l">
              <a:spcBef>
                <a:spcPts val="600"/>
              </a:spcBef>
              <a:buFont typeface="Arial" panose="020B0604020202020204" pitchFamily="34" charset="0"/>
              <a:buChar char="•"/>
              <a:defRPr lang="en-GB"/>
            </a:pPr>
            <a:endParaRPr lang="en-GB" sz="1200" err="1"/>
          </a:p>
        </p:txBody>
      </p:sp>
    </p:spTree>
    <p:extLst>
      <p:ext uri="{BB962C8B-B14F-4D97-AF65-F5344CB8AC3E}">
        <p14:creationId xmlns:p14="http://schemas.microsoft.com/office/powerpoint/2010/main" val="3793155530"/>
      </p:ext>
    </p:extLst>
  </p:cSld>
  <p:clrMapOvr>
    <a:masterClrMapping/>
  </p:clrMapOvr>
  <p:transition/>
  <p:extLst>
    <p:ext uri="{DCECCB84-F9BA-43D5-87BE-67443E8EF086}">
      <p15:sldGuideLst xmlns:p15="http://schemas.microsoft.com/office/powerpoint/2012/main">
        <p15:guide id="1" pos="3727">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37CCCAD9-9256-CF6B-F4ED-9A34A4CA118B}"/>
              </a:ext>
            </a:extLst>
          </p:cNvPr>
          <p:cNvSpPr>
            <a:spLocks noGrp="1"/>
          </p:cNvSpPr>
          <p:nvPr>
            <p:ph type="pic" sz="quarter" idx="11"/>
          </p:nvPr>
        </p:nvSpPr>
        <p:spPr>
          <a:xfrm>
            <a:off x="8121330" y="0"/>
            <a:ext cx="4070667" cy="6858000"/>
          </a:xfrm>
          <a:solidFill>
            <a:schemeClr val="tx1"/>
          </a:solidFill>
        </p:spPr>
        <p:txBody>
          <a:bodyPr/>
          <a:lstStyle/>
          <a:p>
            <a:pPr>
              <a:defRPr lang="en-GB"/>
            </a:pPr>
            <a:r>
              <a:rPr lang="en-GB"/>
              <a:t>Click icon to add picture</a:t>
            </a:r>
          </a:p>
        </p:txBody>
      </p:sp>
      <p:sp>
        <p:nvSpPr>
          <p:cNvPr id="2" name="Title 1">
            <a:extLst>
              <a:ext uri="{FF2B5EF4-FFF2-40B4-BE49-F238E27FC236}">
                <a16:creationId xmlns:a16="http://schemas.microsoft.com/office/drawing/2014/main" id="{4D5AB824-8E31-DCCB-7816-8C043272CE1A}"/>
              </a:ext>
            </a:extLst>
          </p:cNvPr>
          <p:cNvSpPr>
            <a:spLocks noGrp="1"/>
          </p:cNvSpPr>
          <p:nvPr>
            <p:ph type="title"/>
          </p:nvPr>
        </p:nvSpPr>
        <p:spPr>
          <a:xfrm>
            <a:off x="360000" y="536576"/>
            <a:ext cx="7485623" cy="661987"/>
          </a:xfrm>
        </p:spPr>
        <p:txBody>
          <a:bodyPr/>
          <a:lstStyle/>
          <a:p>
            <a:pPr>
              <a:defRPr lang="en-GB"/>
            </a:pPr>
            <a:r>
              <a:rPr lang="en-GB"/>
              <a:t>Click to edit Master title style</a:t>
            </a:r>
          </a:p>
        </p:txBody>
      </p:sp>
      <p:sp>
        <p:nvSpPr>
          <p:cNvPr id="3" name="Footer Placeholder 2">
            <a:extLst>
              <a:ext uri="{FF2B5EF4-FFF2-40B4-BE49-F238E27FC236}">
                <a16:creationId xmlns:a16="http://schemas.microsoft.com/office/drawing/2014/main" id="{304F5DB0-C987-FA9A-46F5-2520A0BA1DF6}"/>
              </a:ext>
            </a:extLst>
          </p:cNvPr>
          <p:cNvSpPr>
            <a:spLocks noGrp="1"/>
          </p:cNvSpPr>
          <p:nvPr>
            <p:ph type="ftr" sz="quarter" idx="10"/>
          </p:nvPr>
        </p:nvSpPr>
        <p:spPr>
          <a:xfrm>
            <a:off x="675937" y="6321425"/>
            <a:ext cx="7368606" cy="367612"/>
          </a:xfrm>
        </p:spPr>
        <p:txBody>
          <a:bodyPr/>
          <a:lstStyle/>
          <a:p>
            <a:pPr>
              <a:defRPr lang="en-GB"/>
            </a:pPr>
            <a:endParaRPr lang="en-GB"/>
          </a:p>
        </p:txBody>
      </p:sp>
      <p:cxnSp>
        <p:nvCxnSpPr>
          <p:cNvPr id="5" name="Straight Connector 4">
            <a:extLst>
              <a:ext uri="{FF2B5EF4-FFF2-40B4-BE49-F238E27FC236}">
                <a16:creationId xmlns:a16="http://schemas.microsoft.com/office/drawing/2014/main" id="{0FF2B470-6416-ED2A-CEE1-47942FB5C702}"/>
              </a:ext>
            </a:extLst>
          </p:cNvPr>
          <p:cNvCxnSpPr/>
          <p:nvPr userDrawn="1"/>
        </p:nvCxnSpPr>
        <p:spPr bwMode="gray">
          <a:xfrm flipH="1">
            <a:off x="2743200" y="3722766"/>
            <a:ext cx="0" cy="2160911"/>
          </a:xfrm>
          <a:prstGeom prst="line">
            <a:avLst/>
          </a:prstGeom>
          <a:ln w="1270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5EF2DE82-B254-EDE8-E7C8-B2A811AE61DB}"/>
              </a:ext>
            </a:extLst>
          </p:cNvPr>
          <p:cNvCxnSpPr/>
          <p:nvPr userDrawn="1"/>
        </p:nvCxnSpPr>
        <p:spPr bwMode="gray">
          <a:xfrm flipH="1">
            <a:off x="5448300" y="3722766"/>
            <a:ext cx="0" cy="2160911"/>
          </a:xfrm>
          <a:prstGeom prst="line">
            <a:avLst/>
          </a:prstGeom>
          <a:ln w="1270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8" name="Text Placeholder 6">
            <a:extLst>
              <a:ext uri="{FF2B5EF4-FFF2-40B4-BE49-F238E27FC236}">
                <a16:creationId xmlns:a16="http://schemas.microsoft.com/office/drawing/2014/main" id="{A7D2A3A8-4263-816F-EB8C-E298B2B1CAF7}"/>
              </a:ext>
            </a:extLst>
          </p:cNvPr>
          <p:cNvSpPr>
            <a:spLocks noGrp="1"/>
          </p:cNvSpPr>
          <p:nvPr>
            <p:ph type="body" sz="quarter" idx="12" hasCustomPrompt="1"/>
          </p:nvPr>
        </p:nvSpPr>
        <p:spPr>
          <a:xfrm>
            <a:off x="360364" y="207165"/>
            <a:ext cx="7485260" cy="178593"/>
          </a:xfrm>
          <a:prstGeom prst="rect">
            <a:avLst/>
          </a:prstGeom>
        </p:spPr>
        <p:txBody>
          <a:bodyPr anchor="b"/>
          <a:lstStyle>
            <a:lvl1pPr marL="0" indent="0" rtl="0">
              <a:buNone/>
              <a:defRPr sz="1200" cap="all" baseline="0">
                <a:solidFill>
                  <a:schemeClr val="tx2">
                    <a:lumMod val="60000"/>
                    <a:lumOff val="40000"/>
                  </a:schemeClr>
                </a:solidFill>
                <a:latin typeface="+mj-lt"/>
              </a:defRPr>
            </a:lvl1pPr>
          </a:lstStyle>
          <a:p>
            <a:pPr lvl="0">
              <a:defRPr lang="en-GB"/>
            </a:pPr>
            <a:r>
              <a:rPr lang="en-GB"/>
              <a:t>Click to edit chapter text</a:t>
            </a:r>
          </a:p>
        </p:txBody>
      </p:sp>
      <p:sp>
        <p:nvSpPr>
          <p:cNvPr id="19" name="Text Placeholder 11">
            <a:extLst>
              <a:ext uri="{FF2B5EF4-FFF2-40B4-BE49-F238E27FC236}">
                <a16:creationId xmlns:a16="http://schemas.microsoft.com/office/drawing/2014/main" id="{2EA70141-D634-DDAE-7CDD-3D62AA17E329}"/>
              </a:ext>
            </a:extLst>
          </p:cNvPr>
          <p:cNvSpPr>
            <a:spLocks noGrp="1"/>
          </p:cNvSpPr>
          <p:nvPr>
            <p:ph type="body" sz="quarter" idx="13"/>
          </p:nvPr>
        </p:nvSpPr>
        <p:spPr>
          <a:xfrm>
            <a:off x="360364" y="1557339"/>
            <a:ext cx="7485260" cy="1577896"/>
          </a:xfrm>
          <a:prstGeom prst="rect">
            <a:avLst/>
          </a:prstGeom>
        </p:spPr>
        <p:txBody>
          <a:bodyPr/>
          <a:lstStyle>
            <a:lvl1pPr rtl="0">
              <a:defRPr/>
            </a:lvl1pPr>
            <a:lvl2pPr rtl="0">
              <a:defRPr/>
            </a:lvl2pPr>
            <a:lvl3pPr rtl="0">
              <a:defRPr/>
            </a:lvl3pPr>
            <a:lvl4pPr rtl="0">
              <a:defRPr/>
            </a:lvl4pPr>
            <a:lvl5pPr rtl="0">
              <a:defRPr/>
            </a:lvl5pPr>
          </a:lstStyle>
          <a:p>
            <a:pPr lvl="0">
              <a:defRPr lang="en-GB"/>
            </a:pPr>
            <a:r>
              <a:rPr lang="en-GB"/>
              <a:t>Click to edit Master text styles</a:t>
            </a:r>
          </a:p>
          <a:p>
            <a:pPr lvl="1">
              <a:defRPr lang="en-GB"/>
            </a:pPr>
            <a:r>
              <a:rPr lang="en-GB"/>
              <a:t>Second level</a:t>
            </a:r>
          </a:p>
          <a:p>
            <a:pPr lvl="2">
              <a:defRPr lang="en-GB"/>
            </a:pPr>
            <a:r>
              <a:rPr lang="en-GB"/>
              <a:t>Third level</a:t>
            </a:r>
          </a:p>
          <a:p>
            <a:pPr lvl="3">
              <a:defRPr lang="en-GB"/>
            </a:pPr>
            <a:r>
              <a:rPr lang="en-GB"/>
              <a:t>Fourth level</a:t>
            </a:r>
          </a:p>
          <a:p>
            <a:pPr lvl="4">
              <a:defRPr lang="en-GB"/>
            </a:pPr>
            <a:r>
              <a:rPr lang="en-GB"/>
              <a:t>Fifth level</a:t>
            </a:r>
          </a:p>
        </p:txBody>
      </p:sp>
      <p:sp>
        <p:nvSpPr>
          <p:cNvPr id="23" name="Text Placeholder 22">
            <a:extLst>
              <a:ext uri="{FF2B5EF4-FFF2-40B4-BE49-F238E27FC236}">
                <a16:creationId xmlns:a16="http://schemas.microsoft.com/office/drawing/2014/main" id="{7A040119-EDAD-89B4-AF59-D7794C22A7A0}"/>
              </a:ext>
            </a:extLst>
          </p:cNvPr>
          <p:cNvSpPr>
            <a:spLocks noGrp="1"/>
          </p:cNvSpPr>
          <p:nvPr>
            <p:ph type="body" sz="quarter" idx="14"/>
          </p:nvPr>
        </p:nvSpPr>
        <p:spPr>
          <a:xfrm>
            <a:off x="360364" y="3357563"/>
            <a:ext cx="2107130" cy="2749550"/>
          </a:xfrm>
        </p:spPr>
        <p:txBody>
          <a:bodyPr/>
          <a:lstStyle/>
          <a:p>
            <a:pPr lvl="0">
              <a:defRPr lang="en-GB"/>
            </a:pPr>
            <a:r>
              <a:rPr lang="en-GB"/>
              <a:t>Click to edit Master text styles</a:t>
            </a:r>
          </a:p>
          <a:p>
            <a:pPr lvl="1">
              <a:defRPr lang="en-GB"/>
            </a:pPr>
            <a:r>
              <a:rPr lang="en-GB"/>
              <a:t>Second level</a:t>
            </a:r>
          </a:p>
          <a:p>
            <a:pPr lvl="2">
              <a:defRPr lang="en-GB"/>
            </a:pPr>
            <a:r>
              <a:rPr lang="en-GB"/>
              <a:t>Third level</a:t>
            </a:r>
          </a:p>
          <a:p>
            <a:pPr lvl="3">
              <a:defRPr lang="en-GB"/>
            </a:pPr>
            <a:r>
              <a:rPr lang="en-GB"/>
              <a:t>Fourth level</a:t>
            </a:r>
          </a:p>
          <a:p>
            <a:pPr lvl="4">
              <a:defRPr lang="en-GB"/>
            </a:pPr>
            <a:r>
              <a:rPr lang="en-GB"/>
              <a:t>Fifth level</a:t>
            </a:r>
          </a:p>
        </p:txBody>
      </p:sp>
      <p:sp>
        <p:nvSpPr>
          <p:cNvPr id="24" name="Text Placeholder 22">
            <a:extLst>
              <a:ext uri="{FF2B5EF4-FFF2-40B4-BE49-F238E27FC236}">
                <a16:creationId xmlns:a16="http://schemas.microsoft.com/office/drawing/2014/main" id="{74FCE1E1-5E79-19AD-8917-8F4D4D6BE63F}"/>
              </a:ext>
            </a:extLst>
          </p:cNvPr>
          <p:cNvSpPr>
            <a:spLocks noGrp="1"/>
          </p:cNvSpPr>
          <p:nvPr>
            <p:ph type="body" sz="quarter" idx="15"/>
          </p:nvPr>
        </p:nvSpPr>
        <p:spPr>
          <a:xfrm>
            <a:off x="3060021" y="3357563"/>
            <a:ext cx="2140374" cy="2749550"/>
          </a:xfrm>
        </p:spPr>
        <p:txBody>
          <a:bodyPr/>
          <a:lstStyle/>
          <a:p>
            <a:pPr lvl="0">
              <a:defRPr lang="en-GB"/>
            </a:pPr>
            <a:r>
              <a:rPr lang="en-GB"/>
              <a:t>Click to edit Master text styles</a:t>
            </a:r>
          </a:p>
          <a:p>
            <a:pPr lvl="1">
              <a:defRPr lang="en-GB"/>
            </a:pPr>
            <a:r>
              <a:rPr lang="en-GB"/>
              <a:t>Second level</a:t>
            </a:r>
          </a:p>
          <a:p>
            <a:pPr lvl="2">
              <a:defRPr lang="en-GB"/>
            </a:pPr>
            <a:r>
              <a:rPr lang="en-GB"/>
              <a:t>Third level</a:t>
            </a:r>
          </a:p>
          <a:p>
            <a:pPr lvl="3">
              <a:defRPr lang="en-GB"/>
            </a:pPr>
            <a:r>
              <a:rPr lang="en-GB"/>
              <a:t>Fourth level</a:t>
            </a:r>
          </a:p>
          <a:p>
            <a:pPr lvl="4">
              <a:defRPr lang="en-GB"/>
            </a:pPr>
            <a:r>
              <a:rPr lang="en-GB"/>
              <a:t>Fifth level</a:t>
            </a:r>
          </a:p>
        </p:txBody>
      </p:sp>
      <p:sp>
        <p:nvSpPr>
          <p:cNvPr id="25" name="Text Placeholder 22">
            <a:extLst>
              <a:ext uri="{FF2B5EF4-FFF2-40B4-BE49-F238E27FC236}">
                <a16:creationId xmlns:a16="http://schemas.microsoft.com/office/drawing/2014/main" id="{59532641-4A59-C098-AD86-DD47DC3D23C1}"/>
              </a:ext>
            </a:extLst>
          </p:cNvPr>
          <p:cNvSpPr>
            <a:spLocks noGrp="1"/>
          </p:cNvSpPr>
          <p:nvPr>
            <p:ph type="body" sz="quarter" idx="16"/>
          </p:nvPr>
        </p:nvSpPr>
        <p:spPr>
          <a:xfrm>
            <a:off x="5705249" y="3357563"/>
            <a:ext cx="2140374" cy="2749550"/>
          </a:xfrm>
        </p:spPr>
        <p:txBody>
          <a:bodyPr/>
          <a:lstStyle/>
          <a:p>
            <a:pPr lvl="0">
              <a:defRPr lang="en-GB"/>
            </a:pPr>
            <a:r>
              <a:rPr lang="en-GB"/>
              <a:t>Click to edit Master text styles</a:t>
            </a:r>
          </a:p>
          <a:p>
            <a:pPr lvl="1">
              <a:defRPr lang="en-GB"/>
            </a:pPr>
            <a:r>
              <a:rPr lang="en-GB"/>
              <a:t>Second level</a:t>
            </a:r>
          </a:p>
          <a:p>
            <a:pPr lvl="2">
              <a:defRPr lang="en-GB"/>
            </a:pPr>
            <a:r>
              <a:rPr lang="en-GB"/>
              <a:t>Third level</a:t>
            </a:r>
          </a:p>
          <a:p>
            <a:pPr lvl="3">
              <a:defRPr lang="en-GB"/>
            </a:pPr>
            <a:r>
              <a:rPr lang="en-GB"/>
              <a:t>Fourth level</a:t>
            </a:r>
          </a:p>
          <a:p>
            <a:pPr lvl="4">
              <a:defRPr lang="en-GB"/>
            </a:pPr>
            <a:r>
              <a:rPr lang="en-GB"/>
              <a:t>Fifth level</a:t>
            </a:r>
          </a:p>
        </p:txBody>
      </p:sp>
      <p:sp>
        <p:nvSpPr>
          <p:cNvPr id="26" name="Slide Number Placeholder 3">
            <a:extLst>
              <a:ext uri="{FF2B5EF4-FFF2-40B4-BE49-F238E27FC236}">
                <a16:creationId xmlns:a16="http://schemas.microsoft.com/office/drawing/2014/main" id="{8EAFDB7A-387F-173C-A81F-BF4D9ACD20C7}"/>
              </a:ext>
            </a:extLst>
          </p:cNvPr>
          <p:cNvSpPr>
            <a:spLocks noGrp="1"/>
          </p:cNvSpPr>
          <p:nvPr>
            <p:ph type="sldNum" sz="quarter" idx="17"/>
          </p:nvPr>
        </p:nvSpPr>
        <p:spPr>
          <a:xfrm>
            <a:off x="11126972" y="6317863"/>
            <a:ext cx="704666" cy="181362"/>
          </a:xfrm>
          <a:prstGeom prst="rect">
            <a:avLst/>
          </a:prstGeom>
          <a:noFill/>
        </p:spPr>
        <p:txBody>
          <a:bodyPr vert="horz" lIns="0" tIns="0" rIns="0" bIns="0" rtlCol="0" anchor="b">
            <a:noAutofit/>
          </a:bodyPr>
          <a:lstStyle>
            <a:defPPr>
              <a:defRPr lang="en-US"/>
            </a:defPPr>
            <a:lvl1pPr marL="0" algn="r" defTabSz="914400" rtl="0" eaLnBrk="1" latinLnBrk="0" hangingPunct="1">
              <a:defRPr sz="10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lang="en-GB"/>
            </a:pPr>
            <a:fld id="{10BE2C1E-995C-4121-AD26-7DE6C74EE600}" type="slidenum">
              <a:rPr lang="en-GB" smtClean="0"/>
              <a:t>‹#›</a:t>
            </a:fld>
            <a:endParaRPr lang="en-GB"/>
          </a:p>
        </p:txBody>
      </p:sp>
    </p:spTree>
    <p:extLst>
      <p:ext uri="{BB962C8B-B14F-4D97-AF65-F5344CB8AC3E}">
        <p14:creationId xmlns:p14="http://schemas.microsoft.com/office/powerpoint/2010/main" val="3801174049"/>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V">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FC6C5F2-0587-E71A-6AF6-1C672CE4AFE7}"/>
              </a:ext>
            </a:extLst>
          </p:cNvPr>
          <p:cNvSpPr/>
          <p:nvPr userDrawn="1"/>
        </p:nvSpPr>
        <p:spPr bwMode="gray">
          <a:xfrm>
            <a:off x="-5419" y="0"/>
            <a:ext cx="383120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lang="en-GB"/>
            </a:pPr>
            <a:endParaRPr lang="en-GB" sz="1400"/>
          </a:p>
        </p:txBody>
      </p:sp>
      <p:sp>
        <p:nvSpPr>
          <p:cNvPr id="5" name="Footer Placeholder 5">
            <a:extLst>
              <a:ext uri="{FF2B5EF4-FFF2-40B4-BE49-F238E27FC236}">
                <a16:creationId xmlns:a16="http://schemas.microsoft.com/office/drawing/2014/main" id="{E8D38161-7E77-5DB9-F2CC-E33C2846AECE}"/>
              </a:ext>
            </a:extLst>
          </p:cNvPr>
          <p:cNvSpPr>
            <a:spLocks noGrp="1"/>
          </p:cNvSpPr>
          <p:nvPr>
            <p:ph type="ftr" sz="quarter" idx="11"/>
          </p:nvPr>
        </p:nvSpPr>
        <p:spPr>
          <a:xfrm>
            <a:off x="4045397" y="6321425"/>
            <a:ext cx="6718396" cy="367612"/>
          </a:xfrm>
        </p:spPr>
        <p:txBody>
          <a:bodyPr/>
          <a:lstStyle/>
          <a:p>
            <a:pPr>
              <a:defRPr lang="en-GB"/>
            </a:pPr>
            <a:endParaRPr lang="en-US"/>
          </a:p>
        </p:txBody>
      </p:sp>
      <p:pic>
        <p:nvPicPr>
          <p:cNvPr id="6" name="Logo-white">
            <a:extLst>
              <a:ext uri="{FF2B5EF4-FFF2-40B4-BE49-F238E27FC236}">
                <a16:creationId xmlns:a16="http://schemas.microsoft.com/office/drawing/2014/main" id="{47D0D993-0553-6A5C-25AB-EFCBE9B5B82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1334902" y="216000"/>
            <a:ext cx="646728" cy="763199"/>
          </a:xfrm>
          <a:prstGeom prst="rect">
            <a:avLst/>
          </a:prstGeom>
        </p:spPr>
      </p:pic>
      <p:sp>
        <p:nvSpPr>
          <p:cNvPr id="7" name="Picture Placeholder 14">
            <a:extLst>
              <a:ext uri="{FF2B5EF4-FFF2-40B4-BE49-F238E27FC236}">
                <a16:creationId xmlns:a16="http://schemas.microsoft.com/office/drawing/2014/main" id="{EBE17BB3-EF85-EA2E-4187-BC13B34E4A47}"/>
              </a:ext>
            </a:extLst>
          </p:cNvPr>
          <p:cNvSpPr>
            <a:spLocks noGrp="1"/>
          </p:cNvSpPr>
          <p:nvPr>
            <p:ph type="pic" sz="quarter" idx="13" hasCustomPrompt="1"/>
          </p:nvPr>
        </p:nvSpPr>
        <p:spPr>
          <a:xfrm>
            <a:off x="360000" y="360000"/>
            <a:ext cx="827999" cy="827999"/>
          </a:xfrm>
          <a:prstGeom prst="ellipse">
            <a:avLst/>
          </a:prstGeom>
          <a:solidFill>
            <a:schemeClr val="bg1"/>
          </a:solidFill>
        </p:spPr>
        <p:txBody>
          <a:bodyPr/>
          <a:lstStyle>
            <a:lvl1pPr marL="0" indent="0" algn="ctr">
              <a:buNone/>
              <a:defRPr sz="1200"/>
            </a:lvl1pPr>
          </a:lstStyle>
          <a:p>
            <a:pPr>
              <a:defRPr lang="en-GB"/>
            </a:pPr>
            <a:r>
              <a:rPr lang="en-GB"/>
              <a:t>Profile Picture</a:t>
            </a:r>
          </a:p>
        </p:txBody>
      </p:sp>
      <p:sp>
        <p:nvSpPr>
          <p:cNvPr id="11" name="Text Placeholder 28">
            <a:extLst>
              <a:ext uri="{FF2B5EF4-FFF2-40B4-BE49-F238E27FC236}">
                <a16:creationId xmlns:a16="http://schemas.microsoft.com/office/drawing/2014/main" id="{FFA551A1-BF35-C39C-8697-CB1E9345E642}"/>
              </a:ext>
            </a:extLst>
          </p:cNvPr>
          <p:cNvSpPr>
            <a:spLocks noGrp="1"/>
          </p:cNvSpPr>
          <p:nvPr>
            <p:ph type="body" sz="quarter" idx="15" hasCustomPrompt="1"/>
          </p:nvPr>
        </p:nvSpPr>
        <p:spPr>
          <a:xfrm>
            <a:off x="360000" y="1702992"/>
            <a:ext cx="864000" cy="180000"/>
          </a:xfrm>
        </p:spPr>
        <p:txBody>
          <a:bodyPr anchor="ctr"/>
          <a:lstStyle>
            <a:lvl1pPr marL="0" indent="0">
              <a:lnSpc>
                <a:spcPct val="100000"/>
              </a:lnSpc>
              <a:spcBef>
                <a:spcPct val="0"/>
              </a:spcBef>
              <a:buNone/>
              <a:defRPr sz="1000">
                <a:solidFill>
                  <a:schemeClr val="bg1"/>
                </a:solidFill>
              </a:defRPr>
            </a:lvl1pPr>
          </a:lstStyle>
          <a:p>
            <a:pPr lvl="0">
              <a:defRPr lang="en-GB"/>
            </a:pPr>
            <a:r>
              <a:rPr lang="en-GB"/>
              <a:t>2000 - 2000</a:t>
            </a:r>
          </a:p>
        </p:txBody>
      </p:sp>
      <p:sp>
        <p:nvSpPr>
          <p:cNvPr id="12" name="TextBox 11">
            <a:extLst>
              <a:ext uri="{FF2B5EF4-FFF2-40B4-BE49-F238E27FC236}">
                <a16:creationId xmlns:a16="http://schemas.microsoft.com/office/drawing/2014/main" id="{5DD36D57-5269-61F2-B19F-1F6BB9536DE8}"/>
              </a:ext>
            </a:extLst>
          </p:cNvPr>
          <p:cNvSpPr txBox="1"/>
          <p:nvPr userDrawn="1"/>
        </p:nvSpPr>
        <p:spPr bwMode="gray">
          <a:xfrm>
            <a:off x="360000" y="1423646"/>
            <a:ext cx="1728192" cy="21409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defRPr lang="en-GB"/>
            </a:pPr>
            <a:r>
              <a:rPr lang="en-GB" sz="1050">
                <a:solidFill>
                  <a:schemeClr val="bg1"/>
                </a:solidFill>
                <a:latin typeface="+mj-lt"/>
              </a:rPr>
              <a:t>Experience</a:t>
            </a:r>
            <a:endParaRPr lang="en-GB" sz="1400">
              <a:solidFill>
                <a:schemeClr val="bg1"/>
              </a:solidFill>
              <a:latin typeface="+mj-lt"/>
            </a:endParaRPr>
          </a:p>
        </p:txBody>
      </p:sp>
      <p:sp>
        <p:nvSpPr>
          <p:cNvPr id="13" name="Text Placeholder 28">
            <a:extLst>
              <a:ext uri="{FF2B5EF4-FFF2-40B4-BE49-F238E27FC236}">
                <a16:creationId xmlns:a16="http://schemas.microsoft.com/office/drawing/2014/main" id="{95C386AA-BD58-3018-CD73-1889351A6020}"/>
              </a:ext>
            </a:extLst>
          </p:cNvPr>
          <p:cNvSpPr>
            <a:spLocks noGrp="1"/>
          </p:cNvSpPr>
          <p:nvPr>
            <p:ph type="body" sz="quarter" idx="16" hasCustomPrompt="1"/>
          </p:nvPr>
        </p:nvSpPr>
        <p:spPr>
          <a:xfrm>
            <a:off x="1318063" y="1698131"/>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defRPr lang="en-GB"/>
            </a:pPr>
            <a:r>
              <a:rPr lang="en-GB"/>
              <a:t>Company</a:t>
            </a:r>
          </a:p>
        </p:txBody>
      </p:sp>
      <p:sp>
        <p:nvSpPr>
          <p:cNvPr id="14" name="Text Placeholder 28">
            <a:extLst>
              <a:ext uri="{FF2B5EF4-FFF2-40B4-BE49-F238E27FC236}">
                <a16:creationId xmlns:a16="http://schemas.microsoft.com/office/drawing/2014/main" id="{8A736D33-7C4D-BC9E-6A16-FE42C1380200}"/>
              </a:ext>
            </a:extLst>
          </p:cNvPr>
          <p:cNvSpPr>
            <a:spLocks noGrp="1"/>
          </p:cNvSpPr>
          <p:nvPr>
            <p:ph type="body" sz="quarter" idx="17" hasCustomPrompt="1"/>
          </p:nvPr>
        </p:nvSpPr>
        <p:spPr>
          <a:xfrm>
            <a:off x="1318063" y="1883242"/>
            <a:ext cx="2412000" cy="180000"/>
          </a:xfrm>
        </p:spPr>
        <p:txBody>
          <a:bodyPr anchor="ctr"/>
          <a:lstStyle>
            <a:lvl1pPr marL="0" indent="0">
              <a:lnSpc>
                <a:spcPct val="100000"/>
              </a:lnSpc>
              <a:spcBef>
                <a:spcPct val="0"/>
              </a:spcBef>
              <a:buNone/>
              <a:defRPr sz="1000" i="0">
                <a:solidFill>
                  <a:schemeClr val="bg1"/>
                </a:solidFill>
              </a:defRPr>
            </a:lvl1pPr>
          </a:lstStyle>
          <a:p>
            <a:pPr lvl="0">
              <a:defRPr lang="en-GB"/>
            </a:pPr>
            <a:r>
              <a:rPr lang="en-GB"/>
              <a:t>Position</a:t>
            </a:r>
          </a:p>
        </p:txBody>
      </p:sp>
      <p:sp>
        <p:nvSpPr>
          <p:cNvPr id="15" name="Text Placeholder 28">
            <a:extLst>
              <a:ext uri="{FF2B5EF4-FFF2-40B4-BE49-F238E27FC236}">
                <a16:creationId xmlns:a16="http://schemas.microsoft.com/office/drawing/2014/main" id="{61A79F10-4485-A613-9A8B-563723845ED9}"/>
              </a:ext>
            </a:extLst>
          </p:cNvPr>
          <p:cNvSpPr>
            <a:spLocks noGrp="1"/>
          </p:cNvSpPr>
          <p:nvPr>
            <p:ph type="body" sz="quarter" idx="18" hasCustomPrompt="1"/>
          </p:nvPr>
        </p:nvSpPr>
        <p:spPr>
          <a:xfrm>
            <a:off x="1435999" y="537937"/>
            <a:ext cx="2304000" cy="180000"/>
          </a:xfrm>
        </p:spPr>
        <p:txBody>
          <a:bodyPr anchor="ctr"/>
          <a:lstStyle>
            <a:lvl1pPr marL="0" indent="0">
              <a:lnSpc>
                <a:spcPct val="100000"/>
              </a:lnSpc>
              <a:spcBef>
                <a:spcPct val="0"/>
              </a:spcBef>
              <a:buNone/>
              <a:defRPr sz="1200" cap="all" baseline="0">
                <a:solidFill>
                  <a:schemeClr val="bg1"/>
                </a:solidFill>
                <a:latin typeface="+mj-lt"/>
              </a:defRPr>
            </a:lvl1pPr>
          </a:lstStyle>
          <a:p>
            <a:pPr lvl="0">
              <a:defRPr lang="en-GB"/>
            </a:pPr>
            <a:r>
              <a:rPr lang="en-GB"/>
              <a:t>Name</a:t>
            </a:r>
          </a:p>
        </p:txBody>
      </p:sp>
      <p:sp>
        <p:nvSpPr>
          <p:cNvPr id="16" name="Text Placeholder 28">
            <a:extLst>
              <a:ext uri="{FF2B5EF4-FFF2-40B4-BE49-F238E27FC236}">
                <a16:creationId xmlns:a16="http://schemas.microsoft.com/office/drawing/2014/main" id="{270F4BB3-DCE3-9B02-3232-62F61B331EAC}"/>
              </a:ext>
            </a:extLst>
          </p:cNvPr>
          <p:cNvSpPr>
            <a:spLocks noGrp="1"/>
          </p:cNvSpPr>
          <p:nvPr>
            <p:ph type="body" sz="quarter" idx="19" hasCustomPrompt="1"/>
          </p:nvPr>
        </p:nvSpPr>
        <p:spPr>
          <a:xfrm>
            <a:off x="1435999" y="791602"/>
            <a:ext cx="2304000" cy="180000"/>
          </a:xfrm>
        </p:spPr>
        <p:txBody>
          <a:bodyPr anchor="ctr"/>
          <a:lstStyle>
            <a:lvl1pPr marL="0" indent="0">
              <a:lnSpc>
                <a:spcPct val="100000"/>
              </a:lnSpc>
              <a:spcBef>
                <a:spcPct val="0"/>
              </a:spcBef>
              <a:buNone/>
              <a:defRPr sz="1050">
                <a:solidFill>
                  <a:schemeClr val="bg1"/>
                </a:solidFill>
              </a:defRPr>
            </a:lvl1pPr>
          </a:lstStyle>
          <a:p>
            <a:pPr lvl="0">
              <a:defRPr lang="en-GB"/>
            </a:pPr>
            <a:r>
              <a:rPr lang="en-GB"/>
              <a:t>Position</a:t>
            </a:r>
          </a:p>
        </p:txBody>
      </p:sp>
      <p:sp>
        <p:nvSpPr>
          <p:cNvPr id="17" name="Text Placeholder 28">
            <a:extLst>
              <a:ext uri="{FF2B5EF4-FFF2-40B4-BE49-F238E27FC236}">
                <a16:creationId xmlns:a16="http://schemas.microsoft.com/office/drawing/2014/main" id="{D000A76F-39EB-4717-E0DF-0035401C2A75}"/>
              </a:ext>
            </a:extLst>
          </p:cNvPr>
          <p:cNvSpPr>
            <a:spLocks noGrp="1"/>
          </p:cNvSpPr>
          <p:nvPr>
            <p:ph type="body" sz="quarter" idx="20" hasCustomPrompt="1"/>
          </p:nvPr>
        </p:nvSpPr>
        <p:spPr>
          <a:xfrm>
            <a:off x="360000" y="2127609"/>
            <a:ext cx="864000" cy="180000"/>
          </a:xfrm>
        </p:spPr>
        <p:txBody>
          <a:bodyPr anchor="ctr"/>
          <a:lstStyle>
            <a:lvl1pPr marL="0" indent="0">
              <a:lnSpc>
                <a:spcPct val="100000"/>
              </a:lnSpc>
              <a:spcBef>
                <a:spcPct val="0"/>
              </a:spcBef>
              <a:buNone/>
              <a:defRPr sz="1000">
                <a:solidFill>
                  <a:schemeClr val="bg1"/>
                </a:solidFill>
              </a:defRPr>
            </a:lvl1pPr>
          </a:lstStyle>
          <a:p>
            <a:pPr lvl="0">
              <a:defRPr lang="en-GB"/>
            </a:pPr>
            <a:r>
              <a:rPr lang="en-GB"/>
              <a:t>2000 - 2000</a:t>
            </a:r>
          </a:p>
        </p:txBody>
      </p:sp>
      <p:sp>
        <p:nvSpPr>
          <p:cNvPr id="18" name="Text Placeholder 28">
            <a:extLst>
              <a:ext uri="{FF2B5EF4-FFF2-40B4-BE49-F238E27FC236}">
                <a16:creationId xmlns:a16="http://schemas.microsoft.com/office/drawing/2014/main" id="{10BE93CF-7A28-8287-E2C8-BEEFF2A3D430}"/>
              </a:ext>
            </a:extLst>
          </p:cNvPr>
          <p:cNvSpPr>
            <a:spLocks noGrp="1"/>
          </p:cNvSpPr>
          <p:nvPr>
            <p:ph type="body" sz="quarter" idx="21" hasCustomPrompt="1"/>
          </p:nvPr>
        </p:nvSpPr>
        <p:spPr>
          <a:xfrm>
            <a:off x="1318063" y="2123699"/>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defRPr lang="en-GB"/>
            </a:pPr>
            <a:r>
              <a:rPr lang="en-GB"/>
              <a:t>Company</a:t>
            </a:r>
          </a:p>
        </p:txBody>
      </p:sp>
      <p:sp>
        <p:nvSpPr>
          <p:cNvPr id="19" name="Text Placeholder 28">
            <a:extLst>
              <a:ext uri="{FF2B5EF4-FFF2-40B4-BE49-F238E27FC236}">
                <a16:creationId xmlns:a16="http://schemas.microsoft.com/office/drawing/2014/main" id="{5DF6128E-43D9-ADFD-6D9D-FBB0DE71CB3B}"/>
              </a:ext>
            </a:extLst>
          </p:cNvPr>
          <p:cNvSpPr>
            <a:spLocks noGrp="1"/>
          </p:cNvSpPr>
          <p:nvPr>
            <p:ph type="body" sz="quarter" idx="22" hasCustomPrompt="1"/>
          </p:nvPr>
        </p:nvSpPr>
        <p:spPr>
          <a:xfrm>
            <a:off x="1318063" y="2306603"/>
            <a:ext cx="2412000" cy="180000"/>
          </a:xfrm>
        </p:spPr>
        <p:txBody>
          <a:bodyPr anchor="ctr"/>
          <a:lstStyle>
            <a:lvl1pPr marL="0" indent="0">
              <a:lnSpc>
                <a:spcPct val="100000"/>
              </a:lnSpc>
              <a:spcBef>
                <a:spcPct val="0"/>
              </a:spcBef>
              <a:buNone/>
              <a:defRPr sz="1000" i="0">
                <a:solidFill>
                  <a:schemeClr val="bg1"/>
                </a:solidFill>
              </a:defRPr>
            </a:lvl1pPr>
          </a:lstStyle>
          <a:p>
            <a:pPr lvl="0">
              <a:defRPr lang="en-GB"/>
            </a:pPr>
            <a:r>
              <a:rPr lang="en-GB"/>
              <a:t>Position</a:t>
            </a:r>
          </a:p>
        </p:txBody>
      </p:sp>
      <p:sp>
        <p:nvSpPr>
          <p:cNvPr id="20" name="Text Placeholder 28">
            <a:extLst>
              <a:ext uri="{FF2B5EF4-FFF2-40B4-BE49-F238E27FC236}">
                <a16:creationId xmlns:a16="http://schemas.microsoft.com/office/drawing/2014/main" id="{A9C99A24-736F-B0C4-D508-E38BEEF31087}"/>
              </a:ext>
            </a:extLst>
          </p:cNvPr>
          <p:cNvSpPr>
            <a:spLocks noGrp="1"/>
          </p:cNvSpPr>
          <p:nvPr>
            <p:ph type="body" sz="quarter" idx="23" hasCustomPrompt="1"/>
          </p:nvPr>
        </p:nvSpPr>
        <p:spPr>
          <a:xfrm>
            <a:off x="360000" y="2552226"/>
            <a:ext cx="864000" cy="180000"/>
          </a:xfrm>
        </p:spPr>
        <p:txBody>
          <a:bodyPr anchor="ctr"/>
          <a:lstStyle>
            <a:lvl1pPr marL="0" indent="0">
              <a:lnSpc>
                <a:spcPct val="100000"/>
              </a:lnSpc>
              <a:spcBef>
                <a:spcPct val="0"/>
              </a:spcBef>
              <a:buNone/>
              <a:defRPr sz="1000">
                <a:solidFill>
                  <a:schemeClr val="bg1"/>
                </a:solidFill>
              </a:defRPr>
            </a:lvl1pPr>
          </a:lstStyle>
          <a:p>
            <a:pPr lvl="0">
              <a:defRPr lang="en-GB"/>
            </a:pPr>
            <a:r>
              <a:rPr lang="en-GB"/>
              <a:t>2000 - 2000</a:t>
            </a:r>
          </a:p>
        </p:txBody>
      </p:sp>
      <p:sp>
        <p:nvSpPr>
          <p:cNvPr id="21" name="Text Placeholder 28">
            <a:extLst>
              <a:ext uri="{FF2B5EF4-FFF2-40B4-BE49-F238E27FC236}">
                <a16:creationId xmlns:a16="http://schemas.microsoft.com/office/drawing/2014/main" id="{D26F8804-7260-2EE7-762E-88F6FFED7F58}"/>
              </a:ext>
            </a:extLst>
          </p:cNvPr>
          <p:cNvSpPr>
            <a:spLocks noGrp="1"/>
          </p:cNvSpPr>
          <p:nvPr>
            <p:ph type="body" sz="quarter" idx="24" hasCustomPrompt="1"/>
          </p:nvPr>
        </p:nvSpPr>
        <p:spPr>
          <a:xfrm>
            <a:off x="1318063" y="2548316"/>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defRPr lang="en-GB"/>
            </a:pPr>
            <a:r>
              <a:rPr lang="en-GB"/>
              <a:t>Company</a:t>
            </a:r>
          </a:p>
        </p:txBody>
      </p:sp>
      <p:sp>
        <p:nvSpPr>
          <p:cNvPr id="22" name="Text Placeholder 28">
            <a:extLst>
              <a:ext uri="{FF2B5EF4-FFF2-40B4-BE49-F238E27FC236}">
                <a16:creationId xmlns:a16="http://schemas.microsoft.com/office/drawing/2014/main" id="{222390F0-B5A4-FAA4-9BA3-B36823B00F0C}"/>
              </a:ext>
            </a:extLst>
          </p:cNvPr>
          <p:cNvSpPr>
            <a:spLocks noGrp="1"/>
          </p:cNvSpPr>
          <p:nvPr>
            <p:ph type="body" sz="quarter" idx="25" hasCustomPrompt="1"/>
          </p:nvPr>
        </p:nvSpPr>
        <p:spPr>
          <a:xfrm>
            <a:off x="1318063" y="2732885"/>
            <a:ext cx="2412000" cy="180000"/>
          </a:xfrm>
        </p:spPr>
        <p:txBody>
          <a:bodyPr anchor="ctr"/>
          <a:lstStyle>
            <a:lvl1pPr marL="0" indent="0">
              <a:lnSpc>
                <a:spcPct val="100000"/>
              </a:lnSpc>
              <a:spcBef>
                <a:spcPct val="0"/>
              </a:spcBef>
              <a:buNone/>
              <a:defRPr sz="1000" i="0">
                <a:solidFill>
                  <a:schemeClr val="bg1"/>
                </a:solidFill>
              </a:defRPr>
            </a:lvl1pPr>
          </a:lstStyle>
          <a:p>
            <a:pPr lvl="0">
              <a:defRPr lang="en-GB"/>
            </a:pPr>
            <a:r>
              <a:rPr lang="en-GB"/>
              <a:t>Position</a:t>
            </a:r>
          </a:p>
        </p:txBody>
      </p:sp>
      <p:sp>
        <p:nvSpPr>
          <p:cNvPr id="23" name="Text Placeholder 28">
            <a:extLst>
              <a:ext uri="{FF2B5EF4-FFF2-40B4-BE49-F238E27FC236}">
                <a16:creationId xmlns:a16="http://schemas.microsoft.com/office/drawing/2014/main" id="{4C68694E-316F-1EAB-24F0-1A922F5B2ED3}"/>
              </a:ext>
            </a:extLst>
          </p:cNvPr>
          <p:cNvSpPr>
            <a:spLocks noGrp="1"/>
          </p:cNvSpPr>
          <p:nvPr>
            <p:ph type="body" sz="quarter" idx="26" hasCustomPrompt="1"/>
          </p:nvPr>
        </p:nvSpPr>
        <p:spPr>
          <a:xfrm>
            <a:off x="360000" y="2976843"/>
            <a:ext cx="864000" cy="180000"/>
          </a:xfrm>
        </p:spPr>
        <p:txBody>
          <a:bodyPr anchor="ctr"/>
          <a:lstStyle>
            <a:lvl1pPr marL="0" indent="0">
              <a:lnSpc>
                <a:spcPct val="100000"/>
              </a:lnSpc>
              <a:spcBef>
                <a:spcPct val="0"/>
              </a:spcBef>
              <a:buNone/>
              <a:defRPr sz="1000">
                <a:solidFill>
                  <a:schemeClr val="bg1"/>
                </a:solidFill>
              </a:defRPr>
            </a:lvl1pPr>
          </a:lstStyle>
          <a:p>
            <a:pPr lvl="0">
              <a:defRPr lang="en-GB"/>
            </a:pPr>
            <a:r>
              <a:rPr lang="en-GB"/>
              <a:t>2000 - 2000</a:t>
            </a:r>
          </a:p>
        </p:txBody>
      </p:sp>
      <p:sp>
        <p:nvSpPr>
          <p:cNvPr id="24" name="Text Placeholder 28">
            <a:extLst>
              <a:ext uri="{FF2B5EF4-FFF2-40B4-BE49-F238E27FC236}">
                <a16:creationId xmlns:a16="http://schemas.microsoft.com/office/drawing/2014/main" id="{11E85670-20E0-B0D6-67DE-B1377961E2A4}"/>
              </a:ext>
            </a:extLst>
          </p:cNvPr>
          <p:cNvSpPr>
            <a:spLocks noGrp="1"/>
          </p:cNvSpPr>
          <p:nvPr>
            <p:ph type="body" sz="quarter" idx="27" hasCustomPrompt="1"/>
          </p:nvPr>
        </p:nvSpPr>
        <p:spPr>
          <a:xfrm>
            <a:off x="1318063" y="2972933"/>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defRPr lang="en-GB"/>
            </a:pPr>
            <a:r>
              <a:rPr lang="en-GB"/>
              <a:t>Company</a:t>
            </a:r>
          </a:p>
        </p:txBody>
      </p:sp>
      <p:sp>
        <p:nvSpPr>
          <p:cNvPr id="25" name="Text Placeholder 28">
            <a:extLst>
              <a:ext uri="{FF2B5EF4-FFF2-40B4-BE49-F238E27FC236}">
                <a16:creationId xmlns:a16="http://schemas.microsoft.com/office/drawing/2014/main" id="{EED7AD66-D019-5E6F-7A97-70CE93096925}"/>
              </a:ext>
            </a:extLst>
          </p:cNvPr>
          <p:cNvSpPr>
            <a:spLocks noGrp="1"/>
          </p:cNvSpPr>
          <p:nvPr>
            <p:ph type="body" sz="quarter" idx="28" hasCustomPrompt="1"/>
          </p:nvPr>
        </p:nvSpPr>
        <p:spPr>
          <a:xfrm>
            <a:off x="1318063" y="3154827"/>
            <a:ext cx="2412000" cy="180000"/>
          </a:xfrm>
        </p:spPr>
        <p:txBody>
          <a:bodyPr anchor="ctr"/>
          <a:lstStyle>
            <a:lvl1pPr marL="0" indent="0">
              <a:lnSpc>
                <a:spcPct val="100000"/>
              </a:lnSpc>
              <a:spcBef>
                <a:spcPct val="0"/>
              </a:spcBef>
              <a:buNone/>
              <a:defRPr sz="1000" i="0">
                <a:solidFill>
                  <a:schemeClr val="bg1"/>
                </a:solidFill>
              </a:defRPr>
            </a:lvl1pPr>
          </a:lstStyle>
          <a:p>
            <a:pPr lvl="0">
              <a:defRPr lang="en-GB"/>
            </a:pPr>
            <a:r>
              <a:rPr lang="en-GB"/>
              <a:t>Position</a:t>
            </a:r>
          </a:p>
        </p:txBody>
      </p:sp>
      <p:sp>
        <p:nvSpPr>
          <p:cNvPr id="26" name="Text Placeholder 28">
            <a:extLst>
              <a:ext uri="{FF2B5EF4-FFF2-40B4-BE49-F238E27FC236}">
                <a16:creationId xmlns:a16="http://schemas.microsoft.com/office/drawing/2014/main" id="{2B8FBF66-DFFE-251C-9E2A-4586984D28D1}"/>
              </a:ext>
            </a:extLst>
          </p:cNvPr>
          <p:cNvSpPr>
            <a:spLocks noGrp="1"/>
          </p:cNvSpPr>
          <p:nvPr>
            <p:ph type="body" sz="quarter" idx="29" hasCustomPrompt="1"/>
          </p:nvPr>
        </p:nvSpPr>
        <p:spPr>
          <a:xfrm>
            <a:off x="360000" y="3401460"/>
            <a:ext cx="864000" cy="180000"/>
          </a:xfrm>
        </p:spPr>
        <p:txBody>
          <a:bodyPr anchor="ctr"/>
          <a:lstStyle>
            <a:lvl1pPr marL="0" indent="0">
              <a:lnSpc>
                <a:spcPct val="100000"/>
              </a:lnSpc>
              <a:spcBef>
                <a:spcPct val="0"/>
              </a:spcBef>
              <a:buNone/>
              <a:defRPr sz="1000">
                <a:solidFill>
                  <a:schemeClr val="bg1"/>
                </a:solidFill>
              </a:defRPr>
            </a:lvl1pPr>
          </a:lstStyle>
          <a:p>
            <a:pPr lvl="0">
              <a:defRPr lang="en-GB"/>
            </a:pPr>
            <a:r>
              <a:rPr lang="en-GB"/>
              <a:t>2000 - 2000</a:t>
            </a:r>
          </a:p>
        </p:txBody>
      </p:sp>
      <p:sp>
        <p:nvSpPr>
          <p:cNvPr id="27" name="Text Placeholder 28">
            <a:extLst>
              <a:ext uri="{FF2B5EF4-FFF2-40B4-BE49-F238E27FC236}">
                <a16:creationId xmlns:a16="http://schemas.microsoft.com/office/drawing/2014/main" id="{4C5DA838-4784-63F5-90D3-F935B5EC2526}"/>
              </a:ext>
            </a:extLst>
          </p:cNvPr>
          <p:cNvSpPr>
            <a:spLocks noGrp="1"/>
          </p:cNvSpPr>
          <p:nvPr>
            <p:ph type="body" sz="quarter" idx="30" hasCustomPrompt="1"/>
          </p:nvPr>
        </p:nvSpPr>
        <p:spPr>
          <a:xfrm>
            <a:off x="1318063" y="3397550"/>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defRPr lang="en-GB"/>
            </a:pPr>
            <a:r>
              <a:rPr lang="en-GB"/>
              <a:t>Company</a:t>
            </a:r>
          </a:p>
        </p:txBody>
      </p:sp>
      <p:sp>
        <p:nvSpPr>
          <p:cNvPr id="28" name="Text Placeholder 28">
            <a:extLst>
              <a:ext uri="{FF2B5EF4-FFF2-40B4-BE49-F238E27FC236}">
                <a16:creationId xmlns:a16="http://schemas.microsoft.com/office/drawing/2014/main" id="{D3AA768A-2A3D-272F-11D7-C36415A148D0}"/>
              </a:ext>
            </a:extLst>
          </p:cNvPr>
          <p:cNvSpPr>
            <a:spLocks noGrp="1"/>
          </p:cNvSpPr>
          <p:nvPr>
            <p:ph type="body" sz="quarter" idx="31" hasCustomPrompt="1"/>
          </p:nvPr>
        </p:nvSpPr>
        <p:spPr>
          <a:xfrm>
            <a:off x="1318063" y="3579442"/>
            <a:ext cx="2412000" cy="180000"/>
          </a:xfrm>
        </p:spPr>
        <p:txBody>
          <a:bodyPr anchor="ctr"/>
          <a:lstStyle>
            <a:lvl1pPr marL="0" indent="0">
              <a:lnSpc>
                <a:spcPct val="100000"/>
              </a:lnSpc>
              <a:spcBef>
                <a:spcPct val="0"/>
              </a:spcBef>
              <a:buNone/>
              <a:defRPr sz="1000" i="0">
                <a:solidFill>
                  <a:schemeClr val="bg1"/>
                </a:solidFill>
              </a:defRPr>
            </a:lvl1pPr>
          </a:lstStyle>
          <a:p>
            <a:pPr lvl="0">
              <a:defRPr lang="en-GB"/>
            </a:pPr>
            <a:r>
              <a:rPr lang="en-GB"/>
              <a:t>Position</a:t>
            </a:r>
          </a:p>
        </p:txBody>
      </p:sp>
      <p:sp>
        <p:nvSpPr>
          <p:cNvPr id="29" name="TextBox 28">
            <a:extLst>
              <a:ext uri="{FF2B5EF4-FFF2-40B4-BE49-F238E27FC236}">
                <a16:creationId xmlns:a16="http://schemas.microsoft.com/office/drawing/2014/main" id="{81F33A88-0CC6-6AC9-55DE-40131965FD14}"/>
              </a:ext>
            </a:extLst>
          </p:cNvPr>
          <p:cNvSpPr txBox="1"/>
          <p:nvPr userDrawn="1"/>
        </p:nvSpPr>
        <p:spPr bwMode="gray">
          <a:xfrm>
            <a:off x="360000" y="4255608"/>
            <a:ext cx="1728192" cy="21409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defRPr lang="en-GB"/>
            </a:pPr>
            <a:r>
              <a:rPr lang="en-GB" sz="1050">
                <a:solidFill>
                  <a:schemeClr val="bg1"/>
                </a:solidFill>
                <a:latin typeface="+mj-lt"/>
              </a:rPr>
              <a:t>Education</a:t>
            </a:r>
            <a:endParaRPr lang="en-GB" sz="1400">
              <a:solidFill>
                <a:schemeClr val="bg1"/>
              </a:solidFill>
              <a:latin typeface="+mj-lt"/>
            </a:endParaRPr>
          </a:p>
        </p:txBody>
      </p:sp>
      <p:sp>
        <p:nvSpPr>
          <p:cNvPr id="30" name="Text Placeholder 28">
            <a:extLst>
              <a:ext uri="{FF2B5EF4-FFF2-40B4-BE49-F238E27FC236}">
                <a16:creationId xmlns:a16="http://schemas.microsoft.com/office/drawing/2014/main" id="{D528D76E-A573-F9D9-C601-5FA53C4BBC67}"/>
              </a:ext>
            </a:extLst>
          </p:cNvPr>
          <p:cNvSpPr>
            <a:spLocks noGrp="1"/>
          </p:cNvSpPr>
          <p:nvPr>
            <p:ph type="body" sz="quarter" idx="32" hasCustomPrompt="1"/>
          </p:nvPr>
        </p:nvSpPr>
        <p:spPr>
          <a:xfrm>
            <a:off x="360000" y="3826075"/>
            <a:ext cx="864000" cy="180000"/>
          </a:xfrm>
        </p:spPr>
        <p:txBody>
          <a:bodyPr anchor="ctr"/>
          <a:lstStyle>
            <a:lvl1pPr marL="0" indent="0">
              <a:lnSpc>
                <a:spcPct val="100000"/>
              </a:lnSpc>
              <a:spcBef>
                <a:spcPct val="0"/>
              </a:spcBef>
              <a:buNone/>
              <a:defRPr sz="1000">
                <a:solidFill>
                  <a:schemeClr val="bg1"/>
                </a:solidFill>
              </a:defRPr>
            </a:lvl1pPr>
          </a:lstStyle>
          <a:p>
            <a:pPr lvl="0">
              <a:defRPr lang="en-GB"/>
            </a:pPr>
            <a:r>
              <a:rPr lang="en-GB"/>
              <a:t>2000 - 2000</a:t>
            </a:r>
          </a:p>
        </p:txBody>
      </p:sp>
      <p:sp>
        <p:nvSpPr>
          <p:cNvPr id="31" name="Text Placeholder 28">
            <a:extLst>
              <a:ext uri="{FF2B5EF4-FFF2-40B4-BE49-F238E27FC236}">
                <a16:creationId xmlns:a16="http://schemas.microsoft.com/office/drawing/2014/main" id="{9D50B0BE-C016-444A-17C9-6E35F13BE504}"/>
              </a:ext>
            </a:extLst>
          </p:cNvPr>
          <p:cNvSpPr>
            <a:spLocks noGrp="1"/>
          </p:cNvSpPr>
          <p:nvPr>
            <p:ph type="body" sz="quarter" idx="33" hasCustomPrompt="1"/>
          </p:nvPr>
        </p:nvSpPr>
        <p:spPr>
          <a:xfrm>
            <a:off x="1318063" y="3822165"/>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defRPr lang="en-GB"/>
            </a:pPr>
            <a:r>
              <a:rPr lang="en-GB"/>
              <a:t>Company</a:t>
            </a:r>
          </a:p>
        </p:txBody>
      </p:sp>
      <p:sp>
        <p:nvSpPr>
          <p:cNvPr id="32" name="Text Placeholder 28">
            <a:extLst>
              <a:ext uri="{FF2B5EF4-FFF2-40B4-BE49-F238E27FC236}">
                <a16:creationId xmlns:a16="http://schemas.microsoft.com/office/drawing/2014/main" id="{526D5D41-1C3C-76EB-C05D-7E16921435F8}"/>
              </a:ext>
            </a:extLst>
          </p:cNvPr>
          <p:cNvSpPr>
            <a:spLocks noGrp="1"/>
          </p:cNvSpPr>
          <p:nvPr>
            <p:ph type="body" sz="quarter" idx="34" hasCustomPrompt="1"/>
          </p:nvPr>
        </p:nvSpPr>
        <p:spPr>
          <a:xfrm>
            <a:off x="1318063" y="4004435"/>
            <a:ext cx="2412000" cy="180000"/>
          </a:xfrm>
        </p:spPr>
        <p:txBody>
          <a:bodyPr anchor="ctr"/>
          <a:lstStyle>
            <a:lvl1pPr marL="0" indent="0">
              <a:lnSpc>
                <a:spcPct val="100000"/>
              </a:lnSpc>
              <a:spcBef>
                <a:spcPct val="0"/>
              </a:spcBef>
              <a:buNone/>
              <a:defRPr sz="1000" i="0">
                <a:solidFill>
                  <a:schemeClr val="bg1"/>
                </a:solidFill>
              </a:defRPr>
            </a:lvl1pPr>
          </a:lstStyle>
          <a:p>
            <a:pPr lvl="0">
              <a:defRPr lang="en-GB"/>
            </a:pPr>
            <a:r>
              <a:rPr lang="en-GB"/>
              <a:t>Position</a:t>
            </a:r>
          </a:p>
        </p:txBody>
      </p:sp>
      <p:sp>
        <p:nvSpPr>
          <p:cNvPr id="33" name="Text Placeholder 28">
            <a:extLst>
              <a:ext uri="{FF2B5EF4-FFF2-40B4-BE49-F238E27FC236}">
                <a16:creationId xmlns:a16="http://schemas.microsoft.com/office/drawing/2014/main" id="{1DC02364-A753-EDBC-CABA-1B1CC5DC5D2C}"/>
              </a:ext>
            </a:extLst>
          </p:cNvPr>
          <p:cNvSpPr>
            <a:spLocks noGrp="1"/>
          </p:cNvSpPr>
          <p:nvPr>
            <p:ph type="body" sz="quarter" idx="35" hasCustomPrompt="1"/>
          </p:nvPr>
        </p:nvSpPr>
        <p:spPr>
          <a:xfrm>
            <a:off x="360000" y="4534436"/>
            <a:ext cx="864000" cy="180000"/>
          </a:xfrm>
        </p:spPr>
        <p:txBody>
          <a:bodyPr anchor="ctr"/>
          <a:lstStyle>
            <a:lvl1pPr marL="0" indent="0">
              <a:lnSpc>
                <a:spcPct val="100000"/>
              </a:lnSpc>
              <a:spcBef>
                <a:spcPct val="0"/>
              </a:spcBef>
              <a:buNone/>
              <a:defRPr sz="1000">
                <a:solidFill>
                  <a:schemeClr val="bg1"/>
                </a:solidFill>
              </a:defRPr>
            </a:lvl1pPr>
          </a:lstStyle>
          <a:p>
            <a:pPr lvl="0">
              <a:defRPr lang="en-GB"/>
            </a:pPr>
            <a:r>
              <a:rPr lang="en-GB"/>
              <a:t>2000 - 2000</a:t>
            </a:r>
          </a:p>
        </p:txBody>
      </p:sp>
      <p:sp>
        <p:nvSpPr>
          <p:cNvPr id="34" name="Text Placeholder 28">
            <a:extLst>
              <a:ext uri="{FF2B5EF4-FFF2-40B4-BE49-F238E27FC236}">
                <a16:creationId xmlns:a16="http://schemas.microsoft.com/office/drawing/2014/main" id="{6621A6E0-57E5-2079-BCA4-F78EBDDAF1DA}"/>
              </a:ext>
            </a:extLst>
          </p:cNvPr>
          <p:cNvSpPr>
            <a:spLocks noGrp="1"/>
          </p:cNvSpPr>
          <p:nvPr>
            <p:ph type="body" sz="quarter" idx="36" hasCustomPrompt="1"/>
          </p:nvPr>
        </p:nvSpPr>
        <p:spPr>
          <a:xfrm>
            <a:off x="1301726" y="4530526"/>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defRPr lang="en-GB"/>
            </a:pPr>
            <a:r>
              <a:rPr lang="en-GB"/>
              <a:t>Degree</a:t>
            </a:r>
          </a:p>
        </p:txBody>
      </p:sp>
      <p:sp>
        <p:nvSpPr>
          <p:cNvPr id="35" name="Text Placeholder 28">
            <a:extLst>
              <a:ext uri="{FF2B5EF4-FFF2-40B4-BE49-F238E27FC236}">
                <a16:creationId xmlns:a16="http://schemas.microsoft.com/office/drawing/2014/main" id="{4DF38E78-DB04-460D-4CAA-F0E43B0D3B42}"/>
              </a:ext>
            </a:extLst>
          </p:cNvPr>
          <p:cNvSpPr>
            <a:spLocks noGrp="1"/>
          </p:cNvSpPr>
          <p:nvPr>
            <p:ph type="body" sz="quarter" idx="37" hasCustomPrompt="1"/>
          </p:nvPr>
        </p:nvSpPr>
        <p:spPr>
          <a:xfrm>
            <a:off x="1301726" y="4712796"/>
            <a:ext cx="2412000" cy="180000"/>
          </a:xfrm>
        </p:spPr>
        <p:txBody>
          <a:bodyPr anchor="ctr"/>
          <a:lstStyle>
            <a:lvl1pPr marL="0" indent="0">
              <a:lnSpc>
                <a:spcPct val="100000"/>
              </a:lnSpc>
              <a:spcBef>
                <a:spcPct val="0"/>
              </a:spcBef>
              <a:buNone/>
              <a:defRPr sz="1000" i="0">
                <a:solidFill>
                  <a:schemeClr val="bg1"/>
                </a:solidFill>
              </a:defRPr>
            </a:lvl1pPr>
          </a:lstStyle>
          <a:p>
            <a:pPr lvl="0">
              <a:defRPr lang="en-GB"/>
            </a:pPr>
            <a:r>
              <a:rPr lang="en-GB"/>
              <a:t>University</a:t>
            </a:r>
          </a:p>
        </p:txBody>
      </p:sp>
      <p:sp>
        <p:nvSpPr>
          <p:cNvPr id="36" name="Text Placeholder 28">
            <a:extLst>
              <a:ext uri="{FF2B5EF4-FFF2-40B4-BE49-F238E27FC236}">
                <a16:creationId xmlns:a16="http://schemas.microsoft.com/office/drawing/2014/main" id="{86F60684-9E1F-4490-3925-5D10C5CE8B08}"/>
              </a:ext>
            </a:extLst>
          </p:cNvPr>
          <p:cNvSpPr>
            <a:spLocks noGrp="1"/>
          </p:cNvSpPr>
          <p:nvPr>
            <p:ph type="body" sz="quarter" idx="38" hasCustomPrompt="1"/>
          </p:nvPr>
        </p:nvSpPr>
        <p:spPr>
          <a:xfrm>
            <a:off x="360000" y="4950211"/>
            <a:ext cx="864000" cy="180000"/>
          </a:xfrm>
        </p:spPr>
        <p:txBody>
          <a:bodyPr anchor="ctr"/>
          <a:lstStyle>
            <a:lvl1pPr marL="0" indent="0">
              <a:lnSpc>
                <a:spcPct val="100000"/>
              </a:lnSpc>
              <a:spcBef>
                <a:spcPct val="0"/>
              </a:spcBef>
              <a:buNone/>
              <a:defRPr sz="1000">
                <a:solidFill>
                  <a:schemeClr val="bg1"/>
                </a:solidFill>
              </a:defRPr>
            </a:lvl1pPr>
          </a:lstStyle>
          <a:p>
            <a:pPr lvl="0">
              <a:defRPr lang="en-GB"/>
            </a:pPr>
            <a:r>
              <a:rPr lang="en-GB"/>
              <a:t>2000 - 2000</a:t>
            </a:r>
          </a:p>
        </p:txBody>
      </p:sp>
      <p:sp>
        <p:nvSpPr>
          <p:cNvPr id="37" name="Text Placeholder 28">
            <a:extLst>
              <a:ext uri="{FF2B5EF4-FFF2-40B4-BE49-F238E27FC236}">
                <a16:creationId xmlns:a16="http://schemas.microsoft.com/office/drawing/2014/main" id="{8F941659-E09F-20AE-4C67-4EA79AD8B15D}"/>
              </a:ext>
            </a:extLst>
          </p:cNvPr>
          <p:cNvSpPr>
            <a:spLocks noGrp="1"/>
          </p:cNvSpPr>
          <p:nvPr>
            <p:ph type="body" sz="quarter" idx="39" hasCustomPrompt="1"/>
          </p:nvPr>
        </p:nvSpPr>
        <p:spPr>
          <a:xfrm>
            <a:off x="1301726" y="4950211"/>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defRPr lang="en-GB"/>
            </a:pPr>
            <a:r>
              <a:rPr lang="en-GB"/>
              <a:t>Degree</a:t>
            </a:r>
          </a:p>
        </p:txBody>
      </p:sp>
      <p:sp>
        <p:nvSpPr>
          <p:cNvPr id="38" name="Text Placeholder 28">
            <a:extLst>
              <a:ext uri="{FF2B5EF4-FFF2-40B4-BE49-F238E27FC236}">
                <a16:creationId xmlns:a16="http://schemas.microsoft.com/office/drawing/2014/main" id="{39D0EA40-1271-49EB-AC44-94CD65A31385}"/>
              </a:ext>
            </a:extLst>
          </p:cNvPr>
          <p:cNvSpPr>
            <a:spLocks noGrp="1"/>
          </p:cNvSpPr>
          <p:nvPr>
            <p:ph type="body" sz="quarter" idx="40" hasCustomPrompt="1"/>
          </p:nvPr>
        </p:nvSpPr>
        <p:spPr>
          <a:xfrm>
            <a:off x="1301726" y="5132481"/>
            <a:ext cx="2412000" cy="180000"/>
          </a:xfrm>
        </p:spPr>
        <p:txBody>
          <a:bodyPr anchor="ctr"/>
          <a:lstStyle>
            <a:lvl1pPr marL="0" indent="0">
              <a:lnSpc>
                <a:spcPct val="100000"/>
              </a:lnSpc>
              <a:spcBef>
                <a:spcPct val="0"/>
              </a:spcBef>
              <a:buNone/>
              <a:defRPr sz="1000" i="0">
                <a:solidFill>
                  <a:schemeClr val="bg1"/>
                </a:solidFill>
              </a:defRPr>
            </a:lvl1pPr>
          </a:lstStyle>
          <a:p>
            <a:pPr lvl="0">
              <a:defRPr lang="en-GB"/>
            </a:pPr>
            <a:r>
              <a:rPr lang="en-GB"/>
              <a:t>University</a:t>
            </a:r>
          </a:p>
        </p:txBody>
      </p:sp>
      <p:sp>
        <p:nvSpPr>
          <p:cNvPr id="39" name="Text Placeholder 28">
            <a:extLst>
              <a:ext uri="{FF2B5EF4-FFF2-40B4-BE49-F238E27FC236}">
                <a16:creationId xmlns:a16="http://schemas.microsoft.com/office/drawing/2014/main" id="{D4823A69-87F2-24AF-79E6-6E01DA864357}"/>
              </a:ext>
            </a:extLst>
          </p:cNvPr>
          <p:cNvSpPr>
            <a:spLocks noGrp="1"/>
          </p:cNvSpPr>
          <p:nvPr>
            <p:ph type="body" sz="quarter" idx="41" hasCustomPrompt="1"/>
          </p:nvPr>
        </p:nvSpPr>
        <p:spPr>
          <a:xfrm>
            <a:off x="360000" y="5379382"/>
            <a:ext cx="864000" cy="180000"/>
          </a:xfrm>
        </p:spPr>
        <p:txBody>
          <a:bodyPr anchor="ctr"/>
          <a:lstStyle>
            <a:lvl1pPr marL="0" indent="0">
              <a:lnSpc>
                <a:spcPct val="100000"/>
              </a:lnSpc>
              <a:spcBef>
                <a:spcPct val="0"/>
              </a:spcBef>
              <a:buNone/>
              <a:defRPr sz="1000">
                <a:solidFill>
                  <a:schemeClr val="bg1"/>
                </a:solidFill>
              </a:defRPr>
            </a:lvl1pPr>
          </a:lstStyle>
          <a:p>
            <a:pPr lvl="0">
              <a:defRPr lang="en-GB"/>
            </a:pPr>
            <a:r>
              <a:rPr lang="en-GB"/>
              <a:t>2000 - 2000</a:t>
            </a:r>
          </a:p>
        </p:txBody>
      </p:sp>
      <p:sp>
        <p:nvSpPr>
          <p:cNvPr id="40" name="Text Placeholder 28">
            <a:extLst>
              <a:ext uri="{FF2B5EF4-FFF2-40B4-BE49-F238E27FC236}">
                <a16:creationId xmlns:a16="http://schemas.microsoft.com/office/drawing/2014/main" id="{BD78FA25-8EEB-1349-AF53-5FB24D7C7604}"/>
              </a:ext>
            </a:extLst>
          </p:cNvPr>
          <p:cNvSpPr>
            <a:spLocks noGrp="1"/>
          </p:cNvSpPr>
          <p:nvPr>
            <p:ph type="body" sz="quarter" idx="42" hasCustomPrompt="1"/>
          </p:nvPr>
        </p:nvSpPr>
        <p:spPr>
          <a:xfrm>
            <a:off x="1301771" y="5379382"/>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defRPr lang="en-GB"/>
            </a:pPr>
            <a:r>
              <a:rPr lang="en-GB"/>
              <a:t>Degree</a:t>
            </a:r>
          </a:p>
        </p:txBody>
      </p:sp>
      <p:sp>
        <p:nvSpPr>
          <p:cNvPr id="41" name="Text Placeholder 28">
            <a:extLst>
              <a:ext uri="{FF2B5EF4-FFF2-40B4-BE49-F238E27FC236}">
                <a16:creationId xmlns:a16="http://schemas.microsoft.com/office/drawing/2014/main" id="{01C96766-647A-B828-DF52-E9C648145114}"/>
              </a:ext>
            </a:extLst>
          </p:cNvPr>
          <p:cNvSpPr>
            <a:spLocks noGrp="1"/>
          </p:cNvSpPr>
          <p:nvPr>
            <p:ph type="body" sz="quarter" idx="43" hasCustomPrompt="1"/>
          </p:nvPr>
        </p:nvSpPr>
        <p:spPr>
          <a:xfrm>
            <a:off x="1301771" y="5561652"/>
            <a:ext cx="2412000" cy="180000"/>
          </a:xfrm>
        </p:spPr>
        <p:txBody>
          <a:bodyPr anchor="ctr"/>
          <a:lstStyle>
            <a:lvl1pPr marL="0" indent="0">
              <a:lnSpc>
                <a:spcPct val="100000"/>
              </a:lnSpc>
              <a:spcBef>
                <a:spcPct val="0"/>
              </a:spcBef>
              <a:buNone/>
              <a:defRPr sz="1000" i="0">
                <a:solidFill>
                  <a:schemeClr val="bg1"/>
                </a:solidFill>
              </a:defRPr>
            </a:lvl1pPr>
          </a:lstStyle>
          <a:p>
            <a:pPr lvl="0">
              <a:defRPr lang="en-GB"/>
            </a:pPr>
            <a:r>
              <a:rPr lang="en-GB"/>
              <a:t>University</a:t>
            </a:r>
          </a:p>
        </p:txBody>
      </p:sp>
      <p:sp>
        <p:nvSpPr>
          <p:cNvPr id="42" name="Text Placeholder 28">
            <a:extLst>
              <a:ext uri="{FF2B5EF4-FFF2-40B4-BE49-F238E27FC236}">
                <a16:creationId xmlns:a16="http://schemas.microsoft.com/office/drawing/2014/main" id="{AFD2DE3F-C928-B96B-283E-E0541DA833E6}"/>
              </a:ext>
            </a:extLst>
          </p:cNvPr>
          <p:cNvSpPr>
            <a:spLocks noGrp="1"/>
          </p:cNvSpPr>
          <p:nvPr>
            <p:ph type="body" sz="quarter" idx="44" hasCustomPrompt="1"/>
          </p:nvPr>
        </p:nvSpPr>
        <p:spPr>
          <a:xfrm>
            <a:off x="360000" y="5803034"/>
            <a:ext cx="864000" cy="180000"/>
          </a:xfrm>
        </p:spPr>
        <p:txBody>
          <a:bodyPr anchor="ctr"/>
          <a:lstStyle>
            <a:lvl1pPr marL="0" indent="0">
              <a:lnSpc>
                <a:spcPct val="100000"/>
              </a:lnSpc>
              <a:spcBef>
                <a:spcPct val="0"/>
              </a:spcBef>
              <a:buNone/>
              <a:defRPr sz="1000">
                <a:solidFill>
                  <a:schemeClr val="bg1"/>
                </a:solidFill>
              </a:defRPr>
            </a:lvl1pPr>
          </a:lstStyle>
          <a:p>
            <a:pPr lvl="0">
              <a:defRPr lang="en-GB"/>
            </a:pPr>
            <a:r>
              <a:rPr lang="en-GB"/>
              <a:t>2000 - 2000</a:t>
            </a:r>
          </a:p>
        </p:txBody>
      </p:sp>
      <p:sp>
        <p:nvSpPr>
          <p:cNvPr id="43" name="Text Placeholder 28">
            <a:extLst>
              <a:ext uri="{FF2B5EF4-FFF2-40B4-BE49-F238E27FC236}">
                <a16:creationId xmlns:a16="http://schemas.microsoft.com/office/drawing/2014/main" id="{C7FE8ED1-E3CB-04AA-A14E-44D0612C409E}"/>
              </a:ext>
            </a:extLst>
          </p:cNvPr>
          <p:cNvSpPr>
            <a:spLocks noGrp="1"/>
          </p:cNvSpPr>
          <p:nvPr>
            <p:ph type="body" sz="quarter" idx="45" hasCustomPrompt="1"/>
          </p:nvPr>
        </p:nvSpPr>
        <p:spPr>
          <a:xfrm>
            <a:off x="1301726" y="5803034"/>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defRPr lang="en-GB"/>
            </a:pPr>
            <a:r>
              <a:rPr lang="en-GB"/>
              <a:t>Degree</a:t>
            </a:r>
          </a:p>
        </p:txBody>
      </p:sp>
      <p:sp>
        <p:nvSpPr>
          <p:cNvPr id="44" name="Text Placeholder 28">
            <a:extLst>
              <a:ext uri="{FF2B5EF4-FFF2-40B4-BE49-F238E27FC236}">
                <a16:creationId xmlns:a16="http://schemas.microsoft.com/office/drawing/2014/main" id="{419D92B9-7B14-9DD5-1D8D-6F4998979748}"/>
              </a:ext>
            </a:extLst>
          </p:cNvPr>
          <p:cNvSpPr>
            <a:spLocks noGrp="1"/>
          </p:cNvSpPr>
          <p:nvPr>
            <p:ph type="body" sz="quarter" idx="46" hasCustomPrompt="1"/>
          </p:nvPr>
        </p:nvSpPr>
        <p:spPr>
          <a:xfrm>
            <a:off x="1301726" y="5985304"/>
            <a:ext cx="2412000" cy="180000"/>
          </a:xfrm>
        </p:spPr>
        <p:txBody>
          <a:bodyPr anchor="ctr"/>
          <a:lstStyle>
            <a:lvl1pPr marL="0" indent="0">
              <a:lnSpc>
                <a:spcPct val="100000"/>
              </a:lnSpc>
              <a:spcBef>
                <a:spcPct val="0"/>
              </a:spcBef>
              <a:buNone/>
              <a:defRPr sz="1000" i="0">
                <a:solidFill>
                  <a:schemeClr val="bg1"/>
                </a:solidFill>
              </a:defRPr>
            </a:lvl1pPr>
          </a:lstStyle>
          <a:p>
            <a:pPr lvl="0">
              <a:defRPr lang="en-GB"/>
            </a:pPr>
            <a:r>
              <a:rPr lang="en-GB"/>
              <a:t>University</a:t>
            </a:r>
          </a:p>
        </p:txBody>
      </p:sp>
      <p:cxnSp>
        <p:nvCxnSpPr>
          <p:cNvPr id="47" name="Straight Connector 46">
            <a:extLst>
              <a:ext uri="{FF2B5EF4-FFF2-40B4-BE49-F238E27FC236}">
                <a16:creationId xmlns:a16="http://schemas.microsoft.com/office/drawing/2014/main" id="{315F8357-43DD-1A1D-1A89-5E88624679A6}"/>
              </a:ext>
            </a:extLst>
          </p:cNvPr>
          <p:cNvCxnSpPr/>
          <p:nvPr userDrawn="1"/>
        </p:nvCxnSpPr>
        <p:spPr bwMode="gray">
          <a:xfrm flipH="1">
            <a:off x="6603203" y="1714748"/>
            <a:ext cx="0" cy="3327789"/>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1D82318C-C484-CDFD-1065-148C3A6F1227}"/>
              </a:ext>
            </a:extLst>
          </p:cNvPr>
          <p:cNvSpPr txBox="1"/>
          <p:nvPr userDrawn="1"/>
        </p:nvSpPr>
        <p:spPr bwMode="gray">
          <a:xfrm>
            <a:off x="4045397" y="1431471"/>
            <a:ext cx="1728192" cy="24833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defRPr lang="en-GB"/>
            </a:pPr>
            <a:r>
              <a:rPr lang="en-GB" sz="1200">
                <a:solidFill>
                  <a:schemeClr val="tx1">
                    <a:lumMod val="60000"/>
                    <a:lumOff val="40000"/>
                  </a:schemeClr>
                </a:solidFill>
                <a:latin typeface="+mj-lt"/>
              </a:rPr>
              <a:t>Introduction</a:t>
            </a:r>
          </a:p>
        </p:txBody>
      </p:sp>
      <p:sp>
        <p:nvSpPr>
          <p:cNvPr id="49" name="TextBox 48">
            <a:extLst>
              <a:ext uri="{FF2B5EF4-FFF2-40B4-BE49-F238E27FC236}">
                <a16:creationId xmlns:a16="http://schemas.microsoft.com/office/drawing/2014/main" id="{AF053DF0-2CC7-2581-167F-81441EC1B378}"/>
              </a:ext>
            </a:extLst>
          </p:cNvPr>
          <p:cNvSpPr txBox="1"/>
          <p:nvPr userDrawn="1"/>
        </p:nvSpPr>
        <p:spPr bwMode="gray">
          <a:xfrm>
            <a:off x="6713009" y="1431471"/>
            <a:ext cx="1728192" cy="24833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defRPr lang="en-GB"/>
            </a:pPr>
            <a:r>
              <a:rPr lang="en-GB" sz="1200">
                <a:solidFill>
                  <a:schemeClr val="tx1">
                    <a:lumMod val="60000"/>
                    <a:lumOff val="40000"/>
                  </a:schemeClr>
                </a:solidFill>
                <a:latin typeface="+mj-lt"/>
              </a:rPr>
              <a:t>Experience</a:t>
            </a:r>
          </a:p>
        </p:txBody>
      </p:sp>
      <p:sp>
        <p:nvSpPr>
          <p:cNvPr id="50" name="TextBox 49">
            <a:extLst>
              <a:ext uri="{FF2B5EF4-FFF2-40B4-BE49-F238E27FC236}">
                <a16:creationId xmlns:a16="http://schemas.microsoft.com/office/drawing/2014/main" id="{DAE1FE77-4203-3A77-1DF0-64E55114371C}"/>
              </a:ext>
            </a:extLst>
          </p:cNvPr>
          <p:cNvSpPr txBox="1"/>
          <p:nvPr userDrawn="1"/>
        </p:nvSpPr>
        <p:spPr bwMode="gray">
          <a:xfrm>
            <a:off x="9380620" y="1431471"/>
            <a:ext cx="1728192" cy="24833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defRPr lang="en-GB"/>
            </a:pPr>
            <a:r>
              <a:rPr lang="en-GB" sz="1200">
                <a:solidFill>
                  <a:schemeClr val="tx1">
                    <a:lumMod val="60000"/>
                    <a:lumOff val="40000"/>
                  </a:schemeClr>
                </a:solidFill>
                <a:latin typeface="+mj-lt"/>
              </a:rPr>
              <a:t>Previous Clients</a:t>
            </a:r>
          </a:p>
        </p:txBody>
      </p:sp>
      <p:sp>
        <p:nvSpPr>
          <p:cNvPr id="51" name="Text Placeholder 78">
            <a:extLst>
              <a:ext uri="{FF2B5EF4-FFF2-40B4-BE49-F238E27FC236}">
                <a16:creationId xmlns:a16="http://schemas.microsoft.com/office/drawing/2014/main" id="{345D3BD3-E93F-2AA0-6CEF-F4F22AB6966F}"/>
              </a:ext>
            </a:extLst>
          </p:cNvPr>
          <p:cNvSpPr>
            <a:spLocks noGrp="1"/>
          </p:cNvSpPr>
          <p:nvPr>
            <p:ph type="body" sz="quarter" idx="48"/>
          </p:nvPr>
        </p:nvSpPr>
        <p:spPr>
          <a:xfrm>
            <a:off x="4045397" y="1714749"/>
            <a:ext cx="2448000" cy="3370436"/>
          </a:xfrm>
        </p:spPr>
        <p:txBody>
          <a:bodyPr/>
          <a:lstStyle>
            <a:lvl1pPr marL="0" indent="0">
              <a:lnSpc>
                <a:spcPct val="100000"/>
              </a:lnSpc>
              <a:spcBef>
                <a:spcPts val="600"/>
              </a:spcBef>
              <a:buNone/>
              <a:defRPr sz="1050">
                <a:solidFill>
                  <a:schemeClr val="tx1"/>
                </a:solidFill>
              </a:defRPr>
            </a:lvl1pPr>
          </a:lstStyle>
          <a:p>
            <a:pPr lvl="0">
              <a:defRPr lang="en-GB"/>
            </a:pPr>
            <a:r>
              <a:rPr lang="en-GB"/>
              <a:t>Click to edit Master text styles</a:t>
            </a:r>
          </a:p>
        </p:txBody>
      </p:sp>
      <p:sp>
        <p:nvSpPr>
          <p:cNvPr id="52" name="Text Placeholder 78">
            <a:extLst>
              <a:ext uri="{FF2B5EF4-FFF2-40B4-BE49-F238E27FC236}">
                <a16:creationId xmlns:a16="http://schemas.microsoft.com/office/drawing/2014/main" id="{DC489207-8832-E637-CADE-E780786A43F2}"/>
              </a:ext>
            </a:extLst>
          </p:cNvPr>
          <p:cNvSpPr>
            <a:spLocks noGrp="1"/>
          </p:cNvSpPr>
          <p:nvPr>
            <p:ph type="body" sz="quarter" idx="49"/>
          </p:nvPr>
        </p:nvSpPr>
        <p:spPr>
          <a:xfrm>
            <a:off x="6713009" y="1714749"/>
            <a:ext cx="2448000" cy="3370436"/>
          </a:xfrm>
        </p:spPr>
        <p:txBody>
          <a:bodyPr/>
          <a:lstStyle>
            <a:lvl1pPr marL="0" indent="0">
              <a:lnSpc>
                <a:spcPct val="100000"/>
              </a:lnSpc>
              <a:spcBef>
                <a:spcPts val="600"/>
              </a:spcBef>
              <a:buNone/>
              <a:defRPr sz="1050">
                <a:solidFill>
                  <a:schemeClr val="tx1"/>
                </a:solidFill>
              </a:defRPr>
            </a:lvl1pPr>
          </a:lstStyle>
          <a:p>
            <a:pPr lvl="0">
              <a:defRPr lang="en-GB"/>
            </a:pPr>
            <a:r>
              <a:rPr lang="en-GB"/>
              <a:t>Click to edit Master text styles</a:t>
            </a:r>
          </a:p>
        </p:txBody>
      </p:sp>
      <p:sp>
        <p:nvSpPr>
          <p:cNvPr id="53" name="Text Placeholder 84">
            <a:extLst>
              <a:ext uri="{FF2B5EF4-FFF2-40B4-BE49-F238E27FC236}">
                <a16:creationId xmlns:a16="http://schemas.microsoft.com/office/drawing/2014/main" id="{5EDE2799-0BFA-DE06-8453-0243AE60F7DD}"/>
              </a:ext>
            </a:extLst>
          </p:cNvPr>
          <p:cNvSpPr>
            <a:spLocks noGrp="1"/>
          </p:cNvSpPr>
          <p:nvPr>
            <p:ph type="body" sz="quarter" idx="51" hasCustomPrompt="1"/>
          </p:nvPr>
        </p:nvSpPr>
        <p:spPr>
          <a:xfrm>
            <a:off x="9380620" y="1714748"/>
            <a:ext cx="2448000" cy="3370436"/>
          </a:xfrm>
        </p:spPr>
        <p:txBody>
          <a:bodyPr/>
          <a:lstStyle>
            <a:lvl1pPr marL="0" indent="0">
              <a:lnSpc>
                <a:spcPct val="100000"/>
              </a:lnSpc>
              <a:buNone/>
              <a:defRPr sz="1050">
                <a:solidFill>
                  <a:schemeClr val="tx1"/>
                </a:solidFill>
              </a:defRPr>
            </a:lvl1pPr>
          </a:lstStyle>
          <a:p>
            <a:pPr lvl="0">
              <a:defRPr lang="en-GB"/>
            </a:pPr>
            <a:r>
              <a:rPr lang="en-GB"/>
              <a:t>Clients</a:t>
            </a:r>
          </a:p>
        </p:txBody>
      </p:sp>
      <p:sp>
        <p:nvSpPr>
          <p:cNvPr id="54" name="TextBox 53">
            <a:extLst>
              <a:ext uri="{FF2B5EF4-FFF2-40B4-BE49-F238E27FC236}">
                <a16:creationId xmlns:a16="http://schemas.microsoft.com/office/drawing/2014/main" id="{05EF81C3-C106-72C6-708F-A4EAF1D82778}"/>
              </a:ext>
            </a:extLst>
          </p:cNvPr>
          <p:cNvSpPr txBox="1"/>
          <p:nvPr userDrawn="1"/>
        </p:nvSpPr>
        <p:spPr bwMode="gray">
          <a:xfrm>
            <a:off x="4068405" y="283262"/>
            <a:ext cx="1728192" cy="24833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defRPr lang="en-GB"/>
            </a:pPr>
            <a:r>
              <a:rPr lang="en-GB" sz="1200">
                <a:solidFill>
                  <a:schemeClr val="tx1">
                    <a:lumMod val="60000"/>
                    <a:lumOff val="40000"/>
                  </a:schemeClr>
                </a:solidFill>
                <a:latin typeface="+mj-lt"/>
              </a:rPr>
              <a:t>Contact</a:t>
            </a:r>
          </a:p>
        </p:txBody>
      </p:sp>
      <p:sp>
        <p:nvSpPr>
          <p:cNvPr id="55" name="Text Placeholder 28">
            <a:extLst>
              <a:ext uri="{FF2B5EF4-FFF2-40B4-BE49-F238E27FC236}">
                <a16:creationId xmlns:a16="http://schemas.microsoft.com/office/drawing/2014/main" id="{83159BD0-29EF-BB05-0108-C079B08252BE}"/>
              </a:ext>
            </a:extLst>
          </p:cNvPr>
          <p:cNvSpPr>
            <a:spLocks noGrp="1"/>
          </p:cNvSpPr>
          <p:nvPr>
            <p:ph type="body" sz="quarter" idx="52" hasCustomPrompt="1"/>
          </p:nvPr>
        </p:nvSpPr>
        <p:spPr>
          <a:xfrm>
            <a:off x="4068405" y="542083"/>
            <a:ext cx="2592000" cy="180000"/>
          </a:xfrm>
        </p:spPr>
        <p:txBody>
          <a:bodyPr anchor="ctr"/>
          <a:lstStyle>
            <a:lvl1pPr marL="0" indent="0">
              <a:lnSpc>
                <a:spcPct val="100000"/>
              </a:lnSpc>
              <a:spcBef>
                <a:spcPct val="0"/>
              </a:spcBef>
              <a:buNone/>
              <a:defRPr sz="1000">
                <a:solidFill>
                  <a:schemeClr val="tx1"/>
                </a:solidFill>
              </a:defRPr>
            </a:lvl1pPr>
          </a:lstStyle>
          <a:p>
            <a:pPr lvl="0">
              <a:defRPr lang="en-GB"/>
            </a:pPr>
            <a:r>
              <a:rPr lang="en-GB"/>
              <a:t>Email</a:t>
            </a:r>
          </a:p>
        </p:txBody>
      </p:sp>
      <p:sp>
        <p:nvSpPr>
          <p:cNvPr id="56" name="Text Placeholder 28">
            <a:extLst>
              <a:ext uri="{FF2B5EF4-FFF2-40B4-BE49-F238E27FC236}">
                <a16:creationId xmlns:a16="http://schemas.microsoft.com/office/drawing/2014/main" id="{A0F02E58-1FF0-CD9F-A774-F5F24E67DF13}"/>
              </a:ext>
            </a:extLst>
          </p:cNvPr>
          <p:cNvSpPr>
            <a:spLocks noGrp="1"/>
          </p:cNvSpPr>
          <p:nvPr>
            <p:ph type="body" sz="quarter" idx="53" hasCustomPrompt="1"/>
          </p:nvPr>
        </p:nvSpPr>
        <p:spPr>
          <a:xfrm>
            <a:off x="4068405" y="791602"/>
            <a:ext cx="2592000" cy="180000"/>
          </a:xfrm>
        </p:spPr>
        <p:txBody>
          <a:bodyPr anchor="ctr"/>
          <a:lstStyle>
            <a:lvl1pPr marL="0" indent="0">
              <a:lnSpc>
                <a:spcPct val="100000"/>
              </a:lnSpc>
              <a:spcBef>
                <a:spcPct val="0"/>
              </a:spcBef>
              <a:buNone/>
              <a:defRPr sz="1000">
                <a:solidFill>
                  <a:schemeClr val="tx1"/>
                </a:solidFill>
              </a:defRPr>
            </a:lvl1pPr>
          </a:lstStyle>
          <a:p>
            <a:pPr lvl="0">
              <a:defRPr lang="en-GB"/>
            </a:pPr>
            <a:r>
              <a:rPr lang="en-GB"/>
              <a:t>Mobile</a:t>
            </a:r>
          </a:p>
        </p:txBody>
      </p:sp>
      <p:sp>
        <p:nvSpPr>
          <p:cNvPr id="57" name="TextBox 56">
            <a:extLst>
              <a:ext uri="{FF2B5EF4-FFF2-40B4-BE49-F238E27FC236}">
                <a16:creationId xmlns:a16="http://schemas.microsoft.com/office/drawing/2014/main" id="{96A17AEF-29BE-C4B1-CFF9-86758165BB35}"/>
              </a:ext>
            </a:extLst>
          </p:cNvPr>
          <p:cNvSpPr txBox="1"/>
          <p:nvPr userDrawn="1"/>
        </p:nvSpPr>
        <p:spPr bwMode="gray">
          <a:xfrm>
            <a:off x="4045397" y="5221764"/>
            <a:ext cx="1728192" cy="24833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defRPr lang="en-GB"/>
            </a:pPr>
            <a:r>
              <a:rPr lang="en-GB" sz="1200">
                <a:solidFill>
                  <a:schemeClr val="tx1">
                    <a:lumMod val="60000"/>
                    <a:lumOff val="40000"/>
                  </a:schemeClr>
                </a:solidFill>
                <a:latin typeface="+mj-lt"/>
              </a:rPr>
              <a:t>Additional information</a:t>
            </a:r>
          </a:p>
        </p:txBody>
      </p:sp>
      <p:sp>
        <p:nvSpPr>
          <p:cNvPr id="59" name="TextBox 58">
            <a:extLst>
              <a:ext uri="{FF2B5EF4-FFF2-40B4-BE49-F238E27FC236}">
                <a16:creationId xmlns:a16="http://schemas.microsoft.com/office/drawing/2014/main" id="{068EB7D2-87CD-0014-C35D-510CECB65861}"/>
              </a:ext>
            </a:extLst>
          </p:cNvPr>
          <p:cNvSpPr txBox="1"/>
          <p:nvPr userDrawn="1"/>
        </p:nvSpPr>
        <p:spPr bwMode="gray">
          <a:xfrm>
            <a:off x="4045397" y="5741933"/>
            <a:ext cx="740216" cy="161583"/>
          </a:xfrm>
          <a:prstGeom prst="rect">
            <a:avLst/>
          </a:prstGeom>
          <a:no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defRPr lang="en-GB"/>
            </a:pPr>
            <a:r>
              <a:rPr lang="en-GB" sz="1050">
                <a:solidFill>
                  <a:schemeClr val="tx1">
                    <a:lumMod val="60000"/>
                    <a:lumOff val="40000"/>
                  </a:schemeClr>
                </a:solidFill>
                <a:latin typeface="+mn-lt"/>
              </a:rPr>
              <a:t>Interests:</a:t>
            </a:r>
            <a:endParaRPr lang="en-GB" sz="1400">
              <a:solidFill>
                <a:schemeClr val="tx1">
                  <a:lumMod val="60000"/>
                  <a:lumOff val="40000"/>
                </a:schemeClr>
              </a:solidFill>
              <a:latin typeface="+mn-lt"/>
            </a:endParaRPr>
          </a:p>
        </p:txBody>
      </p:sp>
      <p:sp>
        <p:nvSpPr>
          <p:cNvPr id="60" name="Text Placeholder 78">
            <a:extLst>
              <a:ext uri="{FF2B5EF4-FFF2-40B4-BE49-F238E27FC236}">
                <a16:creationId xmlns:a16="http://schemas.microsoft.com/office/drawing/2014/main" id="{CA8885F2-D4A0-6CE2-F6E0-436C48D9CD39}"/>
              </a:ext>
            </a:extLst>
          </p:cNvPr>
          <p:cNvSpPr>
            <a:spLocks noGrp="1"/>
          </p:cNvSpPr>
          <p:nvPr>
            <p:ph type="body" sz="quarter" idx="54" hasCustomPrompt="1"/>
          </p:nvPr>
        </p:nvSpPr>
        <p:spPr>
          <a:xfrm>
            <a:off x="4808620" y="5527848"/>
            <a:ext cx="7020000" cy="180000"/>
          </a:xfrm>
        </p:spPr>
        <p:txBody>
          <a:bodyPr anchor="t"/>
          <a:lstStyle>
            <a:lvl1pPr marL="0" indent="0">
              <a:lnSpc>
                <a:spcPct val="100000"/>
              </a:lnSpc>
              <a:spcBef>
                <a:spcPct val="0"/>
              </a:spcBef>
              <a:buNone/>
              <a:defRPr sz="1050"/>
            </a:lvl1pPr>
          </a:lstStyle>
          <a:p>
            <a:pPr lvl="0">
              <a:defRPr lang="en-GB"/>
            </a:pPr>
            <a:r>
              <a:rPr lang="en-GB"/>
              <a:t>Share your computer skills, such as level of Python, Java etc.</a:t>
            </a:r>
          </a:p>
        </p:txBody>
      </p:sp>
      <p:sp>
        <p:nvSpPr>
          <p:cNvPr id="61" name="Text Placeholder 78">
            <a:extLst>
              <a:ext uri="{FF2B5EF4-FFF2-40B4-BE49-F238E27FC236}">
                <a16:creationId xmlns:a16="http://schemas.microsoft.com/office/drawing/2014/main" id="{EF18ED78-44AC-AAE9-6C97-778B3B0D0D0A}"/>
              </a:ext>
            </a:extLst>
          </p:cNvPr>
          <p:cNvSpPr>
            <a:spLocks noGrp="1"/>
          </p:cNvSpPr>
          <p:nvPr>
            <p:ph type="body" sz="quarter" idx="55" hasCustomPrompt="1"/>
          </p:nvPr>
        </p:nvSpPr>
        <p:spPr>
          <a:xfrm>
            <a:off x="4813404" y="5741933"/>
            <a:ext cx="7015216" cy="164036"/>
          </a:xfrm>
        </p:spPr>
        <p:txBody>
          <a:bodyPr anchor="t"/>
          <a:lstStyle>
            <a:lvl1pPr marL="0" indent="0">
              <a:lnSpc>
                <a:spcPct val="100000"/>
              </a:lnSpc>
              <a:spcBef>
                <a:spcPct val="0"/>
              </a:spcBef>
              <a:buNone/>
              <a:defRPr sz="1050"/>
            </a:lvl1pPr>
          </a:lstStyle>
          <a:p>
            <a:pPr lvl="0">
              <a:defRPr lang="en-GB"/>
            </a:pPr>
            <a:r>
              <a:rPr lang="en-GB"/>
              <a:t>Share your hobbies</a:t>
            </a:r>
          </a:p>
        </p:txBody>
      </p:sp>
      <p:cxnSp>
        <p:nvCxnSpPr>
          <p:cNvPr id="62" name="Straight Connector 61">
            <a:extLst>
              <a:ext uri="{FF2B5EF4-FFF2-40B4-BE49-F238E27FC236}">
                <a16:creationId xmlns:a16="http://schemas.microsoft.com/office/drawing/2014/main" id="{7104B1B1-5133-3B89-0246-F2A6A79D9881}"/>
              </a:ext>
            </a:extLst>
          </p:cNvPr>
          <p:cNvCxnSpPr/>
          <p:nvPr userDrawn="1"/>
        </p:nvCxnSpPr>
        <p:spPr bwMode="gray">
          <a:xfrm flipH="1">
            <a:off x="9276065" y="1714748"/>
            <a:ext cx="0" cy="3327789"/>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919C8517-26DF-26CC-0872-82F4EACF1FC0}"/>
              </a:ext>
            </a:extLst>
          </p:cNvPr>
          <p:cNvSpPr txBox="1"/>
          <p:nvPr userDrawn="1"/>
        </p:nvSpPr>
        <p:spPr bwMode="gray">
          <a:xfrm>
            <a:off x="4045397" y="5527848"/>
            <a:ext cx="740216" cy="161583"/>
          </a:xfrm>
          <a:prstGeom prst="rect">
            <a:avLst/>
          </a:prstGeom>
          <a:no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defRPr lang="en-GB"/>
            </a:pPr>
            <a:r>
              <a:rPr lang="en-GB" sz="1050">
                <a:solidFill>
                  <a:schemeClr val="tx1">
                    <a:lumMod val="60000"/>
                    <a:lumOff val="40000"/>
                  </a:schemeClr>
                </a:solidFill>
                <a:latin typeface="+mn-lt"/>
              </a:rPr>
              <a:t>Computer:</a:t>
            </a:r>
            <a:endParaRPr lang="en-GB" sz="1400">
              <a:solidFill>
                <a:schemeClr val="tx1">
                  <a:lumMod val="60000"/>
                  <a:lumOff val="40000"/>
                </a:schemeClr>
              </a:solidFill>
              <a:latin typeface="+mn-lt"/>
            </a:endParaRPr>
          </a:p>
        </p:txBody>
      </p:sp>
      <p:sp>
        <p:nvSpPr>
          <p:cNvPr id="3" name="TextBox 2">
            <a:extLst>
              <a:ext uri="{FF2B5EF4-FFF2-40B4-BE49-F238E27FC236}">
                <a16:creationId xmlns:a16="http://schemas.microsoft.com/office/drawing/2014/main" id="{2B1F94C1-67C2-D813-5155-1BB1043A727A}"/>
              </a:ext>
            </a:extLst>
          </p:cNvPr>
          <p:cNvSpPr txBox="1"/>
          <p:nvPr userDrawn="1"/>
        </p:nvSpPr>
        <p:spPr bwMode="gray">
          <a:xfrm>
            <a:off x="4045397" y="5956019"/>
            <a:ext cx="740216" cy="161583"/>
          </a:xfrm>
          <a:prstGeom prst="rect">
            <a:avLst/>
          </a:prstGeom>
          <a:no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defRPr lang="en-GB"/>
            </a:pPr>
            <a:r>
              <a:rPr lang="en-GB" sz="1050">
                <a:solidFill>
                  <a:schemeClr val="tx1">
                    <a:lumMod val="60000"/>
                    <a:lumOff val="40000"/>
                  </a:schemeClr>
                </a:solidFill>
                <a:latin typeface="+mn-lt"/>
              </a:rPr>
              <a:t>Languages:</a:t>
            </a:r>
            <a:endParaRPr lang="en-GB" sz="1400">
              <a:solidFill>
                <a:schemeClr val="tx1">
                  <a:lumMod val="60000"/>
                  <a:lumOff val="40000"/>
                </a:schemeClr>
              </a:solidFill>
              <a:latin typeface="+mn-lt"/>
            </a:endParaRPr>
          </a:p>
        </p:txBody>
      </p:sp>
      <p:sp>
        <p:nvSpPr>
          <p:cNvPr id="63" name="Text Placeholder 78">
            <a:extLst>
              <a:ext uri="{FF2B5EF4-FFF2-40B4-BE49-F238E27FC236}">
                <a16:creationId xmlns:a16="http://schemas.microsoft.com/office/drawing/2014/main" id="{3B34B754-13E8-CA7E-5ED1-9AF974404281}"/>
              </a:ext>
            </a:extLst>
          </p:cNvPr>
          <p:cNvSpPr>
            <a:spLocks noGrp="1"/>
          </p:cNvSpPr>
          <p:nvPr>
            <p:ph type="body" sz="quarter" idx="56" hasCustomPrompt="1"/>
          </p:nvPr>
        </p:nvSpPr>
        <p:spPr>
          <a:xfrm>
            <a:off x="4813404" y="5956019"/>
            <a:ext cx="7015216" cy="164036"/>
          </a:xfrm>
        </p:spPr>
        <p:txBody>
          <a:bodyPr anchor="t"/>
          <a:lstStyle>
            <a:lvl1pPr marL="0" indent="0">
              <a:lnSpc>
                <a:spcPct val="100000"/>
              </a:lnSpc>
              <a:spcBef>
                <a:spcPct val="0"/>
              </a:spcBef>
              <a:buNone/>
              <a:defRPr sz="1050"/>
            </a:lvl1pPr>
          </a:lstStyle>
          <a:p>
            <a:pPr lvl="0">
              <a:defRPr lang="en-GB"/>
            </a:pPr>
            <a:r>
              <a:rPr lang="en-GB"/>
              <a:t>Share your Languages</a:t>
            </a:r>
          </a:p>
        </p:txBody>
      </p:sp>
      <p:sp>
        <p:nvSpPr>
          <p:cNvPr id="64" name="TextBox 63">
            <a:extLst>
              <a:ext uri="{FF2B5EF4-FFF2-40B4-BE49-F238E27FC236}">
                <a16:creationId xmlns:a16="http://schemas.microsoft.com/office/drawing/2014/main" id="{D67FDAD8-57FE-F0CF-6AD0-35D0B6C47E8B}"/>
              </a:ext>
            </a:extLst>
          </p:cNvPr>
          <p:cNvSpPr txBox="1"/>
          <p:nvPr userDrawn="1"/>
        </p:nvSpPr>
        <p:spPr bwMode="gray">
          <a:xfrm flipH="1">
            <a:off x="544286" y="6589486"/>
            <a:ext cx="0" cy="0"/>
          </a:xfrm>
          <a:prstGeom prst="rect">
            <a:avLst/>
          </a:prstGeom>
          <a:noFill/>
        </p:spPr>
        <p:txBody>
          <a:bodyPr wrap="none" lIns="0" tIns="0" rIns="0" bIns="0" rtlCol="0">
            <a:noAutofit/>
          </a:bodyPr>
          <a:lstStyle/>
          <a:p>
            <a:pPr marL="216000" indent="-216000" algn="l">
              <a:spcBef>
                <a:spcPts val="600"/>
              </a:spcBef>
              <a:buFont typeface="Arial" panose="020B0604020202020204" pitchFamily="34" charset="0"/>
              <a:buChar char="•"/>
              <a:defRPr lang="en-GB"/>
            </a:pPr>
            <a:endParaRPr lang="en-GB" sz="1200" err="1"/>
          </a:p>
        </p:txBody>
      </p:sp>
      <p:pic>
        <p:nvPicPr>
          <p:cNvPr id="66" name="Picture 65" descr="A white text on a black background&#10;&#10;Description automatically generated">
            <a:extLst>
              <a:ext uri="{FF2B5EF4-FFF2-40B4-BE49-F238E27FC236}">
                <a16:creationId xmlns:a16="http://schemas.microsoft.com/office/drawing/2014/main" id="{97A5B77D-D2F6-4CEF-0131-80ADE79BE8B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8711" y="6330346"/>
            <a:ext cx="310560" cy="386522"/>
          </a:xfrm>
          <a:prstGeom prst="rect">
            <a:avLst/>
          </a:prstGeom>
        </p:spPr>
      </p:pic>
    </p:spTree>
    <p:extLst>
      <p:ext uri="{BB962C8B-B14F-4D97-AF65-F5344CB8AC3E}">
        <p14:creationId xmlns:p14="http://schemas.microsoft.com/office/powerpoint/2010/main" val="1411986649"/>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B56EABE-D55B-4373-F6CF-224BF43E855B}"/>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9" name="Object 8" hidden="1">
                        <a:extLst>
                          <a:ext uri="{FF2B5EF4-FFF2-40B4-BE49-F238E27FC236}">
                            <a16:creationId xmlns:a16="http://schemas.microsoft.com/office/drawing/2014/main" id="{1B56EABE-D55B-4373-F6CF-224BF43E855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Footer Placeholder 2">
            <a:extLst>
              <a:ext uri="{FF2B5EF4-FFF2-40B4-BE49-F238E27FC236}">
                <a16:creationId xmlns:a16="http://schemas.microsoft.com/office/drawing/2014/main" id="{8F49937A-B7FC-BEF8-D201-FD47BD9953A4}"/>
              </a:ext>
            </a:extLst>
          </p:cNvPr>
          <p:cNvSpPr>
            <a:spLocks noGrp="1"/>
          </p:cNvSpPr>
          <p:nvPr>
            <p:ph type="ftr" sz="quarter" idx="3"/>
          </p:nvPr>
        </p:nvSpPr>
        <p:spPr>
          <a:xfrm>
            <a:off x="675936" y="6321425"/>
            <a:ext cx="10087857" cy="367612"/>
          </a:xfrm>
          <a:prstGeom prst="rect">
            <a:avLst/>
          </a:prstGeom>
        </p:spPr>
        <p:txBody>
          <a:bodyPr anchor="ctr"/>
          <a:lstStyle>
            <a:lvl1pPr rtl="0">
              <a:defRPr sz="1000">
                <a:solidFill>
                  <a:schemeClr val="tx1"/>
                </a:solidFill>
              </a:defRPr>
            </a:lvl1pPr>
          </a:lstStyle>
          <a:p>
            <a:pPr>
              <a:defRPr lang="en-GB"/>
            </a:pPr>
            <a:endParaRPr lang="en-GB"/>
          </a:p>
        </p:txBody>
      </p:sp>
    </p:spTree>
    <p:extLst>
      <p:ext uri="{BB962C8B-B14F-4D97-AF65-F5344CB8AC3E}">
        <p14:creationId xmlns:p14="http://schemas.microsoft.com/office/powerpoint/2010/main" val="103826201"/>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11D0870-4C4D-D254-0047-0E53AB85BE7F}"/>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3" name="Object 2" hidden="1">
                        <a:extLst>
                          <a:ext uri="{FF2B5EF4-FFF2-40B4-BE49-F238E27FC236}">
                            <a16:creationId xmlns:a16="http://schemas.microsoft.com/office/drawing/2014/main" id="{911D0870-4C4D-D254-0047-0E53AB85BE7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4" name="Picture 3">
            <a:extLst>
              <a:ext uri="{FF2B5EF4-FFF2-40B4-BE49-F238E27FC236}">
                <a16:creationId xmlns:a16="http://schemas.microsoft.com/office/drawing/2014/main" id="{E7D51B20-4026-05E8-76F6-105B6B958226}"/>
              </a:ext>
            </a:extLst>
          </p:cNvPr>
          <p:cNvPicPr>
            <a:picLocks noChangeAspect="1"/>
          </p:cNvPicPr>
          <p:nvPr userDrawn="1"/>
        </p:nvPicPr>
        <p:blipFill>
          <a:blip r:embed="rId5">
            <a:duotone>
              <a:srgbClr val="3D4D55">
                <a:shade val="45000"/>
                <a:satMod val="135000"/>
              </a:srgbClr>
              <a:prstClr val="white"/>
            </a:duotone>
          </a:blip>
          <a:stretch>
            <a:fillRect/>
          </a:stretch>
        </p:blipFill>
        <p:spPr>
          <a:xfrm>
            <a:off x="0" y="8709"/>
            <a:ext cx="12192000" cy="6858000"/>
          </a:xfrm>
          <a:prstGeom prst="rect">
            <a:avLst/>
          </a:prstGeom>
        </p:spPr>
      </p:pic>
      <p:sp>
        <p:nvSpPr>
          <p:cNvPr id="13" name="TextBox 12">
            <a:extLst>
              <a:ext uri="{FF2B5EF4-FFF2-40B4-BE49-F238E27FC236}">
                <a16:creationId xmlns:a16="http://schemas.microsoft.com/office/drawing/2014/main" id="{EA898D02-52EF-043A-9274-CBA01060A9F5}"/>
              </a:ext>
            </a:extLst>
          </p:cNvPr>
          <p:cNvSpPr txBox="1"/>
          <p:nvPr userDrawn="1"/>
        </p:nvSpPr>
        <p:spPr bwMode="ltGray">
          <a:xfrm>
            <a:off x="360363" y="1557338"/>
            <a:ext cx="4983163" cy="1435454"/>
          </a:xfrm>
          <a:prstGeom prst="rect">
            <a:avLst/>
          </a:prstGeom>
          <a:noFill/>
        </p:spPr>
        <p:txBody>
          <a:bodyPr wrap="square" lIns="0" tIns="0" rIns="0" bIns="0" rtlCol="0">
            <a:noAutofit/>
          </a:bodyPr>
          <a:lstStyle/>
          <a:p>
            <a:pPr rtl="0">
              <a:defRPr lang="en-GB"/>
            </a:pPr>
            <a:r>
              <a:rPr lang="en-GB" sz="3200">
                <a:solidFill>
                  <a:srgbClr val="EAE7E3"/>
                </a:solidFill>
                <a:latin typeface="+mj-lt"/>
              </a:rPr>
              <a:t>where it all </a:t>
            </a:r>
            <a:r>
              <a:rPr lang="en-GB" sz="3200">
                <a:solidFill>
                  <a:schemeClr val="tx1">
                    <a:lumMod val="60000"/>
                    <a:lumOff val="40000"/>
                  </a:schemeClr>
                </a:solidFill>
                <a:latin typeface="+mj-lt"/>
              </a:rPr>
              <a:t>adds up</a:t>
            </a:r>
          </a:p>
        </p:txBody>
      </p:sp>
      <p:pic>
        <p:nvPicPr>
          <p:cNvPr id="15" name="Graphic 14">
            <a:extLst>
              <a:ext uri="{FF2B5EF4-FFF2-40B4-BE49-F238E27FC236}">
                <a16:creationId xmlns:a16="http://schemas.microsoft.com/office/drawing/2014/main" id="{D144B9D2-97BD-5D2E-7DAB-732240DB19A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0363" y="529362"/>
            <a:ext cx="2356712" cy="854916"/>
          </a:xfrm>
          <a:prstGeom prst="rect">
            <a:avLst/>
          </a:prstGeom>
        </p:spPr>
      </p:pic>
      <p:sp>
        <p:nvSpPr>
          <p:cNvPr id="2" name="Rectangle 1">
            <a:extLst>
              <a:ext uri="{FF2B5EF4-FFF2-40B4-BE49-F238E27FC236}">
                <a16:creationId xmlns:a16="http://schemas.microsoft.com/office/drawing/2014/main" id="{DA228619-3496-ED52-BC08-FA87C0B58065}"/>
              </a:ext>
            </a:extLst>
          </p:cNvPr>
          <p:cNvSpPr/>
          <p:nvPr userDrawn="1"/>
        </p:nvSpPr>
        <p:spPr bwMode="gray">
          <a:xfrm flipH="1" flipV="1">
            <a:off x="0" y="3622765"/>
            <a:ext cx="12192000" cy="3243943"/>
          </a:xfrm>
          <a:prstGeom prst="rect">
            <a:avLst/>
          </a:prstGeom>
          <a:gradFill>
            <a:gsLst>
              <a:gs pos="0">
                <a:srgbClr val="3D4D55">
                  <a:alpha val="0"/>
                </a:srgbClr>
              </a:gs>
              <a:gs pos="65000">
                <a:srgbClr val="25343C"/>
              </a:gs>
            </a:gsLst>
            <a:lin ang="16200000" scaled="0"/>
          </a:gradFill>
        </p:spPr>
        <p:txBody>
          <a:bodyPr vert="horz" lIns="90000" tIns="46800" rIns="90000" bIns="46800" rtlCol="0" anchor="t">
            <a:noAutofit/>
          </a:bodyPr>
          <a:lstStyle/>
          <a:p>
            <a:pPr marL="216000" marR="0" indent="-216000" algn="l" defTabSz="914400" eaLnBrk="1" fontAlgn="auto" latinLnBrk="0" hangingPunct="1">
              <a:lnSpc>
                <a:spcPct val="100000"/>
              </a:lnSpc>
              <a:spcBef>
                <a:spcPts val="600"/>
              </a:spcBef>
              <a:spcAft>
                <a:spcPct val="0"/>
              </a:spcAft>
              <a:buClrTx/>
              <a:buSzTx/>
              <a:buFont typeface="Arial" panose="020B0604020202020204" pitchFamily="34" charset="0"/>
              <a:buChar char="•"/>
              <a:defRPr lang="en-GB"/>
            </a:pPr>
            <a:endParaRPr kumimoji="0" lang="en-GB" sz="1200" b="0" i="0" u="none" strike="noStrike" kern="1200" cap="none" spc="0" normalizeH="0" baseline="0" noProof="0" err="1">
              <a:ln>
                <a:noFill/>
              </a:ln>
              <a:solidFill>
                <a:srgbClr val="44463E"/>
              </a:solidFill>
              <a:effectLst/>
              <a:uLnTx/>
              <a:uFillTx/>
              <a:ea typeface="+mn-ea"/>
            </a:endParaRPr>
          </a:p>
        </p:txBody>
      </p:sp>
      <p:sp>
        <p:nvSpPr>
          <p:cNvPr id="20" name="TextBox 19">
            <a:extLst>
              <a:ext uri="{FF2B5EF4-FFF2-40B4-BE49-F238E27FC236}">
                <a16:creationId xmlns:a16="http://schemas.microsoft.com/office/drawing/2014/main" id="{209FCE8E-B1DB-C5B4-BDB7-B078AEB852E4}"/>
              </a:ext>
            </a:extLst>
          </p:cNvPr>
          <p:cNvSpPr txBox="1"/>
          <p:nvPr userDrawn="1"/>
        </p:nvSpPr>
        <p:spPr bwMode="ltGray">
          <a:xfrm>
            <a:off x="8999145" y="5196802"/>
            <a:ext cx="2832863" cy="252000"/>
          </a:xfrm>
          <a:prstGeom prst="rect">
            <a:avLst/>
          </a:prstGeom>
          <a:noFill/>
        </p:spPr>
        <p:txBody>
          <a:bodyPr wrap="square" lIns="0" tIns="0" rIns="0" bIns="0" rtlCol="0" anchor="ctr">
            <a:noAutofit/>
          </a:bodyPr>
          <a:lstStyle/>
          <a:p>
            <a:pPr rtl="0">
              <a:defRPr lang="en-GB"/>
            </a:pPr>
            <a:r>
              <a:rPr lang="en-GB" sz="1200" spc="100">
                <a:solidFill>
                  <a:schemeClr val="bg2"/>
                </a:solidFill>
                <a:latin typeface="+mj-lt"/>
              </a:rPr>
              <a:t>Contact</a:t>
            </a:r>
          </a:p>
        </p:txBody>
      </p:sp>
      <p:grpSp>
        <p:nvGrpSpPr>
          <p:cNvPr id="21" name="Group 20">
            <a:extLst>
              <a:ext uri="{FF2B5EF4-FFF2-40B4-BE49-F238E27FC236}">
                <a16:creationId xmlns:a16="http://schemas.microsoft.com/office/drawing/2014/main" id="{4D916EEE-8768-BF2F-4E95-7851A39AF713}"/>
              </a:ext>
            </a:extLst>
          </p:cNvPr>
          <p:cNvGrpSpPr/>
          <p:nvPr userDrawn="1"/>
        </p:nvGrpSpPr>
        <p:grpSpPr>
          <a:xfrm>
            <a:off x="6119550" y="5196802"/>
            <a:ext cx="2677054" cy="1131836"/>
            <a:chOff x="5343524" y="4700408"/>
            <a:chExt cx="3014239" cy="1131836"/>
          </a:xfrm>
        </p:grpSpPr>
        <p:sp>
          <p:nvSpPr>
            <p:cNvPr id="22" name="TextBox 21">
              <a:extLst>
                <a:ext uri="{FF2B5EF4-FFF2-40B4-BE49-F238E27FC236}">
                  <a16:creationId xmlns:a16="http://schemas.microsoft.com/office/drawing/2014/main" id="{F94359B7-7ECB-A98C-8767-14A63BDFC86C}"/>
                </a:ext>
              </a:extLst>
            </p:cNvPr>
            <p:cNvSpPr txBox="1"/>
            <p:nvPr userDrawn="1"/>
          </p:nvSpPr>
          <p:spPr bwMode="ltGray">
            <a:xfrm>
              <a:off x="5343524" y="4700408"/>
              <a:ext cx="3014239" cy="252000"/>
            </a:xfrm>
            <a:prstGeom prst="rect">
              <a:avLst/>
            </a:prstGeom>
            <a:noFill/>
          </p:spPr>
          <p:txBody>
            <a:bodyPr wrap="square" lIns="0" tIns="0" rIns="0" bIns="0" rtlCol="0" anchor="ctr">
              <a:noAutofit/>
            </a:bodyPr>
            <a:lstStyle/>
            <a:p>
              <a:pPr marL="0" marR="0" lvl="0" indent="0" defTabSz="914400" rtl="0" eaLnBrk="1" fontAlgn="auto" latinLnBrk="0" hangingPunct="1">
                <a:lnSpc>
                  <a:spcPct val="100000"/>
                </a:lnSpc>
                <a:spcBef>
                  <a:spcPct val="0"/>
                </a:spcBef>
                <a:spcAft>
                  <a:spcPct val="0"/>
                </a:spcAft>
                <a:buClrTx/>
                <a:buSzTx/>
                <a:buFontTx/>
                <a:buNone/>
                <a:defRPr lang="en-GB"/>
              </a:pPr>
              <a:r>
                <a:rPr kumimoji="0" lang="en-GB" sz="1200" b="0" i="0" u="none" strike="noStrike" kern="0" cap="none" spc="0" normalizeH="0" baseline="0" noProof="0">
                  <a:ln>
                    <a:noFill/>
                  </a:ln>
                  <a:solidFill>
                    <a:srgbClr val="FFFFFF"/>
                  </a:solidFill>
                  <a:effectLst/>
                  <a:uLnTx/>
                  <a:uFillTx/>
                  <a:latin typeface="+mj-lt"/>
                </a:rPr>
                <a:t>Amsterdam</a:t>
              </a:r>
            </a:p>
          </p:txBody>
        </p:sp>
        <p:sp>
          <p:nvSpPr>
            <p:cNvPr id="27" name="TextBox 26">
              <a:extLst>
                <a:ext uri="{FF2B5EF4-FFF2-40B4-BE49-F238E27FC236}">
                  <a16:creationId xmlns:a16="http://schemas.microsoft.com/office/drawing/2014/main" id="{970BDB6E-D354-152B-B6A4-3855023F4F70}"/>
                </a:ext>
              </a:extLst>
            </p:cNvPr>
            <p:cNvSpPr txBox="1"/>
            <p:nvPr userDrawn="1"/>
          </p:nvSpPr>
          <p:spPr bwMode="ltGray">
            <a:xfrm>
              <a:off x="5343524" y="5123766"/>
              <a:ext cx="3014239" cy="252000"/>
            </a:xfrm>
            <a:prstGeom prst="rect">
              <a:avLst/>
            </a:prstGeom>
            <a:noFill/>
          </p:spPr>
          <p:txBody>
            <a:bodyPr vert="horz" lIns="0" tIns="0" rIns="0" bIns="0" rtlCol="0" anchor="ctr">
              <a:noAutofit/>
            </a:bodyPr>
            <a:lstStyle>
              <a:lvl1pPr lvl="0" indent="0">
                <a:lnSpc>
                  <a:spcPct val="100000"/>
                </a:lnSpc>
                <a:spcBef>
                  <a:spcPct val="0"/>
                </a:spcBef>
                <a:buSzTx/>
                <a:buFont typeface="Arial" panose="020B0604020202020204" pitchFamily="34" charset="0"/>
                <a:buNone/>
                <a:defRPr lang="en-US" sz="1050" b="0" spc="0" smtClean="0">
                  <a:solidFill>
                    <a:schemeClr val="bg2"/>
                  </a:solidFill>
                  <a:cs typeface="Gotham-Book" pitchFamily="50" charset="0"/>
                </a:defRPr>
              </a:lvl1pPr>
              <a:lvl2pPr marL="432000" indent="-216000">
                <a:lnSpc>
                  <a:spcPct val="100000"/>
                </a:lnSpc>
                <a:spcBef>
                  <a:spcPts val="600"/>
                </a:spcBef>
                <a:buFont typeface="Arial" panose="020B0604020202020204" pitchFamily="34" charset="0"/>
                <a:buChar char="•"/>
                <a:defRPr sz="1400" spc="0">
                  <a:solidFill>
                    <a:schemeClr val="bg2"/>
                  </a:solidFill>
                  <a:cs typeface="Gotham-Book" pitchFamily="50" charset="0"/>
                </a:defRPr>
              </a:lvl2pPr>
              <a:lvl3pPr marL="648000" indent="-216000">
                <a:lnSpc>
                  <a:spcPct val="100000"/>
                </a:lnSpc>
                <a:spcBef>
                  <a:spcPts val="600"/>
                </a:spcBef>
                <a:buFont typeface="Arial" panose="020B0604020202020204" pitchFamily="34" charset="0"/>
                <a:buChar char="•"/>
                <a:defRPr sz="1400" spc="0">
                  <a:solidFill>
                    <a:schemeClr val="bg2"/>
                  </a:solidFill>
                </a:defRPr>
              </a:lvl3pPr>
              <a:lvl4pPr marL="864000" indent="-216000">
                <a:lnSpc>
                  <a:spcPct val="100000"/>
                </a:lnSpc>
                <a:spcBef>
                  <a:spcPts val="600"/>
                </a:spcBef>
                <a:buFont typeface="Arial" panose="020B0604020202020204" pitchFamily="34" charset="0"/>
                <a:buChar char="•"/>
                <a:defRPr sz="1400" cap="none" spc="0" baseline="0">
                  <a:solidFill>
                    <a:schemeClr val="bg2"/>
                  </a:solidFill>
                </a:defRPr>
              </a:lvl4pPr>
              <a:lvl5pPr marL="1080000" indent="-216000">
                <a:lnSpc>
                  <a:spcPct val="100000"/>
                </a:lnSpc>
                <a:spcBef>
                  <a:spcPts val="600"/>
                </a:spcBef>
                <a:buFont typeface="Arial" panose="020B0604020202020204" pitchFamily="34" charset="0"/>
                <a:buChar char="•"/>
                <a:defRPr sz="1400" spc="0">
                  <a:solidFill>
                    <a:schemeClr val="bg2"/>
                  </a:solidFill>
                  <a:cs typeface="Gotham-Light" pitchFamily="50" charset="0"/>
                </a:defRPr>
              </a:lvl5pPr>
              <a:lvl6pPr marL="0" indent="0">
                <a:lnSpc>
                  <a:spcPct val="150000"/>
                </a:lnSpc>
                <a:spcBef>
                  <a:spcPts val="600"/>
                </a:spcBef>
                <a:buFont typeface="Arial" panose="020B0604020202020204" pitchFamily="34" charset="0"/>
                <a:buNone/>
                <a:defRPr sz="1400">
                  <a:latin typeface="Gotham-Light" pitchFamily="50" charset="0"/>
                  <a:cs typeface="Gotham-Light" pitchFamily="50" charset="0"/>
                </a:defRPr>
              </a:lvl6pPr>
              <a:lvl7pPr marL="177800" indent="-177800">
                <a:lnSpc>
                  <a:spcPct val="150000"/>
                </a:lnSpc>
                <a:spcBef>
                  <a:spcPts val="600"/>
                </a:spcBef>
                <a:buSzPct val="120000"/>
                <a:buFontTx/>
                <a:buBlip>
                  <a:blip r:embed="rId7"/>
                </a:buBlip>
                <a:defRPr sz="1400">
                  <a:latin typeface="Gotham-Light" pitchFamily="50" charset="0"/>
                  <a:cs typeface="Gotham-Light" pitchFamily="50" charset="0"/>
                </a:defRPr>
              </a:lvl7pPr>
              <a:lvl8pPr marL="0" indent="0">
                <a:lnSpc>
                  <a:spcPct val="150000"/>
                </a:lnSpc>
                <a:spcBef>
                  <a:spcPct val="0"/>
                </a:spcBef>
                <a:spcAft>
                  <a:spcPts val="600"/>
                </a:spcAft>
                <a:buFont typeface="Arial" panose="020B0604020202020204" pitchFamily="34" charset="0"/>
                <a:buNone/>
                <a:defRPr sz="1200"/>
              </a:lvl8pPr>
              <a:lvl9pPr marL="0" indent="0">
                <a:lnSpc>
                  <a:spcPct val="150000"/>
                </a:lnSpc>
                <a:spcBef>
                  <a:spcPct val="0"/>
                </a:spcBef>
                <a:spcAft>
                  <a:spcPts val="600"/>
                </a:spcAft>
                <a:buFont typeface="Arial" panose="020B0604020202020204" pitchFamily="34" charset="0"/>
                <a:buNone/>
                <a:defRPr sz="1200">
                  <a:latin typeface="Gotham-Light" pitchFamily="50" charset="0"/>
                  <a:cs typeface="Gotham-Light" pitchFamily="50" charset="0"/>
                </a:defRPr>
              </a:lvl9pPr>
            </a:lstStyle>
            <a:p>
              <a:pPr marL="0" marR="0" lvl="0" indent="0" defTabSz="914400" rtl="0" eaLnBrk="1" fontAlgn="auto" latinLnBrk="0" hangingPunct="1">
                <a:lnSpc>
                  <a:spcPct val="100000"/>
                </a:lnSpc>
                <a:spcBef>
                  <a:spcPct val="0"/>
                </a:spcBef>
                <a:spcAft>
                  <a:spcPct val="0"/>
                </a:spcAft>
                <a:buClrTx/>
                <a:buSzTx/>
                <a:buFont typeface="Arial" panose="020B0604020202020204" pitchFamily="34" charset="0"/>
                <a:buNone/>
                <a:defRPr lang="en-GB"/>
              </a:pPr>
              <a:r>
                <a:rPr kumimoji="0" lang="en-GB" sz="1050" b="0" i="0" u="none" strike="noStrike" kern="0" cap="none" spc="0" normalizeH="0" baseline="0" noProof="0">
                  <a:ln>
                    <a:noFill/>
                  </a:ln>
                  <a:solidFill>
                    <a:srgbClr val="FFFFFF"/>
                  </a:solidFill>
                  <a:effectLst/>
                  <a:uLnTx/>
                  <a:uFillTx/>
                  <a:cs typeface="Calibri" panose="020F0502020204030204" pitchFamily="34" charset="0"/>
                </a:rPr>
                <a:t>De Ruijterkade 7</a:t>
              </a:r>
            </a:p>
          </p:txBody>
        </p:sp>
        <p:sp>
          <p:nvSpPr>
            <p:cNvPr id="34" name="TextBox 33">
              <a:extLst>
                <a:ext uri="{FF2B5EF4-FFF2-40B4-BE49-F238E27FC236}">
                  <a16:creationId xmlns:a16="http://schemas.microsoft.com/office/drawing/2014/main" id="{5C92A55F-23B9-E807-337B-63C6501CD854}"/>
                </a:ext>
              </a:extLst>
            </p:cNvPr>
            <p:cNvSpPr txBox="1"/>
            <p:nvPr userDrawn="1"/>
          </p:nvSpPr>
          <p:spPr bwMode="ltGray">
            <a:xfrm>
              <a:off x="5343524" y="5352005"/>
              <a:ext cx="3014239" cy="252000"/>
            </a:xfrm>
            <a:prstGeom prst="rect">
              <a:avLst/>
            </a:prstGeom>
            <a:noFill/>
          </p:spPr>
          <p:txBody>
            <a:bodyPr vert="horz" lIns="0" tIns="0" rIns="0" bIns="0" rtlCol="0" anchor="ctr">
              <a:noAutofit/>
            </a:bodyPr>
            <a:lstStyle>
              <a:lvl1pPr lvl="0" indent="0">
                <a:lnSpc>
                  <a:spcPct val="100000"/>
                </a:lnSpc>
                <a:spcBef>
                  <a:spcPct val="0"/>
                </a:spcBef>
                <a:buSzTx/>
                <a:buFont typeface="Arial" panose="020B0604020202020204" pitchFamily="34" charset="0"/>
                <a:buNone/>
                <a:defRPr lang="en-US" sz="1050" b="0" spc="0" smtClean="0">
                  <a:solidFill>
                    <a:schemeClr val="bg2"/>
                  </a:solidFill>
                  <a:cs typeface="Gotham-Book" pitchFamily="50" charset="0"/>
                </a:defRPr>
              </a:lvl1pPr>
              <a:lvl2pPr marL="432000" indent="-216000">
                <a:lnSpc>
                  <a:spcPct val="100000"/>
                </a:lnSpc>
                <a:spcBef>
                  <a:spcPts val="600"/>
                </a:spcBef>
                <a:buFont typeface="Arial" panose="020B0604020202020204" pitchFamily="34" charset="0"/>
                <a:buChar char="•"/>
                <a:defRPr sz="1400" spc="0">
                  <a:solidFill>
                    <a:schemeClr val="bg2"/>
                  </a:solidFill>
                  <a:cs typeface="Gotham-Book" pitchFamily="50" charset="0"/>
                </a:defRPr>
              </a:lvl2pPr>
              <a:lvl3pPr marL="648000" indent="-216000">
                <a:lnSpc>
                  <a:spcPct val="100000"/>
                </a:lnSpc>
                <a:spcBef>
                  <a:spcPts val="600"/>
                </a:spcBef>
                <a:buFont typeface="Arial" panose="020B0604020202020204" pitchFamily="34" charset="0"/>
                <a:buChar char="•"/>
                <a:defRPr sz="1400" spc="0">
                  <a:solidFill>
                    <a:schemeClr val="bg2"/>
                  </a:solidFill>
                </a:defRPr>
              </a:lvl3pPr>
              <a:lvl4pPr marL="864000" indent="-216000">
                <a:lnSpc>
                  <a:spcPct val="100000"/>
                </a:lnSpc>
                <a:spcBef>
                  <a:spcPts val="600"/>
                </a:spcBef>
                <a:buFont typeface="Arial" panose="020B0604020202020204" pitchFamily="34" charset="0"/>
                <a:buChar char="•"/>
                <a:defRPr sz="1400" cap="none" spc="0" baseline="0">
                  <a:solidFill>
                    <a:schemeClr val="bg2"/>
                  </a:solidFill>
                </a:defRPr>
              </a:lvl4pPr>
              <a:lvl5pPr marL="1080000" indent="-216000">
                <a:lnSpc>
                  <a:spcPct val="100000"/>
                </a:lnSpc>
                <a:spcBef>
                  <a:spcPts val="600"/>
                </a:spcBef>
                <a:buFont typeface="Arial" panose="020B0604020202020204" pitchFamily="34" charset="0"/>
                <a:buChar char="•"/>
                <a:defRPr sz="1400" spc="0">
                  <a:solidFill>
                    <a:schemeClr val="bg2"/>
                  </a:solidFill>
                  <a:cs typeface="Gotham-Light" pitchFamily="50" charset="0"/>
                </a:defRPr>
              </a:lvl5pPr>
              <a:lvl6pPr marL="0" indent="0">
                <a:lnSpc>
                  <a:spcPct val="150000"/>
                </a:lnSpc>
                <a:spcBef>
                  <a:spcPts val="600"/>
                </a:spcBef>
                <a:buFont typeface="Arial" panose="020B0604020202020204" pitchFamily="34" charset="0"/>
                <a:buNone/>
                <a:defRPr sz="1400">
                  <a:latin typeface="Gotham-Light" pitchFamily="50" charset="0"/>
                  <a:cs typeface="Gotham-Light" pitchFamily="50" charset="0"/>
                </a:defRPr>
              </a:lvl6pPr>
              <a:lvl7pPr marL="177800" indent="-177800">
                <a:lnSpc>
                  <a:spcPct val="150000"/>
                </a:lnSpc>
                <a:spcBef>
                  <a:spcPts val="600"/>
                </a:spcBef>
                <a:buSzPct val="120000"/>
                <a:buFontTx/>
                <a:buBlip>
                  <a:blip r:embed="rId7"/>
                </a:buBlip>
                <a:defRPr sz="1400">
                  <a:latin typeface="Gotham-Light" pitchFamily="50" charset="0"/>
                  <a:cs typeface="Gotham-Light" pitchFamily="50" charset="0"/>
                </a:defRPr>
              </a:lvl7pPr>
              <a:lvl8pPr marL="0" indent="0">
                <a:lnSpc>
                  <a:spcPct val="150000"/>
                </a:lnSpc>
                <a:spcBef>
                  <a:spcPct val="0"/>
                </a:spcBef>
                <a:spcAft>
                  <a:spcPts val="600"/>
                </a:spcAft>
                <a:buFont typeface="Arial" panose="020B0604020202020204" pitchFamily="34" charset="0"/>
                <a:buNone/>
                <a:defRPr sz="1200"/>
              </a:lvl8pPr>
              <a:lvl9pPr marL="0" indent="0">
                <a:lnSpc>
                  <a:spcPct val="150000"/>
                </a:lnSpc>
                <a:spcBef>
                  <a:spcPct val="0"/>
                </a:spcBef>
                <a:spcAft>
                  <a:spcPts val="600"/>
                </a:spcAft>
                <a:buFont typeface="Arial" panose="020B0604020202020204" pitchFamily="34" charset="0"/>
                <a:buNone/>
                <a:defRPr sz="1200">
                  <a:latin typeface="Gotham-Light" pitchFamily="50" charset="0"/>
                  <a:cs typeface="Gotham-Light" pitchFamily="50" charset="0"/>
                </a:defRPr>
              </a:lvl9pPr>
            </a:lstStyle>
            <a:p>
              <a:pPr marL="0" marR="0" lvl="0" indent="0" defTabSz="914400" rtl="0" eaLnBrk="1" fontAlgn="auto" latinLnBrk="0" hangingPunct="1">
                <a:lnSpc>
                  <a:spcPct val="100000"/>
                </a:lnSpc>
                <a:spcBef>
                  <a:spcPct val="0"/>
                </a:spcBef>
                <a:spcAft>
                  <a:spcPct val="0"/>
                </a:spcAft>
                <a:buClrTx/>
                <a:buSzTx/>
                <a:buFont typeface="Arial" panose="020B0604020202020204" pitchFamily="34" charset="0"/>
                <a:buNone/>
                <a:defRPr lang="en-GB"/>
              </a:pPr>
              <a:r>
                <a:rPr kumimoji="0" lang="en-GB" sz="1050" b="0" i="0" u="none" strike="noStrike" kern="0" cap="none" spc="0" normalizeH="0" baseline="0" noProof="0">
                  <a:ln>
                    <a:noFill/>
                  </a:ln>
                  <a:solidFill>
                    <a:srgbClr val="FFFFFF"/>
                  </a:solidFill>
                  <a:effectLst/>
                  <a:uLnTx/>
                  <a:uFillTx/>
                  <a:cs typeface="Calibri" panose="020F0502020204030204" pitchFamily="34" charset="0"/>
                </a:rPr>
                <a:t>1013 AA Amsterdam</a:t>
              </a:r>
            </a:p>
          </p:txBody>
        </p:sp>
        <p:sp>
          <p:nvSpPr>
            <p:cNvPr id="40" name="TextBox 39">
              <a:extLst>
                <a:ext uri="{FF2B5EF4-FFF2-40B4-BE49-F238E27FC236}">
                  <a16:creationId xmlns:a16="http://schemas.microsoft.com/office/drawing/2014/main" id="{34475B40-9D0F-A8A3-307B-64BA4659D78B}"/>
                </a:ext>
              </a:extLst>
            </p:cNvPr>
            <p:cNvSpPr txBox="1"/>
            <p:nvPr userDrawn="1"/>
          </p:nvSpPr>
          <p:spPr bwMode="ltGray">
            <a:xfrm>
              <a:off x="5343524" y="5580244"/>
              <a:ext cx="3014239" cy="252000"/>
            </a:xfrm>
            <a:prstGeom prst="rect">
              <a:avLst/>
            </a:prstGeom>
            <a:noFill/>
          </p:spPr>
          <p:txBody>
            <a:bodyPr vert="horz" lIns="0" tIns="0" rIns="0" bIns="0" rtlCol="0" anchor="ctr">
              <a:noAutofit/>
            </a:bodyPr>
            <a:lstStyle>
              <a:lvl1pPr lvl="0" indent="0">
                <a:lnSpc>
                  <a:spcPct val="100000"/>
                </a:lnSpc>
                <a:spcBef>
                  <a:spcPct val="0"/>
                </a:spcBef>
                <a:buSzTx/>
                <a:buFont typeface="Arial" panose="020B0604020202020204" pitchFamily="34" charset="0"/>
                <a:buNone/>
                <a:defRPr lang="en-US" sz="1050" b="0" spc="0" smtClean="0">
                  <a:solidFill>
                    <a:schemeClr val="bg2"/>
                  </a:solidFill>
                  <a:cs typeface="Gotham-Book" pitchFamily="50" charset="0"/>
                </a:defRPr>
              </a:lvl1pPr>
              <a:lvl2pPr marL="432000" indent="-216000">
                <a:lnSpc>
                  <a:spcPct val="100000"/>
                </a:lnSpc>
                <a:spcBef>
                  <a:spcPts val="600"/>
                </a:spcBef>
                <a:buFont typeface="Arial" panose="020B0604020202020204" pitchFamily="34" charset="0"/>
                <a:buChar char="•"/>
                <a:defRPr sz="1400" spc="0">
                  <a:solidFill>
                    <a:schemeClr val="bg2"/>
                  </a:solidFill>
                  <a:cs typeface="Gotham-Book" pitchFamily="50" charset="0"/>
                </a:defRPr>
              </a:lvl2pPr>
              <a:lvl3pPr marL="648000" indent="-216000">
                <a:lnSpc>
                  <a:spcPct val="100000"/>
                </a:lnSpc>
                <a:spcBef>
                  <a:spcPts val="600"/>
                </a:spcBef>
                <a:buFont typeface="Arial" panose="020B0604020202020204" pitchFamily="34" charset="0"/>
                <a:buChar char="•"/>
                <a:defRPr sz="1400" spc="0">
                  <a:solidFill>
                    <a:schemeClr val="bg2"/>
                  </a:solidFill>
                </a:defRPr>
              </a:lvl3pPr>
              <a:lvl4pPr marL="864000" indent="-216000">
                <a:lnSpc>
                  <a:spcPct val="100000"/>
                </a:lnSpc>
                <a:spcBef>
                  <a:spcPts val="600"/>
                </a:spcBef>
                <a:buFont typeface="Arial" panose="020B0604020202020204" pitchFamily="34" charset="0"/>
                <a:buChar char="•"/>
                <a:defRPr sz="1400" cap="none" spc="0" baseline="0">
                  <a:solidFill>
                    <a:schemeClr val="bg2"/>
                  </a:solidFill>
                </a:defRPr>
              </a:lvl4pPr>
              <a:lvl5pPr marL="1080000" indent="-216000">
                <a:lnSpc>
                  <a:spcPct val="100000"/>
                </a:lnSpc>
                <a:spcBef>
                  <a:spcPts val="600"/>
                </a:spcBef>
                <a:buFont typeface="Arial" panose="020B0604020202020204" pitchFamily="34" charset="0"/>
                <a:buChar char="•"/>
                <a:defRPr sz="1400" spc="0">
                  <a:solidFill>
                    <a:schemeClr val="bg2"/>
                  </a:solidFill>
                  <a:cs typeface="Gotham-Light" pitchFamily="50" charset="0"/>
                </a:defRPr>
              </a:lvl5pPr>
              <a:lvl6pPr marL="0" indent="0">
                <a:lnSpc>
                  <a:spcPct val="150000"/>
                </a:lnSpc>
                <a:spcBef>
                  <a:spcPts val="600"/>
                </a:spcBef>
                <a:buFont typeface="Arial" panose="020B0604020202020204" pitchFamily="34" charset="0"/>
                <a:buNone/>
                <a:defRPr sz="1400">
                  <a:latin typeface="Gotham-Light" pitchFamily="50" charset="0"/>
                  <a:cs typeface="Gotham-Light" pitchFamily="50" charset="0"/>
                </a:defRPr>
              </a:lvl6pPr>
              <a:lvl7pPr marL="177800" indent="-177800">
                <a:lnSpc>
                  <a:spcPct val="150000"/>
                </a:lnSpc>
                <a:spcBef>
                  <a:spcPts val="600"/>
                </a:spcBef>
                <a:buSzPct val="120000"/>
                <a:buFontTx/>
                <a:buBlip>
                  <a:blip r:embed="rId7"/>
                </a:buBlip>
                <a:defRPr sz="1400">
                  <a:latin typeface="Gotham-Light" pitchFamily="50" charset="0"/>
                  <a:cs typeface="Gotham-Light" pitchFamily="50" charset="0"/>
                </a:defRPr>
              </a:lvl7pPr>
              <a:lvl8pPr marL="0" indent="0">
                <a:lnSpc>
                  <a:spcPct val="150000"/>
                </a:lnSpc>
                <a:spcBef>
                  <a:spcPct val="0"/>
                </a:spcBef>
                <a:spcAft>
                  <a:spcPts val="600"/>
                </a:spcAft>
                <a:buFont typeface="Arial" panose="020B0604020202020204" pitchFamily="34" charset="0"/>
                <a:buNone/>
                <a:defRPr sz="1200"/>
              </a:lvl8pPr>
              <a:lvl9pPr marL="0" indent="0">
                <a:lnSpc>
                  <a:spcPct val="150000"/>
                </a:lnSpc>
                <a:spcBef>
                  <a:spcPct val="0"/>
                </a:spcBef>
                <a:spcAft>
                  <a:spcPts val="600"/>
                </a:spcAft>
                <a:buFont typeface="Arial" panose="020B0604020202020204" pitchFamily="34" charset="0"/>
                <a:buNone/>
                <a:defRPr sz="1200">
                  <a:latin typeface="Gotham-Light" pitchFamily="50" charset="0"/>
                  <a:cs typeface="Gotham-Light" pitchFamily="50" charset="0"/>
                </a:defRPr>
              </a:lvl9pPr>
            </a:lstStyle>
            <a:p>
              <a:pPr marL="0" marR="0" lvl="0" indent="0" defTabSz="914400" rtl="0" eaLnBrk="1" fontAlgn="auto" latinLnBrk="0" hangingPunct="1">
                <a:lnSpc>
                  <a:spcPct val="100000"/>
                </a:lnSpc>
                <a:spcBef>
                  <a:spcPct val="0"/>
                </a:spcBef>
                <a:spcAft>
                  <a:spcPct val="0"/>
                </a:spcAft>
                <a:buClrTx/>
                <a:buSzTx/>
                <a:buFont typeface="Arial" panose="020B0604020202020204" pitchFamily="34" charset="0"/>
                <a:buNone/>
                <a:defRPr lang="en-GB"/>
              </a:pPr>
              <a:r>
                <a:rPr kumimoji="0" lang="en-GB" sz="1050" b="0" i="0" u="none" strike="noStrike" kern="0" cap="none" spc="0" normalizeH="0" baseline="0" noProof="0">
                  <a:ln>
                    <a:noFill/>
                  </a:ln>
                  <a:solidFill>
                    <a:srgbClr val="FFFFFF"/>
                  </a:solidFill>
                  <a:effectLst/>
                  <a:uLnTx/>
                  <a:uFillTx/>
                  <a:cs typeface="Calibri" panose="020F0502020204030204" pitchFamily="34" charset="0"/>
                </a:rPr>
                <a:t>The Netherlands</a:t>
              </a:r>
            </a:p>
          </p:txBody>
        </p:sp>
      </p:grpSp>
      <p:grpSp>
        <p:nvGrpSpPr>
          <p:cNvPr id="41" name="Group 40">
            <a:extLst>
              <a:ext uri="{FF2B5EF4-FFF2-40B4-BE49-F238E27FC236}">
                <a16:creationId xmlns:a16="http://schemas.microsoft.com/office/drawing/2014/main" id="{CEEAAE18-AB80-F7DC-1CAE-653488EF6313}"/>
              </a:ext>
            </a:extLst>
          </p:cNvPr>
          <p:cNvGrpSpPr/>
          <p:nvPr userDrawn="1"/>
        </p:nvGrpSpPr>
        <p:grpSpPr>
          <a:xfrm>
            <a:off x="3239956" y="5196802"/>
            <a:ext cx="2677054" cy="1131836"/>
            <a:chOff x="5343524" y="4700408"/>
            <a:chExt cx="3014239" cy="1131836"/>
          </a:xfrm>
        </p:grpSpPr>
        <p:sp>
          <p:nvSpPr>
            <p:cNvPr id="42" name="TextBox 41">
              <a:extLst>
                <a:ext uri="{FF2B5EF4-FFF2-40B4-BE49-F238E27FC236}">
                  <a16:creationId xmlns:a16="http://schemas.microsoft.com/office/drawing/2014/main" id="{380C2B2D-2B17-43E1-A39E-5E4AA5ABDE8D}"/>
                </a:ext>
              </a:extLst>
            </p:cNvPr>
            <p:cNvSpPr txBox="1"/>
            <p:nvPr userDrawn="1"/>
          </p:nvSpPr>
          <p:spPr bwMode="ltGray">
            <a:xfrm>
              <a:off x="5343524" y="4700408"/>
              <a:ext cx="3014239" cy="252000"/>
            </a:xfrm>
            <a:prstGeom prst="rect">
              <a:avLst/>
            </a:prstGeom>
            <a:noFill/>
          </p:spPr>
          <p:txBody>
            <a:bodyPr wrap="square" lIns="0" tIns="0" rIns="0" bIns="0" rtlCol="0" anchor="ctr">
              <a:noAutofit/>
            </a:bodyPr>
            <a:lstStyle/>
            <a:p>
              <a:pPr marL="0" marR="0" lvl="0" indent="0" defTabSz="914400" rtl="0" eaLnBrk="1" fontAlgn="auto" latinLnBrk="0" hangingPunct="1">
                <a:lnSpc>
                  <a:spcPct val="100000"/>
                </a:lnSpc>
                <a:spcBef>
                  <a:spcPct val="0"/>
                </a:spcBef>
                <a:spcAft>
                  <a:spcPct val="0"/>
                </a:spcAft>
                <a:buClrTx/>
                <a:buSzTx/>
                <a:buFontTx/>
                <a:buNone/>
                <a:defRPr lang="en-GB"/>
              </a:pPr>
              <a:r>
                <a:rPr kumimoji="0" lang="en-GB" sz="1200" b="0" i="0" u="none" strike="noStrike" kern="0" cap="none" spc="0" normalizeH="0" baseline="0" noProof="0">
                  <a:ln>
                    <a:noFill/>
                  </a:ln>
                  <a:solidFill>
                    <a:srgbClr val="FFFFFF"/>
                  </a:solidFill>
                  <a:effectLst/>
                  <a:uLnTx/>
                  <a:uFillTx/>
                  <a:latin typeface="+mj-lt"/>
                </a:rPr>
                <a:t>Stockholm</a:t>
              </a:r>
            </a:p>
          </p:txBody>
        </p:sp>
        <p:sp>
          <p:nvSpPr>
            <p:cNvPr id="43" name="TextBox 42">
              <a:extLst>
                <a:ext uri="{FF2B5EF4-FFF2-40B4-BE49-F238E27FC236}">
                  <a16:creationId xmlns:a16="http://schemas.microsoft.com/office/drawing/2014/main" id="{ED4AA5AC-492A-714A-1D4A-B4356457E402}"/>
                </a:ext>
              </a:extLst>
            </p:cNvPr>
            <p:cNvSpPr txBox="1"/>
            <p:nvPr userDrawn="1"/>
          </p:nvSpPr>
          <p:spPr bwMode="ltGray">
            <a:xfrm>
              <a:off x="5343524" y="5123766"/>
              <a:ext cx="3014239" cy="252000"/>
            </a:xfrm>
            <a:prstGeom prst="rect">
              <a:avLst/>
            </a:prstGeom>
            <a:noFill/>
          </p:spPr>
          <p:txBody>
            <a:bodyPr vert="horz" lIns="0" tIns="0" rIns="0" bIns="0" rtlCol="0" anchor="ctr">
              <a:noAutofit/>
            </a:bodyPr>
            <a:lstStyle>
              <a:lvl1pPr lvl="0" indent="0">
                <a:lnSpc>
                  <a:spcPct val="100000"/>
                </a:lnSpc>
                <a:spcBef>
                  <a:spcPct val="0"/>
                </a:spcBef>
                <a:buSzTx/>
                <a:buFont typeface="Arial" panose="020B0604020202020204" pitchFamily="34" charset="0"/>
                <a:buNone/>
                <a:defRPr lang="en-US" sz="1050" b="0" spc="0" smtClean="0">
                  <a:solidFill>
                    <a:schemeClr val="bg2"/>
                  </a:solidFill>
                  <a:cs typeface="Gotham-Book" pitchFamily="50" charset="0"/>
                </a:defRPr>
              </a:lvl1pPr>
              <a:lvl2pPr marL="432000" indent="-216000">
                <a:lnSpc>
                  <a:spcPct val="100000"/>
                </a:lnSpc>
                <a:spcBef>
                  <a:spcPts val="600"/>
                </a:spcBef>
                <a:buFont typeface="Arial" panose="020B0604020202020204" pitchFamily="34" charset="0"/>
                <a:buChar char="•"/>
                <a:defRPr sz="1400" spc="0">
                  <a:solidFill>
                    <a:schemeClr val="bg2"/>
                  </a:solidFill>
                  <a:cs typeface="Gotham-Book" pitchFamily="50" charset="0"/>
                </a:defRPr>
              </a:lvl2pPr>
              <a:lvl3pPr marL="648000" indent="-216000">
                <a:lnSpc>
                  <a:spcPct val="100000"/>
                </a:lnSpc>
                <a:spcBef>
                  <a:spcPts val="600"/>
                </a:spcBef>
                <a:buFont typeface="Arial" panose="020B0604020202020204" pitchFamily="34" charset="0"/>
                <a:buChar char="•"/>
                <a:defRPr sz="1400" spc="0">
                  <a:solidFill>
                    <a:schemeClr val="bg2"/>
                  </a:solidFill>
                </a:defRPr>
              </a:lvl3pPr>
              <a:lvl4pPr marL="864000" indent="-216000">
                <a:lnSpc>
                  <a:spcPct val="100000"/>
                </a:lnSpc>
                <a:spcBef>
                  <a:spcPts val="600"/>
                </a:spcBef>
                <a:buFont typeface="Arial" panose="020B0604020202020204" pitchFamily="34" charset="0"/>
                <a:buChar char="•"/>
                <a:defRPr sz="1400" cap="none" spc="0" baseline="0">
                  <a:solidFill>
                    <a:schemeClr val="bg2"/>
                  </a:solidFill>
                </a:defRPr>
              </a:lvl4pPr>
              <a:lvl5pPr marL="1080000" indent="-216000">
                <a:lnSpc>
                  <a:spcPct val="100000"/>
                </a:lnSpc>
                <a:spcBef>
                  <a:spcPts val="600"/>
                </a:spcBef>
                <a:buFont typeface="Arial" panose="020B0604020202020204" pitchFamily="34" charset="0"/>
                <a:buChar char="•"/>
                <a:defRPr sz="1400" spc="0">
                  <a:solidFill>
                    <a:schemeClr val="bg2"/>
                  </a:solidFill>
                  <a:cs typeface="Gotham-Light" pitchFamily="50" charset="0"/>
                </a:defRPr>
              </a:lvl5pPr>
              <a:lvl6pPr marL="0" indent="0">
                <a:lnSpc>
                  <a:spcPct val="150000"/>
                </a:lnSpc>
                <a:spcBef>
                  <a:spcPts val="600"/>
                </a:spcBef>
                <a:buFont typeface="Arial" panose="020B0604020202020204" pitchFamily="34" charset="0"/>
                <a:buNone/>
                <a:defRPr sz="1400">
                  <a:latin typeface="Gotham-Light" pitchFamily="50" charset="0"/>
                  <a:cs typeface="Gotham-Light" pitchFamily="50" charset="0"/>
                </a:defRPr>
              </a:lvl6pPr>
              <a:lvl7pPr marL="177800" indent="-177800">
                <a:lnSpc>
                  <a:spcPct val="150000"/>
                </a:lnSpc>
                <a:spcBef>
                  <a:spcPts val="600"/>
                </a:spcBef>
                <a:buSzPct val="120000"/>
                <a:buFontTx/>
                <a:buBlip>
                  <a:blip r:embed="rId7"/>
                </a:buBlip>
                <a:defRPr sz="1400">
                  <a:latin typeface="Gotham-Light" pitchFamily="50" charset="0"/>
                  <a:cs typeface="Gotham-Light" pitchFamily="50" charset="0"/>
                </a:defRPr>
              </a:lvl7pPr>
              <a:lvl8pPr marL="0" indent="0">
                <a:lnSpc>
                  <a:spcPct val="150000"/>
                </a:lnSpc>
                <a:spcBef>
                  <a:spcPct val="0"/>
                </a:spcBef>
                <a:spcAft>
                  <a:spcPts val="600"/>
                </a:spcAft>
                <a:buFont typeface="Arial" panose="020B0604020202020204" pitchFamily="34" charset="0"/>
                <a:buNone/>
                <a:defRPr sz="1200"/>
              </a:lvl8pPr>
              <a:lvl9pPr marL="0" indent="0">
                <a:lnSpc>
                  <a:spcPct val="150000"/>
                </a:lnSpc>
                <a:spcBef>
                  <a:spcPct val="0"/>
                </a:spcBef>
                <a:spcAft>
                  <a:spcPts val="600"/>
                </a:spcAft>
                <a:buFont typeface="Arial" panose="020B0604020202020204" pitchFamily="34" charset="0"/>
                <a:buNone/>
                <a:defRPr sz="1200">
                  <a:latin typeface="Gotham-Light" pitchFamily="50" charset="0"/>
                  <a:cs typeface="Gotham-Light" pitchFamily="50" charset="0"/>
                </a:defRPr>
              </a:lvl9pPr>
            </a:lstStyle>
            <a:p>
              <a:pPr marL="0" marR="0" lvl="0" indent="0" defTabSz="914400" rtl="0" eaLnBrk="1" fontAlgn="auto" latinLnBrk="0" hangingPunct="1">
                <a:lnSpc>
                  <a:spcPct val="100000"/>
                </a:lnSpc>
                <a:spcBef>
                  <a:spcPct val="0"/>
                </a:spcBef>
                <a:spcAft>
                  <a:spcPct val="0"/>
                </a:spcAft>
                <a:buClrTx/>
                <a:buSzTx/>
                <a:buFont typeface="Arial" panose="020B0604020202020204" pitchFamily="34" charset="0"/>
                <a:buNone/>
                <a:defRPr lang="en-GB"/>
              </a:pPr>
              <a:r>
                <a:rPr kumimoji="0" lang="en-GB" sz="1050" b="0" i="0" u="none" strike="noStrike" kern="0" cap="none" spc="0" normalizeH="0" baseline="0" noProof="0" err="1">
                  <a:ln>
                    <a:noFill/>
                  </a:ln>
                  <a:solidFill>
                    <a:srgbClr val="FFFFFF"/>
                  </a:solidFill>
                  <a:effectLst/>
                  <a:uLnTx/>
                  <a:uFillTx/>
                  <a:cs typeface="Calibri" panose="020F0502020204030204" pitchFamily="34" charset="0"/>
                </a:rPr>
                <a:t>Götgatan 22A</a:t>
              </a:r>
            </a:p>
          </p:txBody>
        </p:sp>
        <p:sp>
          <p:nvSpPr>
            <p:cNvPr id="44" name="TextBox 43">
              <a:extLst>
                <a:ext uri="{FF2B5EF4-FFF2-40B4-BE49-F238E27FC236}">
                  <a16:creationId xmlns:a16="http://schemas.microsoft.com/office/drawing/2014/main" id="{6EBC595A-42F5-4763-8C5B-00A2275720D2}"/>
                </a:ext>
              </a:extLst>
            </p:cNvPr>
            <p:cNvSpPr txBox="1"/>
            <p:nvPr userDrawn="1"/>
          </p:nvSpPr>
          <p:spPr bwMode="ltGray">
            <a:xfrm>
              <a:off x="5343524" y="5352005"/>
              <a:ext cx="3014239" cy="252000"/>
            </a:xfrm>
            <a:prstGeom prst="rect">
              <a:avLst/>
            </a:prstGeom>
            <a:noFill/>
          </p:spPr>
          <p:txBody>
            <a:bodyPr vert="horz" lIns="0" tIns="0" rIns="0" bIns="0" rtlCol="0" anchor="ctr">
              <a:noAutofit/>
            </a:bodyPr>
            <a:lstStyle>
              <a:lvl1pPr lvl="0" indent="0">
                <a:lnSpc>
                  <a:spcPct val="100000"/>
                </a:lnSpc>
                <a:spcBef>
                  <a:spcPct val="0"/>
                </a:spcBef>
                <a:buSzTx/>
                <a:buFont typeface="Arial" panose="020B0604020202020204" pitchFamily="34" charset="0"/>
                <a:buNone/>
                <a:defRPr lang="en-US" sz="1050" b="0" spc="0" smtClean="0">
                  <a:solidFill>
                    <a:schemeClr val="bg2"/>
                  </a:solidFill>
                  <a:cs typeface="Gotham-Book" pitchFamily="50" charset="0"/>
                </a:defRPr>
              </a:lvl1pPr>
              <a:lvl2pPr marL="432000" indent="-216000">
                <a:lnSpc>
                  <a:spcPct val="100000"/>
                </a:lnSpc>
                <a:spcBef>
                  <a:spcPts val="600"/>
                </a:spcBef>
                <a:buFont typeface="Arial" panose="020B0604020202020204" pitchFamily="34" charset="0"/>
                <a:buChar char="•"/>
                <a:defRPr sz="1400" spc="0">
                  <a:solidFill>
                    <a:schemeClr val="bg2"/>
                  </a:solidFill>
                  <a:cs typeface="Gotham-Book" pitchFamily="50" charset="0"/>
                </a:defRPr>
              </a:lvl2pPr>
              <a:lvl3pPr marL="648000" indent="-216000">
                <a:lnSpc>
                  <a:spcPct val="100000"/>
                </a:lnSpc>
                <a:spcBef>
                  <a:spcPts val="600"/>
                </a:spcBef>
                <a:buFont typeface="Arial" panose="020B0604020202020204" pitchFamily="34" charset="0"/>
                <a:buChar char="•"/>
                <a:defRPr sz="1400" spc="0">
                  <a:solidFill>
                    <a:schemeClr val="bg2"/>
                  </a:solidFill>
                </a:defRPr>
              </a:lvl3pPr>
              <a:lvl4pPr marL="864000" indent="-216000">
                <a:lnSpc>
                  <a:spcPct val="100000"/>
                </a:lnSpc>
                <a:spcBef>
                  <a:spcPts val="600"/>
                </a:spcBef>
                <a:buFont typeface="Arial" panose="020B0604020202020204" pitchFamily="34" charset="0"/>
                <a:buChar char="•"/>
                <a:defRPr sz="1400" cap="none" spc="0" baseline="0">
                  <a:solidFill>
                    <a:schemeClr val="bg2"/>
                  </a:solidFill>
                </a:defRPr>
              </a:lvl4pPr>
              <a:lvl5pPr marL="1080000" indent="-216000">
                <a:lnSpc>
                  <a:spcPct val="100000"/>
                </a:lnSpc>
                <a:spcBef>
                  <a:spcPts val="600"/>
                </a:spcBef>
                <a:buFont typeface="Arial" panose="020B0604020202020204" pitchFamily="34" charset="0"/>
                <a:buChar char="•"/>
                <a:defRPr sz="1400" spc="0">
                  <a:solidFill>
                    <a:schemeClr val="bg2"/>
                  </a:solidFill>
                  <a:cs typeface="Gotham-Light" pitchFamily="50" charset="0"/>
                </a:defRPr>
              </a:lvl5pPr>
              <a:lvl6pPr marL="0" indent="0">
                <a:lnSpc>
                  <a:spcPct val="150000"/>
                </a:lnSpc>
                <a:spcBef>
                  <a:spcPts val="600"/>
                </a:spcBef>
                <a:buFont typeface="Arial" panose="020B0604020202020204" pitchFamily="34" charset="0"/>
                <a:buNone/>
                <a:defRPr sz="1400">
                  <a:latin typeface="Gotham-Light" pitchFamily="50" charset="0"/>
                  <a:cs typeface="Gotham-Light" pitchFamily="50" charset="0"/>
                </a:defRPr>
              </a:lvl6pPr>
              <a:lvl7pPr marL="177800" indent="-177800">
                <a:lnSpc>
                  <a:spcPct val="150000"/>
                </a:lnSpc>
                <a:spcBef>
                  <a:spcPts val="600"/>
                </a:spcBef>
                <a:buSzPct val="120000"/>
                <a:buFontTx/>
                <a:buBlip>
                  <a:blip r:embed="rId7"/>
                </a:buBlip>
                <a:defRPr sz="1400">
                  <a:latin typeface="Gotham-Light" pitchFamily="50" charset="0"/>
                  <a:cs typeface="Gotham-Light" pitchFamily="50" charset="0"/>
                </a:defRPr>
              </a:lvl7pPr>
              <a:lvl8pPr marL="0" indent="0">
                <a:lnSpc>
                  <a:spcPct val="150000"/>
                </a:lnSpc>
                <a:spcBef>
                  <a:spcPct val="0"/>
                </a:spcBef>
                <a:spcAft>
                  <a:spcPts val="600"/>
                </a:spcAft>
                <a:buFont typeface="Arial" panose="020B0604020202020204" pitchFamily="34" charset="0"/>
                <a:buNone/>
                <a:defRPr sz="1200"/>
              </a:lvl8pPr>
              <a:lvl9pPr marL="0" indent="0">
                <a:lnSpc>
                  <a:spcPct val="150000"/>
                </a:lnSpc>
                <a:spcBef>
                  <a:spcPct val="0"/>
                </a:spcBef>
                <a:spcAft>
                  <a:spcPts val="600"/>
                </a:spcAft>
                <a:buFont typeface="Arial" panose="020B0604020202020204" pitchFamily="34" charset="0"/>
                <a:buNone/>
                <a:defRPr sz="1200">
                  <a:latin typeface="Gotham-Light" pitchFamily="50" charset="0"/>
                  <a:cs typeface="Gotham-Light" pitchFamily="50" charset="0"/>
                </a:defRPr>
              </a:lvl9pPr>
            </a:lstStyle>
            <a:p>
              <a:pPr marL="0" marR="0" lvl="0" indent="0" defTabSz="914400" rtl="0" eaLnBrk="1" fontAlgn="auto" latinLnBrk="0" hangingPunct="1">
                <a:lnSpc>
                  <a:spcPct val="100000"/>
                </a:lnSpc>
                <a:spcBef>
                  <a:spcPct val="0"/>
                </a:spcBef>
                <a:spcAft>
                  <a:spcPct val="0"/>
                </a:spcAft>
                <a:buClrTx/>
                <a:buSzTx/>
                <a:buFont typeface="Arial" panose="020B0604020202020204" pitchFamily="34" charset="0"/>
                <a:buNone/>
                <a:defRPr lang="en-GB"/>
              </a:pPr>
              <a:r>
                <a:rPr kumimoji="0" lang="en-GB" sz="1050" b="0" i="0" u="none" strike="noStrike" kern="0" cap="none" spc="0" normalizeH="0" baseline="0" noProof="0">
                  <a:ln>
                    <a:noFill/>
                  </a:ln>
                  <a:solidFill>
                    <a:srgbClr val="FFFFFF"/>
                  </a:solidFill>
                  <a:effectLst/>
                  <a:uLnTx/>
                  <a:uFillTx/>
                  <a:cs typeface="Calibri" panose="020F0502020204030204" pitchFamily="34" charset="0"/>
                </a:rPr>
                <a:t>118 46 Stockholm</a:t>
              </a:r>
            </a:p>
          </p:txBody>
        </p:sp>
        <p:sp>
          <p:nvSpPr>
            <p:cNvPr id="45" name="TextBox 44">
              <a:extLst>
                <a:ext uri="{FF2B5EF4-FFF2-40B4-BE49-F238E27FC236}">
                  <a16:creationId xmlns:a16="http://schemas.microsoft.com/office/drawing/2014/main" id="{FF9A0F7D-72F9-213F-F442-D1C1D41C4FDB}"/>
                </a:ext>
              </a:extLst>
            </p:cNvPr>
            <p:cNvSpPr txBox="1"/>
            <p:nvPr userDrawn="1"/>
          </p:nvSpPr>
          <p:spPr bwMode="ltGray">
            <a:xfrm>
              <a:off x="5343524" y="5580244"/>
              <a:ext cx="3014239" cy="252000"/>
            </a:xfrm>
            <a:prstGeom prst="rect">
              <a:avLst/>
            </a:prstGeom>
            <a:noFill/>
          </p:spPr>
          <p:txBody>
            <a:bodyPr vert="horz" lIns="0" tIns="0" rIns="0" bIns="0" rtlCol="0" anchor="ctr">
              <a:noAutofit/>
            </a:bodyPr>
            <a:lstStyle>
              <a:lvl1pPr lvl="0" indent="0">
                <a:lnSpc>
                  <a:spcPct val="100000"/>
                </a:lnSpc>
                <a:spcBef>
                  <a:spcPct val="0"/>
                </a:spcBef>
                <a:buSzTx/>
                <a:buFont typeface="Arial" panose="020B0604020202020204" pitchFamily="34" charset="0"/>
                <a:buNone/>
                <a:defRPr lang="en-US" sz="1050" b="0" spc="0" smtClean="0">
                  <a:solidFill>
                    <a:schemeClr val="bg2"/>
                  </a:solidFill>
                  <a:cs typeface="Gotham-Book" pitchFamily="50" charset="0"/>
                </a:defRPr>
              </a:lvl1pPr>
              <a:lvl2pPr marL="432000" indent="-216000">
                <a:lnSpc>
                  <a:spcPct val="100000"/>
                </a:lnSpc>
                <a:spcBef>
                  <a:spcPts val="600"/>
                </a:spcBef>
                <a:buFont typeface="Arial" panose="020B0604020202020204" pitchFamily="34" charset="0"/>
                <a:buChar char="•"/>
                <a:defRPr sz="1400" spc="0">
                  <a:solidFill>
                    <a:schemeClr val="bg2"/>
                  </a:solidFill>
                  <a:cs typeface="Gotham-Book" pitchFamily="50" charset="0"/>
                </a:defRPr>
              </a:lvl2pPr>
              <a:lvl3pPr marL="648000" indent="-216000">
                <a:lnSpc>
                  <a:spcPct val="100000"/>
                </a:lnSpc>
                <a:spcBef>
                  <a:spcPts val="600"/>
                </a:spcBef>
                <a:buFont typeface="Arial" panose="020B0604020202020204" pitchFamily="34" charset="0"/>
                <a:buChar char="•"/>
                <a:defRPr sz="1400" spc="0">
                  <a:solidFill>
                    <a:schemeClr val="bg2"/>
                  </a:solidFill>
                </a:defRPr>
              </a:lvl3pPr>
              <a:lvl4pPr marL="864000" indent="-216000">
                <a:lnSpc>
                  <a:spcPct val="100000"/>
                </a:lnSpc>
                <a:spcBef>
                  <a:spcPts val="600"/>
                </a:spcBef>
                <a:buFont typeface="Arial" panose="020B0604020202020204" pitchFamily="34" charset="0"/>
                <a:buChar char="•"/>
                <a:defRPr sz="1400" cap="none" spc="0" baseline="0">
                  <a:solidFill>
                    <a:schemeClr val="bg2"/>
                  </a:solidFill>
                </a:defRPr>
              </a:lvl4pPr>
              <a:lvl5pPr marL="1080000" indent="-216000">
                <a:lnSpc>
                  <a:spcPct val="100000"/>
                </a:lnSpc>
                <a:spcBef>
                  <a:spcPts val="600"/>
                </a:spcBef>
                <a:buFont typeface="Arial" panose="020B0604020202020204" pitchFamily="34" charset="0"/>
                <a:buChar char="•"/>
                <a:defRPr sz="1400" spc="0">
                  <a:solidFill>
                    <a:schemeClr val="bg2"/>
                  </a:solidFill>
                  <a:cs typeface="Gotham-Light" pitchFamily="50" charset="0"/>
                </a:defRPr>
              </a:lvl5pPr>
              <a:lvl6pPr marL="0" indent="0">
                <a:lnSpc>
                  <a:spcPct val="150000"/>
                </a:lnSpc>
                <a:spcBef>
                  <a:spcPts val="600"/>
                </a:spcBef>
                <a:buFont typeface="Arial" panose="020B0604020202020204" pitchFamily="34" charset="0"/>
                <a:buNone/>
                <a:defRPr sz="1400">
                  <a:latin typeface="Gotham-Light" pitchFamily="50" charset="0"/>
                  <a:cs typeface="Gotham-Light" pitchFamily="50" charset="0"/>
                </a:defRPr>
              </a:lvl6pPr>
              <a:lvl7pPr marL="177800" indent="-177800">
                <a:lnSpc>
                  <a:spcPct val="150000"/>
                </a:lnSpc>
                <a:spcBef>
                  <a:spcPts val="600"/>
                </a:spcBef>
                <a:buSzPct val="120000"/>
                <a:buFontTx/>
                <a:buBlip>
                  <a:blip r:embed="rId7"/>
                </a:buBlip>
                <a:defRPr sz="1400">
                  <a:latin typeface="Gotham-Light" pitchFamily="50" charset="0"/>
                  <a:cs typeface="Gotham-Light" pitchFamily="50" charset="0"/>
                </a:defRPr>
              </a:lvl7pPr>
              <a:lvl8pPr marL="0" indent="0">
                <a:lnSpc>
                  <a:spcPct val="150000"/>
                </a:lnSpc>
                <a:spcBef>
                  <a:spcPct val="0"/>
                </a:spcBef>
                <a:spcAft>
                  <a:spcPts val="600"/>
                </a:spcAft>
                <a:buFont typeface="Arial" panose="020B0604020202020204" pitchFamily="34" charset="0"/>
                <a:buNone/>
                <a:defRPr sz="1200"/>
              </a:lvl8pPr>
              <a:lvl9pPr marL="0" indent="0">
                <a:lnSpc>
                  <a:spcPct val="150000"/>
                </a:lnSpc>
                <a:spcBef>
                  <a:spcPct val="0"/>
                </a:spcBef>
                <a:spcAft>
                  <a:spcPts val="600"/>
                </a:spcAft>
                <a:buFont typeface="Arial" panose="020B0604020202020204" pitchFamily="34" charset="0"/>
                <a:buNone/>
                <a:defRPr sz="1200">
                  <a:latin typeface="Gotham-Light" pitchFamily="50" charset="0"/>
                  <a:cs typeface="Gotham-Light" pitchFamily="50" charset="0"/>
                </a:defRPr>
              </a:lvl9pPr>
            </a:lstStyle>
            <a:p>
              <a:pPr marL="0" marR="0" lvl="0" indent="0" defTabSz="914400" rtl="0" eaLnBrk="1" fontAlgn="auto" latinLnBrk="0" hangingPunct="1">
                <a:lnSpc>
                  <a:spcPct val="100000"/>
                </a:lnSpc>
                <a:spcBef>
                  <a:spcPct val="0"/>
                </a:spcBef>
                <a:spcAft>
                  <a:spcPct val="0"/>
                </a:spcAft>
                <a:buClrTx/>
                <a:buSzTx/>
                <a:buFont typeface="Arial" panose="020B0604020202020204" pitchFamily="34" charset="0"/>
                <a:buNone/>
                <a:defRPr lang="en-GB"/>
              </a:pPr>
              <a:r>
                <a:rPr kumimoji="0" lang="en-GB" sz="1050" b="0" i="0" u="none" strike="noStrike" kern="0" cap="none" spc="0" normalizeH="0" baseline="0" noProof="0">
                  <a:ln>
                    <a:noFill/>
                  </a:ln>
                  <a:solidFill>
                    <a:srgbClr val="FFFFFF"/>
                  </a:solidFill>
                  <a:effectLst/>
                  <a:uLnTx/>
                  <a:uFillTx/>
                  <a:cs typeface="Calibri" panose="020F0502020204030204" pitchFamily="34" charset="0"/>
                </a:rPr>
                <a:t>Sweden</a:t>
              </a:r>
            </a:p>
          </p:txBody>
        </p:sp>
      </p:grpSp>
      <p:grpSp>
        <p:nvGrpSpPr>
          <p:cNvPr id="46" name="Group 45">
            <a:extLst>
              <a:ext uri="{FF2B5EF4-FFF2-40B4-BE49-F238E27FC236}">
                <a16:creationId xmlns:a16="http://schemas.microsoft.com/office/drawing/2014/main" id="{52F52F53-1EBD-E369-4A94-5C89B525AE53}"/>
              </a:ext>
            </a:extLst>
          </p:cNvPr>
          <p:cNvGrpSpPr/>
          <p:nvPr userDrawn="1"/>
        </p:nvGrpSpPr>
        <p:grpSpPr>
          <a:xfrm>
            <a:off x="360362" y="5196802"/>
            <a:ext cx="2677054" cy="1131836"/>
            <a:chOff x="5343524" y="4700408"/>
            <a:chExt cx="3014239" cy="1131836"/>
          </a:xfrm>
        </p:grpSpPr>
        <p:sp>
          <p:nvSpPr>
            <p:cNvPr id="47" name="TextBox 46">
              <a:extLst>
                <a:ext uri="{FF2B5EF4-FFF2-40B4-BE49-F238E27FC236}">
                  <a16:creationId xmlns:a16="http://schemas.microsoft.com/office/drawing/2014/main" id="{A4FF260A-9F87-DDDF-E25C-94B0431A8E71}"/>
                </a:ext>
              </a:extLst>
            </p:cNvPr>
            <p:cNvSpPr txBox="1"/>
            <p:nvPr userDrawn="1"/>
          </p:nvSpPr>
          <p:spPr bwMode="ltGray">
            <a:xfrm>
              <a:off x="5343524" y="4700408"/>
              <a:ext cx="3014239" cy="252000"/>
            </a:xfrm>
            <a:prstGeom prst="rect">
              <a:avLst/>
            </a:prstGeom>
            <a:noFill/>
          </p:spPr>
          <p:txBody>
            <a:bodyPr wrap="square" lIns="0" tIns="0" rIns="0" bIns="0" rtlCol="0" anchor="ctr">
              <a:noAutofit/>
            </a:bodyPr>
            <a:lstStyle/>
            <a:p>
              <a:pPr marL="0" marR="0" lvl="0" indent="0" defTabSz="914400" rtl="0" eaLnBrk="1" fontAlgn="auto" latinLnBrk="0" hangingPunct="1">
                <a:lnSpc>
                  <a:spcPct val="100000"/>
                </a:lnSpc>
                <a:spcBef>
                  <a:spcPct val="0"/>
                </a:spcBef>
                <a:spcAft>
                  <a:spcPct val="0"/>
                </a:spcAft>
                <a:buClrTx/>
                <a:buSzTx/>
                <a:buFontTx/>
                <a:buNone/>
                <a:defRPr lang="en-GB"/>
              </a:pPr>
              <a:r>
                <a:rPr kumimoji="0" lang="en-GB" sz="1200" b="0" i="0" u="none" strike="noStrike" kern="0" cap="none" spc="0" normalizeH="0" baseline="0" noProof="0">
                  <a:ln>
                    <a:noFill/>
                  </a:ln>
                  <a:solidFill>
                    <a:srgbClr val="FFFFFF"/>
                  </a:solidFill>
                  <a:effectLst/>
                  <a:uLnTx/>
                  <a:uFillTx/>
                  <a:latin typeface="+mj-lt"/>
                </a:rPr>
                <a:t>Copenhagen</a:t>
              </a:r>
            </a:p>
          </p:txBody>
        </p:sp>
        <p:sp>
          <p:nvSpPr>
            <p:cNvPr id="48" name="TextBox 47">
              <a:extLst>
                <a:ext uri="{FF2B5EF4-FFF2-40B4-BE49-F238E27FC236}">
                  <a16:creationId xmlns:a16="http://schemas.microsoft.com/office/drawing/2014/main" id="{92634C32-5C3E-0120-36E4-468EE936591D}"/>
                </a:ext>
              </a:extLst>
            </p:cNvPr>
            <p:cNvSpPr txBox="1"/>
            <p:nvPr userDrawn="1"/>
          </p:nvSpPr>
          <p:spPr bwMode="ltGray">
            <a:xfrm>
              <a:off x="5343524" y="5123766"/>
              <a:ext cx="3014239" cy="252000"/>
            </a:xfrm>
            <a:prstGeom prst="rect">
              <a:avLst/>
            </a:prstGeom>
            <a:noFill/>
          </p:spPr>
          <p:txBody>
            <a:bodyPr vert="horz" lIns="0" tIns="0" rIns="0" bIns="0" rtlCol="0" anchor="ctr">
              <a:noAutofit/>
            </a:bodyPr>
            <a:lstStyle>
              <a:lvl1pPr lvl="0" indent="0">
                <a:lnSpc>
                  <a:spcPct val="100000"/>
                </a:lnSpc>
                <a:spcBef>
                  <a:spcPct val="0"/>
                </a:spcBef>
                <a:buSzTx/>
                <a:buFont typeface="Arial" panose="020B0604020202020204" pitchFamily="34" charset="0"/>
                <a:buNone/>
                <a:defRPr lang="en-US" sz="1050" b="0" spc="0" smtClean="0">
                  <a:solidFill>
                    <a:schemeClr val="bg2"/>
                  </a:solidFill>
                  <a:cs typeface="Gotham-Book" pitchFamily="50" charset="0"/>
                </a:defRPr>
              </a:lvl1pPr>
              <a:lvl2pPr marL="432000" indent="-216000">
                <a:lnSpc>
                  <a:spcPct val="100000"/>
                </a:lnSpc>
                <a:spcBef>
                  <a:spcPts val="600"/>
                </a:spcBef>
                <a:buFont typeface="Arial" panose="020B0604020202020204" pitchFamily="34" charset="0"/>
                <a:buChar char="•"/>
                <a:defRPr sz="1400" spc="0">
                  <a:solidFill>
                    <a:schemeClr val="bg2"/>
                  </a:solidFill>
                  <a:cs typeface="Gotham-Book" pitchFamily="50" charset="0"/>
                </a:defRPr>
              </a:lvl2pPr>
              <a:lvl3pPr marL="648000" indent="-216000">
                <a:lnSpc>
                  <a:spcPct val="100000"/>
                </a:lnSpc>
                <a:spcBef>
                  <a:spcPts val="600"/>
                </a:spcBef>
                <a:buFont typeface="Arial" panose="020B0604020202020204" pitchFamily="34" charset="0"/>
                <a:buChar char="•"/>
                <a:defRPr sz="1400" spc="0">
                  <a:solidFill>
                    <a:schemeClr val="bg2"/>
                  </a:solidFill>
                </a:defRPr>
              </a:lvl3pPr>
              <a:lvl4pPr marL="864000" indent="-216000">
                <a:lnSpc>
                  <a:spcPct val="100000"/>
                </a:lnSpc>
                <a:spcBef>
                  <a:spcPts val="600"/>
                </a:spcBef>
                <a:buFont typeface="Arial" panose="020B0604020202020204" pitchFamily="34" charset="0"/>
                <a:buChar char="•"/>
                <a:defRPr sz="1400" cap="none" spc="0" baseline="0">
                  <a:solidFill>
                    <a:schemeClr val="bg2"/>
                  </a:solidFill>
                </a:defRPr>
              </a:lvl4pPr>
              <a:lvl5pPr marL="1080000" indent="-216000">
                <a:lnSpc>
                  <a:spcPct val="100000"/>
                </a:lnSpc>
                <a:spcBef>
                  <a:spcPts val="600"/>
                </a:spcBef>
                <a:buFont typeface="Arial" panose="020B0604020202020204" pitchFamily="34" charset="0"/>
                <a:buChar char="•"/>
                <a:defRPr sz="1400" spc="0">
                  <a:solidFill>
                    <a:schemeClr val="bg2"/>
                  </a:solidFill>
                  <a:cs typeface="Gotham-Light" pitchFamily="50" charset="0"/>
                </a:defRPr>
              </a:lvl5pPr>
              <a:lvl6pPr marL="0" indent="0">
                <a:lnSpc>
                  <a:spcPct val="150000"/>
                </a:lnSpc>
                <a:spcBef>
                  <a:spcPts val="600"/>
                </a:spcBef>
                <a:buFont typeface="Arial" panose="020B0604020202020204" pitchFamily="34" charset="0"/>
                <a:buNone/>
                <a:defRPr sz="1400">
                  <a:latin typeface="Gotham-Light" pitchFamily="50" charset="0"/>
                  <a:cs typeface="Gotham-Light" pitchFamily="50" charset="0"/>
                </a:defRPr>
              </a:lvl6pPr>
              <a:lvl7pPr marL="177800" indent="-177800">
                <a:lnSpc>
                  <a:spcPct val="150000"/>
                </a:lnSpc>
                <a:spcBef>
                  <a:spcPts val="600"/>
                </a:spcBef>
                <a:buSzPct val="120000"/>
                <a:buFontTx/>
                <a:buBlip>
                  <a:blip r:embed="rId7"/>
                </a:buBlip>
                <a:defRPr sz="1400">
                  <a:latin typeface="Gotham-Light" pitchFamily="50" charset="0"/>
                  <a:cs typeface="Gotham-Light" pitchFamily="50" charset="0"/>
                </a:defRPr>
              </a:lvl7pPr>
              <a:lvl8pPr marL="0" indent="0">
                <a:lnSpc>
                  <a:spcPct val="150000"/>
                </a:lnSpc>
                <a:spcBef>
                  <a:spcPct val="0"/>
                </a:spcBef>
                <a:spcAft>
                  <a:spcPts val="600"/>
                </a:spcAft>
                <a:buFont typeface="Arial" panose="020B0604020202020204" pitchFamily="34" charset="0"/>
                <a:buNone/>
                <a:defRPr sz="1200"/>
              </a:lvl8pPr>
              <a:lvl9pPr marL="0" indent="0">
                <a:lnSpc>
                  <a:spcPct val="150000"/>
                </a:lnSpc>
                <a:spcBef>
                  <a:spcPct val="0"/>
                </a:spcBef>
                <a:spcAft>
                  <a:spcPts val="600"/>
                </a:spcAft>
                <a:buFont typeface="Arial" panose="020B0604020202020204" pitchFamily="34" charset="0"/>
                <a:buNone/>
                <a:defRPr sz="1200">
                  <a:latin typeface="Gotham-Light" pitchFamily="50" charset="0"/>
                  <a:cs typeface="Gotham-Light" pitchFamily="50" charset="0"/>
                </a:defRPr>
              </a:lvl9pPr>
            </a:lstStyle>
            <a:p>
              <a:pPr marL="0" marR="0" lvl="0" indent="0" defTabSz="914400" rtl="0" eaLnBrk="1" fontAlgn="auto" latinLnBrk="0" hangingPunct="1">
                <a:lnSpc>
                  <a:spcPct val="100000"/>
                </a:lnSpc>
                <a:spcBef>
                  <a:spcPct val="0"/>
                </a:spcBef>
                <a:spcAft>
                  <a:spcPct val="0"/>
                </a:spcAft>
                <a:buClrTx/>
                <a:buSzTx/>
                <a:buFont typeface="Arial" panose="020B0604020202020204" pitchFamily="34" charset="0"/>
                <a:buNone/>
                <a:defRPr lang="en-GB"/>
              </a:pPr>
              <a:r>
                <a:rPr kumimoji="0" lang="en-GB" sz="1050" b="0" i="0" u="none" strike="noStrike" kern="0" cap="none" spc="0" normalizeH="0" baseline="0" noProof="0" err="1">
                  <a:ln>
                    <a:noFill/>
                  </a:ln>
                  <a:solidFill>
                    <a:srgbClr val="FFFFFF"/>
                  </a:solidFill>
                  <a:effectLst/>
                  <a:uLnTx/>
                  <a:uFillTx/>
                  <a:cs typeface="Calibri" panose="020F0502020204030204" pitchFamily="34" charset="0"/>
                </a:rPr>
                <a:t>Overgaden Oven Vandet 58A</a:t>
              </a:r>
            </a:p>
          </p:txBody>
        </p:sp>
        <p:sp>
          <p:nvSpPr>
            <p:cNvPr id="49" name="TextBox 48">
              <a:extLst>
                <a:ext uri="{FF2B5EF4-FFF2-40B4-BE49-F238E27FC236}">
                  <a16:creationId xmlns:a16="http://schemas.microsoft.com/office/drawing/2014/main" id="{472C78A5-CA49-F56D-28E0-61F7AA80E92A}"/>
                </a:ext>
              </a:extLst>
            </p:cNvPr>
            <p:cNvSpPr txBox="1"/>
            <p:nvPr userDrawn="1"/>
          </p:nvSpPr>
          <p:spPr bwMode="ltGray">
            <a:xfrm>
              <a:off x="5343524" y="5352005"/>
              <a:ext cx="3014239" cy="252000"/>
            </a:xfrm>
            <a:prstGeom prst="rect">
              <a:avLst/>
            </a:prstGeom>
            <a:noFill/>
          </p:spPr>
          <p:txBody>
            <a:bodyPr vert="horz" lIns="0" tIns="0" rIns="0" bIns="0" rtlCol="0" anchor="ctr">
              <a:noAutofit/>
            </a:bodyPr>
            <a:lstStyle>
              <a:lvl1pPr lvl="0" indent="0">
                <a:lnSpc>
                  <a:spcPct val="100000"/>
                </a:lnSpc>
                <a:spcBef>
                  <a:spcPct val="0"/>
                </a:spcBef>
                <a:buSzTx/>
                <a:buFont typeface="Arial" panose="020B0604020202020204" pitchFamily="34" charset="0"/>
                <a:buNone/>
                <a:defRPr lang="en-US" sz="1050" b="0" spc="0" smtClean="0">
                  <a:solidFill>
                    <a:schemeClr val="bg2"/>
                  </a:solidFill>
                  <a:cs typeface="Gotham-Book" pitchFamily="50" charset="0"/>
                </a:defRPr>
              </a:lvl1pPr>
              <a:lvl2pPr marL="432000" indent="-216000">
                <a:lnSpc>
                  <a:spcPct val="100000"/>
                </a:lnSpc>
                <a:spcBef>
                  <a:spcPts val="600"/>
                </a:spcBef>
                <a:buFont typeface="Arial" panose="020B0604020202020204" pitchFamily="34" charset="0"/>
                <a:buChar char="•"/>
                <a:defRPr sz="1400" spc="0">
                  <a:solidFill>
                    <a:schemeClr val="bg2"/>
                  </a:solidFill>
                  <a:cs typeface="Gotham-Book" pitchFamily="50" charset="0"/>
                </a:defRPr>
              </a:lvl2pPr>
              <a:lvl3pPr marL="648000" indent="-216000">
                <a:lnSpc>
                  <a:spcPct val="100000"/>
                </a:lnSpc>
                <a:spcBef>
                  <a:spcPts val="600"/>
                </a:spcBef>
                <a:buFont typeface="Arial" panose="020B0604020202020204" pitchFamily="34" charset="0"/>
                <a:buChar char="•"/>
                <a:defRPr sz="1400" spc="0">
                  <a:solidFill>
                    <a:schemeClr val="bg2"/>
                  </a:solidFill>
                </a:defRPr>
              </a:lvl3pPr>
              <a:lvl4pPr marL="864000" indent="-216000">
                <a:lnSpc>
                  <a:spcPct val="100000"/>
                </a:lnSpc>
                <a:spcBef>
                  <a:spcPts val="600"/>
                </a:spcBef>
                <a:buFont typeface="Arial" panose="020B0604020202020204" pitchFamily="34" charset="0"/>
                <a:buChar char="•"/>
                <a:defRPr sz="1400" cap="none" spc="0" baseline="0">
                  <a:solidFill>
                    <a:schemeClr val="bg2"/>
                  </a:solidFill>
                </a:defRPr>
              </a:lvl4pPr>
              <a:lvl5pPr marL="1080000" indent="-216000">
                <a:lnSpc>
                  <a:spcPct val="100000"/>
                </a:lnSpc>
                <a:spcBef>
                  <a:spcPts val="600"/>
                </a:spcBef>
                <a:buFont typeface="Arial" panose="020B0604020202020204" pitchFamily="34" charset="0"/>
                <a:buChar char="•"/>
                <a:defRPr sz="1400" spc="0">
                  <a:solidFill>
                    <a:schemeClr val="bg2"/>
                  </a:solidFill>
                  <a:cs typeface="Gotham-Light" pitchFamily="50" charset="0"/>
                </a:defRPr>
              </a:lvl5pPr>
              <a:lvl6pPr marL="0" indent="0">
                <a:lnSpc>
                  <a:spcPct val="150000"/>
                </a:lnSpc>
                <a:spcBef>
                  <a:spcPts val="600"/>
                </a:spcBef>
                <a:buFont typeface="Arial" panose="020B0604020202020204" pitchFamily="34" charset="0"/>
                <a:buNone/>
                <a:defRPr sz="1400">
                  <a:latin typeface="Gotham-Light" pitchFamily="50" charset="0"/>
                  <a:cs typeface="Gotham-Light" pitchFamily="50" charset="0"/>
                </a:defRPr>
              </a:lvl6pPr>
              <a:lvl7pPr marL="177800" indent="-177800">
                <a:lnSpc>
                  <a:spcPct val="150000"/>
                </a:lnSpc>
                <a:spcBef>
                  <a:spcPts val="600"/>
                </a:spcBef>
                <a:buSzPct val="120000"/>
                <a:buFontTx/>
                <a:buBlip>
                  <a:blip r:embed="rId7"/>
                </a:buBlip>
                <a:defRPr sz="1400">
                  <a:latin typeface="Gotham-Light" pitchFamily="50" charset="0"/>
                  <a:cs typeface="Gotham-Light" pitchFamily="50" charset="0"/>
                </a:defRPr>
              </a:lvl7pPr>
              <a:lvl8pPr marL="0" indent="0">
                <a:lnSpc>
                  <a:spcPct val="150000"/>
                </a:lnSpc>
                <a:spcBef>
                  <a:spcPct val="0"/>
                </a:spcBef>
                <a:spcAft>
                  <a:spcPts val="600"/>
                </a:spcAft>
                <a:buFont typeface="Arial" panose="020B0604020202020204" pitchFamily="34" charset="0"/>
                <a:buNone/>
                <a:defRPr sz="1200"/>
              </a:lvl8pPr>
              <a:lvl9pPr marL="0" indent="0">
                <a:lnSpc>
                  <a:spcPct val="150000"/>
                </a:lnSpc>
                <a:spcBef>
                  <a:spcPct val="0"/>
                </a:spcBef>
                <a:spcAft>
                  <a:spcPts val="600"/>
                </a:spcAft>
                <a:buFont typeface="Arial" panose="020B0604020202020204" pitchFamily="34" charset="0"/>
                <a:buNone/>
                <a:defRPr sz="1200">
                  <a:latin typeface="Gotham-Light" pitchFamily="50" charset="0"/>
                  <a:cs typeface="Gotham-Light" pitchFamily="50" charset="0"/>
                </a:defRPr>
              </a:lvl9pPr>
            </a:lstStyle>
            <a:p>
              <a:pPr marL="0" marR="0" lvl="0" indent="0" defTabSz="914400" rtl="0" eaLnBrk="1" fontAlgn="auto" latinLnBrk="0" hangingPunct="1">
                <a:lnSpc>
                  <a:spcPct val="100000"/>
                </a:lnSpc>
                <a:spcBef>
                  <a:spcPct val="0"/>
                </a:spcBef>
                <a:spcAft>
                  <a:spcPct val="0"/>
                </a:spcAft>
                <a:buClrTx/>
                <a:buSzTx/>
                <a:buFont typeface="Arial" panose="020B0604020202020204" pitchFamily="34" charset="0"/>
                <a:buNone/>
                <a:defRPr lang="en-GB"/>
              </a:pPr>
              <a:r>
                <a:rPr kumimoji="0" lang="en-GB" sz="1050" b="0" i="0" u="none" strike="noStrike" kern="0" cap="none" spc="0" normalizeH="0" baseline="0" noProof="0">
                  <a:ln>
                    <a:noFill/>
                  </a:ln>
                  <a:solidFill>
                    <a:srgbClr val="FFFFFF"/>
                  </a:solidFill>
                  <a:effectLst/>
                  <a:uLnTx/>
                  <a:uFillTx/>
                  <a:cs typeface="Calibri" panose="020F0502020204030204" pitchFamily="34" charset="0"/>
                </a:rPr>
                <a:t>1415 Copenhagen</a:t>
              </a:r>
            </a:p>
          </p:txBody>
        </p:sp>
        <p:sp>
          <p:nvSpPr>
            <p:cNvPr id="50" name="TextBox 49">
              <a:extLst>
                <a:ext uri="{FF2B5EF4-FFF2-40B4-BE49-F238E27FC236}">
                  <a16:creationId xmlns:a16="http://schemas.microsoft.com/office/drawing/2014/main" id="{936FFE02-D349-BF56-EAB4-E0A9F67E8CEA}"/>
                </a:ext>
              </a:extLst>
            </p:cNvPr>
            <p:cNvSpPr txBox="1"/>
            <p:nvPr userDrawn="1"/>
          </p:nvSpPr>
          <p:spPr bwMode="ltGray">
            <a:xfrm>
              <a:off x="5343524" y="5580244"/>
              <a:ext cx="3014239" cy="252000"/>
            </a:xfrm>
            <a:prstGeom prst="rect">
              <a:avLst/>
            </a:prstGeom>
            <a:noFill/>
          </p:spPr>
          <p:txBody>
            <a:bodyPr vert="horz" lIns="0" tIns="0" rIns="0" bIns="0" rtlCol="0" anchor="ctr">
              <a:noAutofit/>
            </a:bodyPr>
            <a:lstStyle>
              <a:lvl1pPr lvl="0" indent="0">
                <a:lnSpc>
                  <a:spcPct val="100000"/>
                </a:lnSpc>
                <a:spcBef>
                  <a:spcPct val="0"/>
                </a:spcBef>
                <a:buSzTx/>
                <a:buFont typeface="Arial" panose="020B0604020202020204" pitchFamily="34" charset="0"/>
                <a:buNone/>
                <a:defRPr lang="en-US" sz="1050" b="0" spc="0" smtClean="0">
                  <a:solidFill>
                    <a:schemeClr val="bg2"/>
                  </a:solidFill>
                  <a:cs typeface="Gotham-Book" pitchFamily="50" charset="0"/>
                </a:defRPr>
              </a:lvl1pPr>
              <a:lvl2pPr marL="432000" indent="-216000">
                <a:lnSpc>
                  <a:spcPct val="100000"/>
                </a:lnSpc>
                <a:spcBef>
                  <a:spcPts val="600"/>
                </a:spcBef>
                <a:buFont typeface="Arial" panose="020B0604020202020204" pitchFamily="34" charset="0"/>
                <a:buChar char="•"/>
                <a:defRPr sz="1400" spc="0">
                  <a:solidFill>
                    <a:schemeClr val="bg2"/>
                  </a:solidFill>
                  <a:cs typeface="Gotham-Book" pitchFamily="50" charset="0"/>
                </a:defRPr>
              </a:lvl2pPr>
              <a:lvl3pPr marL="648000" indent="-216000">
                <a:lnSpc>
                  <a:spcPct val="100000"/>
                </a:lnSpc>
                <a:spcBef>
                  <a:spcPts val="600"/>
                </a:spcBef>
                <a:buFont typeface="Arial" panose="020B0604020202020204" pitchFamily="34" charset="0"/>
                <a:buChar char="•"/>
                <a:defRPr sz="1400" spc="0">
                  <a:solidFill>
                    <a:schemeClr val="bg2"/>
                  </a:solidFill>
                </a:defRPr>
              </a:lvl3pPr>
              <a:lvl4pPr marL="864000" indent="-216000">
                <a:lnSpc>
                  <a:spcPct val="100000"/>
                </a:lnSpc>
                <a:spcBef>
                  <a:spcPts val="600"/>
                </a:spcBef>
                <a:buFont typeface="Arial" panose="020B0604020202020204" pitchFamily="34" charset="0"/>
                <a:buChar char="•"/>
                <a:defRPr sz="1400" cap="none" spc="0" baseline="0">
                  <a:solidFill>
                    <a:schemeClr val="bg2"/>
                  </a:solidFill>
                </a:defRPr>
              </a:lvl4pPr>
              <a:lvl5pPr marL="1080000" indent="-216000">
                <a:lnSpc>
                  <a:spcPct val="100000"/>
                </a:lnSpc>
                <a:spcBef>
                  <a:spcPts val="600"/>
                </a:spcBef>
                <a:buFont typeface="Arial" panose="020B0604020202020204" pitchFamily="34" charset="0"/>
                <a:buChar char="•"/>
                <a:defRPr sz="1400" spc="0">
                  <a:solidFill>
                    <a:schemeClr val="bg2"/>
                  </a:solidFill>
                  <a:cs typeface="Gotham-Light" pitchFamily="50" charset="0"/>
                </a:defRPr>
              </a:lvl5pPr>
              <a:lvl6pPr marL="0" indent="0">
                <a:lnSpc>
                  <a:spcPct val="150000"/>
                </a:lnSpc>
                <a:spcBef>
                  <a:spcPts val="600"/>
                </a:spcBef>
                <a:buFont typeface="Arial" panose="020B0604020202020204" pitchFamily="34" charset="0"/>
                <a:buNone/>
                <a:defRPr sz="1400">
                  <a:latin typeface="Gotham-Light" pitchFamily="50" charset="0"/>
                  <a:cs typeface="Gotham-Light" pitchFamily="50" charset="0"/>
                </a:defRPr>
              </a:lvl6pPr>
              <a:lvl7pPr marL="177800" indent="-177800">
                <a:lnSpc>
                  <a:spcPct val="150000"/>
                </a:lnSpc>
                <a:spcBef>
                  <a:spcPts val="600"/>
                </a:spcBef>
                <a:buSzPct val="120000"/>
                <a:buFontTx/>
                <a:buBlip>
                  <a:blip r:embed="rId7"/>
                </a:buBlip>
                <a:defRPr sz="1400">
                  <a:latin typeface="Gotham-Light" pitchFamily="50" charset="0"/>
                  <a:cs typeface="Gotham-Light" pitchFamily="50" charset="0"/>
                </a:defRPr>
              </a:lvl7pPr>
              <a:lvl8pPr marL="0" indent="0">
                <a:lnSpc>
                  <a:spcPct val="150000"/>
                </a:lnSpc>
                <a:spcBef>
                  <a:spcPct val="0"/>
                </a:spcBef>
                <a:spcAft>
                  <a:spcPts val="600"/>
                </a:spcAft>
                <a:buFont typeface="Arial" panose="020B0604020202020204" pitchFamily="34" charset="0"/>
                <a:buNone/>
                <a:defRPr sz="1200"/>
              </a:lvl8pPr>
              <a:lvl9pPr marL="0" indent="0">
                <a:lnSpc>
                  <a:spcPct val="150000"/>
                </a:lnSpc>
                <a:spcBef>
                  <a:spcPct val="0"/>
                </a:spcBef>
                <a:spcAft>
                  <a:spcPts val="600"/>
                </a:spcAft>
                <a:buFont typeface="Arial" panose="020B0604020202020204" pitchFamily="34" charset="0"/>
                <a:buNone/>
                <a:defRPr sz="1200">
                  <a:latin typeface="Gotham-Light" pitchFamily="50" charset="0"/>
                  <a:cs typeface="Gotham-Light" pitchFamily="50" charset="0"/>
                </a:defRPr>
              </a:lvl9pPr>
            </a:lstStyle>
            <a:p>
              <a:pPr marL="0" marR="0" lvl="0" indent="0" defTabSz="914400" rtl="0" eaLnBrk="1" fontAlgn="auto" latinLnBrk="0" hangingPunct="1">
                <a:lnSpc>
                  <a:spcPct val="100000"/>
                </a:lnSpc>
                <a:spcBef>
                  <a:spcPct val="0"/>
                </a:spcBef>
                <a:spcAft>
                  <a:spcPct val="0"/>
                </a:spcAft>
                <a:buClrTx/>
                <a:buSzTx/>
                <a:buFont typeface="Arial" panose="020B0604020202020204" pitchFamily="34" charset="0"/>
                <a:buNone/>
                <a:defRPr lang="en-GB"/>
              </a:pPr>
              <a:r>
                <a:rPr kumimoji="0" lang="en-GB" sz="1050" b="0" i="0" u="none" strike="noStrike" kern="0" cap="none" spc="0" normalizeH="0" baseline="0" noProof="0">
                  <a:ln>
                    <a:noFill/>
                  </a:ln>
                  <a:solidFill>
                    <a:srgbClr val="FFFFFF"/>
                  </a:solidFill>
                  <a:effectLst/>
                  <a:uLnTx/>
                  <a:uFillTx/>
                  <a:cs typeface="Calibri" panose="020F0502020204030204" pitchFamily="34" charset="0"/>
                </a:rPr>
                <a:t>Denmark</a:t>
              </a:r>
            </a:p>
          </p:txBody>
        </p:sp>
      </p:grpSp>
      <p:sp>
        <p:nvSpPr>
          <p:cNvPr id="5" name="Text Placeholder 4">
            <a:extLst>
              <a:ext uri="{FF2B5EF4-FFF2-40B4-BE49-F238E27FC236}">
                <a16:creationId xmlns:a16="http://schemas.microsoft.com/office/drawing/2014/main" id="{A1DF0683-9AC3-55F0-01C7-0FD0C4ABAE50}"/>
              </a:ext>
            </a:extLst>
          </p:cNvPr>
          <p:cNvSpPr>
            <a:spLocks noGrp="1"/>
          </p:cNvSpPr>
          <p:nvPr>
            <p:ph type="body" sz="quarter" idx="10" hasCustomPrompt="1"/>
          </p:nvPr>
        </p:nvSpPr>
        <p:spPr>
          <a:xfrm>
            <a:off x="8999143" y="5454431"/>
            <a:ext cx="2224087" cy="252000"/>
          </a:xfrm>
          <a:prstGeom prst="rect">
            <a:avLst/>
          </a:prstGeom>
        </p:spPr>
        <p:txBody>
          <a:bodyPr/>
          <a:lstStyle>
            <a:lvl1pPr marL="0" indent="0">
              <a:buNone/>
              <a:defRPr sz="1050">
                <a:solidFill>
                  <a:schemeClr val="bg2"/>
                </a:solidFill>
              </a:defRPr>
            </a:lvl1pPr>
            <a:lvl2pPr marL="216000" indent="0">
              <a:buNone/>
              <a:defRPr/>
            </a:lvl2pPr>
          </a:lstStyle>
          <a:p>
            <a:pPr lvl="0">
              <a:defRPr lang="en-GB"/>
            </a:pPr>
            <a:r>
              <a:rPr lang="en-GB"/>
              <a:t>Name</a:t>
            </a:r>
          </a:p>
        </p:txBody>
      </p:sp>
      <p:sp>
        <p:nvSpPr>
          <p:cNvPr id="7" name="Text Placeholder 4">
            <a:extLst>
              <a:ext uri="{FF2B5EF4-FFF2-40B4-BE49-F238E27FC236}">
                <a16:creationId xmlns:a16="http://schemas.microsoft.com/office/drawing/2014/main" id="{15F1978D-B826-7D9A-5E25-B770B31A6070}"/>
              </a:ext>
            </a:extLst>
          </p:cNvPr>
          <p:cNvSpPr>
            <a:spLocks noGrp="1"/>
          </p:cNvSpPr>
          <p:nvPr>
            <p:ph type="body" sz="quarter" idx="11" hasCustomPrompt="1"/>
          </p:nvPr>
        </p:nvSpPr>
        <p:spPr>
          <a:xfrm>
            <a:off x="8999143" y="5714767"/>
            <a:ext cx="2224087" cy="252000"/>
          </a:xfrm>
          <a:prstGeom prst="rect">
            <a:avLst/>
          </a:prstGeom>
        </p:spPr>
        <p:txBody>
          <a:bodyPr/>
          <a:lstStyle>
            <a:lvl1pPr marL="0" indent="0">
              <a:buNone/>
              <a:defRPr sz="1050">
                <a:solidFill>
                  <a:schemeClr val="bg2"/>
                </a:solidFill>
              </a:defRPr>
            </a:lvl1pPr>
            <a:lvl2pPr marL="216000" indent="0">
              <a:buNone/>
              <a:defRPr/>
            </a:lvl2pPr>
          </a:lstStyle>
          <a:p>
            <a:pPr lvl="0">
              <a:defRPr lang="en-GB"/>
            </a:pPr>
            <a:r>
              <a:rPr lang="en-GB"/>
              <a:t>Job title</a:t>
            </a:r>
          </a:p>
        </p:txBody>
      </p:sp>
      <p:sp>
        <p:nvSpPr>
          <p:cNvPr id="8" name="Text Placeholder 4">
            <a:extLst>
              <a:ext uri="{FF2B5EF4-FFF2-40B4-BE49-F238E27FC236}">
                <a16:creationId xmlns:a16="http://schemas.microsoft.com/office/drawing/2014/main" id="{D36D67F4-FD34-193A-6EF6-D7C4CFCAAE24}"/>
              </a:ext>
            </a:extLst>
          </p:cNvPr>
          <p:cNvSpPr>
            <a:spLocks noGrp="1"/>
          </p:cNvSpPr>
          <p:nvPr>
            <p:ph type="body" sz="quarter" idx="12" hasCustomPrompt="1"/>
          </p:nvPr>
        </p:nvSpPr>
        <p:spPr>
          <a:xfrm>
            <a:off x="8999143" y="5975103"/>
            <a:ext cx="2224087" cy="252000"/>
          </a:xfrm>
          <a:prstGeom prst="rect">
            <a:avLst/>
          </a:prstGeom>
        </p:spPr>
        <p:txBody>
          <a:bodyPr/>
          <a:lstStyle>
            <a:lvl1pPr marL="0" indent="0">
              <a:buNone/>
              <a:defRPr sz="1050">
                <a:solidFill>
                  <a:schemeClr val="bg2"/>
                </a:solidFill>
              </a:defRPr>
            </a:lvl1pPr>
            <a:lvl2pPr marL="216000" indent="0">
              <a:buNone/>
              <a:defRPr/>
            </a:lvl2pPr>
          </a:lstStyle>
          <a:p>
            <a:pPr lvl="0">
              <a:defRPr lang="en-GB"/>
            </a:pPr>
            <a:r>
              <a:rPr lang="en-GB"/>
              <a:t>Phone number</a:t>
            </a:r>
          </a:p>
        </p:txBody>
      </p:sp>
      <p:sp>
        <p:nvSpPr>
          <p:cNvPr id="9" name="Text Placeholder 4">
            <a:extLst>
              <a:ext uri="{FF2B5EF4-FFF2-40B4-BE49-F238E27FC236}">
                <a16:creationId xmlns:a16="http://schemas.microsoft.com/office/drawing/2014/main" id="{DB315EEF-C995-6ECA-272C-343AD1E8357F}"/>
              </a:ext>
            </a:extLst>
          </p:cNvPr>
          <p:cNvSpPr>
            <a:spLocks noGrp="1"/>
          </p:cNvSpPr>
          <p:nvPr>
            <p:ph type="body" sz="quarter" idx="13" hasCustomPrompt="1"/>
          </p:nvPr>
        </p:nvSpPr>
        <p:spPr>
          <a:xfrm>
            <a:off x="8999143" y="6235440"/>
            <a:ext cx="2224087" cy="252000"/>
          </a:xfrm>
          <a:prstGeom prst="rect">
            <a:avLst/>
          </a:prstGeom>
        </p:spPr>
        <p:txBody>
          <a:bodyPr/>
          <a:lstStyle>
            <a:lvl1pPr marL="0" indent="0">
              <a:buNone/>
              <a:defRPr sz="1050">
                <a:solidFill>
                  <a:schemeClr val="bg2"/>
                </a:solidFill>
              </a:defRPr>
            </a:lvl1pPr>
            <a:lvl2pPr marL="216000" indent="0">
              <a:buNone/>
              <a:defRPr/>
            </a:lvl2pPr>
          </a:lstStyle>
          <a:p>
            <a:pPr lvl="0">
              <a:defRPr lang="en-GB"/>
            </a:pPr>
            <a:r>
              <a:rPr lang="en-GB"/>
              <a:t>Email</a:t>
            </a:r>
          </a:p>
        </p:txBody>
      </p:sp>
    </p:spTree>
    <p:extLst>
      <p:ext uri="{BB962C8B-B14F-4D97-AF65-F5344CB8AC3E}">
        <p14:creationId xmlns:p14="http://schemas.microsoft.com/office/powerpoint/2010/main" val="3842266988"/>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2_CV">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3E21EC5-3165-50E6-8FB1-E20BDA68912E}"/>
              </a:ext>
            </a:extLst>
          </p:cNvPr>
          <p:cNvSpPr/>
          <p:nvPr userDrawn="1"/>
        </p:nvSpPr>
        <p:spPr bwMode="gray">
          <a:xfrm>
            <a:off x="0" y="0"/>
            <a:ext cx="393576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err="1">
              <a:ln>
                <a:noFill/>
              </a:ln>
              <a:solidFill>
                <a:srgbClr val="F1F1ED"/>
              </a:solidFill>
              <a:effectLst/>
              <a:uLnTx/>
              <a:uFillTx/>
              <a:latin typeface="Calibri Light"/>
              <a:cs typeface="Arial"/>
            </a:endParaRPr>
          </a:p>
        </p:txBody>
      </p:sp>
      <p:sp>
        <p:nvSpPr>
          <p:cNvPr id="6" name="Footer Placeholder 5">
            <a:extLst>
              <a:ext uri="{FF2B5EF4-FFF2-40B4-BE49-F238E27FC236}">
                <a16:creationId xmlns:a16="http://schemas.microsoft.com/office/drawing/2014/main" id="{A5FC60E9-D707-4E80-B036-D30F68EB251B}"/>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1F4953"/>
              </a:solidFill>
              <a:effectLst/>
              <a:uLnTx/>
              <a:uFillTx/>
              <a:latin typeface="Calibri Light"/>
              <a:cs typeface="Arial"/>
            </a:endParaRPr>
          </a:p>
        </p:txBody>
      </p:sp>
      <p:sp>
        <p:nvSpPr>
          <p:cNvPr id="7" name="Slide Number Placeholder 6">
            <a:extLst>
              <a:ext uri="{FF2B5EF4-FFF2-40B4-BE49-F238E27FC236}">
                <a16:creationId xmlns:a16="http://schemas.microsoft.com/office/drawing/2014/main" id="{E11BDE82-A79B-451C-844A-F97DF288ABA0}"/>
              </a:ext>
            </a:extLst>
          </p:cNvPr>
          <p:cNvSpPr>
            <a:spLocks noGrp="1"/>
          </p:cNvSpPr>
          <p:nvPr>
            <p:ph type="sldNum" sz="quarter" idx="12"/>
          </p:nvPr>
        </p:nvSpPr>
        <p:spPr>
          <a:xfrm>
            <a:off x="11099223" y="6336000"/>
            <a:ext cx="540000" cy="2880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0B7701B-8974-48F8-B448-DF2B8164D2B4}" type="slidenum">
              <a:rPr kumimoji="0" lang="en-US" sz="1800" b="0" i="0" u="none" strike="noStrike" kern="1200" cap="none" spc="0" normalizeH="0" baseline="0" noProof="0" smtClean="0">
                <a:ln>
                  <a:noFill/>
                </a:ln>
                <a:solidFill>
                  <a:srgbClr val="1F4953"/>
                </a:solidFill>
                <a:effectLst/>
                <a:uLnTx/>
                <a:uFillTx/>
                <a:latin typeface="Calibri Light"/>
                <a:cs typeface="Arial"/>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a:ln>
                <a:noFill/>
              </a:ln>
              <a:solidFill>
                <a:srgbClr val="1F4953"/>
              </a:solidFill>
              <a:effectLst/>
              <a:uLnTx/>
              <a:uFillTx/>
              <a:latin typeface="Calibri Light"/>
              <a:cs typeface="Arial"/>
            </a:endParaRPr>
          </a:p>
        </p:txBody>
      </p:sp>
      <p:pic>
        <p:nvPicPr>
          <p:cNvPr id="9" name="Logo-white">
            <a:extLst>
              <a:ext uri="{FF2B5EF4-FFF2-40B4-BE49-F238E27FC236}">
                <a16:creationId xmlns:a16="http://schemas.microsoft.com/office/drawing/2014/main" id="{0314C39B-17CD-B4D1-E5A3-FC27EEA8DB26}"/>
              </a:ext>
            </a:extLst>
          </p:cNvPr>
          <p:cNvPicPr>
            <a:picLocks noChangeAspect="1"/>
          </p:cNvPicPr>
          <p:nvPr userDrawn="1"/>
        </p:nvPicPr>
        <p:blipFill>
          <a:blip r:embed="rId2"/>
          <a:srcRect/>
          <a:stretch/>
        </p:blipFill>
        <p:spPr>
          <a:xfrm>
            <a:off x="11334902" y="216000"/>
            <a:ext cx="646728" cy="763199"/>
          </a:xfrm>
          <a:prstGeom prst="rect">
            <a:avLst/>
          </a:prstGeom>
        </p:spPr>
      </p:pic>
      <p:sp>
        <p:nvSpPr>
          <p:cNvPr id="15" name="Picture Placeholder 14">
            <a:extLst>
              <a:ext uri="{FF2B5EF4-FFF2-40B4-BE49-F238E27FC236}">
                <a16:creationId xmlns:a16="http://schemas.microsoft.com/office/drawing/2014/main" id="{73F8928D-65E1-F0BF-28BB-68F740C9B867}"/>
              </a:ext>
            </a:extLst>
          </p:cNvPr>
          <p:cNvSpPr>
            <a:spLocks noGrp="1"/>
          </p:cNvSpPr>
          <p:nvPr>
            <p:ph type="pic" sz="quarter" idx="13" hasCustomPrompt="1"/>
          </p:nvPr>
        </p:nvSpPr>
        <p:spPr>
          <a:xfrm>
            <a:off x="266272" y="225500"/>
            <a:ext cx="1080000" cy="1080000"/>
          </a:xfrm>
          <a:prstGeom prst="ellipse">
            <a:avLst/>
          </a:prstGeom>
          <a:solidFill>
            <a:schemeClr val="bg1"/>
          </a:solidFill>
        </p:spPr>
        <p:txBody>
          <a:bodyPr/>
          <a:lstStyle>
            <a:lvl1pPr marL="0" indent="0" algn="ctr">
              <a:buNone/>
              <a:defRPr sz="1200"/>
            </a:lvl1pPr>
          </a:lstStyle>
          <a:p>
            <a:r>
              <a:rPr lang="en-GB"/>
              <a:t>Profile Picture</a:t>
            </a:r>
          </a:p>
        </p:txBody>
      </p:sp>
      <p:pic>
        <p:nvPicPr>
          <p:cNvPr id="20" name="Graphic 19" descr="Speech with solid fill">
            <a:extLst>
              <a:ext uri="{FF2B5EF4-FFF2-40B4-BE49-F238E27FC236}">
                <a16:creationId xmlns:a16="http://schemas.microsoft.com/office/drawing/2014/main" id="{F7DD865E-78A3-B35E-D585-7774EB18FB6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40272" y="6244821"/>
            <a:ext cx="252000" cy="252000"/>
          </a:xfrm>
          <a:prstGeom prst="rect">
            <a:avLst/>
          </a:prstGeom>
        </p:spPr>
      </p:pic>
      <p:pic>
        <p:nvPicPr>
          <p:cNvPr id="22" name="Graphic 21" descr="Graduation cap with solid fill">
            <a:extLst>
              <a:ext uri="{FF2B5EF4-FFF2-40B4-BE49-F238E27FC236}">
                <a16:creationId xmlns:a16="http://schemas.microsoft.com/office/drawing/2014/main" id="{F4DBE13B-5E89-E7D8-0474-5A2639D00D36}"/>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40272" y="4259850"/>
            <a:ext cx="252000" cy="252000"/>
          </a:xfrm>
          <a:prstGeom prst="rect">
            <a:avLst/>
          </a:prstGeom>
        </p:spPr>
      </p:pic>
      <p:pic>
        <p:nvPicPr>
          <p:cNvPr id="24" name="Graphic 23" descr="User with solid fill">
            <a:extLst>
              <a:ext uri="{FF2B5EF4-FFF2-40B4-BE49-F238E27FC236}">
                <a16:creationId xmlns:a16="http://schemas.microsoft.com/office/drawing/2014/main" id="{5985BF63-0ABB-E0C3-90B3-14FB35365829}"/>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40272" y="1381834"/>
            <a:ext cx="252000" cy="252000"/>
          </a:xfrm>
          <a:prstGeom prst="rect">
            <a:avLst/>
          </a:prstGeom>
        </p:spPr>
      </p:pic>
      <p:sp>
        <p:nvSpPr>
          <p:cNvPr id="29" name="Text Placeholder 28">
            <a:extLst>
              <a:ext uri="{FF2B5EF4-FFF2-40B4-BE49-F238E27FC236}">
                <a16:creationId xmlns:a16="http://schemas.microsoft.com/office/drawing/2014/main" id="{AACC45FB-FF1D-2D77-348C-DC96EB7D5996}"/>
              </a:ext>
            </a:extLst>
          </p:cNvPr>
          <p:cNvSpPr>
            <a:spLocks noGrp="1"/>
          </p:cNvSpPr>
          <p:nvPr>
            <p:ph type="body" sz="quarter" idx="15" hasCustomPrompt="1"/>
          </p:nvPr>
        </p:nvSpPr>
        <p:spPr>
          <a:xfrm>
            <a:off x="407368" y="1699082"/>
            <a:ext cx="864000" cy="180000"/>
          </a:xfrm>
        </p:spPr>
        <p:txBody>
          <a:bodyPr anchor="ctr"/>
          <a:lstStyle>
            <a:lvl1pPr marL="0" indent="0">
              <a:lnSpc>
                <a:spcPct val="100000"/>
              </a:lnSpc>
              <a:spcBef>
                <a:spcPts val="0"/>
              </a:spcBef>
              <a:buNone/>
              <a:defRPr sz="1000">
                <a:solidFill>
                  <a:schemeClr val="bg1"/>
                </a:solidFill>
              </a:defRPr>
            </a:lvl1pPr>
          </a:lstStyle>
          <a:p>
            <a:pPr lvl="0"/>
            <a:r>
              <a:rPr lang="en-US"/>
              <a:t>2000 - 2000</a:t>
            </a:r>
            <a:endParaRPr lang="en-GB"/>
          </a:p>
        </p:txBody>
      </p:sp>
      <p:sp>
        <p:nvSpPr>
          <p:cNvPr id="30" name="TextBox 29">
            <a:extLst>
              <a:ext uri="{FF2B5EF4-FFF2-40B4-BE49-F238E27FC236}">
                <a16:creationId xmlns:a16="http://schemas.microsoft.com/office/drawing/2014/main" id="{63EC6C24-6182-50EA-55BB-CF35B51D649F}"/>
              </a:ext>
            </a:extLst>
          </p:cNvPr>
          <p:cNvSpPr txBox="1"/>
          <p:nvPr userDrawn="1"/>
        </p:nvSpPr>
        <p:spPr bwMode="gray">
          <a:xfrm>
            <a:off x="407368" y="1419736"/>
            <a:ext cx="1728192" cy="214098"/>
          </a:xfrm>
          <a:prstGeom prst="rect">
            <a:avLst/>
          </a:prstGeom>
          <a:noFill/>
        </p:spPr>
        <p:txBody>
          <a:bodyPr wrap="square" lIns="0" tIns="0" rIns="0" bIns="0"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GB" sz="1050" b="0" i="0" u="none" strike="noStrike" kern="1200" cap="none" spc="0" normalizeH="0" baseline="0" noProof="0">
                <a:ln>
                  <a:noFill/>
                </a:ln>
                <a:solidFill>
                  <a:srgbClr val="F1F1ED"/>
                </a:solidFill>
                <a:effectLst/>
                <a:uLnTx/>
                <a:uFillTx/>
                <a:latin typeface="Calibri"/>
                <a:cs typeface="Arial"/>
              </a:rPr>
              <a:t>Experience</a:t>
            </a:r>
            <a:endParaRPr kumimoji="0" lang="en-GB" sz="1400" b="0" i="0" u="none" strike="noStrike" kern="1200" cap="none" spc="0" normalizeH="0" baseline="0" noProof="0">
              <a:ln>
                <a:noFill/>
              </a:ln>
              <a:solidFill>
                <a:srgbClr val="F1F1ED"/>
              </a:solidFill>
              <a:effectLst/>
              <a:uLnTx/>
              <a:uFillTx/>
              <a:latin typeface="Calibri"/>
              <a:cs typeface="Arial"/>
            </a:endParaRPr>
          </a:p>
        </p:txBody>
      </p:sp>
      <p:sp>
        <p:nvSpPr>
          <p:cNvPr id="31" name="Text Placeholder 28">
            <a:extLst>
              <a:ext uri="{FF2B5EF4-FFF2-40B4-BE49-F238E27FC236}">
                <a16:creationId xmlns:a16="http://schemas.microsoft.com/office/drawing/2014/main" id="{E4B1C7D3-0259-E383-25FA-98F6E7D79D50}"/>
              </a:ext>
            </a:extLst>
          </p:cNvPr>
          <p:cNvSpPr>
            <a:spLocks noGrp="1"/>
          </p:cNvSpPr>
          <p:nvPr>
            <p:ph type="body" sz="quarter" idx="16" hasCustomPrompt="1"/>
          </p:nvPr>
        </p:nvSpPr>
        <p:spPr>
          <a:xfrm>
            <a:off x="1318063" y="1698131"/>
            <a:ext cx="2412000" cy="180000"/>
          </a:xfrm>
        </p:spPr>
        <p:txBody>
          <a:bodyPr anchor="ctr"/>
          <a:lstStyle>
            <a:lvl1pPr marL="0" indent="0">
              <a:lnSpc>
                <a:spcPct val="100000"/>
              </a:lnSpc>
              <a:spcBef>
                <a:spcPts val="0"/>
              </a:spcBef>
              <a:buNone/>
              <a:defRPr sz="1000">
                <a:solidFill>
                  <a:schemeClr val="bg1"/>
                </a:solidFill>
              </a:defRPr>
            </a:lvl1pPr>
          </a:lstStyle>
          <a:p>
            <a:pPr lvl="0"/>
            <a:r>
              <a:rPr lang="en-US"/>
              <a:t>Company</a:t>
            </a:r>
            <a:endParaRPr lang="en-GB"/>
          </a:p>
        </p:txBody>
      </p:sp>
      <p:sp>
        <p:nvSpPr>
          <p:cNvPr id="32" name="Text Placeholder 28">
            <a:extLst>
              <a:ext uri="{FF2B5EF4-FFF2-40B4-BE49-F238E27FC236}">
                <a16:creationId xmlns:a16="http://schemas.microsoft.com/office/drawing/2014/main" id="{DB7A8836-A0A5-7331-B728-A323C8B322D3}"/>
              </a:ext>
            </a:extLst>
          </p:cNvPr>
          <p:cNvSpPr>
            <a:spLocks noGrp="1"/>
          </p:cNvSpPr>
          <p:nvPr>
            <p:ph type="body" sz="quarter" idx="17" hasCustomPrompt="1"/>
          </p:nvPr>
        </p:nvSpPr>
        <p:spPr>
          <a:xfrm>
            <a:off x="1318063" y="1883242"/>
            <a:ext cx="2412000" cy="180000"/>
          </a:xfrm>
        </p:spPr>
        <p:txBody>
          <a:bodyPr anchor="ctr"/>
          <a:lstStyle>
            <a:lvl1pPr marL="0" indent="0">
              <a:lnSpc>
                <a:spcPct val="100000"/>
              </a:lnSpc>
              <a:spcBef>
                <a:spcPts val="0"/>
              </a:spcBef>
              <a:buNone/>
              <a:defRPr sz="1000" i="1">
                <a:solidFill>
                  <a:schemeClr val="bg1"/>
                </a:solidFill>
              </a:defRPr>
            </a:lvl1pPr>
          </a:lstStyle>
          <a:p>
            <a:pPr lvl="0"/>
            <a:r>
              <a:rPr lang="en-US"/>
              <a:t>Position</a:t>
            </a:r>
            <a:endParaRPr lang="en-GB"/>
          </a:p>
        </p:txBody>
      </p:sp>
      <p:sp>
        <p:nvSpPr>
          <p:cNvPr id="34" name="Text Placeholder 28">
            <a:extLst>
              <a:ext uri="{FF2B5EF4-FFF2-40B4-BE49-F238E27FC236}">
                <a16:creationId xmlns:a16="http://schemas.microsoft.com/office/drawing/2014/main" id="{AB293057-9D9C-26C6-9347-D01A8AAF8F39}"/>
              </a:ext>
            </a:extLst>
          </p:cNvPr>
          <p:cNvSpPr>
            <a:spLocks noGrp="1"/>
          </p:cNvSpPr>
          <p:nvPr>
            <p:ph type="body" sz="quarter" idx="18" hasCustomPrompt="1"/>
          </p:nvPr>
        </p:nvSpPr>
        <p:spPr>
          <a:xfrm>
            <a:off x="1435999" y="537937"/>
            <a:ext cx="2304000" cy="180000"/>
          </a:xfrm>
        </p:spPr>
        <p:txBody>
          <a:bodyPr anchor="ctr"/>
          <a:lstStyle>
            <a:lvl1pPr marL="0" indent="0">
              <a:lnSpc>
                <a:spcPct val="100000"/>
              </a:lnSpc>
              <a:spcBef>
                <a:spcPts val="0"/>
              </a:spcBef>
              <a:buNone/>
              <a:defRPr sz="1100" cap="all" baseline="0">
                <a:solidFill>
                  <a:schemeClr val="bg1"/>
                </a:solidFill>
                <a:latin typeface="+mj-lt"/>
              </a:defRPr>
            </a:lvl1pPr>
          </a:lstStyle>
          <a:p>
            <a:pPr lvl="0"/>
            <a:r>
              <a:rPr lang="en-US"/>
              <a:t>Name</a:t>
            </a:r>
            <a:endParaRPr lang="en-GB"/>
          </a:p>
        </p:txBody>
      </p:sp>
      <p:sp>
        <p:nvSpPr>
          <p:cNvPr id="35" name="Text Placeholder 28">
            <a:extLst>
              <a:ext uri="{FF2B5EF4-FFF2-40B4-BE49-F238E27FC236}">
                <a16:creationId xmlns:a16="http://schemas.microsoft.com/office/drawing/2014/main" id="{822028F3-F945-4FBA-E28F-01161F1616F7}"/>
              </a:ext>
            </a:extLst>
          </p:cNvPr>
          <p:cNvSpPr>
            <a:spLocks noGrp="1"/>
          </p:cNvSpPr>
          <p:nvPr>
            <p:ph type="body" sz="quarter" idx="19" hasCustomPrompt="1"/>
          </p:nvPr>
        </p:nvSpPr>
        <p:spPr>
          <a:xfrm>
            <a:off x="1435999" y="791602"/>
            <a:ext cx="2304000" cy="180000"/>
          </a:xfrm>
        </p:spPr>
        <p:txBody>
          <a:bodyPr anchor="ctr"/>
          <a:lstStyle>
            <a:lvl1pPr marL="0" indent="0">
              <a:lnSpc>
                <a:spcPct val="100000"/>
              </a:lnSpc>
              <a:spcBef>
                <a:spcPts val="0"/>
              </a:spcBef>
              <a:buNone/>
              <a:defRPr sz="1050">
                <a:solidFill>
                  <a:schemeClr val="bg1"/>
                </a:solidFill>
              </a:defRPr>
            </a:lvl1pPr>
          </a:lstStyle>
          <a:p>
            <a:pPr lvl="0"/>
            <a:r>
              <a:rPr lang="en-US"/>
              <a:t>Position</a:t>
            </a:r>
            <a:endParaRPr lang="en-GB"/>
          </a:p>
        </p:txBody>
      </p:sp>
      <p:sp>
        <p:nvSpPr>
          <p:cNvPr id="36" name="Text Placeholder 28">
            <a:extLst>
              <a:ext uri="{FF2B5EF4-FFF2-40B4-BE49-F238E27FC236}">
                <a16:creationId xmlns:a16="http://schemas.microsoft.com/office/drawing/2014/main" id="{D0A46EBE-70B1-6D82-8289-59D3CEBBB20B}"/>
              </a:ext>
            </a:extLst>
          </p:cNvPr>
          <p:cNvSpPr>
            <a:spLocks noGrp="1"/>
          </p:cNvSpPr>
          <p:nvPr>
            <p:ph type="body" sz="quarter" idx="20" hasCustomPrompt="1"/>
          </p:nvPr>
        </p:nvSpPr>
        <p:spPr>
          <a:xfrm>
            <a:off x="407368" y="2123699"/>
            <a:ext cx="864000" cy="180000"/>
          </a:xfrm>
        </p:spPr>
        <p:txBody>
          <a:bodyPr anchor="ctr"/>
          <a:lstStyle>
            <a:lvl1pPr marL="0" indent="0">
              <a:lnSpc>
                <a:spcPct val="100000"/>
              </a:lnSpc>
              <a:spcBef>
                <a:spcPts val="0"/>
              </a:spcBef>
              <a:buNone/>
              <a:defRPr sz="1000">
                <a:solidFill>
                  <a:schemeClr val="bg1"/>
                </a:solidFill>
              </a:defRPr>
            </a:lvl1pPr>
          </a:lstStyle>
          <a:p>
            <a:pPr lvl="0"/>
            <a:r>
              <a:rPr lang="en-US"/>
              <a:t>2000 - 2000</a:t>
            </a:r>
            <a:endParaRPr lang="en-GB"/>
          </a:p>
        </p:txBody>
      </p:sp>
      <p:sp>
        <p:nvSpPr>
          <p:cNvPr id="37" name="Text Placeholder 28">
            <a:extLst>
              <a:ext uri="{FF2B5EF4-FFF2-40B4-BE49-F238E27FC236}">
                <a16:creationId xmlns:a16="http://schemas.microsoft.com/office/drawing/2014/main" id="{8F7FE891-941E-88BA-F20E-7EAB81FD7A90}"/>
              </a:ext>
            </a:extLst>
          </p:cNvPr>
          <p:cNvSpPr>
            <a:spLocks noGrp="1"/>
          </p:cNvSpPr>
          <p:nvPr>
            <p:ph type="body" sz="quarter" idx="21" hasCustomPrompt="1"/>
          </p:nvPr>
        </p:nvSpPr>
        <p:spPr>
          <a:xfrm>
            <a:off x="1318063" y="2123699"/>
            <a:ext cx="2412000" cy="180000"/>
          </a:xfrm>
        </p:spPr>
        <p:txBody>
          <a:bodyPr anchor="ctr"/>
          <a:lstStyle>
            <a:lvl1pPr marL="0" indent="0">
              <a:lnSpc>
                <a:spcPct val="100000"/>
              </a:lnSpc>
              <a:spcBef>
                <a:spcPts val="0"/>
              </a:spcBef>
              <a:buNone/>
              <a:defRPr sz="1000">
                <a:solidFill>
                  <a:schemeClr val="bg1"/>
                </a:solidFill>
              </a:defRPr>
            </a:lvl1pPr>
          </a:lstStyle>
          <a:p>
            <a:pPr lvl="0"/>
            <a:r>
              <a:rPr lang="en-US"/>
              <a:t>Company</a:t>
            </a:r>
            <a:endParaRPr lang="en-GB"/>
          </a:p>
        </p:txBody>
      </p:sp>
      <p:sp>
        <p:nvSpPr>
          <p:cNvPr id="38" name="Text Placeholder 28">
            <a:extLst>
              <a:ext uri="{FF2B5EF4-FFF2-40B4-BE49-F238E27FC236}">
                <a16:creationId xmlns:a16="http://schemas.microsoft.com/office/drawing/2014/main" id="{A119FFDB-59B9-B0DD-4815-F89B1D93EEE0}"/>
              </a:ext>
            </a:extLst>
          </p:cNvPr>
          <p:cNvSpPr>
            <a:spLocks noGrp="1"/>
          </p:cNvSpPr>
          <p:nvPr>
            <p:ph type="body" sz="quarter" idx="22" hasCustomPrompt="1"/>
          </p:nvPr>
        </p:nvSpPr>
        <p:spPr>
          <a:xfrm>
            <a:off x="1318063" y="2306603"/>
            <a:ext cx="2412000" cy="180000"/>
          </a:xfrm>
        </p:spPr>
        <p:txBody>
          <a:bodyPr anchor="ctr"/>
          <a:lstStyle>
            <a:lvl1pPr marL="0" indent="0">
              <a:lnSpc>
                <a:spcPct val="100000"/>
              </a:lnSpc>
              <a:spcBef>
                <a:spcPts val="0"/>
              </a:spcBef>
              <a:buNone/>
              <a:defRPr sz="1000" i="1">
                <a:solidFill>
                  <a:schemeClr val="bg1"/>
                </a:solidFill>
              </a:defRPr>
            </a:lvl1pPr>
          </a:lstStyle>
          <a:p>
            <a:pPr lvl="0"/>
            <a:r>
              <a:rPr lang="en-US"/>
              <a:t>Position</a:t>
            </a:r>
            <a:endParaRPr lang="en-GB"/>
          </a:p>
        </p:txBody>
      </p:sp>
      <p:sp>
        <p:nvSpPr>
          <p:cNvPr id="39" name="Text Placeholder 28">
            <a:extLst>
              <a:ext uri="{FF2B5EF4-FFF2-40B4-BE49-F238E27FC236}">
                <a16:creationId xmlns:a16="http://schemas.microsoft.com/office/drawing/2014/main" id="{7A3BEAE2-1F0A-2F3D-EAF5-1A1CB29B522B}"/>
              </a:ext>
            </a:extLst>
          </p:cNvPr>
          <p:cNvSpPr>
            <a:spLocks noGrp="1"/>
          </p:cNvSpPr>
          <p:nvPr>
            <p:ph type="body" sz="quarter" idx="23" hasCustomPrompt="1"/>
          </p:nvPr>
        </p:nvSpPr>
        <p:spPr>
          <a:xfrm>
            <a:off x="407368" y="2548316"/>
            <a:ext cx="864000" cy="180000"/>
          </a:xfrm>
        </p:spPr>
        <p:txBody>
          <a:bodyPr anchor="ctr"/>
          <a:lstStyle>
            <a:lvl1pPr marL="0" indent="0">
              <a:lnSpc>
                <a:spcPct val="100000"/>
              </a:lnSpc>
              <a:spcBef>
                <a:spcPts val="0"/>
              </a:spcBef>
              <a:buNone/>
              <a:defRPr sz="1000">
                <a:solidFill>
                  <a:schemeClr val="bg1"/>
                </a:solidFill>
              </a:defRPr>
            </a:lvl1pPr>
          </a:lstStyle>
          <a:p>
            <a:pPr lvl="0"/>
            <a:r>
              <a:rPr lang="en-US"/>
              <a:t>2000 - 2000</a:t>
            </a:r>
            <a:endParaRPr lang="en-GB"/>
          </a:p>
        </p:txBody>
      </p:sp>
      <p:sp>
        <p:nvSpPr>
          <p:cNvPr id="40" name="Text Placeholder 28">
            <a:extLst>
              <a:ext uri="{FF2B5EF4-FFF2-40B4-BE49-F238E27FC236}">
                <a16:creationId xmlns:a16="http://schemas.microsoft.com/office/drawing/2014/main" id="{5A0D7F44-DE45-7F8B-2B43-3B02510FB02E}"/>
              </a:ext>
            </a:extLst>
          </p:cNvPr>
          <p:cNvSpPr>
            <a:spLocks noGrp="1"/>
          </p:cNvSpPr>
          <p:nvPr>
            <p:ph type="body" sz="quarter" idx="24" hasCustomPrompt="1"/>
          </p:nvPr>
        </p:nvSpPr>
        <p:spPr>
          <a:xfrm>
            <a:off x="1318063" y="2548316"/>
            <a:ext cx="2412000" cy="180000"/>
          </a:xfrm>
        </p:spPr>
        <p:txBody>
          <a:bodyPr anchor="ctr"/>
          <a:lstStyle>
            <a:lvl1pPr marL="0" indent="0">
              <a:lnSpc>
                <a:spcPct val="100000"/>
              </a:lnSpc>
              <a:spcBef>
                <a:spcPts val="0"/>
              </a:spcBef>
              <a:buNone/>
              <a:defRPr sz="1000">
                <a:solidFill>
                  <a:schemeClr val="bg1"/>
                </a:solidFill>
              </a:defRPr>
            </a:lvl1pPr>
          </a:lstStyle>
          <a:p>
            <a:pPr lvl="0"/>
            <a:r>
              <a:rPr lang="en-US"/>
              <a:t>Company</a:t>
            </a:r>
            <a:endParaRPr lang="en-GB"/>
          </a:p>
        </p:txBody>
      </p:sp>
      <p:sp>
        <p:nvSpPr>
          <p:cNvPr id="41" name="Text Placeholder 28">
            <a:extLst>
              <a:ext uri="{FF2B5EF4-FFF2-40B4-BE49-F238E27FC236}">
                <a16:creationId xmlns:a16="http://schemas.microsoft.com/office/drawing/2014/main" id="{CEE1A96E-B1A0-3BB1-EAC5-DCE0E7711279}"/>
              </a:ext>
            </a:extLst>
          </p:cNvPr>
          <p:cNvSpPr>
            <a:spLocks noGrp="1"/>
          </p:cNvSpPr>
          <p:nvPr>
            <p:ph type="body" sz="quarter" idx="25" hasCustomPrompt="1"/>
          </p:nvPr>
        </p:nvSpPr>
        <p:spPr>
          <a:xfrm>
            <a:off x="1318063" y="2732885"/>
            <a:ext cx="2412000" cy="180000"/>
          </a:xfrm>
        </p:spPr>
        <p:txBody>
          <a:bodyPr anchor="ctr"/>
          <a:lstStyle>
            <a:lvl1pPr marL="0" indent="0">
              <a:lnSpc>
                <a:spcPct val="100000"/>
              </a:lnSpc>
              <a:spcBef>
                <a:spcPts val="0"/>
              </a:spcBef>
              <a:buNone/>
              <a:defRPr sz="1000" i="1">
                <a:solidFill>
                  <a:schemeClr val="bg1"/>
                </a:solidFill>
              </a:defRPr>
            </a:lvl1pPr>
          </a:lstStyle>
          <a:p>
            <a:pPr lvl="0"/>
            <a:r>
              <a:rPr lang="en-US"/>
              <a:t>Position</a:t>
            </a:r>
            <a:endParaRPr lang="en-GB"/>
          </a:p>
        </p:txBody>
      </p:sp>
      <p:sp>
        <p:nvSpPr>
          <p:cNvPr id="42" name="Text Placeholder 28">
            <a:extLst>
              <a:ext uri="{FF2B5EF4-FFF2-40B4-BE49-F238E27FC236}">
                <a16:creationId xmlns:a16="http://schemas.microsoft.com/office/drawing/2014/main" id="{D308860B-0915-46DE-0917-FC3E485A6A66}"/>
              </a:ext>
            </a:extLst>
          </p:cNvPr>
          <p:cNvSpPr>
            <a:spLocks noGrp="1"/>
          </p:cNvSpPr>
          <p:nvPr>
            <p:ph type="body" sz="quarter" idx="26" hasCustomPrompt="1"/>
          </p:nvPr>
        </p:nvSpPr>
        <p:spPr>
          <a:xfrm>
            <a:off x="407368" y="2972933"/>
            <a:ext cx="864000" cy="180000"/>
          </a:xfrm>
        </p:spPr>
        <p:txBody>
          <a:bodyPr anchor="ctr"/>
          <a:lstStyle>
            <a:lvl1pPr marL="0" indent="0">
              <a:lnSpc>
                <a:spcPct val="100000"/>
              </a:lnSpc>
              <a:spcBef>
                <a:spcPts val="0"/>
              </a:spcBef>
              <a:buNone/>
              <a:defRPr sz="1000">
                <a:solidFill>
                  <a:schemeClr val="bg1"/>
                </a:solidFill>
              </a:defRPr>
            </a:lvl1pPr>
          </a:lstStyle>
          <a:p>
            <a:pPr lvl="0"/>
            <a:r>
              <a:rPr lang="en-US"/>
              <a:t>2000 - 2000</a:t>
            </a:r>
            <a:endParaRPr lang="en-GB"/>
          </a:p>
        </p:txBody>
      </p:sp>
      <p:sp>
        <p:nvSpPr>
          <p:cNvPr id="43" name="Text Placeholder 28">
            <a:extLst>
              <a:ext uri="{FF2B5EF4-FFF2-40B4-BE49-F238E27FC236}">
                <a16:creationId xmlns:a16="http://schemas.microsoft.com/office/drawing/2014/main" id="{77B81376-1F1C-AD7B-9AAA-00F838D51D4A}"/>
              </a:ext>
            </a:extLst>
          </p:cNvPr>
          <p:cNvSpPr>
            <a:spLocks noGrp="1"/>
          </p:cNvSpPr>
          <p:nvPr>
            <p:ph type="body" sz="quarter" idx="27" hasCustomPrompt="1"/>
          </p:nvPr>
        </p:nvSpPr>
        <p:spPr>
          <a:xfrm>
            <a:off x="1318063" y="2972933"/>
            <a:ext cx="2412000" cy="180000"/>
          </a:xfrm>
        </p:spPr>
        <p:txBody>
          <a:bodyPr anchor="ctr"/>
          <a:lstStyle>
            <a:lvl1pPr marL="0" indent="0">
              <a:lnSpc>
                <a:spcPct val="100000"/>
              </a:lnSpc>
              <a:spcBef>
                <a:spcPts val="0"/>
              </a:spcBef>
              <a:buNone/>
              <a:defRPr sz="1000">
                <a:solidFill>
                  <a:schemeClr val="bg1"/>
                </a:solidFill>
              </a:defRPr>
            </a:lvl1pPr>
          </a:lstStyle>
          <a:p>
            <a:pPr lvl="0"/>
            <a:r>
              <a:rPr lang="en-US"/>
              <a:t>Company</a:t>
            </a:r>
            <a:endParaRPr lang="en-GB"/>
          </a:p>
        </p:txBody>
      </p:sp>
      <p:sp>
        <p:nvSpPr>
          <p:cNvPr id="44" name="Text Placeholder 28">
            <a:extLst>
              <a:ext uri="{FF2B5EF4-FFF2-40B4-BE49-F238E27FC236}">
                <a16:creationId xmlns:a16="http://schemas.microsoft.com/office/drawing/2014/main" id="{56D76710-F993-65AD-99F3-3124041CA047}"/>
              </a:ext>
            </a:extLst>
          </p:cNvPr>
          <p:cNvSpPr>
            <a:spLocks noGrp="1"/>
          </p:cNvSpPr>
          <p:nvPr>
            <p:ph type="body" sz="quarter" idx="28" hasCustomPrompt="1"/>
          </p:nvPr>
        </p:nvSpPr>
        <p:spPr>
          <a:xfrm>
            <a:off x="1318063" y="3154827"/>
            <a:ext cx="2412000" cy="180000"/>
          </a:xfrm>
        </p:spPr>
        <p:txBody>
          <a:bodyPr anchor="ctr"/>
          <a:lstStyle>
            <a:lvl1pPr marL="0" indent="0">
              <a:lnSpc>
                <a:spcPct val="100000"/>
              </a:lnSpc>
              <a:spcBef>
                <a:spcPts val="0"/>
              </a:spcBef>
              <a:buNone/>
              <a:defRPr sz="1000" i="1">
                <a:solidFill>
                  <a:schemeClr val="bg1"/>
                </a:solidFill>
              </a:defRPr>
            </a:lvl1pPr>
          </a:lstStyle>
          <a:p>
            <a:pPr lvl="0"/>
            <a:r>
              <a:rPr lang="en-US"/>
              <a:t>Position</a:t>
            </a:r>
            <a:endParaRPr lang="en-GB"/>
          </a:p>
        </p:txBody>
      </p:sp>
      <p:sp>
        <p:nvSpPr>
          <p:cNvPr id="45" name="Text Placeholder 28">
            <a:extLst>
              <a:ext uri="{FF2B5EF4-FFF2-40B4-BE49-F238E27FC236}">
                <a16:creationId xmlns:a16="http://schemas.microsoft.com/office/drawing/2014/main" id="{96EE3191-FD1F-7687-7780-14886BA79972}"/>
              </a:ext>
            </a:extLst>
          </p:cNvPr>
          <p:cNvSpPr>
            <a:spLocks noGrp="1"/>
          </p:cNvSpPr>
          <p:nvPr>
            <p:ph type="body" sz="quarter" idx="29" hasCustomPrompt="1"/>
          </p:nvPr>
        </p:nvSpPr>
        <p:spPr>
          <a:xfrm>
            <a:off x="407368" y="3397550"/>
            <a:ext cx="864000" cy="180000"/>
          </a:xfrm>
        </p:spPr>
        <p:txBody>
          <a:bodyPr anchor="ctr"/>
          <a:lstStyle>
            <a:lvl1pPr marL="0" indent="0">
              <a:lnSpc>
                <a:spcPct val="100000"/>
              </a:lnSpc>
              <a:spcBef>
                <a:spcPts val="0"/>
              </a:spcBef>
              <a:buNone/>
              <a:defRPr sz="1000">
                <a:solidFill>
                  <a:schemeClr val="bg1"/>
                </a:solidFill>
              </a:defRPr>
            </a:lvl1pPr>
          </a:lstStyle>
          <a:p>
            <a:pPr lvl="0"/>
            <a:r>
              <a:rPr lang="en-US"/>
              <a:t>2000 - 2000</a:t>
            </a:r>
            <a:endParaRPr lang="en-GB"/>
          </a:p>
        </p:txBody>
      </p:sp>
      <p:sp>
        <p:nvSpPr>
          <p:cNvPr id="46" name="Text Placeholder 28">
            <a:extLst>
              <a:ext uri="{FF2B5EF4-FFF2-40B4-BE49-F238E27FC236}">
                <a16:creationId xmlns:a16="http://schemas.microsoft.com/office/drawing/2014/main" id="{8BBD8F81-FD26-F84E-199C-A6131B3EA59F}"/>
              </a:ext>
            </a:extLst>
          </p:cNvPr>
          <p:cNvSpPr>
            <a:spLocks noGrp="1"/>
          </p:cNvSpPr>
          <p:nvPr>
            <p:ph type="body" sz="quarter" idx="30" hasCustomPrompt="1"/>
          </p:nvPr>
        </p:nvSpPr>
        <p:spPr>
          <a:xfrm>
            <a:off x="1318063" y="3397550"/>
            <a:ext cx="2412000" cy="180000"/>
          </a:xfrm>
        </p:spPr>
        <p:txBody>
          <a:bodyPr anchor="ctr"/>
          <a:lstStyle>
            <a:lvl1pPr marL="0" indent="0">
              <a:lnSpc>
                <a:spcPct val="100000"/>
              </a:lnSpc>
              <a:spcBef>
                <a:spcPts val="0"/>
              </a:spcBef>
              <a:buNone/>
              <a:defRPr sz="1000">
                <a:solidFill>
                  <a:schemeClr val="bg1"/>
                </a:solidFill>
              </a:defRPr>
            </a:lvl1pPr>
          </a:lstStyle>
          <a:p>
            <a:pPr lvl="0"/>
            <a:r>
              <a:rPr lang="en-US"/>
              <a:t>Company</a:t>
            </a:r>
            <a:endParaRPr lang="en-GB"/>
          </a:p>
        </p:txBody>
      </p:sp>
      <p:sp>
        <p:nvSpPr>
          <p:cNvPr id="47" name="Text Placeholder 28">
            <a:extLst>
              <a:ext uri="{FF2B5EF4-FFF2-40B4-BE49-F238E27FC236}">
                <a16:creationId xmlns:a16="http://schemas.microsoft.com/office/drawing/2014/main" id="{06430277-AF2F-8DEB-DD84-18C85057ECB0}"/>
              </a:ext>
            </a:extLst>
          </p:cNvPr>
          <p:cNvSpPr>
            <a:spLocks noGrp="1"/>
          </p:cNvSpPr>
          <p:nvPr>
            <p:ph type="body" sz="quarter" idx="31" hasCustomPrompt="1"/>
          </p:nvPr>
        </p:nvSpPr>
        <p:spPr>
          <a:xfrm>
            <a:off x="1318063" y="3579442"/>
            <a:ext cx="2412000" cy="180000"/>
          </a:xfrm>
        </p:spPr>
        <p:txBody>
          <a:bodyPr anchor="ctr"/>
          <a:lstStyle>
            <a:lvl1pPr marL="0" indent="0">
              <a:lnSpc>
                <a:spcPct val="100000"/>
              </a:lnSpc>
              <a:spcBef>
                <a:spcPts val="0"/>
              </a:spcBef>
              <a:buNone/>
              <a:defRPr sz="1000" i="1">
                <a:solidFill>
                  <a:schemeClr val="bg1"/>
                </a:solidFill>
              </a:defRPr>
            </a:lvl1pPr>
          </a:lstStyle>
          <a:p>
            <a:pPr lvl="0"/>
            <a:r>
              <a:rPr lang="en-US"/>
              <a:t>Position</a:t>
            </a:r>
            <a:endParaRPr lang="en-GB"/>
          </a:p>
        </p:txBody>
      </p:sp>
      <p:sp>
        <p:nvSpPr>
          <p:cNvPr id="48" name="TextBox 47">
            <a:extLst>
              <a:ext uri="{FF2B5EF4-FFF2-40B4-BE49-F238E27FC236}">
                <a16:creationId xmlns:a16="http://schemas.microsoft.com/office/drawing/2014/main" id="{491C2143-FF56-E546-0B0B-7B01A4F45357}"/>
              </a:ext>
            </a:extLst>
          </p:cNvPr>
          <p:cNvSpPr txBox="1"/>
          <p:nvPr userDrawn="1"/>
        </p:nvSpPr>
        <p:spPr bwMode="gray">
          <a:xfrm>
            <a:off x="407368" y="4251698"/>
            <a:ext cx="1728192" cy="214098"/>
          </a:xfrm>
          <a:prstGeom prst="rect">
            <a:avLst/>
          </a:prstGeom>
          <a:noFill/>
        </p:spPr>
        <p:txBody>
          <a:bodyPr wrap="square" lIns="0" tIns="0" rIns="0" bIns="0"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GB" sz="1050" b="0" i="0" u="none" strike="noStrike" kern="1200" cap="none" spc="0" normalizeH="0" baseline="0" noProof="0">
                <a:ln>
                  <a:noFill/>
                </a:ln>
                <a:solidFill>
                  <a:srgbClr val="F1F1ED"/>
                </a:solidFill>
                <a:effectLst/>
                <a:uLnTx/>
                <a:uFillTx/>
                <a:latin typeface="Calibri"/>
                <a:cs typeface="Arial"/>
              </a:rPr>
              <a:t>Education</a:t>
            </a:r>
            <a:endParaRPr kumimoji="0" lang="en-GB" sz="1400" b="0" i="0" u="none" strike="noStrike" kern="1200" cap="none" spc="0" normalizeH="0" baseline="0" noProof="0">
              <a:ln>
                <a:noFill/>
              </a:ln>
              <a:solidFill>
                <a:srgbClr val="F1F1ED"/>
              </a:solidFill>
              <a:effectLst/>
              <a:uLnTx/>
              <a:uFillTx/>
              <a:latin typeface="Calibri"/>
              <a:cs typeface="Arial"/>
            </a:endParaRPr>
          </a:p>
        </p:txBody>
      </p:sp>
      <p:sp>
        <p:nvSpPr>
          <p:cNvPr id="49" name="Text Placeholder 28">
            <a:extLst>
              <a:ext uri="{FF2B5EF4-FFF2-40B4-BE49-F238E27FC236}">
                <a16:creationId xmlns:a16="http://schemas.microsoft.com/office/drawing/2014/main" id="{6B369B25-D843-4DAC-BD5A-C68DB7468721}"/>
              </a:ext>
            </a:extLst>
          </p:cNvPr>
          <p:cNvSpPr>
            <a:spLocks noGrp="1"/>
          </p:cNvSpPr>
          <p:nvPr>
            <p:ph type="body" sz="quarter" idx="32" hasCustomPrompt="1"/>
          </p:nvPr>
        </p:nvSpPr>
        <p:spPr>
          <a:xfrm>
            <a:off x="407368" y="3822165"/>
            <a:ext cx="864000" cy="180000"/>
          </a:xfrm>
        </p:spPr>
        <p:txBody>
          <a:bodyPr anchor="ctr"/>
          <a:lstStyle>
            <a:lvl1pPr marL="0" indent="0">
              <a:lnSpc>
                <a:spcPct val="100000"/>
              </a:lnSpc>
              <a:spcBef>
                <a:spcPts val="0"/>
              </a:spcBef>
              <a:buNone/>
              <a:defRPr sz="1000">
                <a:solidFill>
                  <a:schemeClr val="bg1"/>
                </a:solidFill>
              </a:defRPr>
            </a:lvl1pPr>
          </a:lstStyle>
          <a:p>
            <a:pPr lvl="0"/>
            <a:r>
              <a:rPr lang="en-US"/>
              <a:t>2000 - 2000</a:t>
            </a:r>
            <a:endParaRPr lang="en-GB"/>
          </a:p>
        </p:txBody>
      </p:sp>
      <p:sp>
        <p:nvSpPr>
          <p:cNvPr id="50" name="Text Placeholder 28">
            <a:extLst>
              <a:ext uri="{FF2B5EF4-FFF2-40B4-BE49-F238E27FC236}">
                <a16:creationId xmlns:a16="http://schemas.microsoft.com/office/drawing/2014/main" id="{44B2A45D-1E18-4631-176C-9598F6846302}"/>
              </a:ext>
            </a:extLst>
          </p:cNvPr>
          <p:cNvSpPr>
            <a:spLocks noGrp="1"/>
          </p:cNvSpPr>
          <p:nvPr>
            <p:ph type="body" sz="quarter" idx="33" hasCustomPrompt="1"/>
          </p:nvPr>
        </p:nvSpPr>
        <p:spPr>
          <a:xfrm>
            <a:off x="1318063" y="3822165"/>
            <a:ext cx="2412000" cy="180000"/>
          </a:xfrm>
        </p:spPr>
        <p:txBody>
          <a:bodyPr anchor="ctr"/>
          <a:lstStyle>
            <a:lvl1pPr marL="0" indent="0">
              <a:lnSpc>
                <a:spcPct val="100000"/>
              </a:lnSpc>
              <a:spcBef>
                <a:spcPts val="0"/>
              </a:spcBef>
              <a:buNone/>
              <a:defRPr sz="1000">
                <a:solidFill>
                  <a:schemeClr val="bg1"/>
                </a:solidFill>
              </a:defRPr>
            </a:lvl1pPr>
          </a:lstStyle>
          <a:p>
            <a:pPr lvl="0"/>
            <a:r>
              <a:rPr lang="en-US"/>
              <a:t>Company</a:t>
            </a:r>
            <a:endParaRPr lang="en-GB"/>
          </a:p>
        </p:txBody>
      </p:sp>
      <p:sp>
        <p:nvSpPr>
          <p:cNvPr id="51" name="Text Placeholder 28">
            <a:extLst>
              <a:ext uri="{FF2B5EF4-FFF2-40B4-BE49-F238E27FC236}">
                <a16:creationId xmlns:a16="http://schemas.microsoft.com/office/drawing/2014/main" id="{BAA62BC1-793D-D8CA-03C6-1189D10479C1}"/>
              </a:ext>
            </a:extLst>
          </p:cNvPr>
          <p:cNvSpPr>
            <a:spLocks noGrp="1"/>
          </p:cNvSpPr>
          <p:nvPr>
            <p:ph type="body" sz="quarter" idx="34" hasCustomPrompt="1"/>
          </p:nvPr>
        </p:nvSpPr>
        <p:spPr>
          <a:xfrm>
            <a:off x="1318063" y="4004435"/>
            <a:ext cx="2412000" cy="180000"/>
          </a:xfrm>
        </p:spPr>
        <p:txBody>
          <a:bodyPr anchor="ctr"/>
          <a:lstStyle>
            <a:lvl1pPr marL="0" indent="0">
              <a:lnSpc>
                <a:spcPct val="100000"/>
              </a:lnSpc>
              <a:spcBef>
                <a:spcPts val="0"/>
              </a:spcBef>
              <a:buNone/>
              <a:defRPr sz="1000" i="1">
                <a:solidFill>
                  <a:schemeClr val="bg1"/>
                </a:solidFill>
              </a:defRPr>
            </a:lvl1pPr>
          </a:lstStyle>
          <a:p>
            <a:pPr lvl="0"/>
            <a:r>
              <a:rPr lang="en-US"/>
              <a:t>Position</a:t>
            </a:r>
            <a:endParaRPr lang="en-GB"/>
          </a:p>
        </p:txBody>
      </p:sp>
      <p:sp>
        <p:nvSpPr>
          <p:cNvPr id="58" name="Text Placeholder 28">
            <a:extLst>
              <a:ext uri="{FF2B5EF4-FFF2-40B4-BE49-F238E27FC236}">
                <a16:creationId xmlns:a16="http://schemas.microsoft.com/office/drawing/2014/main" id="{021E79FC-A2DF-5E70-98B4-D6EE9C271266}"/>
              </a:ext>
            </a:extLst>
          </p:cNvPr>
          <p:cNvSpPr>
            <a:spLocks noGrp="1"/>
          </p:cNvSpPr>
          <p:nvPr>
            <p:ph type="body" sz="quarter" idx="35" hasCustomPrompt="1"/>
          </p:nvPr>
        </p:nvSpPr>
        <p:spPr>
          <a:xfrm>
            <a:off x="391031" y="4530526"/>
            <a:ext cx="864000" cy="180000"/>
          </a:xfrm>
        </p:spPr>
        <p:txBody>
          <a:bodyPr anchor="ctr"/>
          <a:lstStyle>
            <a:lvl1pPr marL="0" indent="0">
              <a:lnSpc>
                <a:spcPct val="100000"/>
              </a:lnSpc>
              <a:spcBef>
                <a:spcPts val="0"/>
              </a:spcBef>
              <a:buNone/>
              <a:defRPr sz="1000">
                <a:solidFill>
                  <a:schemeClr val="bg1"/>
                </a:solidFill>
              </a:defRPr>
            </a:lvl1pPr>
          </a:lstStyle>
          <a:p>
            <a:pPr lvl="0"/>
            <a:r>
              <a:rPr lang="en-US"/>
              <a:t>2000 - 2000</a:t>
            </a:r>
            <a:endParaRPr lang="en-GB"/>
          </a:p>
        </p:txBody>
      </p:sp>
      <p:sp>
        <p:nvSpPr>
          <p:cNvPr id="59" name="Text Placeholder 28">
            <a:extLst>
              <a:ext uri="{FF2B5EF4-FFF2-40B4-BE49-F238E27FC236}">
                <a16:creationId xmlns:a16="http://schemas.microsoft.com/office/drawing/2014/main" id="{380F1CF5-5E39-D4B2-F91A-E6B2A4B75429}"/>
              </a:ext>
            </a:extLst>
          </p:cNvPr>
          <p:cNvSpPr>
            <a:spLocks noGrp="1"/>
          </p:cNvSpPr>
          <p:nvPr>
            <p:ph type="body" sz="quarter" idx="36" hasCustomPrompt="1"/>
          </p:nvPr>
        </p:nvSpPr>
        <p:spPr>
          <a:xfrm>
            <a:off x="1301726" y="4530526"/>
            <a:ext cx="2412000" cy="180000"/>
          </a:xfrm>
        </p:spPr>
        <p:txBody>
          <a:bodyPr anchor="ctr"/>
          <a:lstStyle>
            <a:lvl1pPr marL="0" indent="0">
              <a:lnSpc>
                <a:spcPct val="100000"/>
              </a:lnSpc>
              <a:spcBef>
                <a:spcPts val="0"/>
              </a:spcBef>
              <a:buNone/>
              <a:defRPr sz="1000">
                <a:solidFill>
                  <a:schemeClr val="bg1"/>
                </a:solidFill>
              </a:defRPr>
            </a:lvl1pPr>
          </a:lstStyle>
          <a:p>
            <a:pPr lvl="0"/>
            <a:r>
              <a:rPr lang="en-US"/>
              <a:t>Degree</a:t>
            </a:r>
            <a:endParaRPr lang="en-GB"/>
          </a:p>
        </p:txBody>
      </p:sp>
      <p:sp>
        <p:nvSpPr>
          <p:cNvPr id="60" name="Text Placeholder 28">
            <a:extLst>
              <a:ext uri="{FF2B5EF4-FFF2-40B4-BE49-F238E27FC236}">
                <a16:creationId xmlns:a16="http://schemas.microsoft.com/office/drawing/2014/main" id="{3CBC4BCC-DB00-6022-33AD-C40A841188EE}"/>
              </a:ext>
            </a:extLst>
          </p:cNvPr>
          <p:cNvSpPr>
            <a:spLocks noGrp="1"/>
          </p:cNvSpPr>
          <p:nvPr>
            <p:ph type="body" sz="quarter" idx="37" hasCustomPrompt="1"/>
          </p:nvPr>
        </p:nvSpPr>
        <p:spPr>
          <a:xfrm>
            <a:off x="1301726" y="4712796"/>
            <a:ext cx="2412000" cy="180000"/>
          </a:xfrm>
        </p:spPr>
        <p:txBody>
          <a:bodyPr anchor="ctr"/>
          <a:lstStyle>
            <a:lvl1pPr marL="0" indent="0">
              <a:lnSpc>
                <a:spcPct val="100000"/>
              </a:lnSpc>
              <a:spcBef>
                <a:spcPts val="0"/>
              </a:spcBef>
              <a:buNone/>
              <a:defRPr sz="1000" i="1">
                <a:solidFill>
                  <a:schemeClr val="bg1"/>
                </a:solidFill>
              </a:defRPr>
            </a:lvl1pPr>
          </a:lstStyle>
          <a:p>
            <a:pPr lvl="0"/>
            <a:r>
              <a:rPr lang="en-US"/>
              <a:t>University</a:t>
            </a:r>
            <a:endParaRPr lang="en-GB"/>
          </a:p>
        </p:txBody>
      </p:sp>
      <p:sp>
        <p:nvSpPr>
          <p:cNvPr id="61" name="Text Placeholder 28">
            <a:extLst>
              <a:ext uri="{FF2B5EF4-FFF2-40B4-BE49-F238E27FC236}">
                <a16:creationId xmlns:a16="http://schemas.microsoft.com/office/drawing/2014/main" id="{189279C5-F7A4-147A-FBD7-20129AE101C6}"/>
              </a:ext>
            </a:extLst>
          </p:cNvPr>
          <p:cNvSpPr>
            <a:spLocks noGrp="1"/>
          </p:cNvSpPr>
          <p:nvPr>
            <p:ph type="body" sz="quarter" idx="38" hasCustomPrompt="1"/>
          </p:nvPr>
        </p:nvSpPr>
        <p:spPr>
          <a:xfrm>
            <a:off x="391031" y="4950211"/>
            <a:ext cx="864000" cy="180000"/>
          </a:xfrm>
        </p:spPr>
        <p:txBody>
          <a:bodyPr anchor="ctr"/>
          <a:lstStyle>
            <a:lvl1pPr marL="0" indent="0">
              <a:lnSpc>
                <a:spcPct val="100000"/>
              </a:lnSpc>
              <a:spcBef>
                <a:spcPts val="0"/>
              </a:spcBef>
              <a:buNone/>
              <a:defRPr sz="1000">
                <a:solidFill>
                  <a:schemeClr val="bg1"/>
                </a:solidFill>
              </a:defRPr>
            </a:lvl1pPr>
          </a:lstStyle>
          <a:p>
            <a:pPr lvl="0"/>
            <a:r>
              <a:rPr lang="en-US"/>
              <a:t>2000 - 2000</a:t>
            </a:r>
            <a:endParaRPr lang="en-GB"/>
          </a:p>
        </p:txBody>
      </p:sp>
      <p:sp>
        <p:nvSpPr>
          <p:cNvPr id="62" name="Text Placeholder 28">
            <a:extLst>
              <a:ext uri="{FF2B5EF4-FFF2-40B4-BE49-F238E27FC236}">
                <a16:creationId xmlns:a16="http://schemas.microsoft.com/office/drawing/2014/main" id="{9F56AF7B-D51A-B5C3-F167-98C1081D2C95}"/>
              </a:ext>
            </a:extLst>
          </p:cNvPr>
          <p:cNvSpPr>
            <a:spLocks noGrp="1"/>
          </p:cNvSpPr>
          <p:nvPr>
            <p:ph type="body" sz="quarter" idx="39" hasCustomPrompt="1"/>
          </p:nvPr>
        </p:nvSpPr>
        <p:spPr>
          <a:xfrm>
            <a:off x="1301726" y="4950211"/>
            <a:ext cx="2412000" cy="180000"/>
          </a:xfrm>
        </p:spPr>
        <p:txBody>
          <a:bodyPr anchor="ctr"/>
          <a:lstStyle>
            <a:lvl1pPr marL="0" indent="0">
              <a:lnSpc>
                <a:spcPct val="100000"/>
              </a:lnSpc>
              <a:spcBef>
                <a:spcPts val="0"/>
              </a:spcBef>
              <a:buNone/>
              <a:defRPr sz="1000">
                <a:solidFill>
                  <a:schemeClr val="bg1"/>
                </a:solidFill>
              </a:defRPr>
            </a:lvl1pPr>
          </a:lstStyle>
          <a:p>
            <a:pPr lvl="0"/>
            <a:r>
              <a:rPr lang="en-US"/>
              <a:t>Degree</a:t>
            </a:r>
            <a:endParaRPr lang="en-GB"/>
          </a:p>
        </p:txBody>
      </p:sp>
      <p:sp>
        <p:nvSpPr>
          <p:cNvPr id="63" name="Text Placeholder 28">
            <a:extLst>
              <a:ext uri="{FF2B5EF4-FFF2-40B4-BE49-F238E27FC236}">
                <a16:creationId xmlns:a16="http://schemas.microsoft.com/office/drawing/2014/main" id="{26C9AAED-6651-9857-BFF0-92978C4A63F2}"/>
              </a:ext>
            </a:extLst>
          </p:cNvPr>
          <p:cNvSpPr>
            <a:spLocks noGrp="1"/>
          </p:cNvSpPr>
          <p:nvPr>
            <p:ph type="body" sz="quarter" idx="40" hasCustomPrompt="1"/>
          </p:nvPr>
        </p:nvSpPr>
        <p:spPr>
          <a:xfrm>
            <a:off x="1301726" y="5132481"/>
            <a:ext cx="2412000" cy="180000"/>
          </a:xfrm>
        </p:spPr>
        <p:txBody>
          <a:bodyPr anchor="ctr"/>
          <a:lstStyle>
            <a:lvl1pPr marL="0" indent="0">
              <a:lnSpc>
                <a:spcPct val="100000"/>
              </a:lnSpc>
              <a:spcBef>
                <a:spcPts val="0"/>
              </a:spcBef>
              <a:buNone/>
              <a:defRPr sz="1000" i="1">
                <a:solidFill>
                  <a:schemeClr val="bg1"/>
                </a:solidFill>
              </a:defRPr>
            </a:lvl1pPr>
          </a:lstStyle>
          <a:p>
            <a:pPr lvl="0"/>
            <a:r>
              <a:rPr lang="en-US"/>
              <a:t>University</a:t>
            </a:r>
            <a:endParaRPr lang="en-GB"/>
          </a:p>
        </p:txBody>
      </p:sp>
      <p:sp>
        <p:nvSpPr>
          <p:cNvPr id="64" name="Text Placeholder 28">
            <a:extLst>
              <a:ext uri="{FF2B5EF4-FFF2-40B4-BE49-F238E27FC236}">
                <a16:creationId xmlns:a16="http://schemas.microsoft.com/office/drawing/2014/main" id="{C13ADAB3-97C4-B87D-40E2-5A08BFC6983E}"/>
              </a:ext>
            </a:extLst>
          </p:cNvPr>
          <p:cNvSpPr>
            <a:spLocks noGrp="1"/>
          </p:cNvSpPr>
          <p:nvPr>
            <p:ph type="body" sz="quarter" idx="41" hasCustomPrompt="1"/>
          </p:nvPr>
        </p:nvSpPr>
        <p:spPr>
          <a:xfrm>
            <a:off x="391076" y="5379382"/>
            <a:ext cx="864000" cy="180000"/>
          </a:xfrm>
        </p:spPr>
        <p:txBody>
          <a:bodyPr anchor="ctr"/>
          <a:lstStyle>
            <a:lvl1pPr marL="0" indent="0">
              <a:lnSpc>
                <a:spcPct val="100000"/>
              </a:lnSpc>
              <a:spcBef>
                <a:spcPts val="0"/>
              </a:spcBef>
              <a:buNone/>
              <a:defRPr sz="1000">
                <a:solidFill>
                  <a:schemeClr val="bg1"/>
                </a:solidFill>
              </a:defRPr>
            </a:lvl1pPr>
          </a:lstStyle>
          <a:p>
            <a:pPr lvl="0"/>
            <a:r>
              <a:rPr lang="en-US"/>
              <a:t>2000 - 2000</a:t>
            </a:r>
            <a:endParaRPr lang="en-GB"/>
          </a:p>
        </p:txBody>
      </p:sp>
      <p:sp>
        <p:nvSpPr>
          <p:cNvPr id="65" name="Text Placeholder 28">
            <a:extLst>
              <a:ext uri="{FF2B5EF4-FFF2-40B4-BE49-F238E27FC236}">
                <a16:creationId xmlns:a16="http://schemas.microsoft.com/office/drawing/2014/main" id="{7BE4AE85-D15D-2FBC-76C1-D7DC523712AC}"/>
              </a:ext>
            </a:extLst>
          </p:cNvPr>
          <p:cNvSpPr>
            <a:spLocks noGrp="1"/>
          </p:cNvSpPr>
          <p:nvPr>
            <p:ph type="body" sz="quarter" idx="42" hasCustomPrompt="1"/>
          </p:nvPr>
        </p:nvSpPr>
        <p:spPr>
          <a:xfrm>
            <a:off x="1301771" y="5379382"/>
            <a:ext cx="2412000" cy="180000"/>
          </a:xfrm>
        </p:spPr>
        <p:txBody>
          <a:bodyPr anchor="ctr"/>
          <a:lstStyle>
            <a:lvl1pPr marL="0" indent="0">
              <a:lnSpc>
                <a:spcPct val="100000"/>
              </a:lnSpc>
              <a:spcBef>
                <a:spcPts val="0"/>
              </a:spcBef>
              <a:buNone/>
              <a:defRPr sz="1000">
                <a:solidFill>
                  <a:schemeClr val="bg1"/>
                </a:solidFill>
              </a:defRPr>
            </a:lvl1pPr>
          </a:lstStyle>
          <a:p>
            <a:pPr lvl="0"/>
            <a:r>
              <a:rPr lang="en-US"/>
              <a:t>Degree</a:t>
            </a:r>
            <a:endParaRPr lang="en-GB"/>
          </a:p>
        </p:txBody>
      </p:sp>
      <p:sp>
        <p:nvSpPr>
          <p:cNvPr id="66" name="Text Placeholder 28">
            <a:extLst>
              <a:ext uri="{FF2B5EF4-FFF2-40B4-BE49-F238E27FC236}">
                <a16:creationId xmlns:a16="http://schemas.microsoft.com/office/drawing/2014/main" id="{FA13367C-8379-E481-E4BB-277BF8233547}"/>
              </a:ext>
            </a:extLst>
          </p:cNvPr>
          <p:cNvSpPr>
            <a:spLocks noGrp="1"/>
          </p:cNvSpPr>
          <p:nvPr>
            <p:ph type="body" sz="quarter" idx="43" hasCustomPrompt="1"/>
          </p:nvPr>
        </p:nvSpPr>
        <p:spPr>
          <a:xfrm>
            <a:off x="1301771" y="5561652"/>
            <a:ext cx="2412000" cy="180000"/>
          </a:xfrm>
        </p:spPr>
        <p:txBody>
          <a:bodyPr anchor="ctr"/>
          <a:lstStyle>
            <a:lvl1pPr marL="0" indent="0">
              <a:lnSpc>
                <a:spcPct val="100000"/>
              </a:lnSpc>
              <a:spcBef>
                <a:spcPts val="0"/>
              </a:spcBef>
              <a:buNone/>
              <a:defRPr sz="1000" i="1">
                <a:solidFill>
                  <a:schemeClr val="bg1"/>
                </a:solidFill>
              </a:defRPr>
            </a:lvl1pPr>
          </a:lstStyle>
          <a:p>
            <a:pPr lvl="0"/>
            <a:r>
              <a:rPr lang="en-US"/>
              <a:t>University</a:t>
            </a:r>
            <a:endParaRPr lang="en-GB"/>
          </a:p>
        </p:txBody>
      </p:sp>
      <p:sp>
        <p:nvSpPr>
          <p:cNvPr id="67" name="Text Placeholder 28">
            <a:extLst>
              <a:ext uri="{FF2B5EF4-FFF2-40B4-BE49-F238E27FC236}">
                <a16:creationId xmlns:a16="http://schemas.microsoft.com/office/drawing/2014/main" id="{31381257-9358-B142-1D52-2E8677FAD49F}"/>
              </a:ext>
            </a:extLst>
          </p:cNvPr>
          <p:cNvSpPr>
            <a:spLocks noGrp="1"/>
          </p:cNvSpPr>
          <p:nvPr>
            <p:ph type="body" sz="quarter" idx="44" hasCustomPrompt="1"/>
          </p:nvPr>
        </p:nvSpPr>
        <p:spPr>
          <a:xfrm>
            <a:off x="391031" y="5803034"/>
            <a:ext cx="864000" cy="180000"/>
          </a:xfrm>
        </p:spPr>
        <p:txBody>
          <a:bodyPr anchor="ctr"/>
          <a:lstStyle>
            <a:lvl1pPr marL="0" indent="0">
              <a:lnSpc>
                <a:spcPct val="100000"/>
              </a:lnSpc>
              <a:spcBef>
                <a:spcPts val="0"/>
              </a:spcBef>
              <a:buNone/>
              <a:defRPr sz="1000">
                <a:solidFill>
                  <a:schemeClr val="bg1"/>
                </a:solidFill>
              </a:defRPr>
            </a:lvl1pPr>
          </a:lstStyle>
          <a:p>
            <a:pPr lvl="0"/>
            <a:r>
              <a:rPr lang="en-US"/>
              <a:t>2000 - 2000</a:t>
            </a:r>
            <a:endParaRPr lang="en-GB"/>
          </a:p>
        </p:txBody>
      </p:sp>
      <p:sp>
        <p:nvSpPr>
          <p:cNvPr id="68" name="Text Placeholder 28">
            <a:extLst>
              <a:ext uri="{FF2B5EF4-FFF2-40B4-BE49-F238E27FC236}">
                <a16:creationId xmlns:a16="http://schemas.microsoft.com/office/drawing/2014/main" id="{27AEBFDD-41B9-3FBE-B04C-A30D4FE85116}"/>
              </a:ext>
            </a:extLst>
          </p:cNvPr>
          <p:cNvSpPr>
            <a:spLocks noGrp="1"/>
          </p:cNvSpPr>
          <p:nvPr>
            <p:ph type="body" sz="quarter" idx="45" hasCustomPrompt="1"/>
          </p:nvPr>
        </p:nvSpPr>
        <p:spPr>
          <a:xfrm>
            <a:off x="1301726" y="5803034"/>
            <a:ext cx="2412000" cy="180000"/>
          </a:xfrm>
        </p:spPr>
        <p:txBody>
          <a:bodyPr anchor="ctr"/>
          <a:lstStyle>
            <a:lvl1pPr marL="0" indent="0">
              <a:lnSpc>
                <a:spcPct val="100000"/>
              </a:lnSpc>
              <a:spcBef>
                <a:spcPts val="0"/>
              </a:spcBef>
              <a:buNone/>
              <a:defRPr sz="1000">
                <a:solidFill>
                  <a:schemeClr val="bg1"/>
                </a:solidFill>
              </a:defRPr>
            </a:lvl1pPr>
          </a:lstStyle>
          <a:p>
            <a:pPr lvl="0"/>
            <a:r>
              <a:rPr lang="en-US"/>
              <a:t>Degree</a:t>
            </a:r>
            <a:endParaRPr lang="en-GB"/>
          </a:p>
        </p:txBody>
      </p:sp>
      <p:sp>
        <p:nvSpPr>
          <p:cNvPr id="69" name="Text Placeholder 28">
            <a:extLst>
              <a:ext uri="{FF2B5EF4-FFF2-40B4-BE49-F238E27FC236}">
                <a16:creationId xmlns:a16="http://schemas.microsoft.com/office/drawing/2014/main" id="{648DD48D-FD6A-E6D1-E7FA-00C148A67193}"/>
              </a:ext>
            </a:extLst>
          </p:cNvPr>
          <p:cNvSpPr>
            <a:spLocks noGrp="1"/>
          </p:cNvSpPr>
          <p:nvPr>
            <p:ph type="body" sz="quarter" idx="46" hasCustomPrompt="1"/>
          </p:nvPr>
        </p:nvSpPr>
        <p:spPr>
          <a:xfrm>
            <a:off x="1301726" y="5985304"/>
            <a:ext cx="2412000" cy="180000"/>
          </a:xfrm>
        </p:spPr>
        <p:txBody>
          <a:bodyPr anchor="ctr"/>
          <a:lstStyle>
            <a:lvl1pPr marL="0" indent="0">
              <a:lnSpc>
                <a:spcPct val="100000"/>
              </a:lnSpc>
              <a:spcBef>
                <a:spcPts val="0"/>
              </a:spcBef>
              <a:buNone/>
              <a:defRPr sz="1000" i="1">
                <a:solidFill>
                  <a:schemeClr val="bg1"/>
                </a:solidFill>
              </a:defRPr>
            </a:lvl1pPr>
          </a:lstStyle>
          <a:p>
            <a:pPr lvl="0"/>
            <a:r>
              <a:rPr lang="en-US"/>
              <a:t>University</a:t>
            </a:r>
            <a:endParaRPr lang="en-GB"/>
          </a:p>
        </p:txBody>
      </p:sp>
      <p:sp>
        <p:nvSpPr>
          <p:cNvPr id="70" name="TextBox 69">
            <a:extLst>
              <a:ext uri="{FF2B5EF4-FFF2-40B4-BE49-F238E27FC236}">
                <a16:creationId xmlns:a16="http://schemas.microsoft.com/office/drawing/2014/main" id="{BBDECD02-CC36-F54D-0CFB-18C764D23C33}"/>
              </a:ext>
            </a:extLst>
          </p:cNvPr>
          <p:cNvSpPr txBox="1"/>
          <p:nvPr userDrawn="1"/>
        </p:nvSpPr>
        <p:spPr bwMode="gray">
          <a:xfrm>
            <a:off x="407368" y="6228951"/>
            <a:ext cx="1728192" cy="214098"/>
          </a:xfrm>
          <a:prstGeom prst="rect">
            <a:avLst/>
          </a:prstGeom>
          <a:noFill/>
        </p:spPr>
        <p:txBody>
          <a:bodyPr wrap="square" lIns="0" tIns="0" rIns="0" bIns="0"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GB" sz="1050" b="0" i="0" u="none" strike="noStrike" kern="1200" cap="none" spc="0" normalizeH="0" baseline="0" noProof="0">
                <a:ln>
                  <a:noFill/>
                </a:ln>
                <a:solidFill>
                  <a:srgbClr val="F1F1ED"/>
                </a:solidFill>
                <a:effectLst/>
                <a:uLnTx/>
                <a:uFillTx/>
                <a:latin typeface="Calibri"/>
                <a:cs typeface="Arial"/>
              </a:rPr>
              <a:t>Languages</a:t>
            </a:r>
            <a:endParaRPr kumimoji="0" lang="en-GB" sz="1400" b="0" i="0" u="none" strike="noStrike" kern="1200" cap="none" spc="0" normalizeH="0" baseline="0" noProof="0">
              <a:ln>
                <a:noFill/>
              </a:ln>
              <a:solidFill>
                <a:srgbClr val="F1F1ED"/>
              </a:solidFill>
              <a:effectLst/>
              <a:uLnTx/>
              <a:uFillTx/>
              <a:latin typeface="Calibri"/>
              <a:cs typeface="Arial"/>
            </a:endParaRPr>
          </a:p>
        </p:txBody>
      </p:sp>
      <p:sp>
        <p:nvSpPr>
          <p:cNvPr id="71" name="Text Placeholder 28">
            <a:extLst>
              <a:ext uri="{FF2B5EF4-FFF2-40B4-BE49-F238E27FC236}">
                <a16:creationId xmlns:a16="http://schemas.microsoft.com/office/drawing/2014/main" id="{2E0B00E8-F68C-2B73-9968-D5954DAF8189}"/>
              </a:ext>
            </a:extLst>
          </p:cNvPr>
          <p:cNvSpPr>
            <a:spLocks noGrp="1"/>
          </p:cNvSpPr>
          <p:nvPr>
            <p:ph type="body" sz="quarter" idx="47" hasCustomPrompt="1"/>
          </p:nvPr>
        </p:nvSpPr>
        <p:spPr>
          <a:xfrm>
            <a:off x="407368" y="6508966"/>
            <a:ext cx="3348000" cy="180000"/>
          </a:xfrm>
        </p:spPr>
        <p:txBody>
          <a:bodyPr anchor="ctr"/>
          <a:lstStyle>
            <a:lvl1pPr marL="0" indent="0">
              <a:lnSpc>
                <a:spcPct val="100000"/>
              </a:lnSpc>
              <a:spcBef>
                <a:spcPts val="0"/>
              </a:spcBef>
              <a:buNone/>
              <a:defRPr sz="1000">
                <a:solidFill>
                  <a:schemeClr val="bg1"/>
                </a:solidFill>
              </a:defRPr>
            </a:lvl1pPr>
          </a:lstStyle>
          <a:p>
            <a:pPr lvl="0"/>
            <a:r>
              <a:rPr lang="en-US"/>
              <a:t>Languages,</a:t>
            </a:r>
            <a:endParaRPr lang="en-GB"/>
          </a:p>
        </p:txBody>
      </p:sp>
      <p:cxnSp>
        <p:nvCxnSpPr>
          <p:cNvPr id="73" name="Straight Connector 72">
            <a:extLst>
              <a:ext uri="{FF2B5EF4-FFF2-40B4-BE49-F238E27FC236}">
                <a16:creationId xmlns:a16="http://schemas.microsoft.com/office/drawing/2014/main" id="{B1A851F6-DC40-507A-1DCA-ADF26B531272}"/>
              </a:ext>
            </a:extLst>
          </p:cNvPr>
          <p:cNvCxnSpPr>
            <a:cxnSpLocks/>
          </p:cNvCxnSpPr>
          <p:nvPr userDrawn="1"/>
        </p:nvCxnSpPr>
        <p:spPr bwMode="gray">
          <a:xfrm>
            <a:off x="6706937" y="1633834"/>
            <a:ext cx="0" cy="442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EBBBBE2C-576D-1FD1-4167-81DEDD69ECDA}"/>
              </a:ext>
            </a:extLst>
          </p:cNvPr>
          <p:cNvCxnSpPr>
            <a:cxnSpLocks/>
          </p:cNvCxnSpPr>
          <p:nvPr userDrawn="1"/>
        </p:nvCxnSpPr>
        <p:spPr bwMode="gray">
          <a:xfrm>
            <a:off x="9442283" y="1633834"/>
            <a:ext cx="0" cy="442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5" name="TextBox 74">
            <a:extLst>
              <a:ext uri="{FF2B5EF4-FFF2-40B4-BE49-F238E27FC236}">
                <a16:creationId xmlns:a16="http://schemas.microsoft.com/office/drawing/2014/main" id="{05C07BF7-8808-D0E7-84CE-67C4AE464396}"/>
              </a:ext>
            </a:extLst>
          </p:cNvPr>
          <p:cNvSpPr txBox="1"/>
          <p:nvPr userDrawn="1"/>
        </p:nvSpPr>
        <p:spPr bwMode="gray">
          <a:xfrm>
            <a:off x="4073922" y="1700808"/>
            <a:ext cx="1728192" cy="214098"/>
          </a:xfrm>
          <a:prstGeom prst="rect">
            <a:avLst/>
          </a:prstGeom>
          <a:noFill/>
        </p:spPr>
        <p:txBody>
          <a:bodyPr wrap="square" lIns="0" tIns="0" rIns="0" bIns="0"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GB" sz="1050" b="0" i="0" u="none" strike="noStrike" kern="1200" cap="none" spc="0" normalizeH="0" baseline="0" noProof="0">
                <a:ln>
                  <a:noFill/>
                </a:ln>
                <a:solidFill>
                  <a:srgbClr val="2F7587"/>
                </a:solidFill>
                <a:effectLst/>
                <a:uLnTx/>
                <a:uFillTx/>
                <a:latin typeface="Calibri"/>
                <a:cs typeface="Arial"/>
              </a:rPr>
              <a:t>Introduction</a:t>
            </a:r>
            <a:endParaRPr kumimoji="0" lang="en-GB" sz="1400" b="0" i="0" u="none" strike="noStrike" kern="1200" cap="none" spc="0" normalizeH="0" baseline="0" noProof="0">
              <a:ln>
                <a:noFill/>
              </a:ln>
              <a:solidFill>
                <a:srgbClr val="2F7587"/>
              </a:solidFill>
              <a:effectLst/>
              <a:uLnTx/>
              <a:uFillTx/>
              <a:latin typeface="Calibri"/>
              <a:cs typeface="Arial"/>
            </a:endParaRPr>
          </a:p>
        </p:txBody>
      </p:sp>
      <p:sp>
        <p:nvSpPr>
          <p:cNvPr id="76" name="TextBox 75">
            <a:extLst>
              <a:ext uri="{FF2B5EF4-FFF2-40B4-BE49-F238E27FC236}">
                <a16:creationId xmlns:a16="http://schemas.microsoft.com/office/drawing/2014/main" id="{DE3F16BF-9DD0-11D3-FF3D-A0380BCB137A}"/>
              </a:ext>
            </a:extLst>
          </p:cNvPr>
          <p:cNvSpPr txBox="1"/>
          <p:nvPr userDrawn="1"/>
        </p:nvSpPr>
        <p:spPr bwMode="gray">
          <a:xfrm>
            <a:off x="6814610" y="1700808"/>
            <a:ext cx="1728192" cy="214098"/>
          </a:xfrm>
          <a:prstGeom prst="rect">
            <a:avLst/>
          </a:prstGeom>
          <a:noFill/>
        </p:spPr>
        <p:txBody>
          <a:bodyPr wrap="square" lIns="0" tIns="0" rIns="0" bIns="0"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GB" sz="1050" b="0" i="0" u="none" strike="noStrike" kern="1200" cap="none" spc="0" normalizeH="0" baseline="0" noProof="0">
                <a:ln>
                  <a:noFill/>
                </a:ln>
                <a:solidFill>
                  <a:srgbClr val="2F7587"/>
                </a:solidFill>
                <a:effectLst/>
                <a:uLnTx/>
                <a:uFillTx/>
                <a:latin typeface="Calibri"/>
                <a:cs typeface="Arial"/>
              </a:rPr>
              <a:t>Experience</a:t>
            </a:r>
            <a:endParaRPr kumimoji="0" lang="en-GB" sz="1400" b="0" i="0" u="none" strike="noStrike" kern="1200" cap="none" spc="0" normalizeH="0" baseline="0" noProof="0">
              <a:ln>
                <a:noFill/>
              </a:ln>
              <a:solidFill>
                <a:srgbClr val="2F7587"/>
              </a:solidFill>
              <a:effectLst/>
              <a:uLnTx/>
              <a:uFillTx/>
              <a:latin typeface="Calibri"/>
              <a:cs typeface="Arial"/>
            </a:endParaRPr>
          </a:p>
        </p:txBody>
      </p:sp>
      <p:sp>
        <p:nvSpPr>
          <p:cNvPr id="77" name="TextBox 76">
            <a:extLst>
              <a:ext uri="{FF2B5EF4-FFF2-40B4-BE49-F238E27FC236}">
                <a16:creationId xmlns:a16="http://schemas.microsoft.com/office/drawing/2014/main" id="{EBF9CE2C-9ABD-D045-DC95-4DE525BD0DA4}"/>
              </a:ext>
            </a:extLst>
          </p:cNvPr>
          <p:cNvSpPr txBox="1"/>
          <p:nvPr userDrawn="1"/>
        </p:nvSpPr>
        <p:spPr bwMode="gray">
          <a:xfrm>
            <a:off x="9549955" y="1700808"/>
            <a:ext cx="1728192" cy="214098"/>
          </a:xfrm>
          <a:prstGeom prst="rect">
            <a:avLst/>
          </a:prstGeom>
          <a:noFill/>
        </p:spPr>
        <p:txBody>
          <a:bodyPr wrap="square" lIns="0" tIns="0" rIns="0" bIns="0"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GB" sz="1050" b="0" i="0" u="none" strike="noStrike" kern="1200" cap="none" spc="0" normalizeH="0" baseline="0" noProof="0">
                <a:ln>
                  <a:noFill/>
                </a:ln>
                <a:solidFill>
                  <a:srgbClr val="2F7587"/>
                </a:solidFill>
                <a:effectLst/>
                <a:uLnTx/>
                <a:uFillTx/>
                <a:latin typeface="Calibri"/>
                <a:cs typeface="Arial"/>
              </a:rPr>
              <a:t>Previous Clients</a:t>
            </a:r>
            <a:endParaRPr kumimoji="0" lang="en-GB" sz="1400" b="0" i="0" u="none" strike="noStrike" kern="1200" cap="none" spc="0" normalizeH="0" baseline="0" noProof="0">
              <a:ln>
                <a:noFill/>
              </a:ln>
              <a:solidFill>
                <a:srgbClr val="2F7587"/>
              </a:solidFill>
              <a:effectLst/>
              <a:uLnTx/>
              <a:uFillTx/>
              <a:latin typeface="Calibri"/>
              <a:cs typeface="Arial"/>
            </a:endParaRPr>
          </a:p>
        </p:txBody>
      </p:sp>
      <p:sp>
        <p:nvSpPr>
          <p:cNvPr id="79" name="Text Placeholder 78">
            <a:extLst>
              <a:ext uri="{FF2B5EF4-FFF2-40B4-BE49-F238E27FC236}">
                <a16:creationId xmlns:a16="http://schemas.microsoft.com/office/drawing/2014/main" id="{FDBEB7FD-8E84-B3E4-1EAA-7ECE6AB8D225}"/>
              </a:ext>
            </a:extLst>
          </p:cNvPr>
          <p:cNvSpPr>
            <a:spLocks noGrp="1"/>
          </p:cNvSpPr>
          <p:nvPr>
            <p:ph type="body" sz="quarter" idx="48"/>
          </p:nvPr>
        </p:nvSpPr>
        <p:spPr>
          <a:xfrm>
            <a:off x="4079264" y="2041126"/>
            <a:ext cx="2520000" cy="3960000"/>
          </a:xfrm>
        </p:spPr>
        <p:txBody>
          <a:bodyPr/>
          <a:lstStyle>
            <a:lvl1pPr marL="0" indent="0">
              <a:lnSpc>
                <a:spcPct val="100000"/>
              </a:lnSpc>
              <a:spcBef>
                <a:spcPts val="600"/>
              </a:spcBef>
              <a:buNone/>
              <a:defRPr sz="1050"/>
            </a:lvl1pPr>
          </a:lstStyle>
          <a:p>
            <a:pPr lvl="0"/>
            <a:r>
              <a:rPr lang="en-GB"/>
              <a:t>Click to edit Master text styles</a:t>
            </a:r>
          </a:p>
        </p:txBody>
      </p:sp>
      <p:sp>
        <p:nvSpPr>
          <p:cNvPr id="80" name="Text Placeholder 78">
            <a:extLst>
              <a:ext uri="{FF2B5EF4-FFF2-40B4-BE49-F238E27FC236}">
                <a16:creationId xmlns:a16="http://schemas.microsoft.com/office/drawing/2014/main" id="{4156D091-BEA4-733F-AADE-698FD97B7115}"/>
              </a:ext>
            </a:extLst>
          </p:cNvPr>
          <p:cNvSpPr>
            <a:spLocks noGrp="1"/>
          </p:cNvSpPr>
          <p:nvPr>
            <p:ph type="body" sz="quarter" idx="49"/>
          </p:nvPr>
        </p:nvSpPr>
        <p:spPr>
          <a:xfrm>
            <a:off x="6814610" y="2041126"/>
            <a:ext cx="2520000" cy="3960000"/>
          </a:xfrm>
        </p:spPr>
        <p:txBody>
          <a:bodyPr/>
          <a:lstStyle>
            <a:lvl1pPr marL="0" indent="0">
              <a:lnSpc>
                <a:spcPct val="100000"/>
              </a:lnSpc>
              <a:spcBef>
                <a:spcPts val="600"/>
              </a:spcBef>
              <a:buNone/>
              <a:defRPr sz="1050"/>
            </a:lvl1pPr>
          </a:lstStyle>
          <a:p>
            <a:pPr lvl="0"/>
            <a:r>
              <a:rPr lang="en-GB"/>
              <a:t>Click to edit Master text styles</a:t>
            </a:r>
          </a:p>
        </p:txBody>
      </p:sp>
      <p:sp>
        <p:nvSpPr>
          <p:cNvPr id="85" name="Text Placeholder 84">
            <a:extLst>
              <a:ext uri="{FF2B5EF4-FFF2-40B4-BE49-F238E27FC236}">
                <a16:creationId xmlns:a16="http://schemas.microsoft.com/office/drawing/2014/main" id="{E1052E85-F257-60A6-E5A3-C9FCC7C0A986}"/>
              </a:ext>
            </a:extLst>
          </p:cNvPr>
          <p:cNvSpPr>
            <a:spLocks noGrp="1"/>
          </p:cNvSpPr>
          <p:nvPr>
            <p:ph type="body" sz="quarter" idx="51" hasCustomPrompt="1"/>
          </p:nvPr>
        </p:nvSpPr>
        <p:spPr>
          <a:xfrm>
            <a:off x="9549955" y="2037205"/>
            <a:ext cx="2520000" cy="3960000"/>
          </a:xfrm>
        </p:spPr>
        <p:txBody>
          <a:bodyPr/>
          <a:lstStyle>
            <a:lvl1pPr>
              <a:lnSpc>
                <a:spcPct val="100000"/>
              </a:lnSpc>
              <a:defRPr sz="1050"/>
            </a:lvl1pPr>
          </a:lstStyle>
          <a:p>
            <a:pPr lvl="0"/>
            <a:r>
              <a:rPr lang="en-US"/>
              <a:t>Clients</a:t>
            </a:r>
          </a:p>
        </p:txBody>
      </p:sp>
      <p:sp>
        <p:nvSpPr>
          <p:cNvPr id="86" name="TextBox 85">
            <a:extLst>
              <a:ext uri="{FF2B5EF4-FFF2-40B4-BE49-F238E27FC236}">
                <a16:creationId xmlns:a16="http://schemas.microsoft.com/office/drawing/2014/main" id="{BF49E47F-F852-617C-8EA7-03F499724563}"/>
              </a:ext>
            </a:extLst>
          </p:cNvPr>
          <p:cNvSpPr txBox="1"/>
          <p:nvPr userDrawn="1"/>
        </p:nvSpPr>
        <p:spPr bwMode="gray">
          <a:xfrm>
            <a:off x="4068405" y="259313"/>
            <a:ext cx="1728192" cy="214098"/>
          </a:xfrm>
          <a:prstGeom prst="rect">
            <a:avLst/>
          </a:prstGeom>
          <a:noFill/>
        </p:spPr>
        <p:txBody>
          <a:bodyPr wrap="square" lIns="0" tIns="0" rIns="0" bIns="0"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GB" sz="1050" b="0" i="0" u="none" strike="noStrike" kern="1200" cap="none" spc="0" normalizeH="0" baseline="0" noProof="0">
                <a:ln>
                  <a:noFill/>
                </a:ln>
                <a:solidFill>
                  <a:srgbClr val="2F7587"/>
                </a:solidFill>
                <a:effectLst/>
                <a:uLnTx/>
                <a:uFillTx/>
                <a:latin typeface="Calibri"/>
                <a:cs typeface="Arial"/>
              </a:rPr>
              <a:t>Contact</a:t>
            </a:r>
            <a:endParaRPr kumimoji="0" lang="en-GB" sz="1400" b="0" i="0" u="none" strike="noStrike" kern="1200" cap="none" spc="0" normalizeH="0" baseline="0" noProof="0">
              <a:ln>
                <a:noFill/>
              </a:ln>
              <a:solidFill>
                <a:srgbClr val="2F7587"/>
              </a:solidFill>
              <a:effectLst/>
              <a:uLnTx/>
              <a:uFillTx/>
              <a:latin typeface="Calibri"/>
              <a:cs typeface="Arial"/>
            </a:endParaRPr>
          </a:p>
        </p:txBody>
      </p:sp>
      <p:sp>
        <p:nvSpPr>
          <p:cNvPr id="87" name="Text Placeholder 28">
            <a:extLst>
              <a:ext uri="{FF2B5EF4-FFF2-40B4-BE49-F238E27FC236}">
                <a16:creationId xmlns:a16="http://schemas.microsoft.com/office/drawing/2014/main" id="{31654542-39E7-86F4-2DAA-E369D1F94548}"/>
              </a:ext>
            </a:extLst>
          </p:cNvPr>
          <p:cNvSpPr>
            <a:spLocks noGrp="1"/>
          </p:cNvSpPr>
          <p:nvPr>
            <p:ph type="body" sz="quarter" idx="52" hasCustomPrompt="1"/>
          </p:nvPr>
        </p:nvSpPr>
        <p:spPr>
          <a:xfrm>
            <a:off x="4068405" y="542083"/>
            <a:ext cx="2592000" cy="180000"/>
          </a:xfrm>
        </p:spPr>
        <p:txBody>
          <a:bodyPr anchor="ctr"/>
          <a:lstStyle>
            <a:lvl1pPr marL="0" indent="0">
              <a:lnSpc>
                <a:spcPct val="100000"/>
              </a:lnSpc>
              <a:spcBef>
                <a:spcPts val="0"/>
              </a:spcBef>
              <a:buNone/>
              <a:defRPr sz="1000">
                <a:solidFill>
                  <a:schemeClr val="tx1"/>
                </a:solidFill>
              </a:defRPr>
            </a:lvl1pPr>
          </a:lstStyle>
          <a:p>
            <a:pPr lvl="0"/>
            <a:r>
              <a:rPr lang="en-US"/>
              <a:t>Email</a:t>
            </a:r>
            <a:endParaRPr lang="en-GB"/>
          </a:p>
        </p:txBody>
      </p:sp>
      <p:sp>
        <p:nvSpPr>
          <p:cNvPr id="88" name="Text Placeholder 28">
            <a:extLst>
              <a:ext uri="{FF2B5EF4-FFF2-40B4-BE49-F238E27FC236}">
                <a16:creationId xmlns:a16="http://schemas.microsoft.com/office/drawing/2014/main" id="{045D05F7-8B8B-439E-4F30-2600E88D6608}"/>
              </a:ext>
            </a:extLst>
          </p:cNvPr>
          <p:cNvSpPr>
            <a:spLocks noGrp="1"/>
          </p:cNvSpPr>
          <p:nvPr>
            <p:ph type="body" sz="quarter" idx="53" hasCustomPrompt="1"/>
          </p:nvPr>
        </p:nvSpPr>
        <p:spPr>
          <a:xfrm>
            <a:off x="4068405" y="791602"/>
            <a:ext cx="2592000" cy="180000"/>
          </a:xfrm>
        </p:spPr>
        <p:txBody>
          <a:bodyPr anchor="ctr"/>
          <a:lstStyle>
            <a:lvl1pPr marL="0" indent="0">
              <a:lnSpc>
                <a:spcPct val="100000"/>
              </a:lnSpc>
              <a:spcBef>
                <a:spcPts val="0"/>
              </a:spcBef>
              <a:buNone/>
              <a:defRPr sz="1000">
                <a:solidFill>
                  <a:schemeClr val="tx1"/>
                </a:solidFill>
              </a:defRPr>
            </a:lvl1pPr>
          </a:lstStyle>
          <a:p>
            <a:pPr lvl="0"/>
            <a:r>
              <a:rPr lang="en-US"/>
              <a:t>Mobile</a:t>
            </a:r>
            <a:endParaRPr lang="en-GB"/>
          </a:p>
        </p:txBody>
      </p:sp>
    </p:spTree>
    <p:extLst>
      <p:ext uri="{BB962C8B-B14F-4D97-AF65-F5344CB8AC3E}">
        <p14:creationId xmlns:p14="http://schemas.microsoft.com/office/powerpoint/2010/main" val="128050171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Use Case">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37CCCAD9-9256-CF6B-F4ED-9A34A4CA118B}"/>
              </a:ext>
            </a:extLst>
          </p:cNvPr>
          <p:cNvSpPr>
            <a:spLocks noGrp="1"/>
          </p:cNvSpPr>
          <p:nvPr>
            <p:ph type="pic" sz="quarter" idx="11"/>
          </p:nvPr>
        </p:nvSpPr>
        <p:spPr>
          <a:xfrm>
            <a:off x="8121330" y="0"/>
            <a:ext cx="4070667" cy="6858000"/>
          </a:xfrm>
          <a:solidFill>
            <a:schemeClr val="tx1"/>
          </a:solidFill>
        </p:spPr>
        <p:txBody>
          <a:bodyPr/>
          <a:lstStyle/>
          <a:p>
            <a:endParaRPr lang="en-GB"/>
          </a:p>
        </p:txBody>
      </p:sp>
      <p:sp>
        <p:nvSpPr>
          <p:cNvPr id="2" name="Title 1">
            <a:extLst>
              <a:ext uri="{FF2B5EF4-FFF2-40B4-BE49-F238E27FC236}">
                <a16:creationId xmlns:a16="http://schemas.microsoft.com/office/drawing/2014/main" id="{4D5AB824-8E31-DCCB-7816-8C043272CE1A}"/>
              </a:ext>
            </a:extLst>
          </p:cNvPr>
          <p:cNvSpPr>
            <a:spLocks noGrp="1"/>
          </p:cNvSpPr>
          <p:nvPr>
            <p:ph type="title"/>
          </p:nvPr>
        </p:nvSpPr>
        <p:spPr>
          <a:xfrm>
            <a:off x="360000" y="536576"/>
            <a:ext cx="7485623" cy="661987"/>
          </a:xfrm>
        </p:spPr>
        <p:txBody>
          <a:bodyPr/>
          <a:lstStyle/>
          <a:p>
            <a:r>
              <a:rPr lang="en-GB"/>
              <a:t>Click to edit Master title style</a:t>
            </a:r>
          </a:p>
        </p:txBody>
      </p:sp>
      <p:sp>
        <p:nvSpPr>
          <p:cNvPr id="3" name="Footer Placeholder 2">
            <a:extLst>
              <a:ext uri="{FF2B5EF4-FFF2-40B4-BE49-F238E27FC236}">
                <a16:creationId xmlns:a16="http://schemas.microsoft.com/office/drawing/2014/main" id="{304F5DB0-C987-FA9A-46F5-2520A0BA1DF6}"/>
              </a:ext>
            </a:extLst>
          </p:cNvPr>
          <p:cNvSpPr>
            <a:spLocks noGrp="1"/>
          </p:cNvSpPr>
          <p:nvPr>
            <p:ph type="ftr" sz="quarter" idx="10"/>
          </p:nvPr>
        </p:nvSpPr>
        <p:spPr>
          <a:xfrm>
            <a:off x="675937" y="6321425"/>
            <a:ext cx="7368606" cy="367612"/>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1F4953"/>
              </a:solidFill>
              <a:effectLst/>
              <a:uLnTx/>
              <a:uFillTx/>
              <a:latin typeface="Calibri Light"/>
              <a:cs typeface="Arial"/>
            </a:endParaRPr>
          </a:p>
        </p:txBody>
      </p:sp>
      <p:cxnSp>
        <p:nvCxnSpPr>
          <p:cNvPr id="5" name="Straight Connector 4">
            <a:extLst>
              <a:ext uri="{FF2B5EF4-FFF2-40B4-BE49-F238E27FC236}">
                <a16:creationId xmlns:a16="http://schemas.microsoft.com/office/drawing/2014/main" id="{0FF2B470-6416-ED2A-CEE1-47942FB5C702}"/>
              </a:ext>
            </a:extLst>
          </p:cNvPr>
          <p:cNvCxnSpPr/>
          <p:nvPr userDrawn="1"/>
        </p:nvCxnSpPr>
        <p:spPr bwMode="gray">
          <a:xfrm flipH="1">
            <a:off x="2743200" y="3722766"/>
            <a:ext cx="0" cy="2160911"/>
          </a:xfrm>
          <a:prstGeom prst="line">
            <a:avLst/>
          </a:prstGeom>
          <a:ln w="1270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5EF2DE82-B254-EDE8-E7C8-B2A811AE61DB}"/>
              </a:ext>
            </a:extLst>
          </p:cNvPr>
          <p:cNvCxnSpPr/>
          <p:nvPr userDrawn="1"/>
        </p:nvCxnSpPr>
        <p:spPr bwMode="gray">
          <a:xfrm flipH="1">
            <a:off x="5448300" y="3722766"/>
            <a:ext cx="0" cy="2160911"/>
          </a:xfrm>
          <a:prstGeom prst="line">
            <a:avLst/>
          </a:prstGeom>
          <a:ln w="1270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8" name="Text Placeholder 6">
            <a:extLst>
              <a:ext uri="{FF2B5EF4-FFF2-40B4-BE49-F238E27FC236}">
                <a16:creationId xmlns:a16="http://schemas.microsoft.com/office/drawing/2014/main" id="{A7D2A3A8-4263-816F-EB8C-E298B2B1CAF7}"/>
              </a:ext>
            </a:extLst>
          </p:cNvPr>
          <p:cNvSpPr>
            <a:spLocks noGrp="1"/>
          </p:cNvSpPr>
          <p:nvPr>
            <p:ph type="body" sz="quarter" idx="12" hasCustomPrompt="1"/>
          </p:nvPr>
        </p:nvSpPr>
        <p:spPr>
          <a:xfrm>
            <a:off x="360364" y="207165"/>
            <a:ext cx="7485260" cy="178593"/>
          </a:xfrm>
          <a:prstGeom prst="rect">
            <a:avLst/>
          </a:prstGeom>
        </p:spPr>
        <p:txBody>
          <a:bodyPr anchor="b"/>
          <a:lstStyle>
            <a:lvl1pPr marL="0" indent="0" rtl="0">
              <a:buNone/>
              <a:defRPr sz="1200" cap="all" baseline="0">
                <a:solidFill>
                  <a:schemeClr val="tx2">
                    <a:lumMod val="60000"/>
                    <a:lumOff val="40000"/>
                  </a:schemeClr>
                </a:solidFill>
                <a:latin typeface="+mj-lt"/>
              </a:defRPr>
            </a:lvl1pPr>
          </a:lstStyle>
          <a:p>
            <a:pPr lvl="0"/>
            <a:r>
              <a:rPr lang="en-GB"/>
              <a:t>Click to edit chapter text</a:t>
            </a:r>
          </a:p>
        </p:txBody>
      </p:sp>
      <p:sp>
        <p:nvSpPr>
          <p:cNvPr id="19" name="Text Placeholder 11">
            <a:extLst>
              <a:ext uri="{FF2B5EF4-FFF2-40B4-BE49-F238E27FC236}">
                <a16:creationId xmlns:a16="http://schemas.microsoft.com/office/drawing/2014/main" id="{2EA70141-D634-DDAE-7CDD-3D62AA17E329}"/>
              </a:ext>
            </a:extLst>
          </p:cNvPr>
          <p:cNvSpPr>
            <a:spLocks noGrp="1"/>
          </p:cNvSpPr>
          <p:nvPr>
            <p:ph type="body" sz="quarter" idx="13"/>
          </p:nvPr>
        </p:nvSpPr>
        <p:spPr>
          <a:xfrm>
            <a:off x="360364" y="1557339"/>
            <a:ext cx="7485260" cy="1577896"/>
          </a:xfrm>
          <a:prstGeom prst="rect">
            <a:avLst/>
          </a:prstGeom>
        </p:spPr>
        <p:txBody>
          <a:bodyPr/>
          <a:lstStyle>
            <a:lvl1pPr rtl="0">
              <a:defRPr/>
            </a:lvl1pPr>
            <a:lvl2pPr rtl="0">
              <a:defRPr/>
            </a:lvl2pPr>
            <a:lvl3pPr rtl="0">
              <a:defRPr/>
            </a:lvl3pPr>
            <a:lvl4pPr rtl="0">
              <a:defRPr/>
            </a:lvl4pPr>
            <a:lvl5pPr rtl="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3" name="Text Placeholder 22">
            <a:extLst>
              <a:ext uri="{FF2B5EF4-FFF2-40B4-BE49-F238E27FC236}">
                <a16:creationId xmlns:a16="http://schemas.microsoft.com/office/drawing/2014/main" id="{7A040119-EDAD-89B4-AF59-D7794C22A7A0}"/>
              </a:ext>
            </a:extLst>
          </p:cNvPr>
          <p:cNvSpPr>
            <a:spLocks noGrp="1"/>
          </p:cNvSpPr>
          <p:nvPr>
            <p:ph type="body" sz="quarter" idx="14"/>
          </p:nvPr>
        </p:nvSpPr>
        <p:spPr>
          <a:xfrm>
            <a:off x="360364" y="3357563"/>
            <a:ext cx="2107130" cy="27495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4" name="Text Placeholder 22">
            <a:extLst>
              <a:ext uri="{FF2B5EF4-FFF2-40B4-BE49-F238E27FC236}">
                <a16:creationId xmlns:a16="http://schemas.microsoft.com/office/drawing/2014/main" id="{74FCE1E1-5E79-19AD-8917-8F4D4D6BE63F}"/>
              </a:ext>
            </a:extLst>
          </p:cNvPr>
          <p:cNvSpPr>
            <a:spLocks noGrp="1"/>
          </p:cNvSpPr>
          <p:nvPr>
            <p:ph type="body" sz="quarter" idx="15"/>
          </p:nvPr>
        </p:nvSpPr>
        <p:spPr>
          <a:xfrm>
            <a:off x="3060021" y="3357563"/>
            <a:ext cx="2140374" cy="27495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5" name="Text Placeholder 22">
            <a:extLst>
              <a:ext uri="{FF2B5EF4-FFF2-40B4-BE49-F238E27FC236}">
                <a16:creationId xmlns:a16="http://schemas.microsoft.com/office/drawing/2014/main" id="{59532641-4A59-C098-AD86-DD47DC3D23C1}"/>
              </a:ext>
            </a:extLst>
          </p:cNvPr>
          <p:cNvSpPr>
            <a:spLocks noGrp="1"/>
          </p:cNvSpPr>
          <p:nvPr>
            <p:ph type="body" sz="quarter" idx="16"/>
          </p:nvPr>
        </p:nvSpPr>
        <p:spPr>
          <a:xfrm>
            <a:off x="5705249" y="3357563"/>
            <a:ext cx="2140374" cy="27495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6" name="Slide Number Placeholder 3">
            <a:extLst>
              <a:ext uri="{FF2B5EF4-FFF2-40B4-BE49-F238E27FC236}">
                <a16:creationId xmlns:a16="http://schemas.microsoft.com/office/drawing/2014/main" id="{8EAFDB7A-387F-173C-A81F-BF4D9ACD20C7}"/>
              </a:ext>
            </a:extLst>
          </p:cNvPr>
          <p:cNvSpPr>
            <a:spLocks noGrp="1"/>
          </p:cNvSpPr>
          <p:nvPr>
            <p:ph type="sldNum" sz="quarter" idx="17"/>
          </p:nvPr>
        </p:nvSpPr>
        <p:spPr>
          <a:xfrm>
            <a:off x="11126972" y="6317863"/>
            <a:ext cx="704666" cy="181362"/>
          </a:xfrm>
          <a:prstGeom prst="rect">
            <a:avLst/>
          </a:prstGeom>
          <a:noFill/>
        </p:spPr>
        <p:txBody>
          <a:bodyPr vert="horz" lIns="0" tIns="0" rIns="0" bIns="0" rtlCol="0" anchor="b">
            <a:noAutofit/>
          </a:bodyPr>
          <a:lstStyle>
            <a:defPPr>
              <a:defRPr lang="en-US"/>
            </a:defPPr>
            <a:lvl1pPr marL="0" algn="r" defTabSz="914400" rtl="0" eaLnBrk="1" latinLnBrk="0" hangingPunct="1">
              <a:defRPr sz="10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0BE2C1E-995C-4121-AD26-7DE6C74EE600}" type="slidenum">
              <a:rPr kumimoji="0" lang="en-GB" sz="1000" b="0" i="0" u="none" strike="noStrike" kern="1200" cap="none" spc="0" normalizeH="0" baseline="0" noProof="0" smtClean="0">
                <a:ln>
                  <a:noFill/>
                </a:ln>
                <a:solidFill>
                  <a:srgbClr val="FFFFFF"/>
                </a:solidFill>
                <a:effectLst/>
                <a:uLnTx/>
                <a:uFillTx/>
                <a:latin typeface="Calibri Light"/>
                <a:cs typeface="Arial"/>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GB" sz="1000" b="0" i="0" u="none" strike="noStrike" kern="1200" cap="none" spc="0" normalizeH="0" baseline="0" noProof="0">
              <a:ln>
                <a:noFill/>
              </a:ln>
              <a:solidFill>
                <a:srgbClr val="FFFFFF"/>
              </a:solidFill>
              <a:effectLst/>
              <a:uLnTx/>
              <a:uFillTx/>
              <a:latin typeface="Calibri Light"/>
              <a:cs typeface="Arial"/>
            </a:endParaRPr>
          </a:p>
        </p:txBody>
      </p:sp>
    </p:spTree>
    <p:extLst>
      <p:ext uri="{BB962C8B-B14F-4D97-AF65-F5344CB8AC3E}">
        <p14:creationId xmlns:p14="http://schemas.microsoft.com/office/powerpoint/2010/main" val="3391414462"/>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matchingName="Title Slide">
  <p:cSld name="1_Title Slide">
    <p:bg>
      <p:bgPr>
        <a:solidFill>
          <a:srgbClr val="1F4953"/>
        </a:solidFill>
        <a:effectLst/>
      </p:bgPr>
    </p:bg>
    <p:spTree>
      <p:nvGrpSpPr>
        <p:cNvPr id="1" name="Shape 16"/>
        <p:cNvGrpSpPr/>
        <p:nvPr/>
      </p:nvGrpSpPr>
      <p:grpSpPr>
        <a:xfrm>
          <a:off x="0" y="0"/>
          <a:ext cx="0" cy="0"/>
          <a:chOff x="0" y="0"/>
          <a:chExt cx="0" cy="0"/>
        </a:xfrm>
      </p:grpSpPr>
      <p:pic>
        <p:nvPicPr>
          <p:cNvPr id="17" name="Google Shape;17;p2"/>
          <p:cNvPicPr preferRelativeResize="0"/>
          <p:nvPr/>
        </p:nvPicPr>
        <p:blipFill>
          <a:blip r:embed="rId2">
            <a:alphaModFix/>
          </a:blip>
          <a:srcRect r="34205"/>
          <a:stretch>
            <a:fillRect/>
          </a:stretch>
        </p:blipFill>
        <p:spPr>
          <a:xfrm>
            <a:off x="5112748" y="703950"/>
            <a:ext cx="7079257" cy="6154049"/>
          </a:xfrm>
          <a:prstGeom prst="rect">
            <a:avLst/>
          </a:prstGeom>
          <a:noFill/>
          <a:ln>
            <a:noFill/>
          </a:ln>
        </p:spPr>
      </p:pic>
      <p:sp>
        <p:nvSpPr>
          <p:cNvPr id="18" name="Google Shape;18;p2"/>
          <p:cNvSpPr txBox="1">
            <a:spLocks noGrp="1"/>
          </p:cNvSpPr>
          <p:nvPr>
            <p:ph type="title"/>
          </p:nvPr>
        </p:nvSpPr>
        <p:spPr>
          <a:xfrm>
            <a:off x="360365" y="2601001"/>
            <a:ext cx="6060314" cy="1473738"/>
          </a:xfrm>
          <a:prstGeom prst="rect">
            <a:avLst/>
          </a:prstGeom>
          <a:noFill/>
          <a:ln>
            <a:noFill/>
          </a:ln>
        </p:spPr>
        <p:txBody>
          <a:bodyPr spcFirstLastPara="1" wrap="square" lIns="0" tIns="0" rIns="0" bIns="0" anchor="b" anchorCtr="0">
            <a:noAutofit/>
          </a:bodyPr>
          <a:lstStyle>
            <a:lvl1pPr marR="0" lvl="0" algn="l" rtl="0">
              <a:lnSpc>
                <a:spcPct val="90000"/>
              </a:lnSpc>
              <a:spcBef>
                <a:spcPct val="0"/>
              </a:spcBef>
              <a:spcAft>
                <a:spcPct val="0"/>
              </a:spcAft>
              <a:buClr>
                <a:srgbClr val="F1F1ED"/>
              </a:buClr>
              <a:buSzPts val="3200"/>
              <a:buFont typeface="Calibri"/>
              <a:buChar char="●"/>
              <a:defRPr sz="3200" b="0" i="0" u="none" strike="noStrike" cap="none">
                <a:solidFill>
                  <a:srgbClr val="F1F1ED"/>
                </a:solidFill>
                <a:latin typeface="Arial"/>
                <a:ea typeface="Arial"/>
                <a:cs typeface="Arial"/>
                <a:sym typeface="Arial"/>
              </a:defRPr>
            </a:lvl1pPr>
            <a:lvl2pPr marR="0" lvl="1" algn="l" rtl="0">
              <a:lnSpc>
                <a:spcPct val="100000"/>
              </a:lnSpc>
              <a:spcBef>
                <a:spcPct val="0"/>
              </a:spcBef>
              <a:spcAft>
                <a:spcPct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9" name="Google Shape;19;p2"/>
          <p:cNvSpPr txBox="1">
            <a:spLocks noGrp="1"/>
          </p:cNvSpPr>
          <p:nvPr>
            <p:ph type="subTitle" idx="1"/>
          </p:nvPr>
        </p:nvSpPr>
        <p:spPr>
          <a:xfrm>
            <a:off x="360365" y="4195514"/>
            <a:ext cx="6060314" cy="380948"/>
          </a:xfrm>
          <a:prstGeom prst="rect">
            <a:avLst/>
          </a:prstGeom>
          <a:noFill/>
          <a:ln>
            <a:noFill/>
          </a:ln>
        </p:spPr>
        <p:txBody>
          <a:bodyPr spcFirstLastPara="1" wrap="square" lIns="0" tIns="0" rIns="0" bIns="0" anchor="t" anchorCtr="0">
            <a:noAutofit/>
          </a:bodyPr>
          <a:lstStyle>
            <a:lvl1pPr marR="0" lvl="0" algn="l" rtl="0">
              <a:lnSpc>
                <a:spcPct val="100000"/>
              </a:lnSpc>
              <a:spcBef>
                <a:spcPts val="600"/>
              </a:spcBef>
              <a:spcAft>
                <a:spcPct val="0"/>
              </a:spcAft>
              <a:buClr>
                <a:srgbClr val="F1F1ED"/>
              </a:buClr>
              <a:buSzPts val="1600"/>
              <a:buFont typeface="Arial"/>
              <a:buNone/>
              <a:defRPr sz="1600" b="0" i="0" u="none" strike="noStrike" cap="none">
                <a:solidFill>
                  <a:srgbClr val="F1F1ED"/>
                </a:solidFill>
                <a:latin typeface="Calibri"/>
                <a:ea typeface="Calibri"/>
                <a:cs typeface="Calibri"/>
                <a:sym typeface="Calibri"/>
              </a:defRPr>
            </a:lvl1pPr>
            <a:lvl2pPr marR="0" lvl="1" algn="l" rtl="0">
              <a:lnSpc>
                <a:spcPct val="100000"/>
              </a:lnSpc>
              <a:spcBef>
                <a:spcPts val="600"/>
              </a:spcBef>
              <a:spcAft>
                <a:spcPct val="0"/>
              </a:spcAft>
              <a:buClr>
                <a:srgbClr val="1F4953"/>
              </a:buClr>
              <a:buSzPts val="1800"/>
              <a:buFont typeface="Arial"/>
              <a:buChar char="○"/>
              <a:defRPr sz="1400" b="0" i="0" u="none" strike="noStrike" cap="none">
                <a:solidFill>
                  <a:srgbClr val="000000"/>
                </a:solidFill>
                <a:latin typeface="Arial"/>
                <a:ea typeface="Arial"/>
                <a:cs typeface="Arial"/>
                <a:sym typeface="Arial"/>
              </a:defRPr>
            </a:lvl2pPr>
            <a:lvl3pPr marR="0" lvl="2" algn="l" rtl="0">
              <a:lnSpc>
                <a:spcPct val="100000"/>
              </a:lnSpc>
              <a:spcBef>
                <a:spcPts val="600"/>
              </a:spcBef>
              <a:spcAft>
                <a:spcPct val="0"/>
              </a:spcAft>
              <a:buClr>
                <a:srgbClr val="1F4953"/>
              </a:buClr>
              <a:buSzPts val="1800"/>
              <a:buFont typeface="Arial"/>
              <a:buChar char="■"/>
              <a:defRPr sz="1400" b="0" i="0" u="none" strike="noStrike" cap="none">
                <a:solidFill>
                  <a:srgbClr val="000000"/>
                </a:solidFill>
                <a:latin typeface="Arial"/>
                <a:ea typeface="Arial"/>
                <a:cs typeface="Arial"/>
                <a:sym typeface="Arial"/>
              </a:defRPr>
            </a:lvl3pPr>
            <a:lvl4pPr marR="0" lvl="3" algn="l" rtl="0">
              <a:lnSpc>
                <a:spcPct val="100000"/>
              </a:lnSpc>
              <a:spcBef>
                <a:spcPts val="600"/>
              </a:spcBef>
              <a:spcAft>
                <a:spcPct val="0"/>
              </a:spcAft>
              <a:buClr>
                <a:srgbClr val="1F4953"/>
              </a:buClr>
              <a:buSzPts val="1800"/>
              <a:buFont typeface="Arial"/>
              <a:buChar char="●"/>
              <a:defRPr sz="1400" b="0" i="0" u="none" strike="noStrike" cap="none">
                <a:solidFill>
                  <a:srgbClr val="000000"/>
                </a:solidFill>
                <a:latin typeface="Arial"/>
                <a:ea typeface="Arial"/>
                <a:cs typeface="Arial"/>
                <a:sym typeface="Arial"/>
              </a:defRPr>
            </a:lvl4pPr>
            <a:lvl5pPr marR="0" lvl="4" algn="l" rtl="0">
              <a:lnSpc>
                <a:spcPct val="100000"/>
              </a:lnSpc>
              <a:spcBef>
                <a:spcPts val="600"/>
              </a:spcBef>
              <a:spcAft>
                <a:spcPct val="0"/>
              </a:spcAft>
              <a:buClr>
                <a:srgbClr val="1F4953"/>
              </a:buClr>
              <a:buSzPts val="1800"/>
              <a:buFont typeface="Arial"/>
              <a:buChar char="○"/>
              <a:defRPr sz="1400" b="0" i="0" u="none" strike="noStrike" cap="none">
                <a:solidFill>
                  <a:srgbClr val="000000"/>
                </a:solidFill>
                <a:latin typeface="Arial"/>
                <a:ea typeface="Arial"/>
                <a:cs typeface="Arial"/>
                <a:sym typeface="Arial"/>
              </a:defRPr>
            </a:lvl5pPr>
            <a:lvl6pPr marR="0" lvl="5" algn="l" rtl="0">
              <a:lnSpc>
                <a:spcPct val="90000"/>
              </a:lnSpc>
              <a:spcBef>
                <a:spcPts val="500"/>
              </a:spcBef>
              <a:spcAft>
                <a:spcPct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R="0" lvl="6" algn="l" rtl="0">
              <a:lnSpc>
                <a:spcPct val="90000"/>
              </a:lnSpc>
              <a:spcBef>
                <a:spcPts val="500"/>
              </a:spcBef>
              <a:spcAft>
                <a:spcPct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R="0" lvl="7" algn="l" rtl="0">
              <a:lnSpc>
                <a:spcPct val="90000"/>
              </a:lnSpc>
              <a:spcBef>
                <a:spcPts val="500"/>
              </a:spcBef>
              <a:spcAft>
                <a:spcPct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R="0" lvl="8" algn="l" rtl="0">
              <a:lnSpc>
                <a:spcPct val="90000"/>
              </a:lnSpc>
              <a:spcBef>
                <a:spcPts val="500"/>
              </a:spcBef>
              <a:spcAft>
                <a:spcPct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77637267"/>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B56EABE-D55B-4373-F6CF-224BF43E855B}"/>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9" name="Object 8" hidden="1">
                        <a:extLst>
                          <a:ext uri="{FF2B5EF4-FFF2-40B4-BE49-F238E27FC236}">
                            <a16:creationId xmlns:a16="http://schemas.microsoft.com/office/drawing/2014/main" id="{1B56EABE-D55B-4373-F6CF-224BF43E855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CE8AADD-913B-949E-D663-554B1349714E}"/>
              </a:ext>
            </a:extLst>
          </p:cNvPr>
          <p:cNvSpPr>
            <a:spLocks noGrp="1"/>
          </p:cNvSpPr>
          <p:nvPr>
            <p:ph type="title" hasCustomPrompt="1"/>
          </p:nvPr>
        </p:nvSpPr>
        <p:spPr>
          <a:xfrm>
            <a:off x="360363" y="536576"/>
            <a:ext cx="11471275" cy="661988"/>
          </a:xfrm>
          <a:prstGeom prst="rect">
            <a:avLst/>
          </a:prstGeom>
        </p:spPr>
        <p:txBody>
          <a:bodyPr vert="horz"/>
          <a:lstStyle>
            <a:lvl1pPr rtl="0">
              <a:defRPr/>
            </a:lvl1pPr>
          </a:lstStyle>
          <a:p>
            <a:r>
              <a:rPr lang="en-GB"/>
              <a:t>Click to edit action title</a:t>
            </a:r>
          </a:p>
        </p:txBody>
      </p:sp>
      <p:sp>
        <p:nvSpPr>
          <p:cNvPr id="7" name="Text Placeholder 6">
            <a:extLst>
              <a:ext uri="{FF2B5EF4-FFF2-40B4-BE49-F238E27FC236}">
                <a16:creationId xmlns:a16="http://schemas.microsoft.com/office/drawing/2014/main" id="{9AB3F6AF-ED74-5EBB-9159-83208AE07A23}"/>
              </a:ext>
            </a:extLst>
          </p:cNvPr>
          <p:cNvSpPr>
            <a:spLocks noGrp="1"/>
          </p:cNvSpPr>
          <p:nvPr>
            <p:ph type="body" sz="quarter" idx="12" hasCustomPrompt="1"/>
          </p:nvPr>
        </p:nvSpPr>
        <p:spPr>
          <a:xfrm>
            <a:off x="360363" y="207165"/>
            <a:ext cx="11471275" cy="178593"/>
          </a:xfrm>
          <a:prstGeom prst="rect">
            <a:avLst/>
          </a:prstGeom>
        </p:spPr>
        <p:txBody>
          <a:bodyPr anchor="b"/>
          <a:lstStyle>
            <a:lvl1pPr marL="0" indent="0" rtl="0">
              <a:buNone/>
              <a:defRPr sz="1200" cap="all" baseline="0">
                <a:solidFill>
                  <a:schemeClr val="tx2">
                    <a:lumMod val="60000"/>
                    <a:lumOff val="40000"/>
                  </a:schemeClr>
                </a:solidFill>
                <a:latin typeface="+mj-lt"/>
              </a:defRPr>
            </a:lvl1pPr>
          </a:lstStyle>
          <a:p>
            <a:pPr lvl="0"/>
            <a:r>
              <a:rPr lang="en-GB"/>
              <a:t>Click to edit chapter text</a:t>
            </a:r>
          </a:p>
        </p:txBody>
      </p:sp>
      <p:sp>
        <p:nvSpPr>
          <p:cNvPr id="12" name="Text Placeholder 11">
            <a:extLst>
              <a:ext uri="{FF2B5EF4-FFF2-40B4-BE49-F238E27FC236}">
                <a16:creationId xmlns:a16="http://schemas.microsoft.com/office/drawing/2014/main" id="{8282BAF1-276B-A194-EB89-47200DC6CF6B}"/>
              </a:ext>
            </a:extLst>
          </p:cNvPr>
          <p:cNvSpPr>
            <a:spLocks noGrp="1"/>
          </p:cNvSpPr>
          <p:nvPr>
            <p:ph type="body" sz="quarter" idx="13"/>
          </p:nvPr>
        </p:nvSpPr>
        <p:spPr>
          <a:xfrm>
            <a:off x="360363" y="1557338"/>
            <a:ext cx="11471275" cy="4581525"/>
          </a:xfrm>
          <a:prstGeom prst="rect">
            <a:avLst/>
          </a:prstGeom>
        </p:spPr>
        <p:txBody>
          <a:bodyPr lIns="0" tIns="0" rIns="0" bIns="0"/>
          <a:lstStyle>
            <a:lvl1pPr rtl="0">
              <a:defRPr/>
            </a:lvl1pPr>
            <a:lvl2pPr rtl="0">
              <a:defRPr/>
            </a:lvl2pPr>
            <a:lvl3pPr rtl="0">
              <a:defRPr/>
            </a:lvl3pPr>
            <a:lvl4pPr rtl="0">
              <a:defRPr/>
            </a:lvl4pPr>
            <a:lvl5pPr rtl="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2">
            <a:extLst>
              <a:ext uri="{FF2B5EF4-FFF2-40B4-BE49-F238E27FC236}">
                <a16:creationId xmlns:a16="http://schemas.microsoft.com/office/drawing/2014/main" id="{6C423670-CCD5-5DCA-1D29-0D7EC8484860}"/>
              </a:ext>
            </a:extLst>
          </p:cNvPr>
          <p:cNvSpPr>
            <a:spLocks noGrp="1"/>
          </p:cNvSpPr>
          <p:nvPr>
            <p:ph type="ftr" sz="quarter" idx="3"/>
          </p:nvPr>
        </p:nvSpPr>
        <p:spPr>
          <a:xfrm>
            <a:off x="675936" y="6321425"/>
            <a:ext cx="10087857" cy="367612"/>
          </a:xfrm>
          <a:prstGeom prst="rect">
            <a:avLst/>
          </a:prstGeom>
        </p:spPr>
        <p:txBody>
          <a:bodyPr anchor="ctr"/>
          <a:lstStyle>
            <a:lvl1pPr rtl="0">
              <a:defRPr sz="1000">
                <a:solidFill>
                  <a:schemeClr val="accent2">
                    <a:lumMod val="75000"/>
                  </a:schemeClr>
                </a:solidFill>
              </a:defRPr>
            </a:lvl1pPr>
          </a:lstStyle>
          <a:p>
            <a:endParaRPr lang="en-GB"/>
          </a:p>
        </p:txBody>
      </p:sp>
    </p:spTree>
    <p:extLst>
      <p:ext uri="{BB962C8B-B14F-4D97-AF65-F5344CB8AC3E}">
        <p14:creationId xmlns:p14="http://schemas.microsoft.com/office/powerpoint/2010/main" val="2308330299"/>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B56EABE-D55B-4373-F6CF-224BF43E855B}"/>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9" name="Object 8" hidden="1">
                        <a:extLst>
                          <a:ext uri="{FF2B5EF4-FFF2-40B4-BE49-F238E27FC236}">
                            <a16:creationId xmlns:a16="http://schemas.microsoft.com/office/drawing/2014/main" id="{1B56EABE-D55B-4373-F6CF-224BF43E855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CE8AADD-913B-949E-D663-554B1349714E}"/>
              </a:ext>
            </a:extLst>
          </p:cNvPr>
          <p:cNvSpPr>
            <a:spLocks noGrp="1"/>
          </p:cNvSpPr>
          <p:nvPr>
            <p:ph type="title" hasCustomPrompt="1"/>
          </p:nvPr>
        </p:nvSpPr>
        <p:spPr>
          <a:xfrm>
            <a:off x="360363" y="536576"/>
            <a:ext cx="11471275" cy="661988"/>
          </a:xfrm>
          <a:prstGeom prst="rect">
            <a:avLst/>
          </a:prstGeom>
        </p:spPr>
        <p:txBody>
          <a:bodyPr vert="horz"/>
          <a:lstStyle>
            <a:lvl1pPr rtl="0">
              <a:defRPr>
                <a:solidFill>
                  <a:schemeClr val="tx1"/>
                </a:solidFill>
              </a:defRPr>
            </a:lvl1pPr>
          </a:lstStyle>
          <a:p>
            <a:pPr lvl="0"/>
            <a:r>
              <a:rPr lang="en-GB"/>
              <a:t>Click to edit action title</a:t>
            </a:r>
          </a:p>
        </p:txBody>
      </p:sp>
      <p:sp>
        <p:nvSpPr>
          <p:cNvPr id="7" name="Text Placeholder 6">
            <a:extLst>
              <a:ext uri="{FF2B5EF4-FFF2-40B4-BE49-F238E27FC236}">
                <a16:creationId xmlns:a16="http://schemas.microsoft.com/office/drawing/2014/main" id="{9AB3F6AF-ED74-5EBB-9159-83208AE07A23}"/>
              </a:ext>
            </a:extLst>
          </p:cNvPr>
          <p:cNvSpPr>
            <a:spLocks noGrp="1"/>
          </p:cNvSpPr>
          <p:nvPr>
            <p:ph type="body" sz="quarter" idx="12" hasCustomPrompt="1"/>
          </p:nvPr>
        </p:nvSpPr>
        <p:spPr>
          <a:xfrm>
            <a:off x="360363" y="207165"/>
            <a:ext cx="11471275" cy="178593"/>
          </a:xfrm>
          <a:prstGeom prst="rect">
            <a:avLst/>
          </a:prstGeom>
        </p:spPr>
        <p:txBody>
          <a:bodyPr anchor="b"/>
          <a:lstStyle>
            <a:lvl1pPr marL="0" indent="0" rtl="0">
              <a:buNone/>
              <a:defRPr sz="1200" cap="all" baseline="0">
                <a:solidFill>
                  <a:schemeClr val="tx2">
                    <a:lumMod val="60000"/>
                    <a:lumOff val="40000"/>
                  </a:schemeClr>
                </a:solidFill>
                <a:latin typeface="+mj-lt"/>
              </a:defRPr>
            </a:lvl1pPr>
          </a:lstStyle>
          <a:p>
            <a:pPr lvl="0"/>
            <a:r>
              <a:rPr lang="en-GB"/>
              <a:t>Click to edit chapter text</a:t>
            </a:r>
          </a:p>
        </p:txBody>
      </p:sp>
      <p:sp>
        <p:nvSpPr>
          <p:cNvPr id="8" name="Footer Placeholder 2">
            <a:extLst>
              <a:ext uri="{FF2B5EF4-FFF2-40B4-BE49-F238E27FC236}">
                <a16:creationId xmlns:a16="http://schemas.microsoft.com/office/drawing/2014/main" id="{479BF71E-D350-F7CD-EB30-FEBBECE0A545}"/>
              </a:ext>
            </a:extLst>
          </p:cNvPr>
          <p:cNvSpPr>
            <a:spLocks noGrp="1"/>
          </p:cNvSpPr>
          <p:nvPr>
            <p:ph type="ftr" sz="quarter" idx="3"/>
          </p:nvPr>
        </p:nvSpPr>
        <p:spPr>
          <a:xfrm>
            <a:off x="675936" y="6321425"/>
            <a:ext cx="10087857" cy="367612"/>
          </a:xfrm>
          <a:prstGeom prst="rect">
            <a:avLst/>
          </a:prstGeom>
        </p:spPr>
        <p:txBody>
          <a:bodyPr anchor="ctr"/>
          <a:lstStyle>
            <a:lvl1pPr rtl="0">
              <a:defRPr sz="1000">
                <a:solidFill>
                  <a:schemeClr val="tx1"/>
                </a:solidFill>
              </a:defRPr>
            </a:lvl1pPr>
          </a:lstStyle>
          <a:p>
            <a:endParaRPr lang="en-GB"/>
          </a:p>
        </p:txBody>
      </p:sp>
    </p:spTree>
    <p:extLst>
      <p:ext uri="{BB962C8B-B14F-4D97-AF65-F5344CB8AC3E}">
        <p14:creationId xmlns:p14="http://schemas.microsoft.com/office/powerpoint/2010/main" val="147031944"/>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icture Layout - Right 1/2 ">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B56EABE-D55B-4373-F6CF-224BF43E855B}"/>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9" name="Object 8" hidden="1">
                        <a:extLst>
                          <a:ext uri="{FF2B5EF4-FFF2-40B4-BE49-F238E27FC236}">
                            <a16:creationId xmlns:a16="http://schemas.microsoft.com/office/drawing/2014/main" id="{1B56EABE-D55B-4373-F6CF-224BF43E855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id="{3AA15091-913D-700B-D6C5-7EC0E7D4BE42}"/>
              </a:ext>
            </a:extLst>
          </p:cNvPr>
          <p:cNvSpPr>
            <a:spLocks noGrp="1"/>
          </p:cNvSpPr>
          <p:nvPr>
            <p:ph type="pic" sz="quarter" idx="14"/>
          </p:nvPr>
        </p:nvSpPr>
        <p:spPr>
          <a:xfrm>
            <a:off x="6276002" y="0"/>
            <a:ext cx="5915998" cy="6858000"/>
          </a:xfrm>
          <a:prstGeom prst="rect">
            <a:avLst/>
          </a:prstGeom>
          <a:solidFill>
            <a:schemeClr val="tx1"/>
          </a:solidFill>
        </p:spPr>
        <p:txBody>
          <a:bodyPr/>
          <a:lstStyle>
            <a:lvl1pPr marL="0" indent="0">
              <a:buNone/>
              <a:defRPr>
                <a:solidFill>
                  <a:schemeClr val="bg2"/>
                </a:solidFill>
              </a:defRPr>
            </a:lvl1pPr>
          </a:lstStyle>
          <a:p>
            <a:r>
              <a:rPr lang="en-GB"/>
              <a:t>Click icon to add picture</a:t>
            </a:r>
            <a:endParaRPr lang="en-US"/>
          </a:p>
        </p:txBody>
      </p:sp>
      <p:sp>
        <p:nvSpPr>
          <p:cNvPr id="2" name="Title 1">
            <a:extLst>
              <a:ext uri="{FF2B5EF4-FFF2-40B4-BE49-F238E27FC236}">
                <a16:creationId xmlns:a16="http://schemas.microsoft.com/office/drawing/2014/main" id="{6CE8AADD-913B-949E-D663-554B1349714E}"/>
              </a:ext>
            </a:extLst>
          </p:cNvPr>
          <p:cNvSpPr>
            <a:spLocks noGrp="1"/>
          </p:cNvSpPr>
          <p:nvPr>
            <p:ph type="title" hasCustomPrompt="1"/>
          </p:nvPr>
        </p:nvSpPr>
        <p:spPr>
          <a:xfrm>
            <a:off x="360364" y="536576"/>
            <a:ext cx="5555636" cy="661988"/>
          </a:xfrm>
          <a:prstGeom prst="rect">
            <a:avLst/>
          </a:prstGeom>
        </p:spPr>
        <p:txBody>
          <a:bodyPr vert="horz"/>
          <a:lstStyle>
            <a:lvl1pPr rtl="0">
              <a:defRPr/>
            </a:lvl1pPr>
          </a:lstStyle>
          <a:p>
            <a:r>
              <a:rPr lang="en-GB"/>
              <a:t>Click to edit action title</a:t>
            </a:r>
          </a:p>
        </p:txBody>
      </p:sp>
      <p:sp>
        <p:nvSpPr>
          <p:cNvPr id="7" name="Text Placeholder 6">
            <a:extLst>
              <a:ext uri="{FF2B5EF4-FFF2-40B4-BE49-F238E27FC236}">
                <a16:creationId xmlns:a16="http://schemas.microsoft.com/office/drawing/2014/main" id="{9AB3F6AF-ED74-5EBB-9159-83208AE07A23}"/>
              </a:ext>
            </a:extLst>
          </p:cNvPr>
          <p:cNvSpPr>
            <a:spLocks noGrp="1"/>
          </p:cNvSpPr>
          <p:nvPr>
            <p:ph type="body" sz="quarter" idx="12" hasCustomPrompt="1"/>
          </p:nvPr>
        </p:nvSpPr>
        <p:spPr>
          <a:xfrm>
            <a:off x="360364" y="207165"/>
            <a:ext cx="5555636" cy="178593"/>
          </a:xfrm>
          <a:prstGeom prst="rect">
            <a:avLst/>
          </a:prstGeom>
        </p:spPr>
        <p:txBody>
          <a:bodyPr anchor="b"/>
          <a:lstStyle>
            <a:lvl1pPr marL="0" indent="0" rtl="0">
              <a:buNone/>
              <a:defRPr sz="1200" cap="all" baseline="0">
                <a:solidFill>
                  <a:schemeClr val="tx2">
                    <a:lumMod val="60000"/>
                    <a:lumOff val="40000"/>
                  </a:schemeClr>
                </a:solidFill>
                <a:latin typeface="+mj-lt"/>
              </a:defRPr>
            </a:lvl1pPr>
          </a:lstStyle>
          <a:p>
            <a:pPr lvl="0"/>
            <a:r>
              <a:rPr lang="en-GB"/>
              <a:t>Click to edit chapter text</a:t>
            </a:r>
          </a:p>
        </p:txBody>
      </p:sp>
      <p:sp>
        <p:nvSpPr>
          <p:cNvPr id="12" name="Text Placeholder 11">
            <a:extLst>
              <a:ext uri="{FF2B5EF4-FFF2-40B4-BE49-F238E27FC236}">
                <a16:creationId xmlns:a16="http://schemas.microsoft.com/office/drawing/2014/main" id="{8282BAF1-276B-A194-EB89-47200DC6CF6B}"/>
              </a:ext>
            </a:extLst>
          </p:cNvPr>
          <p:cNvSpPr>
            <a:spLocks noGrp="1"/>
          </p:cNvSpPr>
          <p:nvPr>
            <p:ph type="body" sz="quarter" idx="13"/>
          </p:nvPr>
        </p:nvSpPr>
        <p:spPr>
          <a:xfrm>
            <a:off x="360364" y="1557338"/>
            <a:ext cx="5555636" cy="4581525"/>
          </a:xfrm>
          <a:prstGeom prst="rect">
            <a:avLst/>
          </a:prstGeom>
        </p:spPr>
        <p:txBody>
          <a:bodyPr/>
          <a:lstStyle>
            <a:lvl1pPr rtl="0">
              <a:defRPr/>
            </a:lvl1pPr>
            <a:lvl2pPr rtl="0">
              <a:defRPr/>
            </a:lvl2pPr>
            <a:lvl3pPr rtl="0">
              <a:defRPr/>
            </a:lvl3pPr>
            <a:lvl4pPr rtl="0">
              <a:defRPr/>
            </a:lvl4pPr>
            <a:lvl5pPr rtl="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Footer Placeholder 2">
            <a:extLst>
              <a:ext uri="{FF2B5EF4-FFF2-40B4-BE49-F238E27FC236}">
                <a16:creationId xmlns:a16="http://schemas.microsoft.com/office/drawing/2014/main" id="{0E395449-3998-CDAA-2BC7-214BCDF5446A}"/>
              </a:ext>
            </a:extLst>
          </p:cNvPr>
          <p:cNvSpPr>
            <a:spLocks noGrp="1"/>
          </p:cNvSpPr>
          <p:nvPr>
            <p:ph type="ftr" sz="quarter" idx="3"/>
          </p:nvPr>
        </p:nvSpPr>
        <p:spPr>
          <a:xfrm>
            <a:off x="675936" y="6321425"/>
            <a:ext cx="5240677" cy="367612"/>
          </a:xfrm>
          <a:prstGeom prst="rect">
            <a:avLst/>
          </a:prstGeom>
        </p:spPr>
        <p:txBody>
          <a:bodyPr anchor="ctr"/>
          <a:lstStyle>
            <a:lvl1pPr rtl="0">
              <a:defRPr sz="1000">
                <a:solidFill>
                  <a:schemeClr val="tx1"/>
                </a:solidFill>
              </a:defRPr>
            </a:lvl1pPr>
          </a:lstStyle>
          <a:p>
            <a:endParaRPr lang="en-GB"/>
          </a:p>
        </p:txBody>
      </p:sp>
      <p:sp>
        <p:nvSpPr>
          <p:cNvPr id="6" name="Slide Number Placeholder 3">
            <a:extLst>
              <a:ext uri="{FF2B5EF4-FFF2-40B4-BE49-F238E27FC236}">
                <a16:creationId xmlns:a16="http://schemas.microsoft.com/office/drawing/2014/main" id="{8119F505-CCC0-1D76-FA0D-06161C3D5EFF}"/>
              </a:ext>
            </a:extLst>
          </p:cNvPr>
          <p:cNvSpPr>
            <a:spLocks noGrp="1"/>
          </p:cNvSpPr>
          <p:nvPr>
            <p:ph type="sldNum" sz="quarter" idx="11"/>
          </p:nvPr>
        </p:nvSpPr>
        <p:spPr>
          <a:xfrm>
            <a:off x="11126972" y="6317863"/>
            <a:ext cx="704666" cy="181362"/>
          </a:xfrm>
          <a:prstGeom prst="rect">
            <a:avLst/>
          </a:prstGeom>
          <a:noFill/>
        </p:spPr>
        <p:txBody>
          <a:bodyPr vert="horz" lIns="0" tIns="0" rIns="0" bIns="0" rtlCol="0" anchor="b">
            <a:noAutofit/>
          </a:bodyPr>
          <a:lstStyle>
            <a:defPPr>
              <a:defRPr lang="en-US"/>
            </a:defPPr>
            <a:lvl1pPr marL="0" algn="r" defTabSz="914400" rtl="0" eaLnBrk="1" latinLnBrk="0" hangingPunct="1">
              <a:defRPr sz="10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0BE2C1E-995C-4121-AD26-7DE6C74EE600}" type="slidenum">
              <a:rPr lang="en-GB" smtClean="0"/>
              <a:t>‹#›</a:t>
            </a:fld>
            <a:endParaRPr lang="en-GB"/>
          </a:p>
        </p:txBody>
      </p:sp>
      <p:sp>
        <p:nvSpPr>
          <p:cNvPr id="10" name="TextBox 9">
            <a:extLst>
              <a:ext uri="{FF2B5EF4-FFF2-40B4-BE49-F238E27FC236}">
                <a16:creationId xmlns:a16="http://schemas.microsoft.com/office/drawing/2014/main" id="{C91EFB40-908A-B2E7-72DD-3D490605C48D}"/>
              </a:ext>
            </a:extLst>
          </p:cNvPr>
          <p:cNvSpPr txBox="1"/>
          <p:nvPr userDrawn="1"/>
        </p:nvSpPr>
        <p:spPr bwMode="gray">
          <a:xfrm flipH="1">
            <a:off x="-718457" y="6814457"/>
            <a:ext cx="0" cy="0"/>
          </a:xfrm>
          <a:prstGeom prst="rect">
            <a:avLst/>
          </a:prstGeom>
          <a:noFill/>
        </p:spPr>
        <p:txBody>
          <a:bodyPr wrap="non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6000" indent="-216000" algn="l">
              <a:spcBef>
                <a:spcPts val="600"/>
              </a:spcBef>
              <a:buFont typeface="Arial" pitchFamily="34" charset="0"/>
              <a:buChar char="•"/>
            </a:pPr>
            <a:endParaRPr lang="en-GB" sz="1200" err="1"/>
          </a:p>
        </p:txBody>
      </p:sp>
    </p:spTree>
    <p:extLst>
      <p:ext uri="{BB962C8B-B14F-4D97-AF65-F5344CB8AC3E}">
        <p14:creationId xmlns:p14="http://schemas.microsoft.com/office/powerpoint/2010/main" val="1419949476"/>
      </p:ext>
    </p:extLst>
  </p:cSld>
  <p:clrMapOvr>
    <a:masterClrMapping/>
  </p:clrMapOvr>
  <p:transition/>
  <p:extLst>
    <p:ext uri="{DCECCB84-F9BA-43D5-87BE-67443E8EF086}">
      <p15:sldGuideLst xmlns:p15="http://schemas.microsoft.com/office/powerpoint/2012/main">
        <p15:guide id="1" pos="3727">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 Columns">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B56EABE-D55B-4373-F6CF-224BF43E855B}"/>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9" name="Object 8" hidden="1">
                        <a:extLst>
                          <a:ext uri="{FF2B5EF4-FFF2-40B4-BE49-F238E27FC236}">
                            <a16:creationId xmlns:a16="http://schemas.microsoft.com/office/drawing/2014/main" id="{1B56EABE-D55B-4373-F6CF-224BF43E855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CE8AADD-913B-949E-D663-554B1349714E}"/>
              </a:ext>
            </a:extLst>
          </p:cNvPr>
          <p:cNvSpPr>
            <a:spLocks noGrp="1"/>
          </p:cNvSpPr>
          <p:nvPr>
            <p:ph type="title" hasCustomPrompt="1"/>
          </p:nvPr>
        </p:nvSpPr>
        <p:spPr>
          <a:xfrm>
            <a:off x="360363" y="536576"/>
            <a:ext cx="11471275" cy="661988"/>
          </a:xfrm>
          <a:prstGeom prst="rect">
            <a:avLst/>
          </a:prstGeom>
        </p:spPr>
        <p:txBody>
          <a:bodyPr vert="horz"/>
          <a:lstStyle>
            <a:lvl1pPr rtl="0">
              <a:defRPr/>
            </a:lvl1pPr>
          </a:lstStyle>
          <a:p>
            <a:r>
              <a:rPr lang="en-GB"/>
              <a:t>Click to edit action title</a:t>
            </a:r>
          </a:p>
        </p:txBody>
      </p:sp>
      <p:sp>
        <p:nvSpPr>
          <p:cNvPr id="7" name="Text Placeholder 6">
            <a:extLst>
              <a:ext uri="{FF2B5EF4-FFF2-40B4-BE49-F238E27FC236}">
                <a16:creationId xmlns:a16="http://schemas.microsoft.com/office/drawing/2014/main" id="{9AB3F6AF-ED74-5EBB-9159-83208AE07A23}"/>
              </a:ext>
            </a:extLst>
          </p:cNvPr>
          <p:cNvSpPr>
            <a:spLocks noGrp="1"/>
          </p:cNvSpPr>
          <p:nvPr>
            <p:ph type="body" sz="quarter" idx="12" hasCustomPrompt="1"/>
          </p:nvPr>
        </p:nvSpPr>
        <p:spPr>
          <a:xfrm>
            <a:off x="360363" y="207165"/>
            <a:ext cx="11471275" cy="178593"/>
          </a:xfrm>
          <a:prstGeom prst="rect">
            <a:avLst/>
          </a:prstGeom>
        </p:spPr>
        <p:txBody>
          <a:bodyPr anchor="b"/>
          <a:lstStyle>
            <a:lvl1pPr marL="0" indent="0" rtl="0">
              <a:buNone/>
              <a:defRPr sz="1200" cap="all" baseline="0">
                <a:solidFill>
                  <a:schemeClr val="tx2">
                    <a:lumMod val="60000"/>
                    <a:lumOff val="40000"/>
                  </a:schemeClr>
                </a:solidFill>
                <a:latin typeface="+mj-lt"/>
              </a:defRPr>
            </a:lvl1pPr>
          </a:lstStyle>
          <a:p>
            <a:pPr lvl="0"/>
            <a:r>
              <a:rPr lang="en-GB"/>
              <a:t>Click to edit chapter text</a:t>
            </a:r>
          </a:p>
        </p:txBody>
      </p:sp>
      <p:sp>
        <p:nvSpPr>
          <p:cNvPr id="12" name="Text Placeholder 11">
            <a:extLst>
              <a:ext uri="{FF2B5EF4-FFF2-40B4-BE49-F238E27FC236}">
                <a16:creationId xmlns:a16="http://schemas.microsoft.com/office/drawing/2014/main" id="{8282BAF1-276B-A194-EB89-47200DC6CF6B}"/>
              </a:ext>
            </a:extLst>
          </p:cNvPr>
          <p:cNvSpPr>
            <a:spLocks noGrp="1"/>
          </p:cNvSpPr>
          <p:nvPr>
            <p:ph type="body" sz="quarter" idx="13"/>
          </p:nvPr>
        </p:nvSpPr>
        <p:spPr>
          <a:xfrm>
            <a:off x="360364" y="1557338"/>
            <a:ext cx="5555636" cy="4581525"/>
          </a:xfrm>
          <a:prstGeom prst="rect">
            <a:avLst/>
          </a:prstGeom>
        </p:spPr>
        <p:txBody>
          <a:bodyPr/>
          <a:lstStyle>
            <a:lvl1pPr rtl="0">
              <a:defRPr/>
            </a:lvl1pPr>
            <a:lvl2pPr rtl="0">
              <a:defRPr/>
            </a:lvl2pPr>
            <a:lvl3pPr rtl="0">
              <a:defRPr/>
            </a:lvl3pPr>
            <a:lvl4pPr rtl="0">
              <a:defRPr/>
            </a:lvl4pPr>
            <a:lvl5pPr rtl="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Text Placeholder 11">
            <a:extLst>
              <a:ext uri="{FF2B5EF4-FFF2-40B4-BE49-F238E27FC236}">
                <a16:creationId xmlns:a16="http://schemas.microsoft.com/office/drawing/2014/main" id="{AA0D52EB-632D-88E7-6317-C688F978D8CD}"/>
              </a:ext>
            </a:extLst>
          </p:cNvPr>
          <p:cNvSpPr>
            <a:spLocks noGrp="1"/>
          </p:cNvSpPr>
          <p:nvPr>
            <p:ph type="body" sz="quarter" idx="14"/>
          </p:nvPr>
        </p:nvSpPr>
        <p:spPr>
          <a:xfrm>
            <a:off x="6276002" y="1557338"/>
            <a:ext cx="5555636" cy="4581525"/>
          </a:xfrm>
          <a:prstGeom prst="rect">
            <a:avLst/>
          </a:prstGeom>
        </p:spPr>
        <p:txBody>
          <a:bodyPr/>
          <a:lstStyle>
            <a:lvl1pPr rtl="0">
              <a:defRPr/>
            </a:lvl1pPr>
            <a:lvl2pPr rtl="0">
              <a:defRPr/>
            </a:lvl2pPr>
            <a:lvl3pPr rtl="0">
              <a:defRPr/>
            </a:lvl3pPr>
            <a:lvl4pPr rtl="0">
              <a:defRPr/>
            </a:lvl4pPr>
            <a:lvl5pPr rtl="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cxnSp>
        <p:nvCxnSpPr>
          <p:cNvPr id="11" name="Straight Connector 10">
            <a:extLst>
              <a:ext uri="{FF2B5EF4-FFF2-40B4-BE49-F238E27FC236}">
                <a16:creationId xmlns:a16="http://schemas.microsoft.com/office/drawing/2014/main" id="{53EB1BCA-6BD5-247C-67BB-74FF5B9E096A}"/>
              </a:ext>
            </a:extLst>
          </p:cNvPr>
          <p:cNvCxnSpPr/>
          <p:nvPr userDrawn="1"/>
        </p:nvCxnSpPr>
        <p:spPr bwMode="gray">
          <a:xfrm flipH="1">
            <a:off x="6096000" y="1557338"/>
            <a:ext cx="0" cy="4581525"/>
          </a:xfrm>
          <a:prstGeom prst="line">
            <a:avLst/>
          </a:prstGeom>
          <a:ln w="9525">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2">
            <a:extLst>
              <a:ext uri="{FF2B5EF4-FFF2-40B4-BE49-F238E27FC236}">
                <a16:creationId xmlns:a16="http://schemas.microsoft.com/office/drawing/2014/main" id="{FD394BFE-4996-FB35-0C7B-6936CA83F796}"/>
              </a:ext>
            </a:extLst>
          </p:cNvPr>
          <p:cNvSpPr>
            <a:spLocks noGrp="1"/>
          </p:cNvSpPr>
          <p:nvPr>
            <p:ph type="ftr" sz="quarter" idx="3"/>
          </p:nvPr>
        </p:nvSpPr>
        <p:spPr>
          <a:xfrm>
            <a:off x="675936" y="6321425"/>
            <a:ext cx="10087857" cy="367612"/>
          </a:xfrm>
          <a:prstGeom prst="rect">
            <a:avLst/>
          </a:prstGeom>
        </p:spPr>
        <p:txBody>
          <a:bodyPr anchor="ctr"/>
          <a:lstStyle>
            <a:lvl1pPr rtl="0">
              <a:defRPr sz="1000">
                <a:solidFill>
                  <a:schemeClr val="tx1"/>
                </a:solidFill>
              </a:defRPr>
            </a:lvl1pPr>
          </a:lstStyle>
          <a:p>
            <a:endParaRPr lang="en-GB"/>
          </a:p>
        </p:txBody>
      </p:sp>
    </p:spTree>
    <p:extLst>
      <p:ext uri="{BB962C8B-B14F-4D97-AF65-F5344CB8AC3E}">
        <p14:creationId xmlns:p14="http://schemas.microsoft.com/office/powerpoint/2010/main" val="891855638"/>
      </p:ext>
    </p:extLst>
  </p:cSld>
  <p:clrMapOvr>
    <a:masterClrMapping/>
  </p:clrMapOvr>
  <p:transition/>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 Columns">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B56EABE-D55B-4373-F6CF-224BF43E855B}"/>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9" name="Object 8" hidden="1">
                        <a:extLst>
                          <a:ext uri="{FF2B5EF4-FFF2-40B4-BE49-F238E27FC236}">
                            <a16:creationId xmlns:a16="http://schemas.microsoft.com/office/drawing/2014/main" id="{1B56EABE-D55B-4373-F6CF-224BF43E855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CE8AADD-913B-949E-D663-554B1349714E}"/>
              </a:ext>
            </a:extLst>
          </p:cNvPr>
          <p:cNvSpPr>
            <a:spLocks noGrp="1"/>
          </p:cNvSpPr>
          <p:nvPr>
            <p:ph type="title" hasCustomPrompt="1"/>
          </p:nvPr>
        </p:nvSpPr>
        <p:spPr>
          <a:xfrm>
            <a:off x="360363" y="536576"/>
            <a:ext cx="11471275" cy="661988"/>
          </a:xfrm>
          <a:prstGeom prst="rect">
            <a:avLst/>
          </a:prstGeom>
        </p:spPr>
        <p:txBody>
          <a:bodyPr vert="horz"/>
          <a:lstStyle>
            <a:lvl1pPr rtl="0">
              <a:defRPr/>
            </a:lvl1pPr>
          </a:lstStyle>
          <a:p>
            <a:r>
              <a:rPr lang="en-GB"/>
              <a:t>Click to edit action title</a:t>
            </a:r>
          </a:p>
        </p:txBody>
      </p:sp>
      <p:sp>
        <p:nvSpPr>
          <p:cNvPr id="7" name="Text Placeholder 6">
            <a:extLst>
              <a:ext uri="{FF2B5EF4-FFF2-40B4-BE49-F238E27FC236}">
                <a16:creationId xmlns:a16="http://schemas.microsoft.com/office/drawing/2014/main" id="{9AB3F6AF-ED74-5EBB-9159-83208AE07A23}"/>
              </a:ext>
            </a:extLst>
          </p:cNvPr>
          <p:cNvSpPr>
            <a:spLocks noGrp="1"/>
          </p:cNvSpPr>
          <p:nvPr>
            <p:ph type="body" sz="quarter" idx="12" hasCustomPrompt="1"/>
          </p:nvPr>
        </p:nvSpPr>
        <p:spPr>
          <a:xfrm>
            <a:off x="360363" y="207165"/>
            <a:ext cx="11471275" cy="178593"/>
          </a:xfrm>
          <a:prstGeom prst="rect">
            <a:avLst/>
          </a:prstGeom>
        </p:spPr>
        <p:txBody>
          <a:bodyPr anchor="b"/>
          <a:lstStyle>
            <a:lvl1pPr marL="0" indent="0" rtl="0">
              <a:buNone/>
              <a:defRPr sz="1200" cap="all" baseline="0">
                <a:solidFill>
                  <a:schemeClr val="tx2">
                    <a:lumMod val="60000"/>
                    <a:lumOff val="40000"/>
                  </a:schemeClr>
                </a:solidFill>
                <a:latin typeface="+mj-lt"/>
              </a:defRPr>
            </a:lvl1pPr>
          </a:lstStyle>
          <a:p>
            <a:pPr lvl="0"/>
            <a:r>
              <a:rPr lang="en-GB"/>
              <a:t>Click to edit chapter text</a:t>
            </a:r>
          </a:p>
        </p:txBody>
      </p:sp>
      <p:sp>
        <p:nvSpPr>
          <p:cNvPr id="12" name="Text Placeholder 11">
            <a:extLst>
              <a:ext uri="{FF2B5EF4-FFF2-40B4-BE49-F238E27FC236}">
                <a16:creationId xmlns:a16="http://schemas.microsoft.com/office/drawing/2014/main" id="{8282BAF1-276B-A194-EB89-47200DC6CF6B}"/>
              </a:ext>
            </a:extLst>
          </p:cNvPr>
          <p:cNvSpPr>
            <a:spLocks noGrp="1"/>
          </p:cNvSpPr>
          <p:nvPr>
            <p:ph type="body" sz="quarter" idx="13"/>
          </p:nvPr>
        </p:nvSpPr>
        <p:spPr>
          <a:xfrm>
            <a:off x="360364" y="1557338"/>
            <a:ext cx="3585600" cy="4581525"/>
          </a:xfrm>
          <a:prstGeom prst="rect">
            <a:avLst/>
          </a:prstGeom>
        </p:spPr>
        <p:txBody>
          <a:bodyPr/>
          <a:lstStyle>
            <a:lvl1pPr rtl="0">
              <a:defRPr/>
            </a:lvl1pPr>
            <a:lvl2pPr rtl="0">
              <a:defRPr/>
            </a:lvl2pPr>
            <a:lvl3pPr rtl="0">
              <a:defRPr/>
            </a:lvl3pPr>
            <a:lvl4pPr rtl="0">
              <a:defRPr/>
            </a:lvl4pPr>
            <a:lvl5pPr rtl="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Text Placeholder 11">
            <a:extLst>
              <a:ext uri="{FF2B5EF4-FFF2-40B4-BE49-F238E27FC236}">
                <a16:creationId xmlns:a16="http://schemas.microsoft.com/office/drawing/2014/main" id="{AA0D52EB-632D-88E7-6317-C688F978D8CD}"/>
              </a:ext>
            </a:extLst>
          </p:cNvPr>
          <p:cNvSpPr>
            <a:spLocks noGrp="1"/>
          </p:cNvSpPr>
          <p:nvPr>
            <p:ph type="body" sz="quarter" idx="14"/>
          </p:nvPr>
        </p:nvSpPr>
        <p:spPr>
          <a:xfrm>
            <a:off x="4303202" y="1557338"/>
            <a:ext cx="3585600" cy="4581525"/>
          </a:xfrm>
          <a:prstGeom prst="rect">
            <a:avLst/>
          </a:prstGeom>
        </p:spPr>
        <p:txBody>
          <a:bodyPr/>
          <a:lstStyle>
            <a:lvl1pPr rtl="0">
              <a:defRPr/>
            </a:lvl1pPr>
            <a:lvl2pPr rtl="0">
              <a:defRPr/>
            </a:lvl2pPr>
            <a:lvl3pPr rtl="0">
              <a:defRPr/>
            </a:lvl3pPr>
            <a:lvl4pPr rtl="0">
              <a:defRPr/>
            </a:lvl4pPr>
            <a:lvl5pPr rtl="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11">
            <a:extLst>
              <a:ext uri="{FF2B5EF4-FFF2-40B4-BE49-F238E27FC236}">
                <a16:creationId xmlns:a16="http://schemas.microsoft.com/office/drawing/2014/main" id="{A4F8645A-4C8F-B5EF-ABBE-0A7944FB9652}"/>
              </a:ext>
            </a:extLst>
          </p:cNvPr>
          <p:cNvSpPr>
            <a:spLocks noGrp="1"/>
          </p:cNvSpPr>
          <p:nvPr>
            <p:ph type="body" sz="quarter" idx="15"/>
          </p:nvPr>
        </p:nvSpPr>
        <p:spPr>
          <a:xfrm>
            <a:off x="8246038" y="1557338"/>
            <a:ext cx="3585600" cy="4581525"/>
          </a:xfrm>
          <a:prstGeom prst="rect">
            <a:avLst/>
          </a:prstGeom>
        </p:spPr>
        <p:txBody>
          <a:bodyPr/>
          <a:lstStyle>
            <a:lvl1pPr rtl="0">
              <a:defRPr/>
            </a:lvl1pPr>
            <a:lvl2pPr rtl="0">
              <a:defRPr/>
            </a:lvl2pPr>
            <a:lvl3pPr rtl="0">
              <a:defRPr/>
            </a:lvl3pPr>
            <a:lvl4pPr rtl="0">
              <a:defRPr/>
            </a:lvl4pPr>
            <a:lvl5pPr rtl="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cxnSp>
        <p:nvCxnSpPr>
          <p:cNvPr id="8" name="Straight Connector 7">
            <a:extLst>
              <a:ext uri="{FF2B5EF4-FFF2-40B4-BE49-F238E27FC236}">
                <a16:creationId xmlns:a16="http://schemas.microsoft.com/office/drawing/2014/main" id="{077A0E30-9124-5E6A-F7CB-DA7136515E2A}"/>
              </a:ext>
            </a:extLst>
          </p:cNvPr>
          <p:cNvCxnSpPr/>
          <p:nvPr userDrawn="1"/>
        </p:nvCxnSpPr>
        <p:spPr bwMode="gray">
          <a:xfrm flipH="1">
            <a:off x="4124583" y="1557338"/>
            <a:ext cx="0" cy="458152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752DA0A-4663-C15E-45D1-287C660996D3}"/>
              </a:ext>
            </a:extLst>
          </p:cNvPr>
          <p:cNvCxnSpPr/>
          <p:nvPr userDrawn="1"/>
        </p:nvCxnSpPr>
        <p:spPr bwMode="gray">
          <a:xfrm flipH="1">
            <a:off x="8067421" y="1557338"/>
            <a:ext cx="0" cy="458152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2">
            <a:extLst>
              <a:ext uri="{FF2B5EF4-FFF2-40B4-BE49-F238E27FC236}">
                <a16:creationId xmlns:a16="http://schemas.microsoft.com/office/drawing/2014/main" id="{03B40352-4AB6-C52B-44D6-EC669C4E2C3F}"/>
              </a:ext>
            </a:extLst>
          </p:cNvPr>
          <p:cNvSpPr>
            <a:spLocks noGrp="1"/>
          </p:cNvSpPr>
          <p:nvPr>
            <p:ph type="ftr" sz="quarter" idx="3"/>
          </p:nvPr>
        </p:nvSpPr>
        <p:spPr>
          <a:xfrm>
            <a:off x="675936" y="6321425"/>
            <a:ext cx="10087857" cy="367612"/>
          </a:xfrm>
          <a:prstGeom prst="rect">
            <a:avLst/>
          </a:prstGeom>
        </p:spPr>
        <p:txBody>
          <a:bodyPr anchor="ctr"/>
          <a:lstStyle>
            <a:lvl1pPr rtl="0">
              <a:defRPr sz="1000">
                <a:solidFill>
                  <a:schemeClr val="tx1"/>
                </a:solidFill>
              </a:defRPr>
            </a:lvl1pPr>
          </a:lstStyle>
          <a:p>
            <a:endParaRPr lang="en-GB"/>
          </a:p>
        </p:txBody>
      </p:sp>
    </p:spTree>
    <p:extLst>
      <p:ext uri="{BB962C8B-B14F-4D97-AF65-F5344CB8AC3E}">
        <p14:creationId xmlns:p14="http://schemas.microsoft.com/office/powerpoint/2010/main" val="968609750"/>
      </p:ext>
    </p:extLst>
  </p:cSld>
  <p:clrMapOvr>
    <a:masterClrMapping/>
  </p:clrMapOvr>
  <p:transition/>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37CCCAD9-9256-CF6B-F4ED-9A34A4CA118B}"/>
              </a:ext>
            </a:extLst>
          </p:cNvPr>
          <p:cNvSpPr>
            <a:spLocks noGrp="1"/>
          </p:cNvSpPr>
          <p:nvPr>
            <p:ph type="pic" sz="quarter" idx="11"/>
          </p:nvPr>
        </p:nvSpPr>
        <p:spPr>
          <a:xfrm>
            <a:off x="8121330" y="0"/>
            <a:ext cx="4070667" cy="6858000"/>
          </a:xfrm>
          <a:solidFill>
            <a:schemeClr val="tx1"/>
          </a:solidFill>
        </p:spPr>
        <p:txBody>
          <a:bodyPr/>
          <a:lstStyle/>
          <a:p>
            <a:r>
              <a:rPr lang="en-GB"/>
              <a:t>Click icon to add picture</a:t>
            </a:r>
          </a:p>
        </p:txBody>
      </p:sp>
      <p:sp>
        <p:nvSpPr>
          <p:cNvPr id="2" name="Title 1">
            <a:extLst>
              <a:ext uri="{FF2B5EF4-FFF2-40B4-BE49-F238E27FC236}">
                <a16:creationId xmlns:a16="http://schemas.microsoft.com/office/drawing/2014/main" id="{4D5AB824-8E31-DCCB-7816-8C043272CE1A}"/>
              </a:ext>
            </a:extLst>
          </p:cNvPr>
          <p:cNvSpPr>
            <a:spLocks noGrp="1"/>
          </p:cNvSpPr>
          <p:nvPr>
            <p:ph type="title"/>
          </p:nvPr>
        </p:nvSpPr>
        <p:spPr>
          <a:xfrm>
            <a:off x="360000" y="536576"/>
            <a:ext cx="7485623" cy="661987"/>
          </a:xfrm>
        </p:spPr>
        <p:txBody>
          <a:bodyPr/>
          <a:lstStyle/>
          <a:p>
            <a:r>
              <a:rPr lang="en-GB"/>
              <a:t>Click to edit Master title style</a:t>
            </a:r>
          </a:p>
        </p:txBody>
      </p:sp>
      <p:sp>
        <p:nvSpPr>
          <p:cNvPr id="3" name="Footer Placeholder 2">
            <a:extLst>
              <a:ext uri="{FF2B5EF4-FFF2-40B4-BE49-F238E27FC236}">
                <a16:creationId xmlns:a16="http://schemas.microsoft.com/office/drawing/2014/main" id="{304F5DB0-C987-FA9A-46F5-2520A0BA1DF6}"/>
              </a:ext>
            </a:extLst>
          </p:cNvPr>
          <p:cNvSpPr>
            <a:spLocks noGrp="1"/>
          </p:cNvSpPr>
          <p:nvPr>
            <p:ph type="ftr" sz="quarter" idx="10"/>
          </p:nvPr>
        </p:nvSpPr>
        <p:spPr>
          <a:xfrm>
            <a:off x="675937" y="6321425"/>
            <a:ext cx="7368606" cy="367612"/>
          </a:xfrm>
        </p:spPr>
        <p:txBody>
          <a:bodyPr/>
          <a:lstStyle/>
          <a:p>
            <a:endParaRPr lang="en-GB"/>
          </a:p>
        </p:txBody>
      </p:sp>
      <p:cxnSp>
        <p:nvCxnSpPr>
          <p:cNvPr id="5" name="Straight Connector 4">
            <a:extLst>
              <a:ext uri="{FF2B5EF4-FFF2-40B4-BE49-F238E27FC236}">
                <a16:creationId xmlns:a16="http://schemas.microsoft.com/office/drawing/2014/main" id="{0FF2B470-6416-ED2A-CEE1-47942FB5C702}"/>
              </a:ext>
            </a:extLst>
          </p:cNvPr>
          <p:cNvCxnSpPr/>
          <p:nvPr userDrawn="1"/>
        </p:nvCxnSpPr>
        <p:spPr bwMode="gray">
          <a:xfrm flipH="1">
            <a:off x="2743200" y="3722766"/>
            <a:ext cx="0" cy="2160911"/>
          </a:xfrm>
          <a:prstGeom prst="line">
            <a:avLst/>
          </a:prstGeom>
          <a:ln w="1270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5EF2DE82-B254-EDE8-E7C8-B2A811AE61DB}"/>
              </a:ext>
            </a:extLst>
          </p:cNvPr>
          <p:cNvCxnSpPr/>
          <p:nvPr userDrawn="1"/>
        </p:nvCxnSpPr>
        <p:spPr bwMode="gray">
          <a:xfrm flipH="1">
            <a:off x="5448300" y="3722766"/>
            <a:ext cx="0" cy="2160911"/>
          </a:xfrm>
          <a:prstGeom prst="line">
            <a:avLst/>
          </a:prstGeom>
          <a:ln w="1270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8" name="Text Placeholder 6">
            <a:extLst>
              <a:ext uri="{FF2B5EF4-FFF2-40B4-BE49-F238E27FC236}">
                <a16:creationId xmlns:a16="http://schemas.microsoft.com/office/drawing/2014/main" id="{A7D2A3A8-4263-816F-EB8C-E298B2B1CAF7}"/>
              </a:ext>
            </a:extLst>
          </p:cNvPr>
          <p:cNvSpPr>
            <a:spLocks noGrp="1"/>
          </p:cNvSpPr>
          <p:nvPr>
            <p:ph type="body" sz="quarter" idx="12" hasCustomPrompt="1"/>
          </p:nvPr>
        </p:nvSpPr>
        <p:spPr>
          <a:xfrm>
            <a:off x="360364" y="207165"/>
            <a:ext cx="7485260" cy="178593"/>
          </a:xfrm>
          <a:prstGeom prst="rect">
            <a:avLst/>
          </a:prstGeom>
        </p:spPr>
        <p:txBody>
          <a:bodyPr anchor="b"/>
          <a:lstStyle>
            <a:lvl1pPr marL="0" indent="0" rtl="0">
              <a:buNone/>
              <a:defRPr sz="1200" cap="all" baseline="0">
                <a:solidFill>
                  <a:schemeClr val="tx2">
                    <a:lumMod val="60000"/>
                    <a:lumOff val="40000"/>
                  </a:schemeClr>
                </a:solidFill>
                <a:latin typeface="+mj-lt"/>
              </a:defRPr>
            </a:lvl1pPr>
          </a:lstStyle>
          <a:p>
            <a:pPr lvl="0"/>
            <a:r>
              <a:rPr lang="en-GB"/>
              <a:t>Click to edit chapter text</a:t>
            </a:r>
          </a:p>
        </p:txBody>
      </p:sp>
      <p:sp>
        <p:nvSpPr>
          <p:cNvPr id="19" name="Text Placeholder 11">
            <a:extLst>
              <a:ext uri="{FF2B5EF4-FFF2-40B4-BE49-F238E27FC236}">
                <a16:creationId xmlns:a16="http://schemas.microsoft.com/office/drawing/2014/main" id="{2EA70141-D634-DDAE-7CDD-3D62AA17E329}"/>
              </a:ext>
            </a:extLst>
          </p:cNvPr>
          <p:cNvSpPr>
            <a:spLocks noGrp="1"/>
          </p:cNvSpPr>
          <p:nvPr>
            <p:ph type="body" sz="quarter" idx="13"/>
          </p:nvPr>
        </p:nvSpPr>
        <p:spPr>
          <a:xfrm>
            <a:off x="360364" y="1557339"/>
            <a:ext cx="7485260" cy="1577896"/>
          </a:xfrm>
          <a:prstGeom prst="rect">
            <a:avLst/>
          </a:prstGeom>
        </p:spPr>
        <p:txBody>
          <a:bodyPr/>
          <a:lstStyle>
            <a:lvl1pPr rtl="0">
              <a:defRPr/>
            </a:lvl1pPr>
            <a:lvl2pPr rtl="0">
              <a:defRPr/>
            </a:lvl2pPr>
            <a:lvl3pPr rtl="0">
              <a:defRPr/>
            </a:lvl3pPr>
            <a:lvl4pPr rtl="0">
              <a:defRPr/>
            </a:lvl4pPr>
            <a:lvl5pPr rtl="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3" name="Text Placeholder 22">
            <a:extLst>
              <a:ext uri="{FF2B5EF4-FFF2-40B4-BE49-F238E27FC236}">
                <a16:creationId xmlns:a16="http://schemas.microsoft.com/office/drawing/2014/main" id="{7A040119-EDAD-89B4-AF59-D7794C22A7A0}"/>
              </a:ext>
            </a:extLst>
          </p:cNvPr>
          <p:cNvSpPr>
            <a:spLocks noGrp="1"/>
          </p:cNvSpPr>
          <p:nvPr>
            <p:ph type="body" sz="quarter" idx="14"/>
          </p:nvPr>
        </p:nvSpPr>
        <p:spPr>
          <a:xfrm>
            <a:off x="360364" y="3357563"/>
            <a:ext cx="2107130" cy="27495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4" name="Text Placeholder 22">
            <a:extLst>
              <a:ext uri="{FF2B5EF4-FFF2-40B4-BE49-F238E27FC236}">
                <a16:creationId xmlns:a16="http://schemas.microsoft.com/office/drawing/2014/main" id="{74FCE1E1-5E79-19AD-8917-8F4D4D6BE63F}"/>
              </a:ext>
            </a:extLst>
          </p:cNvPr>
          <p:cNvSpPr>
            <a:spLocks noGrp="1"/>
          </p:cNvSpPr>
          <p:nvPr>
            <p:ph type="body" sz="quarter" idx="15"/>
          </p:nvPr>
        </p:nvSpPr>
        <p:spPr>
          <a:xfrm>
            <a:off x="3060021" y="3357563"/>
            <a:ext cx="2140374" cy="27495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5" name="Text Placeholder 22">
            <a:extLst>
              <a:ext uri="{FF2B5EF4-FFF2-40B4-BE49-F238E27FC236}">
                <a16:creationId xmlns:a16="http://schemas.microsoft.com/office/drawing/2014/main" id="{59532641-4A59-C098-AD86-DD47DC3D23C1}"/>
              </a:ext>
            </a:extLst>
          </p:cNvPr>
          <p:cNvSpPr>
            <a:spLocks noGrp="1"/>
          </p:cNvSpPr>
          <p:nvPr>
            <p:ph type="body" sz="quarter" idx="16"/>
          </p:nvPr>
        </p:nvSpPr>
        <p:spPr>
          <a:xfrm>
            <a:off x="5705249" y="3357563"/>
            <a:ext cx="2140374" cy="27495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6" name="Slide Number Placeholder 3">
            <a:extLst>
              <a:ext uri="{FF2B5EF4-FFF2-40B4-BE49-F238E27FC236}">
                <a16:creationId xmlns:a16="http://schemas.microsoft.com/office/drawing/2014/main" id="{8EAFDB7A-387F-173C-A81F-BF4D9ACD20C7}"/>
              </a:ext>
            </a:extLst>
          </p:cNvPr>
          <p:cNvSpPr>
            <a:spLocks noGrp="1"/>
          </p:cNvSpPr>
          <p:nvPr>
            <p:ph type="sldNum" sz="quarter" idx="17"/>
          </p:nvPr>
        </p:nvSpPr>
        <p:spPr>
          <a:xfrm>
            <a:off x="11126972" y="6317863"/>
            <a:ext cx="704666" cy="181362"/>
          </a:xfrm>
          <a:prstGeom prst="rect">
            <a:avLst/>
          </a:prstGeom>
          <a:noFill/>
        </p:spPr>
        <p:txBody>
          <a:bodyPr vert="horz" lIns="0" tIns="0" rIns="0" bIns="0" rtlCol="0" anchor="b">
            <a:noAutofit/>
          </a:bodyPr>
          <a:lstStyle>
            <a:defPPr>
              <a:defRPr lang="en-US"/>
            </a:defPPr>
            <a:lvl1pPr marL="0" algn="r" defTabSz="914400" rtl="0" eaLnBrk="1" latinLnBrk="0" hangingPunct="1">
              <a:defRPr sz="10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0BE2C1E-995C-4121-AD26-7DE6C74EE600}" type="slidenum">
              <a:rPr lang="en-GB" smtClean="0"/>
              <a:t>‹#›</a:t>
            </a:fld>
            <a:endParaRPr lang="en-GB"/>
          </a:p>
        </p:txBody>
      </p:sp>
    </p:spTree>
    <p:extLst>
      <p:ext uri="{BB962C8B-B14F-4D97-AF65-F5344CB8AC3E}">
        <p14:creationId xmlns:p14="http://schemas.microsoft.com/office/powerpoint/2010/main" val="2932458884"/>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userDrawn="1">
  <p:cSld name="Section/Divider">
    <p:bg>
      <p:bgPr>
        <a:solidFill>
          <a:schemeClr val="tx1"/>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BBF30689-BACF-220E-9869-EF4152B00165}"/>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6" name="Object 5" hidden="1">
                        <a:extLst>
                          <a:ext uri="{FF2B5EF4-FFF2-40B4-BE49-F238E27FC236}">
                            <a16:creationId xmlns:a16="http://schemas.microsoft.com/office/drawing/2014/main" id="{BBF30689-BACF-220E-9869-EF4152B0016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4" name="Graphic 3">
            <a:extLst>
              <a:ext uri="{FF2B5EF4-FFF2-40B4-BE49-F238E27FC236}">
                <a16:creationId xmlns:a16="http://schemas.microsoft.com/office/drawing/2014/main" id="{4A064E1E-3789-252D-1117-D6AB26C776B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rcRect r="34206"/>
          <a:stretch>
            <a:fillRect/>
          </a:stretch>
        </p:blipFill>
        <p:spPr>
          <a:xfrm>
            <a:off x="5112746" y="703948"/>
            <a:ext cx="7079254" cy="6154052"/>
          </a:xfrm>
          <a:custGeom>
            <a:avLst/>
            <a:gdLst>
              <a:gd name="connsiteX0" fmla="*/ 0 w 7079254"/>
              <a:gd name="connsiteY0" fmla="*/ 0 h 6154052"/>
              <a:gd name="connsiteX1" fmla="*/ 7079254 w 7079254"/>
              <a:gd name="connsiteY1" fmla="*/ 0 h 6154052"/>
              <a:gd name="connsiteX2" fmla="*/ 7079254 w 7079254"/>
              <a:gd name="connsiteY2" fmla="*/ 6154052 h 6154052"/>
              <a:gd name="connsiteX3" fmla="*/ 0 w 7079254"/>
              <a:gd name="connsiteY3" fmla="*/ 6154052 h 6154052"/>
            </a:gdLst>
            <a:ahLst/>
            <a:cxnLst>
              <a:cxn ang="0">
                <a:pos x="connsiteX0" y="connsiteY0"/>
              </a:cxn>
              <a:cxn ang="0">
                <a:pos x="connsiteX1" y="connsiteY1"/>
              </a:cxn>
              <a:cxn ang="0">
                <a:pos x="connsiteX2" y="connsiteY2"/>
              </a:cxn>
              <a:cxn ang="0">
                <a:pos x="connsiteX3" y="connsiteY3"/>
              </a:cxn>
            </a:cxnLst>
            <a:rect l="l" t="t" r="r" b="b"/>
            <a:pathLst>
              <a:path w="7079254" h="6154052">
                <a:moveTo>
                  <a:pt x="0" y="0"/>
                </a:moveTo>
                <a:lnTo>
                  <a:pt x="7079254" y="0"/>
                </a:lnTo>
                <a:lnTo>
                  <a:pt x="7079254" y="6154052"/>
                </a:lnTo>
                <a:lnTo>
                  <a:pt x="0" y="6154052"/>
                </a:lnTo>
                <a:close/>
              </a:path>
            </a:pathLst>
          </a:custGeom>
        </p:spPr>
      </p:pic>
      <p:sp>
        <p:nvSpPr>
          <p:cNvPr id="2" name="Title 1">
            <a:extLst>
              <a:ext uri="{FF2B5EF4-FFF2-40B4-BE49-F238E27FC236}">
                <a16:creationId xmlns:a16="http://schemas.microsoft.com/office/drawing/2014/main" id="{36E9A45B-10F9-487C-9A74-F7DCE0C77A42}"/>
              </a:ext>
            </a:extLst>
          </p:cNvPr>
          <p:cNvSpPr>
            <a:spLocks noGrp="1"/>
          </p:cNvSpPr>
          <p:nvPr>
            <p:ph type="ctrTitle" hasCustomPrompt="1"/>
          </p:nvPr>
        </p:nvSpPr>
        <p:spPr bwMode="gray">
          <a:xfrm>
            <a:off x="360364" y="1921733"/>
            <a:ext cx="11471274" cy="1473743"/>
          </a:xfrm>
          <a:prstGeom prst="rect">
            <a:avLst/>
          </a:prstGeom>
        </p:spPr>
        <p:txBody>
          <a:bodyPr vert="horz" wrap="square" lIns="0" tIns="0" rIns="0" bIns="0" anchor="b" anchorCtr="0">
            <a:noAutofit/>
          </a:bodyPr>
          <a:lstStyle>
            <a:lvl1pPr algn="l" rtl="0">
              <a:lnSpc>
                <a:spcPct val="90000"/>
              </a:lnSpc>
              <a:defRPr sz="3200" b="0" cap="none" spc="0" baseline="0">
                <a:solidFill>
                  <a:schemeClr val="bg1"/>
                </a:solidFill>
                <a:latin typeface="+mj-lt"/>
              </a:defRPr>
            </a:lvl1pPr>
          </a:lstStyle>
          <a:p>
            <a:r>
              <a:rPr lang="en-GB"/>
              <a:t>Section title</a:t>
            </a:r>
          </a:p>
        </p:txBody>
      </p:sp>
      <p:sp>
        <p:nvSpPr>
          <p:cNvPr id="3" name="Subtitle 2">
            <a:extLst>
              <a:ext uri="{FF2B5EF4-FFF2-40B4-BE49-F238E27FC236}">
                <a16:creationId xmlns:a16="http://schemas.microsoft.com/office/drawing/2014/main" id="{CBA3E240-43D7-4C56-BC1B-38BA9D4E9E21}"/>
              </a:ext>
            </a:extLst>
          </p:cNvPr>
          <p:cNvSpPr>
            <a:spLocks noGrp="1"/>
          </p:cNvSpPr>
          <p:nvPr>
            <p:ph type="subTitle" idx="1" hasCustomPrompt="1"/>
          </p:nvPr>
        </p:nvSpPr>
        <p:spPr bwMode="gray">
          <a:xfrm>
            <a:off x="360364" y="3516253"/>
            <a:ext cx="11471274" cy="380945"/>
          </a:xfrm>
          <a:prstGeom prst="rect">
            <a:avLst/>
          </a:prstGeom>
        </p:spPr>
        <p:txBody>
          <a:bodyPr vert="horz" wrap="square" lIns="0" tIns="0" rIns="0" bIns="0" rtlCol="0">
            <a:noAutofit/>
          </a:bodyPr>
          <a:lstStyle>
            <a:lvl1pPr marL="0" indent="0" rtl="0">
              <a:buNone/>
              <a:defRPr lang="en-US" sz="1600" cap="none" spc="100" baseline="0">
                <a:solidFill>
                  <a:schemeClr val="bg1"/>
                </a:solidFill>
                <a:latin typeface="+mj-lt"/>
              </a:defRPr>
            </a:lvl1pPr>
          </a:lstStyle>
          <a:p>
            <a:pPr marL="216000" lvl="0" indent="-216000"/>
            <a:r>
              <a:rPr lang="en-GB"/>
              <a:t>Section subtitle</a:t>
            </a:r>
          </a:p>
        </p:txBody>
      </p:sp>
    </p:spTree>
    <p:extLst>
      <p:ext uri="{BB962C8B-B14F-4D97-AF65-F5344CB8AC3E}">
        <p14:creationId xmlns:p14="http://schemas.microsoft.com/office/powerpoint/2010/main" val="1719352366"/>
      </p:ext>
    </p:extLst>
  </p:cSld>
  <p:clrMapOvr>
    <a:masterClrMapping/>
  </p:clrMapOvr>
  <p:transition/>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D49FAD-AA42-89AF-0D1F-C051D1269254}"/>
              </a:ext>
            </a:extLst>
          </p:cNvPr>
          <p:cNvSpPr>
            <a:spLocks noGrp="1"/>
          </p:cNvSpPr>
          <p:nvPr>
            <p:ph type="dt" sz="half" idx="10"/>
          </p:nvPr>
        </p:nvSpPr>
        <p:spPr/>
        <p:txBody>
          <a:bodyPr/>
          <a:lstStyle/>
          <a:p>
            <a:fld id="{9FC4BFCD-6143-A047-A837-E64DAFE6CBBA}" type="datetimeFigureOut">
              <a:rPr lang="en-US" smtClean="0"/>
              <a:t>7/9/2026</a:t>
            </a:fld>
            <a:endParaRPr lang="en-US"/>
          </a:p>
        </p:txBody>
      </p:sp>
      <p:sp>
        <p:nvSpPr>
          <p:cNvPr id="3" name="Footer Placeholder 2">
            <a:extLst>
              <a:ext uri="{FF2B5EF4-FFF2-40B4-BE49-F238E27FC236}">
                <a16:creationId xmlns:a16="http://schemas.microsoft.com/office/drawing/2014/main" id="{EA0D1329-9630-DB76-556F-A4A0BED489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C8AC3FE-2AC1-8470-F8F6-E1EE30E2E3C2}"/>
              </a:ext>
            </a:extLst>
          </p:cNvPr>
          <p:cNvSpPr>
            <a:spLocks noGrp="1"/>
          </p:cNvSpPr>
          <p:nvPr>
            <p:ph type="sldNum" sz="quarter" idx="12"/>
          </p:nvPr>
        </p:nvSpPr>
        <p:spPr/>
        <p:txBody>
          <a:bodyPr/>
          <a:lstStyle/>
          <a:p>
            <a:fld id="{E1E342BA-AB0B-4D4F-BD14-95847B4E9CD0}" type="slidenum">
              <a:rPr lang="en-US" smtClean="0"/>
              <a:t>‹#›</a:t>
            </a:fld>
            <a:endParaRPr lang="en-US"/>
          </a:p>
        </p:txBody>
      </p:sp>
    </p:spTree>
    <p:extLst>
      <p:ext uri="{BB962C8B-B14F-4D97-AF65-F5344CB8AC3E}">
        <p14:creationId xmlns:p14="http://schemas.microsoft.com/office/powerpoint/2010/main" val="26410128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accent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7D51B20-4026-05E8-76F6-105B6B958226}"/>
              </a:ext>
            </a:extLst>
          </p:cNvPr>
          <p:cNvPicPr>
            <a:picLocks noChangeAspect="1"/>
          </p:cNvPicPr>
          <p:nvPr userDrawn="1"/>
        </p:nvPicPr>
        <p:blipFill>
          <a:blip r:embed="rId2">
            <a:duotone>
              <a:srgbClr val="3D4D55">
                <a:shade val="45000"/>
                <a:satMod val="135000"/>
              </a:srgbClr>
              <a:prstClr val="white"/>
            </a:duotone>
          </a:blip>
          <a:stretch>
            <a:fillRect/>
          </a:stretch>
        </p:blipFill>
        <p:spPr>
          <a:xfrm>
            <a:off x="0" y="8709"/>
            <a:ext cx="12192000" cy="6858000"/>
          </a:xfrm>
          <a:prstGeom prst="rect">
            <a:avLst/>
          </a:prstGeom>
        </p:spPr>
      </p:pic>
      <p:sp>
        <p:nvSpPr>
          <p:cNvPr id="13" name="TextBox 12">
            <a:extLst>
              <a:ext uri="{FF2B5EF4-FFF2-40B4-BE49-F238E27FC236}">
                <a16:creationId xmlns:a16="http://schemas.microsoft.com/office/drawing/2014/main" id="{EA898D02-52EF-043A-9274-CBA01060A9F5}"/>
              </a:ext>
            </a:extLst>
          </p:cNvPr>
          <p:cNvSpPr txBox="1"/>
          <p:nvPr userDrawn="1"/>
        </p:nvSpPr>
        <p:spPr bwMode="ltGray">
          <a:xfrm>
            <a:off x="360363" y="1557338"/>
            <a:ext cx="4983163" cy="1435454"/>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en-GB" sz="3200">
                <a:solidFill>
                  <a:srgbClr val="EAE7E3"/>
                </a:solidFill>
                <a:latin typeface="+mj-lt"/>
              </a:rPr>
              <a:t>where it all </a:t>
            </a:r>
            <a:r>
              <a:rPr lang="en-GB" sz="3200">
                <a:solidFill>
                  <a:schemeClr val="tx1">
                    <a:lumMod val="60000"/>
                    <a:lumOff val="40000"/>
                  </a:schemeClr>
                </a:solidFill>
                <a:latin typeface="+mj-lt"/>
              </a:rPr>
              <a:t>adds up</a:t>
            </a:r>
          </a:p>
        </p:txBody>
      </p:sp>
      <p:pic>
        <p:nvPicPr>
          <p:cNvPr id="15" name="Graphic 14">
            <a:extLst>
              <a:ext uri="{FF2B5EF4-FFF2-40B4-BE49-F238E27FC236}">
                <a16:creationId xmlns:a16="http://schemas.microsoft.com/office/drawing/2014/main" id="{D144B9D2-97BD-5D2E-7DAB-732240DB19A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363" y="529362"/>
            <a:ext cx="2356712" cy="854916"/>
          </a:xfrm>
          <a:prstGeom prst="rect">
            <a:avLst/>
          </a:prstGeom>
        </p:spPr>
      </p:pic>
      <p:sp>
        <p:nvSpPr>
          <p:cNvPr id="2" name="Rectangle 1">
            <a:extLst>
              <a:ext uri="{FF2B5EF4-FFF2-40B4-BE49-F238E27FC236}">
                <a16:creationId xmlns:a16="http://schemas.microsoft.com/office/drawing/2014/main" id="{DA228619-3496-ED52-BC08-FA87C0B58065}"/>
              </a:ext>
            </a:extLst>
          </p:cNvPr>
          <p:cNvSpPr/>
          <p:nvPr userDrawn="1"/>
        </p:nvSpPr>
        <p:spPr bwMode="gray">
          <a:xfrm flipH="1" flipV="1">
            <a:off x="0" y="3622765"/>
            <a:ext cx="12192000" cy="3243943"/>
          </a:xfrm>
          <a:prstGeom prst="rect">
            <a:avLst/>
          </a:prstGeom>
          <a:gradFill>
            <a:gsLst>
              <a:gs pos="0">
                <a:srgbClr val="3D4D55">
                  <a:alpha val="0"/>
                </a:srgbClr>
              </a:gs>
              <a:gs pos="65000">
                <a:srgbClr val="25343C"/>
              </a:gs>
            </a:gsLst>
            <a:lin ang="16200000" scaled="0"/>
          </a:gradFill>
        </p:spPr>
        <p:txBody>
          <a:bodyPr vert="horz" lIns="90000" tIns="46800" rIns="90000" bIns="4680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6000" marR="0" indent="-216000" algn="l" defTabSz="914400" eaLnBrk="1" fontAlgn="auto" latinLnBrk="0" hangingPunct="1">
              <a:lnSpc>
                <a:spcPct val="100000"/>
              </a:lnSpc>
              <a:spcBef>
                <a:spcPts val="600"/>
              </a:spcBef>
              <a:spcAft>
                <a:spcPct val="0"/>
              </a:spcAft>
              <a:buClrTx/>
              <a:buSzTx/>
              <a:buFont typeface="Arial" pitchFamily="34" charset="0"/>
              <a:buChar char="•"/>
            </a:pPr>
            <a:endParaRPr kumimoji="0" lang="en-GB" sz="1200" b="0" i="0" u="none" strike="noStrike" kern="1200" cap="none" spc="0" normalizeH="0" baseline="0" noProof="0" err="1">
              <a:ln>
                <a:noFill/>
              </a:ln>
              <a:solidFill>
                <a:srgbClr val="44463E"/>
              </a:solidFill>
              <a:effectLst/>
              <a:uLnTx/>
              <a:uFillTx/>
              <a:ea typeface="+mn-ea"/>
            </a:endParaRPr>
          </a:p>
        </p:txBody>
      </p:sp>
      <p:sp>
        <p:nvSpPr>
          <p:cNvPr id="20" name="TextBox 19">
            <a:extLst>
              <a:ext uri="{FF2B5EF4-FFF2-40B4-BE49-F238E27FC236}">
                <a16:creationId xmlns:a16="http://schemas.microsoft.com/office/drawing/2014/main" id="{209FCE8E-B1DB-C5B4-BDB7-B078AEB852E4}"/>
              </a:ext>
            </a:extLst>
          </p:cNvPr>
          <p:cNvSpPr txBox="1"/>
          <p:nvPr userDrawn="1"/>
        </p:nvSpPr>
        <p:spPr bwMode="ltGray">
          <a:xfrm>
            <a:off x="8999145" y="5196802"/>
            <a:ext cx="2832863" cy="252000"/>
          </a:xfrm>
          <a:prstGeom prst="rect">
            <a:avLst/>
          </a:prstGeom>
          <a:noFill/>
        </p:spPr>
        <p:txBody>
          <a:bodyPr wrap="square" lIns="0" tIns="0" rIns="0" bIns="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en-GB" sz="1200" spc="100">
                <a:solidFill>
                  <a:schemeClr val="bg2"/>
                </a:solidFill>
                <a:latin typeface="+mj-lt"/>
              </a:rPr>
              <a:t>Contact</a:t>
            </a:r>
          </a:p>
        </p:txBody>
      </p:sp>
      <p:grpSp>
        <p:nvGrpSpPr>
          <p:cNvPr id="21" name="Group 20">
            <a:extLst>
              <a:ext uri="{FF2B5EF4-FFF2-40B4-BE49-F238E27FC236}">
                <a16:creationId xmlns:a16="http://schemas.microsoft.com/office/drawing/2014/main" id="{4D916EEE-8768-BF2F-4E95-7851A39AF713}"/>
              </a:ext>
            </a:extLst>
          </p:cNvPr>
          <p:cNvGrpSpPr/>
          <p:nvPr userDrawn="1"/>
        </p:nvGrpSpPr>
        <p:grpSpPr>
          <a:xfrm>
            <a:off x="6119550" y="5196802"/>
            <a:ext cx="2677054" cy="1131836"/>
            <a:chOff x="5343524" y="4700408"/>
            <a:chExt cx="3014239" cy="1131836"/>
          </a:xfrm>
        </p:grpSpPr>
        <p:sp>
          <p:nvSpPr>
            <p:cNvPr id="22" name="TextBox 21">
              <a:extLst>
                <a:ext uri="{FF2B5EF4-FFF2-40B4-BE49-F238E27FC236}">
                  <a16:creationId xmlns:a16="http://schemas.microsoft.com/office/drawing/2014/main" id="{F94359B7-7ECB-A98C-8767-14A63BDFC86C}"/>
                </a:ext>
              </a:extLst>
            </p:cNvPr>
            <p:cNvSpPr txBox="1"/>
            <p:nvPr userDrawn="1"/>
          </p:nvSpPr>
          <p:spPr bwMode="ltGray">
            <a:xfrm>
              <a:off x="5343524" y="4700408"/>
              <a:ext cx="3014239" cy="252000"/>
            </a:xfrm>
            <a:prstGeom prst="rect">
              <a:avLst/>
            </a:prstGeom>
            <a:noFill/>
          </p:spPr>
          <p:txBody>
            <a:bodyPr wrap="square" lIns="0" tIns="0" rIns="0" bIns="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ct val="0"/>
                </a:spcBef>
                <a:spcAft>
                  <a:spcPct val="0"/>
                </a:spcAft>
                <a:buClrTx/>
                <a:buSzTx/>
                <a:buFontTx/>
                <a:buNone/>
                <a:defRPr/>
              </a:pPr>
              <a:r>
                <a:rPr kumimoji="0" lang="en-GB" sz="1200" b="0" i="0" u="none" strike="noStrike" kern="0" cap="none" spc="0" normalizeH="0" baseline="0" noProof="0">
                  <a:ln>
                    <a:noFill/>
                  </a:ln>
                  <a:solidFill>
                    <a:srgbClr val="FFFFFF"/>
                  </a:solidFill>
                  <a:effectLst/>
                  <a:uLnTx/>
                  <a:uFillTx/>
                  <a:latin typeface="+mj-lt"/>
                </a:rPr>
                <a:t>Amsterdam</a:t>
              </a:r>
            </a:p>
          </p:txBody>
        </p:sp>
        <p:sp>
          <p:nvSpPr>
            <p:cNvPr id="27" name="TextBox 26">
              <a:extLst>
                <a:ext uri="{FF2B5EF4-FFF2-40B4-BE49-F238E27FC236}">
                  <a16:creationId xmlns:a16="http://schemas.microsoft.com/office/drawing/2014/main" id="{970BDB6E-D354-152B-B6A4-3855023F4F70}"/>
                </a:ext>
              </a:extLst>
            </p:cNvPr>
            <p:cNvSpPr txBox="1"/>
            <p:nvPr userDrawn="1"/>
          </p:nvSpPr>
          <p:spPr bwMode="ltGray">
            <a:xfrm>
              <a:off x="5343524" y="5123766"/>
              <a:ext cx="3014239" cy="252000"/>
            </a:xfrm>
            <a:prstGeom prst="rect">
              <a:avLst/>
            </a:prstGeom>
            <a:noFill/>
          </p:spPr>
          <p:txBody>
            <a:bodyPr vert="horz" lIns="0" tIns="0" rIns="0" bIns="0" rtlCol="0" anchor="ctr">
              <a:noAutofit/>
            </a:bodyPr>
            <a:lstStyle>
              <a:defPPr>
                <a:defRPr lang="en-US"/>
              </a:defPPr>
              <a:lvl1pPr marL="0" lvl="0" indent="0" algn="l" defTabSz="914400" rtl="0" eaLnBrk="1" latinLnBrk="0" hangingPunct="1">
                <a:lnSpc>
                  <a:spcPct val="100000"/>
                </a:lnSpc>
                <a:spcBef>
                  <a:spcPct val="0"/>
                </a:spcBef>
                <a:buSzTx/>
                <a:buFont typeface="Arial" pitchFamily="34" charset="0"/>
                <a:buNone/>
                <a:defRPr lang="en-US" sz="1050" b="0" kern="1200" spc="0">
                  <a:solidFill>
                    <a:schemeClr val="bg2"/>
                  </a:solidFill>
                  <a:latin typeface="+mn-lt"/>
                  <a:ea typeface="+mn-ea"/>
                  <a:cs typeface="Gotham-Book" pitchFamily="50" charset="0"/>
                </a:defRPr>
              </a:lvl1pPr>
              <a:lvl2pPr marL="432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Gotham-Book" pitchFamily="50" charset="0"/>
                </a:defRPr>
              </a:lvl2pPr>
              <a:lvl3pPr marL="648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mn-cs"/>
                </a:defRPr>
              </a:lvl3pPr>
              <a:lvl4pPr marL="864000" indent="-216000" algn="l" defTabSz="914400" rtl="0" eaLnBrk="1" latinLnBrk="0" hangingPunct="1">
                <a:lnSpc>
                  <a:spcPct val="100000"/>
                </a:lnSpc>
                <a:spcBef>
                  <a:spcPts val="600"/>
                </a:spcBef>
                <a:buFont typeface="Arial" pitchFamily="34" charset="0"/>
                <a:buChar char="•"/>
                <a:defRPr sz="1400" kern="1200" cap="none" spc="0" baseline="0">
                  <a:solidFill>
                    <a:schemeClr val="bg2"/>
                  </a:solidFill>
                  <a:latin typeface="+mn-lt"/>
                  <a:ea typeface="+mn-ea"/>
                  <a:cs typeface="+mn-cs"/>
                </a:defRPr>
              </a:lvl4pPr>
              <a:lvl5pPr marL="1080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Gotham-Light" pitchFamily="50" charset="0"/>
                </a:defRPr>
              </a:lvl5pPr>
              <a:lvl6pPr marL="0" indent="0" algn="l" defTabSz="914400" rtl="0" eaLnBrk="1" latinLnBrk="0" hangingPunct="1">
                <a:lnSpc>
                  <a:spcPct val="150000"/>
                </a:lnSpc>
                <a:spcBef>
                  <a:spcPts val="600"/>
                </a:spcBef>
                <a:buFont typeface="Arial"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4"/>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Gotham-Light" pitchFamily="50" charset="0"/>
                  <a:ea typeface="+mn-ea"/>
                  <a:cs typeface="Gotham-Light" pitchFamily="50" charset="0"/>
                </a:defRPr>
              </a:lvl9pPr>
            </a:lstStyle>
            <a:p>
              <a:pPr marL="0" marR="0" lvl="0" indent="0" defTabSz="914400" rtl="0" eaLnBrk="1" fontAlgn="auto" latinLnBrk="0" hangingPunct="1">
                <a:lnSpc>
                  <a:spcPct val="100000"/>
                </a:lnSpc>
                <a:spcBef>
                  <a:spcPct val="0"/>
                </a:spcBef>
                <a:spcAft>
                  <a:spcPct val="0"/>
                </a:spcAft>
                <a:buClrTx/>
                <a:buSzTx/>
                <a:buFont typeface="Arial" pitchFamily="34" charset="0"/>
                <a:buNone/>
                <a:defRPr/>
              </a:pPr>
              <a:r>
                <a:rPr kumimoji="0" lang="en-GB" sz="1050" b="0" i="0" u="none" strike="noStrike" kern="0" cap="none" spc="0" normalizeH="0" baseline="0" noProof="0">
                  <a:ln>
                    <a:noFill/>
                  </a:ln>
                  <a:solidFill>
                    <a:srgbClr val="FFFFFF"/>
                  </a:solidFill>
                  <a:effectLst/>
                  <a:uLnTx/>
                  <a:uFillTx/>
                  <a:cs typeface="Calibri" panose="020F0502020204030204" pitchFamily="34" charset="0"/>
                </a:rPr>
                <a:t>De Ruijterkade 7</a:t>
              </a:r>
            </a:p>
          </p:txBody>
        </p:sp>
        <p:sp>
          <p:nvSpPr>
            <p:cNvPr id="34" name="TextBox 33">
              <a:extLst>
                <a:ext uri="{FF2B5EF4-FFF2-40B4-BE49-F238E27FC236}">
                  <a16:creationId xmlns:a16="http://schemas.microsoft.com/office/drawing/2014/main" id="{5C92A55F-23B9-E807-337B-63C6501CD854}"/>
                </a:ext>
              </a:extLst>
            </p:cNvPr>
            <p:cNvSpPr txBox="1"/>
            <p:nvPr userDrawn="1"/>
          </p:nvSpPr>
          <p:spPr bwMode="ltGray">
            <a:xfrm>
              <a:off x="5343524" y="5352005"/>
              <a:ext cx="3014239" cy="252000"/>
            </a:xfrm>
            <a:prstGeom prst="rect">
              <a:avLst/>
            </a:prstGeom>
            <a:noFill/>
          </p:spPr>
          <p:txBody>
            <a:bodyPr vert="horz" lIns="0" tIns="0" rIns="0" bIns="0" rtlCol="0" anchor="ctr">
              <a:noAutofit/>
            </a:bodyPr>
            <a:lstStyle>
              <a:defPPr>
                <a:defRPr lang="en-US"/>
              </a:defPPr>
              <a:lvl1pPr marL="0" lvl="0" indent="0" algn="l" defTabSz="914400" rtl="0" eaLnBrk="1" latinLnBrk="0" hangingPunct="1">
                <a:lnSpc>
                  <a:spcPct val="100000"/>
                </a:lnSpc>
                <a:spcBef>
                  <a:spcPct val="0"/>
                </a:spcBef>
                <a:buSzTx/>
                <a:buFont typeface="Arial" pitchFamily="34" charset="0"/>
                <a:buNone/>
                <a:defRPr lang="en-US" sz="1050" b="0" kern="1200" spc="0">
                  <a:solidFill>
                    <a:schemeClr val="bg2"/>
                  </a:solidFill>
                  <a:latin typeface="+mn-lt"/>
                  <a:ea typeface="+mn-ea"/>
                  <a:cs typeface="Gotham-Book" pitchFamily="50" charset="0"/>
                </a:defRPr>
              </a:lvl1pPr>
              <a:lvl2pPr marL="432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Gotham-Book" pitchFamily="50" charset="0"/>
                </a:defRPr>
              </a:lvl2pPr>
              <a:lvl3pPr marL="648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mn-cs"/>
                </a:defRPr>
              </a:lvl3pPr>
              <a:lvl4pPr marL="864000" indent="-216000" algn="l" defTabSz="914400" rtl="0" eaLnBrk="1" latinLnBrk="0" hangingPunct="1">
                <a:lnSpc>
                  <a:spcPct val="100000"/>
                </a:lnSpc>
                <a:spcBef>
                  <a:spcPts val="600"/>
                </a:spcBef>
                <a:buFont typeface="Arial" pitchFamily="34" charset="0"/>
                <a:buChar char="•"/>
                <a:defRPr sz="1400" kern="1200" cap="none" spc="0" baseline="0">
                  <a:solidFill>
                    <a:schemeClr val="bg2"/>
                  </a:solidFill>
                  <a:latin typeface="+mn-lt"/>
                  <a:ea typeface="+mn-ea"/>
                  <a:cs typeface="+mn-cs"/>
                </a:defRPr>
              </a:lvl4pPr>
              <a:lvl5pPr marL="1080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Gotham-Light" pitchFamily="50" charset="0"/>
                </a:defRPr>
              </a:lvl5pPr>
              <a:lvl6pPr marL="0" indent="0" algn="l" defTabSz="914400" rtl="0" eaLnBrk="1" latinLnBrk="0" hangingPunct="1">
                <a:lnSpc>
                  <a:spcPct val="150000"/>
                </a:lnSpc>
                <a:spcBef>
                  <a:spcPts val="600"/>
                </a:spcBef>
                <a:buFont typeface="Arial"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4"/>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Gotham-Light" pitchFamily="50" charset="0"/>
                  <a:ea typeface="+mn-ea"/>
                  <a:cs typeface="Gotham-Light" pitchFamily="50" charset="0"/>
                </a:defRPr>
              </a:lvl9pPr>
            </a:lstStyle>
            <a:p>
              <a:pPr marL="0" marR="0" lvl="0" indent="0" defTabSz="914400" rtl="0" eaLnBrk="1" fontAlgn="auto" latinLnBrk="0" hangingPunct="1">
                <a:lnSpc>
                  <a:spcPct val="100000"/>
                </a:lnSpc>
                <a:spcBef>
                  <a:spcPct val="0"/>
                </a:spcBef>
                <a:spcAft>
                  <a:spcPct val="0"/>
                </a:spcAft>
                <a:buClrTx/>
                <a:buSzTx/>
                <a:buFont typeface="Arial" pitchFamily="34" charset="0"/>
                <a:buNone/>
                <a:defRPr/>
              </a:pPr>
              <a:r>
                <a:rPr kumimoji="0" lang="en-GB" sz="1050" b="0" i="0" u="none" strike="noStrike" kern="0" cap="none" spc="0" normalizeH="0" baseline="0" noProof="0">
                  <a:ln>
                    <a:noFill/>
                  </a:ln>
                  <a:solidFill>
                    <a:srgbClr val="FFFFFF"/>
                  </a:solidFill>
                  <a:effectLst/>
                  <a:uLnTx/>
                  <a:uFillTx/>
                  <a:cs typeface="Calibri" panose="020F0502020204030204" pitchFamily="34" charset="0"/>
                </a:rPr>
                <a:t>1013 AA Amsterdam</a:t>
              </a:r>
            </a:p>
          </p:txBody>
        </p:sp>
        <p:sp>
          <p:nvSpPr>
            <p:cNvPr id="40" name="TextBox 39">
              <a:extLst>
                <a:ext uri="{FF2B5EF4-FFF2-40B4-BE49-F238E27FC236}">
                  <a16:creationId xmlns:a16="http://schemas.microsoft.com/office/drawing/2014/main" id="{34475B40-9D0F-A8A3-307B-64BA4659D78B}"/>
                </a:ext>
              </a:extLst>
            </p:cNvPr>
            <p:cNvSpPr txBox="1"/>
            <p:nvPr userDrawn="1"/>
          </p:nvSpPr>
          <p:spPr bwMode="ltGray">
            <a:xfrm>
              <a:off x="5343524" y="5580244"/>
              <a:ext cx="3014239" cy="252000"/>
            </a:xfrm>
            <a:prstGeom prst="rect">
              <a:avLst/>
            </a:prstGeom>
            <a:noFill/>
          </p:spPr>
          <p:txBody>
            <a:bodyPr vert="horz" lIns="0" tIns="0" rIns="0" bIns="0" rtlCol="0" anchor="ctr">
              <a:noAutofit/>
            </a:bodyPr>
            <a:lstStyle>
              <a:defPPr>
                <a:defRPr lang="en-US"/>
              </a:defPPr>
              <a:lvl1pPr marL="0" lvl="0" indent="0" algn="l" defTabSz="914400" rtl="0" eaLnBrk="1" latinLnBrk="0" hangingPunct="1">
                <a:lnSpc>
                  <a:spcPct val="100000"/>
                </a:lnSpc>
                <a:spcBef>
                  <a:spcPct val="0"/>
                </a:spcBef>
                <a:buSzTx/>
                <a:buFont typeface="Arial" pitchFamily="34" charset="0"/>
                <a:buNone/>
                <a:defRPr lang="en-US" sz="1050" b="0" kern="1200" spc="0">
                  <a:solidFill>
                    <a:schemeClr val="bg2"/>
                  </a:solidFill>
                  <a:latin typeface="+mn-lt"/>
                  <a:ea typeface="+mn-ea"/>
                  <a:cs typeface="Gotham-Book" pitchFamily="50" charset="0"/>
                </a:defRPr>
              </a:lvl1pPr>
              <a:lvl2pPr marL="432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Gotham-Book" pitchFamily="50" charset="0"/>
                </a:defRPr>
              </a:lvl2pPr>
              <a:lvl3pPr marL="648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mn-cs"/>
                </a:defRPr>
              </a:lvl3pPr>
              <a:lvl4pPr marL="864000" indent="-216000" algn="l" defTabSz="914400" rtl="0" eaLnBrk="1" latinLnBrk="0" hangingPunct="1">
                <a:lnSpc>
                  <a:spcPct val="100000"/>
                </a:lnSpc>
                <a:spcBef>
                  <a:spcPts val="600"/>
                </a:spcBef>
                <a:buFont typeface="Arial" pitchFamily="34" charset="0"/>
                <a:buChar char="•"/>
                <a:defRPr sz="1400" kern="1200" cap="none" spc="0" baseline="0">
                  <a:solidFill>
                    <a:schemeClr val="bg2"/>
                  </a:solidFill>
                  <a:latin typeface="+mn-lt"/>
                  <a:ea typeface="+mn-ea"/>
                  <a:cs typeface="+mn-cs"/>
                </a:defRPr>
              </a:lvl4pPr>
              <a:lvl5pPr marL="1080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Gotham-Light" pitchFamily="50" charset="0"/>
                </a:defRPr>
              </a:lvl5pPr>
              <a:lvl6pPr marL="0" indent="0" algn="l" defTabSz="914400" rtl="0" eaLnBrk="1" latinLnBrk="0" hangingPunct="1">
                <a:lnSpc>
                  <a:spcPct val="150000"/>
                </a:lnSpc>
                <a:spcBef>
                  <a:spcPts val="600"/>
                </a:spcBef>
                <a:buFont typeface="Arial"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4"/>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Gotham-Light" pitchFamily="50" charset="0"/>
                  <a:ea typeface="+mn-ea"/>
                  <a:cs typeface="Gotham-Light" pitchFamily="50" charset="0"/>
                </a:defRPr>
              </a:lvl9pPr>
            </a:lstStyle>
            <a:p>
              <a:pPr marL="0" marR="0" lvl="0" indent="0" defTabSz="914400" rtl="0" eaLnBrk="1" fontAlgn="auto" latinLnBrk="0" hangingPunct="1">
                <a:lnSpc>
                  <a:spcPct val="100000"/>
                </a:lnSpc>
                <a:spcBef>
                  <a:spcPct val="0"/>
                </a:spcBef>
                <a:spcAft>
                  <a:spcPct val="0"/>
                </a:spcAft>
                <a:buClrTx/>
                <a:buSzTx/>
                <a:buFont typeface="Arial" pitchFamily="34" charset="0"/>
                <a:buNone/>
                <a:defRPr/>
              </a:pPr>
              <a:r>
                <a:rPr kumimoji="0" lang="en-GB" sz="1050" b="0" i="0" u="none" strike="noStrike" kern="0" cap="none" spc="0" normalizeH="0" baseline="0" noProof="0">
                  <a:ln>
                    <a:noFill/>
                  </a:ln>
                  <a:solidFill>
                    <a:srgbClr val="FFFFFF"/>
                  </a:solidFill>
                  <a:effectLst/>
                  <a:uLnTx/>
                  <a:uFillTx/>
                  <a:cs typeface="Calibri" panose="020F0502020204030204" pitchFamily="34" charset="0"/>
                </a:rPr>
                <a:t>The Netherlands</a:t>
              </a:r>
            </a:p>
          </p:txBody>
        </p:sp>
      </p:grpSp>
      <p:grpSp>
        <p:nvGrpSpPr>
          <p:cNvPr id="41" name="Group 40">
            <a:extLst>
              <a:ext uri="{FF2B5EF4-FFF2-40B4-BE49-F238E27FC236}">
                <a16:creationId xmlns:a16="http://schemas.microsoft.com/office/drawing/2014/main" id="{CEEAAE18-AB80-F7DC-1CAE-653488EF6313}"/>
              </a:ext>
            </a:extLst>
          </p:cNvPr>
          <p:cNvGrpSpPr/>
          <p:nvPr userDrawn="1"/>
        </p:nvGrpSpPr>
        <p:grpSpPr>
          <a:xfrm>
            <a:off x="3239956" y="5196802"/>
            <a:ext cx="2677054" cy="1131836"/>
            <a:chOff x="5343524" y="4700408"/>
            <a:chExt cx="3014239" cy="1131836"/>
          </a:xfrm>
        </p:grpSpPr>
        <p:sp>
          <p:nvSpPr>
            <p:cNvPr id="42" name="TextBox 41">
              <a:extLst>
                <a:ext uri="{FF2B5EF4-FFF2-40B4-BE49-F238E27FC236}">
                  <a16:creationId xmlns:a16="http://schemas.microsoft.com/office/drawing/2014/main" id="{380C2B2D-2B17-43E1-A39E-5E4AA5ABDE8D}"/>
                </a:ext>
              </a:extLst>
            </p:cNvPr>
            <p:cNvSpPr txBox="1"/>
            <p:nvPr userDrawn="1"/>
          </p:nvSpPr>
          <p:spPr bwMode="ltGray">
            <a:xfrm>
              <a:off x="5343524" y="4700408"/>
              <a:ext cx="3014239" cy="252000"/>
            </a:xfrm>
            <a:prstGeom prst="rect">
              <a:avLst/>
            </a:prstGeom>
            <a:noFill/>
          </p:spPr>
          <p:txBody>
            <a:bodyPr wrap="square" lIns="0" tIns="0" rIns="0" bIns="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ct val="0"/>
                </a:spcBef>
                <a:spcAft>
                  <a:spcPct val="0"/>
                </a:spcAft>
                <a:buClrTx/>
                <a:buSzTx/>
                <a:buFontTx/>
                <a:buNone/>
                <a:defRPr/>
              </a:pPr>
              <a:r>
                <a:rPr kumimoji="0" lang="en-GB" sz="1200" b="0" i="0" u="none" strike="noStrike" kern="0" cap="none" spc="0" normalizeH="0" baseline="0" noProof="0">
                  <a:ln>
                    <a:noFill/>
                  </a:ln>
                  <a:solidFill>
                    <a:srgbClr val="FFFFFF"/>
                  </a:solidFill>
                  <a:effectLst/>
                  <a:uLnTx/>
                  <a:uFillTx/>
                  <a:latin typeface="+mj-lt"/>
                </a:rPr>
                <a:t>Stockholm</a:t>
              </a:r>
            </a:p>
          </p:txBody>
        </p:sp>
        <p:sp>
          <p:nvSpPr>
            <p:cNvPr id="43" name="TextBox 42">
              <a:extLst>
                <a:ext uri="{FF2B5EF4-FFF2-40B4-BE49-F238E27FC236}">
                  <a16:creationId xmlns:a16="http://schemas.microsoft.com/office/drawing/2014/main" id="{ED4AA5AC-492A-714A-1D4A-B4356457E402}"/>
                </a:ext>
              </a:extLst>
            </p:cNvPr>
            <p:cNvSpPr txBox="1"/>
            <p:nvPr userDrawn="1"/>
          </p:nvSpPr>
          <p:spPr bwMode="ltGray">
            <a:xfrm>
              <a:off x="5343524" y="5123766"/>
              <a:ext cx="3014239" cy="252000"/>
            </a:xfrm>
            <a:prstGeom prst="rect">
              <a:avLst/>
            </a:prstGeom>
            <a:noFill/>
          </p:spPr>
          <p:txBody>
            <a:bodyPr vert="horz" lIns="0" tIns="0" rIns="0" bIns="0" rtlCol="0" anchor="ctr">
              <a:noAutofit/>
            </a:bodyPr>
            <a:lstStyle>
              <a:defPPr>
                <a:defRPr lang="en-US"/>
              </a:defPPr>
              <a:lvl1pPr marL="0" lvl="0" indent="0" algn="l" defTabSz="914400" rtl="0" eaLnBrk="1" latinLnBrk="0" hangingPunct="1">
                <a:lnSpc>
                  <a:spcPct val="100000"/>
                </a:lnSpc>
                <a:spcBef>
                  <a:spcPct val="0"/>
                </a:spcBef>
                <a:buSzTx/>
                <a:buFont typeface="Arial" pitchFamily="34" charset="0"/>
                <a:buNone/>
                <a:defRPr lang="en-US" sz="1050" b="0" kern="1200" spc="0">
                  <a:solidFill>
                    <a:schemeClr val="bg2"/>
                  </a:solidFill>
                  <a:latin typeface="+mn-lt"/>
                  <a:ea typeface="+mn-ea"/>
                  <a:cs typeface="Gotham-Book" pitchFamily="50" charset="0"/>
                </a:defRPr>
              </a:lvl1pPr>
              <a:lvl2pPr marL="432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Gotham-Book" pitchFamily="50" charset="0"/>
                </a:defRPr>
              </a:lvl2pPr>
              <a:lvl3pPr marL="648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mn-cs"/>
                </a:defRPr>
              </a:lvl3pPr>
              <a:lvl4pPr marL="864000" indent="-216000" algn="l" defTabSz="914400" rtl="0" eaLnBrk="1" latinLnBrk="0" hangingPunct="1">
                <a:lnSpc>
                  <a:spcPct val="100000"/>
                </a:lnSpc>
                <a:spcBef>
                  <a:spcPts val="600"/>
                </a:spcBef>
                <a:buFont typeface="Arial" pitchFamily="34" charset="0"/>
                <a:buChar char="•"/>
                <a:defRPr sz="1400" kern="1200" cap="none" spc="0" baseline="0">
                  <a:solidFill>
                    <a:schemeClr val="bg2"/>
                  </a:solidFill>
                  <a:latin typeface="+mn-lt"/>
                  <a:ea typeface="+mn-ea"/>
                  <a:cs typeface="+mn-cs"/>
                </a:defRPr>
              </a:lvl4pPr>
              <a:lvl5pPr marL="1080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Gotham-Light" pitchFamily="50" charset="0"/>
                </a:defRPr>
              </a:lvl5pPr>
              <a:lvl6pPr marL="0" indent="0" algn="l" defTabSz="914400" rtl="0" eaLnBrk="1" latinLnBrk="0" hangingPunct="1">
                <a:lnSpc>
                  <a:spcPct val="150000"/>
                </a:lnSpc>
                <a:spcBef>
                  <a:spcPts val="600"/>
                </a:spcBef>
                <a:buFont typeface="Arial"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4"/>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Gotham-Light" pitchFamily="50" charset="0"/>
                  <a:ea typeface="+mn-ea"/>
                  <a:cs typeface="Gotham-Light" pitchFamily="50" charset="0"/>
                </a:defRPr>
              </a:lvl9pPr>
            </a:lstStyle>
            <a:p>
              <a:pPr marL="0" marR="0" lvl="0" indent="0" defTabSz="914400" rtl="0" eaLnBrk="1" fontAlgn="auto" latinLnBrk="0" hangingPunct="1">
                <a:lnSpc>
                  <a:spcPct val="100000"/>
                </a:lnSpc>
                <a:spcBef>
                  <a:spcPct val="0"/>
                </a:spcBef>
                <a:spcAft>
                  <a:spcPct val="0"/>
                </a:spcAft>
                <a:buClrTx/>
                <a:buSzTx/>
                <a:buFont typeface="Arial" pitchFamily="34" charset="0"/>
                <a:buNone/>
                <a:defRPr/>
              </a:pPr>
              <a:r>
                <a:rPr kumimoji="0" lang="en-GB" sz="1050" b="0" i="0" u="none" strike="noStrike" kern="0" cap="none" spc="0" normalizeH="0" baseline="0" noProof="0" err="1">
                  <a:ln>
                    <a:noFill/>
                  </a:ln>
                  <a:solidFill>
                    <a:srgbClr val="FFFFFF"/>
                  </a:solidFill>
                  <a:effectLst/>
                  <a:uLnTx/>
                  <a:uFillTx/>
                  <a:cs typeface="Calibri" panose="020F0502020204030204" pitchFamily="34" charset="0"/>
                </a:rPr>
                <a:t>Götgatan 22A</a:t>
              </a:r>
            </a:p>
          </p:txBody>
        </p:sp>
        <p:sp>
          <p:nvSpPr>
            <p:cNvPr id="44" name="TextBox 43">
              <a:extLst>
                <a:ext uri="{FF2B5EF4-FFF2-40B4-BE49-F238E27FC236}">
                  <a16:creationId xmlns:a16="http://schemas.microsoft.com/office/drawing/2014/main" id="{6EBC595A-42F5-4763-8C5B-00A2275720D2}"/>
                </a:ext>
              </a:extLst>
            </p:cNvPr>
            <p:cNvSpPr txBox="1"/>
            <p:nvPr userDrawn="1"/>
          </p:nvSpPr>
          <p:spPr bwMode="ltGray">
            <a:xfrm>
              <a:off x="5343524" y="5352005"/>
              <a:ext cx="3014239" cy="252000"/>
            </a:xfrm>
            <a:prstGeom prst="rect">
              <a:avLst/>
            </a:prstGeom>
            <a:noFill/>
          </p:spPr>
          <p:txBody>
            <a:bodyPr vert="horz" lIns="0" tIns="0" rIns="0" bIns="0" rtlCol="0" anchor="ctr">
              <a:noAutofit/>
            </a:bodyPr>
            <a:lstStyle>
              <a:defPPr>
                <a:defRPr lang="en-US"/>
              </a:defPPr>
              <a:lvl1pPr marL="0" lvl="0" indent="0" algn="l" defTabSz="914400" rtl="0" eaLnBrk="1" latinLnBrk="0" hangingPunct="1">
                <a:lnSpc>
                  <a:spcPct val="100000"/>
                </a:lnSpc>
                <a:spcBef>
                  <a:spcPct val="0"/>
                </a:spcBef>
                <a:buSzTx/>
                <a:buFont typeface="Arial" pitchFamily="34" charset="0"/>
                <a:buNone/>
                <a:defRPr lang="en-US" sz="1050" b="0" kern="1200" spc="0">
                  <a:solidFill>
                    <a:schemeClr val="bg2"/>
                  </a:solidFill>
                  <a:latin typeface="+mn-lt"/>
                  <a:ea typeface="+mn-ea"/>
                  <a:cs typeface="Gotham-Book" pitchFamily="50" charset="0"/>
                </a:defRPr>
              </a:lvl1pPr>
              <a:lvl2pPr marL="432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Gotham-Book" pitchFamily="50" charset="0"/>
                </a:defRPr>
              </a:lvl2pPr>
              <a:lvl3pPr marL="648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mn-cs"/>
                </a:defRPr>
              </a:lvl3pPr>
              <a:lvl4pPr marL="864000" indent="-216000" algn="l" defTabSz="914400" rtl="0" eaLnBrk="1" latinLnBrk="0" hangingPunct="1">
                <a:lnSpc>
                  <a:spcPct val="100000"/>
                </a:lnSpc>
                <a:spcBef>
                  <a:spcPts val="600"/>
                </a:spcBef>
                <a:buFont typeface="Arial" pitchFamily="34" charset="0"/>
                <a:buChar char="•"/>
                <a:defRPr sz="1400" kern="1200" cap="none" spc="0" baseline="0">
                  <a:solidFill>
                    <a:schemeClr val="bg2"/>
                  </a:solidFill>
                  <a:latin typeface="+mn-lt"/>
                  <a:ea typeface="+mn-ea"/>
                  <a:cs typeface="+mn-cs"/>
                </a:defRPr>
              </a:lvl4pPr>
              <a:lvl5pPr marL="1080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Gotham-Light" pitchFamily="50" charset="0"/>
                </a:defRPr>
              </a:lvl5pPr>
              <a:lvl6pPr marL="0" indent="0" algn="l" defTabSz="914400" rtl="0" eaLnBrk="1" latinLnBrk="0" hangingPunct="1">
                <a:lnSpc>
                  <a:spcPct val="150000"/>
                </a:lnSpc>
                <a:spcBef>
                  <a:spcPts val="600"/>
                </a:spcBef>
                <a:buFont typeface="Arial"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4"/>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Gotham-Light" pitchFamily="50" charset="0"/>
                  <a:ea typeface="+mn-ea"/>
                  <a:cs typeface="Gotham-Light" pitchFamily="50" charset="0"/>
                </a:defRPr>
              </a:lvl9pPr>
            </a:lstStyle>
            <a:p>
              <a:pPr marL="0" marR="0" lvl="0" indent="0" defTabSz="914400" rtl="0" eaLnBrk="1" fontAlgn="auto" latinLnBrk="0" hangingPunct="1">
                <a:lnSpc>
                  <a:spcPct val="100000"/>
                </a:lnSpc>
                <a:spcBef>
                  <a:spcPct val="0"/>
                </a:spcBef>
                <a:spcAft>
                  <a:spcPct val="0"/>
                </a:spcAft>
                <a:buClrTx/>
                <a:buSzTx/>
                <a:buFont typeface="Arial" pitchFamily="34" charset="0"/>
                <a:buNone/>
                <a:defRPr/>
              </a:pPr>
              <a:r>
                <a:rPr kumimoji="0" lang="en-GB" sz="1050" b="0" i="0" u="none" strike="noStrike" kern="0" cap="none" spc="0" normalizeH="0" baseline="0" noProof="0">
                  <a:ln>
                    <a:noFill/>
                  </a:ln>
                  <a:solidFill>
                    <a:srgbClr val="FFFFFF"/>
                  </a:solidFill>
                  <a:effectLst/>
                  <a:uLnTx/>
                  <a:uFillTx/>
                  <a:cs typeface="Calibri" panose="020F0502020204030204" pitchFamily="34" charset="0"/>
                </a:rPr>
                <a:t>118 46 Stockholm</a:t>
              </a:r>
            </a:p>
          </p:txBody>
        </p:sp>
        <p:sp>
          <p:nvSpPr>
            <p:cNvPr id="45" name="TextBox 44">
              <a:extLst>
                <a:ext uri="{FF2B5EF4-FFF2-40B4-BE49-F238E27FC236}">
                  <a16:creationId xmlns:a16="http://schemas.microsoft.com/office/drawing/2014/main" id="{FF9A0F7D-72F9-213F-F442-D1C1D41C4FDB}"/>
                </a:ext>
              </a:extLst>
            </p:cNvPr>
            <p:cNvSpPr txBox="1"/>
            <p:nvPr userDrawn="1"/>
          </p:nvSpPr>
          <p:spPr bwMode="ltGray">
            <a:xfrm>
              <a:off x="5343524" y="5580244"/>
              <a:ext cx="3014239" cy="252000"/>
            </a:xfrm>
            <a:prstGeom prst="rect">
              <a:avLst/>
            </a:prstGeom>
            <a:noFill/>
          </p:spPr>
          <p:txBody>
            <a:bodyPr vert="horz" lIns="0" tIns="0" rIns="0" bIns="0" rtlCol="0" anchor="ctr">
              <a:noAutofit/>
            </a:bodyPr>
            <a:lstStyle>
              <a:defPPr>
                <a:defRPr lang="en-US"/>
              </a:defPPr>
              <a:lvl1pPr marL="0" lvl="0" indent="0" algn="l" defTabSz="914400" rtl="0" eaLnBrk="1" latinLnBrk="0" hangingPunct="1">
                <a:lnSpc>
                  <a:spcPct val="100000"/>
                </a:lnSpc>
                <a:spcBef>
                  <a:spcPct val="0"/>
                </a:spcBef>
                <a:buSzTx/>
                <a:buFont typeface="Arial" pitchFamily="34" charset="0"/>
                <a:buNone/>
                <a:defRPr lang="en-US" sz="1050" b="0" kern="1200" spc="0">
                  <a:solidFill>
                    <a:schemeClr val="bg2"/>
                  </a:solidFill>
                  <a:latin typeface="+mn-lt"/>
                  <a:ea typeface="+mn-ea"/>
                  <a:cs typeface="Gotham-Book" pitchFamily="50" charset="0"/>
                </a:defRPr>
              </a:lvl1pPr>
              <a:lvl2pPr marL="432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Gotham-Book" pitchFamily="50" charset="0"/>
                </a:defRPr>
              </a:lvl2pPr>
              <a:lvl3pPr marL="648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mn-cs"/>
                </a:defRPr>
              </a:lvl3pPr>
              <a:lvl4pPr marL="864000" indent="-216000" algn="l" defTabSz="914400" rtl="0" eaLnBrk="1" latinLnBrk="0" hangingPunct="1">
                <a:lnSpc>
                  <a:spcPct val="100000"/>
                </a:lnSpc>
                <a:spcBef>
                  <a:spcPts val="600"/>
                </a:spcBef>
                <a:buFont typeface="Arial" pitchFamily="34" charset="0"/>
                <a:buChar char="•"/>
                <a:defRPr sz="1400" kern="1200" cap="none" spc="0" baseline="0">
                  <a:solidFill>
                    <a:schemeClr val="bg2"/>
                  </a:solidFill>
                  <a:latin typeface="+mn-lt"/>
                  <a:ea typeface="+mn-ea"/>
                  <a:cs typeface="+mn-cs"/>
                </a:defRPr>
              </a:lvl4pPr>
              <a:lvl5pPr marL="1080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Gotham-Light" pitchFamily="50" charset="0"/>
                </a:defRPr>
              </a:lvl5pPr>
              <a:lvl6pPr marL="0" indent="0" algn="l" defTabSz="914400" rtl="0" eaLnBrk="1" latinLnBrk="0" hangingPunct="1">
                <a:lnSpc>
                  <a:spcPct val="150000"/>
                </a:lnSpc>
                <a:spcBef>
                  <a:spcPts val="600"/>
                </a:spcBef>
                <a:buFont typeface="Arial"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4"/>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Gotham-Light" pitchFamily="50" charset="0"/>
                  <a:ea typeface="+mn-ea"/>
                  <a:cs typeface="Gotham-Light" pitchFamily="50" charset="0"/>
                </a:defRPr>
              </a:lvl9pPr>
            </a:lstStyle>
            <a:p>
              <a:pPr marL="0" marR="0" lvl="0" indent="0" defTabSz="914400" rtl="0" eaLnBrk="1" fontAlgn="auto" latinLnBrk="0" hangingPunct="1">
                <a:lnSpc>
                  <a:spcPct val="100000"/>
                </a:lnSpc>
                <a:spcBef>
                  <a:spcPct val="0"/>
                </a:spcBef>
                <a:spcAft>
                  <a:spcPct val="0"/>
                </a:spcAft>
                <a:buClrTx/>
                <a:buSzTx/>
                <a:buFont typeface="Arial" pitchFamily="34" charset="0"/>
                <a:buNone/>
                <a:defRPr/>
              </a:pPr>
              <a:r>
                <a:rPr kumimoji="0" lang="en-GB" sz="1050" b="0" i="0" u="none" strike="noStrike" kern="0" cap="none" spc="0" normalizeH="0" baseline="0" noProof="0">
                  <a:ln>
                    <a:noFill/>
                  </a:ln>
                  <a:solidFill>
                    <a:srgbClr val="FFFFFF"/>
                  </a:solidFill>
                  <a:effectLst/>
                  <a:uLnTx/>
                  <a:uFillTx/>
                  <a:cs typeface="Calibri" panose="020F0502020204030204" pitchFamily="34" charset="0"/>
                </a:rPr>
                <a:t>Sweden</a:t>
              </a:r>
            </a:p>
          </p:txBody>
        </p:sp>
      </p:grpSp>
      <p:grpSp>
        <p:nvGrpSpPr>
          <p:cNvPr id="46" name="Group 45">
            <a:extLst>
              <a:ext uri="{FF2B5EF4-FFF2-40B4-BE49-F238E27FC236}">
                <a16:creationId xmlns:a16="http://schemas.microsoft.com/office/drawing/2014/main" id="{52F52F53-1EBD-E369-4A94-5C89B525AE53}"/>
              </a:ext>
            </a:extLst>
          </p:cNvPr>
          <p:cNvGrpSpPr/>
          <p:nvPr userDrawn="1"/>
        </p:nvGrpSpPr>
        <p:grpSpPr>
          <a:xfrm>
            <a:off x="360362" y="5196802"/>
            <a:ext cx="2677054" cy="1131836"/>
            <a:chOff x="5343524" y="4700408"/>
            <a:chExt cx="3014239" cy="1131836"/>
          </a:xfrm>
        </p:grpSpPr>
        <p:sp>
          <p:nvSpPr>
            <p:cNvPr id="47" name="TextBox 46">
              <a:extLst>
                <a:ext uri="{FF2B5EF4-FFF2-40B4-BE49-F238E27FC236}">
                  <a16:creationId xmlns:a16="http://schemas.microsoft.com/office/drawing/2014/main" id="{A4FF260A-9F87-DDDF-E25C-94B0431A8E71}"/>
                </a:ext>
              </a:extLst>
            </p:cNvPr>
            <p:cNvSpPr txBox="1"/>
            <p:nvPr userDrawn="1"/>
          </p:nvSpPr>
          <p:spPr bwMode="ltGray">
            <a:xfrm>
              <a:off x="5343524" y="4700408"/>
              <a:ext cx="3014239" cy="252000"/>
            </a:xfrm>
            <a:prstGeom prst="rect">
              <a:avLst/>
            </a:prstGeom>
            <a:noFill/>
          </p:spPr>
          <p:txBody>
            <a:bodyPr wrap="square" lIns="0" tIns="0" rIns="0" bIns="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ct val="0"/>
                </a:spcBef>
                <a:spcAft>
                  <a:spcPct val="0"/>
                </a:spcAft>
                <a:buClrTx/>
                <a:buSzTx/>
                <a:buFontTx/>
                <a:buNone/>
                <a:defRPr/>
              </a:pPr>
              <a:r>
                <a:rPr kumimoji="0" lang="en-GB" sz="1200" b="0" i="0" u="none" strike="noStrike" kern="0" cap="none" spc="0" normalizeH="0" baseline="0" noProof="0">
                  <a:ln>
                    <a:noFill/>
                  </a:ln>
                  <a:solidFill>
                    <a:srgbClr val="FFFFFF"/>
                  </a:solidFill>
                  <a:effectLst/>
                  <a:uLnTx/>
                  <a:uFillTx/>
                  <a:latin typeface="+mj-lt"/>
                </a:rPr>
                <a:t>Copenhagen</a:t>
              </a:r>
            </a:p>
          </p:txBody>
        </p:sp>
        <p:sp>
          <p:nvSpPr>
            <p:cNvPr id="48" name="TextBox 47">
              <a:extLst>
                <a:ext uri="{FF2B5EF4-FFF2-40B4-BE49-F238E27FC236}">
                  <a16:creationId xmlns:a16="http://schemas.microsoft.com/office/drawing/2014/main" id="{92634C32-5C3E-0120-36E4-468EE936591D}"/>
                </a:ext>
              </a:extLst>
            </p:cNvPr>
            <p:cNvSpPr txBox="1"/>
            <p:nvPr userDrawn="1"/>
          </p:nvSpPr>
          <p:spPr bwMode="ltGray">
            <a:xfrm>
              <a:off x="5343524" y="5123766"/>
              <a:ext cx="3014239" cy="252000"/>
            </a:xfrm>
            <a:prstGeom prst="rect">
              <a:avLst/>
            </a:prstGeom>
            <a:noFill/>
          </p:spPr>
          <p:txBody>
            <a:bodyPr vert="horz" lIns="0" tIns="0" rIns="0" bIns="0" rtlCol="0" anchor="ctr">
              <a:noAutofit/>
            </a:bodyPr>
            <a:lstStyle>
              <a:defPPr>
                <a:defRPr lang="en-US"/>
              </a:defPPr>
              <a:lvl1pPr marL="0" lvl="0" indent="0" algn="l" defTabSz="914400" rtl="0" eaLnBrk="1" latinLnBrk="0" hangingPunct="1">
                <a:lnSpc>
                  <a:spcPct val="100000"/>
                </a:lnSpc>
                <a:spcBef>
                  <a:spcPct val="0"/>
                </a:spcBef>
                <a:buSzTx/>
                <a:buFont typeface="Arial" pitchFamily="34" charset="0"/>
                <a:buNone/>
                <a:defRPr lang="en-US" sz="1050" b="0" kern="1200" spc="0">
                  <a:solidFill>
                    <a:schemeClr val="bg2"/>
                  </a:solidFill>
                  <a:latin typeface="+mn-lt"/>
                  <a:ea typeface="+mn-ea"/>
                  <a:cs typeface="Gotham-Book" pitchFamily="50" charset="0"/>
                </a:defRPr>
              </a:lvl1pPr>
              <a:lvl2pPr marL="432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Gotham-Book" pitchFamily="50" charset="0"/>
                </a:defRPr>
              </a:lvl2pPr>
              <a:lvl3pPr marL="648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mn-cs"/>
                </a:defRPr>
              </a:lvl3pPr>
              <a:lvl4pPr marL="864000" indent="-216000" algn="l" defTabSz="914400" rtl="0" eaLnBrk="1" latinLnBrk="0" hangingPunct="1">
                <a:lnSpc>
                  <a:spcPct val="100000"/>
                </a:lnSpc>
                <a:spcBef>
                  <a:spcPts val="600"/>
                </a:spcBef>
                <a:buFont typeface="Arial" pitchFamily="34" charset="0"/>
                <a:buChar char="•"/>
                <a:defRPr sz="1400" kern="1200" cap="none" spc="0" baseline="0">
                  <a:solidFill>
                    <a:schemeClr val="bg2"/>
                  </a:solidFill>
                  <a:latin typeface="+mn-lt"/>
                  <a:ea typeface="+mn-ea"/>
                  <a:cs typeface="+mn-cs"/>
                </a:defRPr>
              </a:lvl4pPr>
              <a:lvl5pPr marL="1080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Gotham-Light" pitchFamily="50" charset="0"/>
                </a:defRPr>
              </a:lvl5pPr>
              <a:lvl6pPr marL="0" indent="0" algn="l" defTabSz="914400" rtl="0" eaLnBrk="1" latinLnBrk="0" hangingPunct="1">
                <a:lnSpc>
                  <a:spcPct val="150000"/>
                </a:lnSpc>
                <a:spcBef>
                  <a:spcPts val="600"/>
                </a:spcBef>
                <a:buFont typeface="Arial"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4"/>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Gotham-Light" pitchFamily="50" charset="0"/>
                  <a:ea typeface="+mn-ea"/>
                  <a:cs typeface="Gotham-Light" pitchFamily="50" charset="0"/>
                </a:defRPr>
              </a:lvl9pPr>
            </a:lstStyle>
            <a:p>
              <a:pPr marL="0" marR="0" lvl="0" indent="0" defTabSz="914400" rtl="0" eaLnBrk="1" fontAlgn="auto" latinLnBrk="0" hangingPunct="1">
                <a:lnSpc>
                  <a:spcPct val="100000"/>
                </a:lnSpc>
                <a:spcBef>
                  <a:spcPct val="0"/>
                </a:spcBef>
                <a:spcAft>
                  <a:spcPct val="0"/>
                </a:spcAft>
                <a:buClrTx/>
                <a:buSzTx/>
                <a:buFont typeface="Arial" pitchFamily="34" charset="0"/>
                <a:buNone/>
                <a:defRPr/>
              </a:pPr>
              <a:r>
                <a:rPr kumimoji="0" lang="en-GB" sz="1050" b="0" i="0" u="none" strike="noStrike" kern="0" cap="none" spc="0" normalizeH="0" baseline="0" noProof="0" err="1">
                  <a:ln>
                    <a:noFill/>
                  </a:ln>
                  <a:solidFill>
                    <a:srgbClr val="FFFFFF"/>
                  </a:solidFill>
                  <a:effectLst/>
                  <a:uLnTx/>
                  <a:uFillTx/>
                  <a:cs typeface="Calibri" panose="020F0502020204030204" pitchFamily="34" charset="0"/>
                </a:rPr>
                <a:t>Overgaden Oven Vandet 58A</a:t>
              </a:r>
            </a:p>
          </p:txBody>
        </p:sp>
        <p:sp>
          <p:nvSpPr>
            <p:cNvPr id="49" name="TextBox 48">
              <a:extLst>
                <a:ext uri="{FF2B5EF4-FFF2-40B4-BE49-F238E27FC236}">
                  <a16:creationId xmlns:a16="http://schemas.microsoft.com/office/drawing/2014/main" id="{472C78A5-CA49-F56D-28E0-61F7AA80E92A}"/>
                </a:ext>
              </a:extLst>
            </p:cNvPr>
            <p:cNvSpPr txBox="1"/>
            <p:nvPr userDrawn="1"/>
          </p:nvSpPr>
          <p:spPr bwMode="ltGray">
            <a:xfrm>
              <a:off x="5343524" y="5352005"/>
              <a:ext cx="3014239" cy="252000"/>
            </a:xfrm>
            <a:prstGeom prst="rect">
              <a:avLst/>
            </a:prstGeom>
            <a:noFill/>
          </p:spPr>
          <p:txBody>
            <a:bodyPr vert="horz" lIns="0" tIns="0" rIns="0" bIns="0" rtlCol="0" anchor="ctr">
              <a:noAutofit/>
            </a:bodyPr>
            <a:lstStyle>
              <a:defPPr>
                <a:defRPr lang="en-US"/>
              </a:defPPr>
              <a:lvl1pPr marL="0" lvl="0" indent="0" algn="l" defTabSz="914400" rtl="0" eaLnBrk="1" latinLnBrk="0" hangingPunct="1">
                <a:lnSpc>
                  <a:spcPct val="100000"/>
                </a:lnSpc>
                <a:spcBef>
                  <a:spcPct val="0"/>
                </a:spcBef>
                <a:buSzTx/>
                <a:buFont typeface="Arial" pitchFamily="34" charset="0"/>
                <a:buNone/>
                <a:defRPr lang="en-US" sz="1050" b="0" kern="1200" spc="0">
                  <a:solidFill>
                    <a:schemeClr val="bg2"/>
                  </a:solidFill>
                  <a:latin typeface="+mn-lt"/>
                  <a:ea typeface="+mn-ea"/>
                  <a:cs typeface="Gotham-Book" pitchFamily="50" charset="0"/>
                </a:defRPr>
              </a:lvl1pPr>
              <a:lvl2pPr marL="432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Gotham-Book" pitchFamily="50" charset="0"/>
                </a:defRPr>
              </a:lvl2pPr>
              <a:lvl3pPr marL="648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mn-cs"/>
                </a:defRPr>
              </a:lvl3pPr>
              <a:lvl4pPr marL="864000" indent="-216000" algn="l" defTabSz="914400" rtl="0" eaLnBrk="1" latinLnBrk="0" hangingPunct="1">
                <a:lnSpc>
                  <a:spcPct val="100000"/>
                </a:lnSpc>
                <a:spcBef>
                  <a:spcPts val="600"/>
                </a:spcBef>
                <a:buFont typeface="Arial" pitchFamily="34" charset="0"/>
                <a:buChar char="•"/>
                <a:defRPr sz="1400" kern="1200" cap="none" spc="0" baseline="0">
                  <a:solidFill>
                    <a:schemeClr val="bg2"/>
                  </a:solidFill>
                  <a:latin typeface="+mn-lt"/>
                  <a:ea typeface="+mn-ea"/>
                  <a:cs typeface="+mn-cs"/>
                </a:defRPr>
              </a:lvl4pPr>
              <a:lvl5pPr marL="1080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Gotham-Light" pitchFamily="50" charset="0"/>
                </a:defRPr>
              </a:lvl5pPr>
              <a:lvl6pPr marL="0" indent="0" algn="l" defTabSz="914400" rtl="0" eaLnBrk="1" latinLnBrk="0" hangingPunct="1">
                <a:lnSpc>
                  <a:spcPct val="150000"/>
                </a:lnSpc>
                <a:spcBef>
                  <a:spcPts val="600"/>
                </a:spcBef>
                <a:buFont typeface="Arial"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4"/>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Gotham-Light" pitchFamily="50" charset="0"/>
                  <a:ea typeface="+mn-ea"/>
                  <a:cs typeface="Gotham-Light" pitchFamily="50" charset="0"/>
                </a:defRPr>
              </a:lvl9pPr>
            </a:lstStyle>
            <a:p>
              <a:pPr marL="0" marR="0" lvl="0" indent="0" defTabSz="914400" rtl="0" eaLnBrk="1" fontAlgn="auto" latinLnBrk="0" hangingPunct="1">
                <a:lnSpc>
                  <a:spcPct val="100000"/>
                </a:lnSpc>
                <a:spcBef>
                  <a:spcPct val="0"/>
                </a:spcBef>
                <a:spcAft>
                  <a:spcPct val="0"/>
                </a:spcAft>
                <a:buClrTx/>
                <a:buSzTx/>
                <a:buFont typeface="Arial" pitchFamily="34" charset="0"/>
                <a:buNone/>
                <a:defRPr/>
              </a:pPr>
              <a:r>
                <a:rPr kumimoji="0" lang="en-GB" sz="1050" b="0" i="0" u="none" strike="noStrike" kern="0" cap="none" spc="0" normalizeH="0" baseline="0" noProof="0">
                  <a:ln>
                    <a:noFill/>
                  </a:ln>
                  <a:solidFill>
                    <a:srgbClr val="FFFFFF"/>
                  </a:solidFill>
                  <a:effectLst/>
                  <a:uLnTx/>
                  <a:uFillTx/>
                  <a:cs typeface="Calibri" panose="020F0502020204030204" pitchFamily="34" charset="0"/>
                </a:rPr>
                <a:t>1415 Copenhagen</a:t>
              </a:r>
            </a:p>
          </p:txBody>
        </p:sp>
        <p:sp>
          <p:nvSpPr>
            <p:cNvPr id="50" name="TextBox 49">
              <a:extLst>
                <a:ext uri="{FF2B5EF4-FFF2-40B4-BE49-F238E27FC236}">
                  <a16:creationId xmlns:a16="http://schemas.microsoft.com/office/drawing/2014/main" id="{936FFE02-D349-BF56-EAB4-E0A9F67E8CEA}"/>
                </a:ext>
              </a:extLst>
            </p:cNvPr>
            <p:cNvSpPr txBox="1"/>
            <p:nvPr userDrawn="1"/>
          </p:nvSpPr>
          <p:spPr bwMode="ltGray">
            <a:xfrm>
              <a:off x="5343524" y="5580244"/>
              <a:ext cx="3014239" cy="252000"/>
            </a:xfrm>
            <a:prstGeom prst="rect">
              <a:avLst/>
            </a:prstGeom>
            <a:noFill/>
          </p:spPr>
          <p:txBody>
            <a:bodyPr vert="horz" lIns="0" tIns="0" rIns="0" bIns="0" rtlCol="0" anchor="ctr">
              <a:noAutofit/>
            </a:bodyPr>
            <a:lstStyle>
              <a:defPPr>
                <a:defRPr lang="en-US"/>
              </a:defPPr>
              <a:lvl1pPr marL="0" lvl="0" indent="0" algn="l" defTabSz="914400" rtl="0" eaLnBrk="1" latinLnBrk="0" hangingPunct="1">
                <a:lnSpc>
                  <a:spcPct val="100000"/>
                </a:lnSpc>
                <a:spcBef>
                  <a:spcPct val="0"/>
                </a:spcBef>
                <a:buSzTx/>
                <a:buFont typeface="Arial" pitchFamily="34" charset="0"/>
                <a:buNone/>
                <a:defRPr lang="en-US" sz="1050" b="0" kern="1200" spc="0">
                  <a:solidFill>
                    <a:schemeClr val="bg2"/>
                  </a:solidFill>
                  <a:latin typeface="+mn-lt"/>
                  <a:ea typeface="+mn-ea"/>
                  <a:cs typeface="Gotham-Book" pitchFamily="50" charset="0"/>
                </a:defRPr>
              </a:lvl1pPr>
              <a:lvl2pPr marL="432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Gotham-Book" pitchFamily="50" charset="0"/>
                </a:defRPr>
              </a:lvl2pPr>
              <a:lvl3pPr marL="648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mn-cs"/>
                </a:defRPr>
              </a:lvl3pPr>
              <a:lvl4pPr marL="864000" indent="-216000" algn="l" defTabSz="914400" rtl="0" eaLnBrk="1" latinLnBrk="0" hangingPunct="1">
                <a:lnSpc>
                  <a:spcPct val="100000"/>
                </a:lnSpc>
                <a:spcBef>
                  <a:spcPts val="600"/>
                </a:spcBef>
                <a:buFont typeface="Arial" pitchFamily="34" charset="0"/>
                <a:buChar char="•"/>
                <a:defRPr sz="1400" kern="1200" cap="none" spc="0" baseline="0">
                  <a:solidFill>
                    <a:schemeClr val="bg2"/>
                  </a:solidFill>
                  <a:latin typeface="+mn-lt"/>
                  <a:ea typeface="+mn-ea"/>
                  <a:cs typeface="+mn-cs"/>
                </a:defRPr>
              </a:lvl4pPr>
              <a:lvl5pPr marL="1080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Gotham-Light" pitchFamily="50" charset="0"/>
                </a:defRPr>
              </a:lvl5pPr>
              <a:lvl6pPr marL="0" indent="0" algn="l" defTabSz="914400" rtl="0" eaLnBrk="1" latinLnBrk="0" hangingPunct="1">
                <a:lnSpc>
                  <a:spcPct val="150000"/>
                </a:lnSpc>
                <a:spcBef>
                  <a:spcPts val="600"/>
                </a:spcBef>
                <a:buFont typeface="Arial"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4"/>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Gotham-Light" pitchFamily="50" charset="0"/>
                  <a:ea typeface="+mn-ea"/>
                  <a:cs typeface="Gotham-Light" pitchFamily="50" charset="0"/>
                </a:defRPr>
              </a:lvl9pPr>
            </a:lstStyle>
            <a:p>
              <a:pPr marL="0" marR="0" lvl="0" indent="0" defTabSz="914400" rtl="0" eaLnBrk="1" fontAlgn="auto" latinLnBrk="0" hangingPunct="1">
                <a:lnSpc>
                  <a:spcPct val="100000"/>
                </a:lnSpc>
                <a:spcBef>
                  <a:spcPct val="0"/>
                </a:spcBef>
                <a:spcAft>
                  <a:spcPct val="0"/>
                </a:spcAft>
                <a:buClrTx/>
                <a:buSzTx/>
                <a:buFont typeface="Arial" pitchFamily="34" charset="0"/>
                <a:buNone/>
                <a:defRPr/>
              </a:pPr>
              <a:r>
                <a:rPr kumimoji="0" lang="en-GB" sz="1050" b="0" i="0" u="none" strike="noStrike" kern="0" cap="none" spc="0" normalizeH="0" baseline="0" noProof="0">
                  <a:ln>
                    <a:noFill/>
                  </a:ln>
                  <a:solidFill>
                    <a:srgbClr val="FFFFFF"/>
                  </a:solidFill>
                  <a:effectLst/>
                  <a:uLnTx/>
                  <a:uFillTx/>
                  <a:cs typeface="Calibri" panose="020F0502020204030204" pitchFamily="34" charset="0"/>
                </a:rPr>
                <a:t>Denmark</a:t>
              </a:r>
            </a:p>
          </p:txBody>
        </p:sp>
      </p:grpSp>
      <p:sp>
        <p:nvSpPr>
          <p:cNvPr id="5" name="Text Placeholder 4">
            <a:extLst>
              <a:ext uri="{FF2B5EF4-FFF2-40B4-BE49-F238E27FC236}">
                <a16:creationId xmlns:a16="http://schemas.microsoft.com/office/drawing/2014/main" id="{A1DF0683-9AC3-55F0-01C7-0FD0C4ABAE50}"/>
              </a:ext>
            </a:extLst>
          </p:cNvPr>
          <p:cNvSpPr>
            <a:spLocks noGrp="1"/>
          </p:cNvSpPr>
          <p:nvPr>
            <p:ph type="body" sz="quarter" idx="10" hasCustomPrompt="1"/>
          </p:nvPr>
        </p:nvSpPr>
        <p:spPr>
          <a:xfrm>
            <a:off x="8999143" y="5454431"/>
            <a:ext cx="2224087" cy="252000"/>
          </a:xfrm>
          <a:prstGeom prst="rect">
            <a:avLst/>
          </a:prstGeom>
        </p:spPr>
        <p:txBody>
          <a:bodyPr/>
          <a:lstStyle>
            <a:lvl1pPr marL="0" indent="0">
              <a:buNone/>
              <a:defRPr sz="1050">
                <a:solidFill>
                  <a:schemeClr val="bg2"/>
                </a:solidFill>
              </a:defRPr>
            </a:lvl1pPr>
            <a:lvl2pPr marL="216000" indent="0">
              <a:buNone/>
              <a:defRPr/>
            </a:lvl2pPr>
          </a:lstStyle>
          <a:p>
            <a:pPr lvl="0"/>
            <a:r>
              <a:rPr lang="en-GB"/>
              <a:t>Name</a:t>
            </a:r>
          </a:p>
        </p:txBody>
      </p:sp>
      <p:sp>
        <p:nvSpPr>
          <p:cNvPr id="7" name="Text Placeholder 4">
            <a:extLst>
              <a:ext uri="{FF2B5EF4-FFF2-40B4-BE49-F238E27FC236}">
                <a16:creationId xmlns:a16="http://schemas.microsoft.com/office/drawing/2014/main" id="{15F1978D-B826-7D9A-5E25-B770B31A6070}"/>
              </a:ext>
            </a:extLst>
          </p:cNvPr>
          <p:cNvSpPr>
            <a:spLocks noGrp="1"/>
          </p:cNvSpPr>
          <p:nvPr>
            <p:ph type="body" sz="quarter" idx="11" hasCustomPrompt="1"/>
          </p:nvPr>
        </p:nvSpPr>
        <p:spPr>
          <a:xfrm>
            <a:off x="8999143" y="5714767"/>
            <a:ext cx="2224087" cy="252000"/>
          </a:xfrm>
          <a:prstGeom prst="rect">
            <a:avLst/>
          </a:prstGeom>
        </p:spPr>
        <p:txBody>
          <a:bodyPr/>
          <a:lstStyle>
            <a:lvl1pPr marL="0" indent="0">
              <a:buNone/>
              <a:defRPr sz="1050">
                <a:solidFill>
                  <a:schemeClr val="bg2"/>
                </a:solidFill>
              </a:defRPr>
            </a:lvl1pPr>
            <a:lvl2pPr marL="216000" indent="0">
              <a:buNone/>
              <a:defRPr/>
            </a:lvl2pPr>
          </a:lstStyle>
          <a:p>
            <a:pPr lvl="0"/>
            <a:r>
              <a:rPr lang="en-GB"/>
              <a:t>Job title</a:t>
            </a:r>
          </a:p>
        </p:txBody>
      </p:sp>
      <p:sp>
        <p:nvSpPr>
          <p:cNvPr id="8" name="Text Placeholder 4">
            <a:extLst>
              <a:ext uri="{FF2B5EF4-FFF2-40B4-BE49-F238E27FC236}">
                <a16:creationId xmlns:a16="http://schemas.microsoft.com/office/drawing/2014/main" id="{D36D67F4-FD34-193A-6EF6-D7C4CFCAAE24}"/>
              </a:ext>
            </a:extLst>
          </p:cNvPr>
          <p:cNvSpPr>
            <a:spLocks noGrp="1"/>
          </p:cNvSpPr>
          <p:nvPr>
            <p:ph type="body" sz="quarter" idx="12" hasCustomPrompt="1"/>
          </p:nvPr>
        </p:nvSpPr>
        <p:spPr>
          <a:xfrm>
            <a:off x="8999143" y="5975103"/>
            <a:ext cx="2224087" cy="252000"/>
          </a:xfrm>
          <a:prstGeom prst="rect">
            <a:avLst/>
          </a:prstGeom>
        </p:spPr>
        <p:txBody>
          <a:bodyPr/>
          <a:lstStyle>
            <a:lvl1pPr marL="0" indent="0">
              <a:buNone/>
              <a:defRPr sz="1050">
                <a:solidFill>
                  <a:schemeClr val="bg2"/>
                </a:solidFill>
              </a:defRPr>
            </a:lvl1pPr>
            <a:lvl2pPr marL="216000" indent="0">
              <a:buNone/>
              <a:defRPr/>
            </a:lvl2pPr>
          </a:lstStyle>
          <a:p>
            <a:pPr lvl="0"/>
            <a:r>
              <a:rPr lang="en-GB"/>
              <a:t>Phone number</a:t>
            </a:r>
          </a:p>
        </p:txBody>
      </p:sp>
      <p:sp>
        <p:nvSpPr>
          <p:cNvPr id="9" name="Text Placeholder 4">
            <a:extLst>
              <a:ext uri="{FF2B5EF4-FFF2-40B4-BE49-F238E27FC236}">
                <a16:creationId xmlns:a16="http://schemas.microsoft.com/office/drawing/2014/main" id="{DB315EEF-C995-6ECA-272C-343AD1E8357F}"/>
              </a:ext>
            </a:extLst>
          </p:cNvPr>
          <p:cNvSpPr>
            <a:spLocks noGrp="1"/>
          </p:cNvSpPr>
          <p:nvPr>
            <p:ph type="body" sz="quarter" idx="13" hasCustomPrompt="1"/>
          </p:nvPr>
        </p:nvSpPr>
        <p:spPr>
          <a:xfrm>
            <a:off x="8999143" y="6235440"/>
            <a:ext cx="2224087" cy="252000"/>
          </a:xfrm>
          <a:prstGeom prst="rect">
            <a:avLst/>
          </a:prstGeom>
        </p:spPr>
        <p:txBody>
          <a:bodyPr/>
          <a:lstStyle>
            <a:lvl1pPr marL="0" indent="0">
              <a:buNone/>
              <a:defRPr sz="1050">
                <a:solidFill>
                  <a:schemeClr val="bg2"/>
                </a:solidFill>
              </a:defRPr>
            </a:lvl1pPr>
            <a:lvl2pPr marL="216000" indent="0">
              <a:buNone/>
              <a:defRPr/>
            </a:lvl2pPr>
          </a:lstStyle>
          <a:p>
            <a:pPr lvl="0"/>
            <a:r>
              <a:rPr lang="en-GB"/>
              <a:t>Email</a:t>
            </a:r>
          </a:p>
        </p:txBody>
      </p:sp>
    </p:spTree>
    <p:extLst>
      <p:ext uri="{BB962C8B-B14F-4D97-AF65-F5344CB8AC3E}">
        <p14:creationId xmlns:p14="http://schemas.microsoft.com/office/powerpoint/2010/main" val="3962516826"/>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userDrawn="1">
  <p:cSld name="1_Section/Divider">
    <p:bg>
      <p:bgPr>
        <a:solidFill>
          <a:schemeClr val="tx1"/>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BBF30689-BACF-220E-9869-EF4152B00165}"/>
              </a:ext>
            </a:extLst>
          </p:cNvPr>
          <p:cNvGraphicFramePr>
            <a:graphicFrameLocks noChangeAspect="1"/>
          </p:cNvGraphicFramePr>
          <p:nvPr userDrawn="1">
            <p:custDataLst>
              <p:tags r:id="rId1"/>
            </p:custDataLst>
            <p:extLst>
              <p:ext uri="{D42A27DB-BD31-4B8C-83A1-F6EECF244321}">
                <p14:modId xmlns:p14="http://schemas.microsoft.com/office/powerpoint/2010/main" val="35754221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6" name="Object 5" hidden="1">
                        <a:extLst>
                          <a:ext uri="{FF2B5EF4-FFF2-40B4-BE49-F238E27FC236}">
                            <a16:creationId xmlns:a16="http://schemas.microsoft.com/office/drawing/2014/main" id="{BBF30689-BACF-220E-9869-EF4152B0016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4" name="Graphic 3">
            <a:extLst>
              <a:ext uri="{FF2B5EF4-FFF2-40B4-BE49-F238E27FC236}">
                <a16:creationId xmlns:a16="http://schemas.microsoft.com/office/drawing/2014/main" id="{4A064E1E-3789-252D-1117-D6AB26C776B3}"/>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r="34206"/>
          <a:stretch>
            <a:fillRect/>
          </a:stretch>
        </p:blipFill>
        <p:spPr>
          <a:xfrm>
            <a:off x="5112746" y="703948"/>
            <a:ext cx="7079254" cy="6154052"/>
          </a:xfrm>
          <a:custGeom>
            <a:avLst/>
            <a:gdLst>
              <a:gd name="connsiteX0" fmla="*/ 0 w 7079254"/>
              <a:gd name="connsiteY0" fmla="*/ 0 h 6154052"/>
              <a:gd name="connsiteX1" fmla="*/ 7079254 w 7079254"/>
              <a:gd name="connsiteY1" fmla="*/ 0 h 6154052"/>
              <a:gd name="connsiteX2" fmla="*/ 7079254 w 7079254"/>
              <a:gd name="connsiteY2" fmla="*/ 6154052 h 6154052"/>
              <a:gd name="connsiteX3" fmla="*/ 0 w 7079254"/>
              <a:gd name="connsiteY3" fmla="*/ 6154052 h 6154052"/>
            </a:gdLst>
            <a:ahLst/>
            <a:cxnLst>
              <a:cxn ang="0">
                <a:pos x="connsiteX0" y="connsiteY0"/>
              </a:cxn>
              <a:cxn ang="0">
                <a:pos x="connsiteX1" y="connsiteY1"/>
              </a:cxn>
              <a:cxn ang="0">
                <a:pos x="connsiteX2" y="connsiteY2"/>
              </a:cxn>
              <a:cxn ang="0">
                <a:pos x="connsiteX3" y="connsiteY3"/>
              </a:cxn>
            </a:cxnLst>
            <a:rect l="l" t="t" r="r" b="b"/>
            <a:pathLst>
              <a:path w="7079254" h="6154052">
                <a:moveTo>
                  <a:pt x="0" y="0"/>
                </a:moveTo>
                <a:lnTo>
                  <a:pt x="7079254" y="0"/>
                </a:lnTo>
                <a:lnTo>
                  <a:pt x="7079254" y="6154052"/>
                </a:lnTo>
                <a:lnTo>
                  <a:pt x="0" y="6154052"/>
                </a:lnTo>
                <a:close/>
              </a:path>
            </a:pathLst>
          </a:custGeom>
        </p:spPr>
      </p:pic>
      <p:sp>
        <p:nvSpPr>
          <p:cNvPr id="2" name="Title 1">
            <a:extLst>
              <a:ext uri="{FF2B5EF4-FFF2-40B4-BE49-F238E27FC236}">
                <a16:creationId xmlns:a16="http://schemas.microsoft.com/office/drawing/2014/main" id="{36E9A45B-10F9-487C-9A74-F7DCE0C77A42}"/>
              </a:ext>
            </a:extLst>
          </p:cNvPr>
          <p:cNvSpPr>
            <a:spLocks noGrp="1"/>
          </p:cNvSpPr>
          <p:nvPr>
            <p:ph type="ctrTitle" hasCustomPrompt="1"/>
          </p:nvPr>
        </p:nvSpPr>
        <p:spPr bwMode="gray">
          <a:xfrm>
            <a:off x="360364" y="1921733"/>
            <a:ext cx="11471274" cy="1473743"/>
          </a:xfrm>
          <a:prstGeom prst="rect">
            <a:avLst/>
          </a:prstGeom>
        </p:spPr>
        <p:txBody>
          <a:bodyPr vert="horz" wrap="square" lIns="0" tIns="0" rIns="0" bIns="0" anchor="b" anchorCtr="0">
            <a:noAutofit/>
          </a:bodyPr>
          <a:lstStyle>
            <a:lvl1pPr algn="l" rtl="0">
              <a:lnSpc>
                <a:spcPct val="90000"/>
              </a:lnSpc>
              <a:defRPr sz="3200" b="0" cap="none" spc="0" baseline="0">
                <a:solidFill>
                  <a:schemeClr val="bg1"/>
                </a:solidFill>
                <a:latin typeface="+mj-lt"/>
              </a:defRPr>
            </a:lvl1pPr>
          </a:lstStyle>
          <a:p>
            <a:r>
              <a:rPr lang="en-GB"/>
              <a:t>Section title</a:t>
            </a:r>
          </a:p>
        </p:txBody>
      </p:sp>
      <p:sp>
        <p:nvSpPr>
          <p:cNvPr id="3" name="Subtitle 2">
            <a:extLst>
              <a:ext uri="{FF2B5EF4-FFF2-40B4-BE49-F238E27FC236}">
                <a16:creationId xmlns:a16="http://schemas.microsoft.com/office/drawing/2014/main" id="{CBA3E240-43D7-4C56-BC1B-38BA9D4E9E21}"/>
              </a:ext>
            </a:extLst>
          </p:cNvPr>
          <p:cNvSpPr>
            <a:spLocks noGrp="1"/>
          </p:cNvSpPr>
          <p:nvPr>
            <p:ph type="subTitle" idx="1" hasCustomPrompt="1"/>
          </p:nvPr>
        </p:nvSpPr>
        <p:spPr bwMode="gray">
          <a:xfrm>
            <a:off x="360364" y="3516253"/>
            <a:ext cx="11471274" cy="380945"/>
          </a:xfrm>
          <a:prstGeom prst="rect">
            <a:avLst/>
          </a:prstGeom>
        </p:spPr>
        <p:txBody>
          <a:bodyPr vert="horz" wrap="square" lIns="0" tIns="0" rIns="0" bIns="0" rtlCol="0">
            <a:noAutofit/>
          </a:bodyPr>
          <a:lstStyle>
            <a:lvl1pPr marL="0" indent="0" rtl="0">
              <a:buNone/>
              <a:defRPr lang="en-US" sz="1600" cap="none" spc="100" baseline="0" dirty="0">
                <a:solidFill>
                  <a:schemeClr val="bg1"/>
                </a:solidFill>
                <a:latin typeface="+mj-lt"/>
              </a:defRPr>
            </a:lvl1pPr>
          </a:lstStyle>
          <a:p>
            <a:pPr marL="216000" lvl="0" indent="-216000"/>
            <a:r>
              <a:rPr lang="en-GB"/>
              <a:t>Section subtitle</a:t>
            </a:r>
          </a:p>
        </p:txBody>
      </p:sp>
    </p:spTree>
    <p:extLst>
      <p:ext uri="{BB962C8B-B14F-4D97-AF65-F5344CB8AC3E}">
        <p14:creationId xmlns:p14="http://schemas.microsoft.com/office/powerpoint/2010/main" val="1361411210"/>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B56EABE-D55B-4373-F6CF-224BF43E855B}"/>
              </a:ext>
            </a:extLst>
          </p:cNvPr>
          <p:cNvGraphicFramePr>
            <a:graphicFrameLocks noChangeAspect="1"/>
          </p:cNvGraphicFramePr>
          <p:nvPr userDrawn="1">
            <p:custDataLst>
              <p:tags r:id="rId1"/>
            </p:custDataLst>
            <p:extLst>
              <p:ext uri="{D42A27DB-BD31-4B8C-83A1-F6EECF244321}">
                <p14:modId xmlns:p14="http://schemas.microsoft.com/office/powerpoint/2010/main" val="30746966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9" name="Object 8" hidden="1">
                        <a:extLst>
                          <a:ext uri="{FF2B5EF4-FFF2-40B4-BE49-F238E27FC236}">
                            <a16:creationId xmlns:a16="http://schemas.microsoft.com/office/drawing/2014/main" id="{1B56EABE-D55B-4373-F6CF-224BF43E855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CE8AADD-913B-949E-D663-554B1349714E}"/>
              </a:ext>
            </a:extLst>
          </p:cNvPr>
          <p:cNvSpPr>
            <a:spLocks noGrp="1"/>
          </p:cNvSpPr>
          <p:nvPr>
            <p:ph type="title" hasCustomPrompt="1"/>
          </p:nvPr>
        </p:nvSpPr>
        <p:spPr>
          <a:xfrm>
            <a:off x="360363" y="536576"/>
            <a:ext cx="11471275" cy="661988"/>
          </a:xfrm>
          <a:prstGeom prst="rect">
            <a:avLst/>
          </a:prstGeom>
        </p:spPr>
        <p:txBody>
          <a:bodyPr vert="horz"/>
          <a:lstStyle>
            <a:lvl1pPr rtl="0">
              <a:defRPr>
                <a:solidFill>
                  <a:schemeClr val="tx1"/>
                </a:solidFill>
              </a:defRPr>
            </a:lvl1pPr>
          </a:lstStyle>
          <a:p>
            <a:pPr lvl="0"/>
            <a:r>
              <a:rPr lang="en-GB"/>
              <a:t>Click to edit action title</a:t>
            </a:r>
          </a:p>
        </p:txBody>
      </p:sp>
      <p:sp>
        <p:nvSpPr>
          <p:cNvPr id="7" name="Text Placeholder 6">
            <a:extLst>
              <a:ext uri="{FF2B5EF4-FFF2-40B4-BE49-F238E27FC236}">
                <a16:creationId xmlns:a16="http://schemas.microsoft.com/office/drawing/2014/main" id="{9AB3F6AF-ED74-5EBB-9159-83208AE07A23}"/>
              </a:ext>
            </a:extLst>
          </p:cNvPr>
          <p:cNvSpPr>
            <a:spLocks noGrp="1"/>
          </p:cNvSpPr>
          <p:nvPr>
            <p:ph type="body" sz="quarter" idx="12" hasCustomPrompt="1"/>
          </p:nvPr>
        </p:nvSpPr>
        <p:spPr>
          <a:xfrm>
            <a:off x="360363" y="207165"/>
            <a:ext cx="11471275" cy="178593"/>
          </a:xfrm>
          <a:prstGeom prst="rect">
            <a:avLst/>
          </a:prstGeom>
        </p:spPr>
        <p:txBody>
          <a:bodyPr anchor="b"/>
          <a:lstStyle>
            <a:lvl1pPr marL="0" indent="0" rtl="0">
              <a:buNone/>
              <a:defRPr sz="1200" cap="all" baseline="0">
                <a:solidFill>
                  <a:schemeClr val="tx2">
                    <a:lumMod val="60000"/>
                    <a:lumOff val="40000"/>
                  </a:schemeClr>
                </a:solidFill>
                <a:latin typeface="+mj-lt"/>
              </a:defRPr>
            </a:lvl1pPr>
          </a:lstStyle>
          <a:p>
            <a:pPr lvl="0"/>
            <a:r>
              <a:rPr lang="en-GB"/>
              <a:t>Click to edit chapter text</a:t>
            </a:r>
          </a:p>
        </p:txBody>
      </p:sp>
      <p:sp>
        <p:nvSpPr>
          <p:cNvPr id="8" name="Footer Placeholder 2">
            <a:extLst>
              <a:ext uri="{FF2B5EF4-FFF2-40B4-BE49-F238E27FC236}">
                <a16:creationId xmlns:a16="http://schemas.microsoft.com/office/drawing/2014/main" id="{479BF71E-D350-F7CD-EB30-FEBBECE0A545}"/>
              </a:ext>
            </a:extLst>
          </p:cNvPr>
          <p:cNvSpPr>
            <a:spLocks noGrp="1"/>
          </p:cNvSpPr>
          <p:nvPr>
            <p:ph type="ftr" sz="quarter" idx="3"/>
          </p:nvPr>
        </p:nvSpPr>
        <p:spPr>
          <a:xfrm>
            <a:off x="675936" y="6321425"/>
            <a:ext cx="10087857" cy="367612"/>
          </a:xfrm>
          <a:prstGeom prst="rect">
            <a:avLst/>
          </a:prstGeom>
        </p:spPr>
        <p:txBody>
          <a:bodyPr anchor="ctr"/>
          <a:lstStyle>
            <a:lvl1pPr rtl="0">
              <a:defRPr sz="1000">
                <a:solidFill>
                  <a:schemeClr val="tx1"/>
                </a:solidFill>
              </a:defRPr>
            </a:lvl1pPr>
          </a:lstStyle>
          <a:p>
            <a:endParaRPr lang="en-GB"/>
          </a:p>
        </p:txBody>
      </p:sp>
    </p:spTree>
    <p:extLst>
      <p:ext uri="{BB962C8B-B14F-4D97-AF65-F5344CB8AC3E}">
        <p14:creationId xmlns:p14="http://schemas.microsoft.com/office/powerpoint/2010/main" val="399520970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37CCCAD9-9256-CF6B-F4ED-9A34A4CA118B}"/>
              </a:ext>
            </a:extLst>
          </p:cNvPr>
          <p:cNvSpPr>
            <a:spLocks noGrp="1"/>
          </p:cNvSpPr>
          <p:nvPr>
            <p:ph type="pic" sz="quarter" idx="11"/>
          </p:nvPr>
        </p:nvSpPr>
        <p:spPr>
          <a:xfrm>
            <a:off x="8121331" y="0"/>
            <a:ext cx="4070667" cy="6858000"/>
          </a:xfrm>
          <a:solidFill>
            <a:schemeClr val="tx1"/>
          </a:solidFill>
        </p:spPr>
        <p:txBody>
          <a:bodyPr/>
          <a:lstStyle/>
          <a:p>
            <a:r>
              <a:rPr lang="en-GB"/>
              <a:t>Click icon to add picture</a:t>
            </a:r>
          </a:p>
        </p:txBody>
      </p:sp>
      <p:sp>
        <p:nvSpPr>
          <p:cNvPr id="2" name="Title 1">
            <a:extLst>
              <a:ext uri="{FF2B5EF4-FFF2-40B4-BE49-F238E27FC236}">
                <a16:creationId xmlns:a16="http://schemas.microsoft.com/office/drawing/2014/main" id="{4D5AB824-8E31-DCCB-7816-8C043272CE1A}"/>
              </a:ext>
            </a:extLst>
          </p:cNvPr>
          <p:cNvSpPr>
            <a:spLocks noGrp="1"/>
          </p:cNvSpPr>
          <p:nvPr>
            <p:ph type="title"/>
          </p:nvPr>
        </p:nvSpPr>
        <p:spPr>
          <a:xfrm>
            <a:off x="360004" y="536578"/>
            <a:ext cx="7485623" cy="661987"/>
          </a:xfrm>
        </p:spPr>
        <p:txBody>
          <a:bodyPr/>
          <a:lstStyle/>
          <a:p>
            <a:r>
              <a:rPr lang="en-GB"/>
              <a:t>Click to edit Master title style</a:t>
            </a:r>
          </a:p>
        </p:txBody>
      </p:sp>
      <p:sp>
        <p:nvSpPr>
          <p:cNvPr id="3" name="Footer Placeholder 2">
            <a:extLst>
              <a:ext uri="{FF2B5EF4-FFF2-40B4-BE49-F238E27FC236}">
                <a16:creationId xmlns:a16="http://schemas.microsoft.com/office/drawing/2014/main" id="{304F5DB0-C987-FA9A-46F5-2520A0BA1DF6}"/>
              </a:ext>
            </a:extLst>
          </p:cNvPr>
          <p:cNvSpPr>
            <a:spLocks noGrp="1"/>
          </p:cNvSpPr>
          <p:nvPr>
            <p:ph type="ftr" sz="quarter" idx="10"/>
          </p:nvPr>
        </p:nvSpPr>
        <p:spPr>
          <a:xfrm>
            <a:off x="675937" y="6321425"/>
            <a:ext cx="7368606" cy="367612"/>
          </a:xfrm>
        </p:spPr>
        <p:txBody>
          <a:bodyPr/>
          <a:lstStyle/>
          <a:p>
            <a:endParaRPr lang="en-GB"/>
          </a:p>
        </p:txBody>
      </p:sp>
      <p:cxnSp>
        <p:nvCxnSpPr>
          <p:cNvPr id="5" name="Straight Connector 4">
            <a:extLst>
              <a:ext uri="{FF2B5EF4-FFF2-40B4-BE49-F238E27FC236}">
                <a16:creationId xmlns:a16="http://schemas.microsoft.com/office/drawing/2014/main" id="{0FF2B470-6416-ED2A-CEE1-47942FB5C702}"/>
              </a:ext>
            </a:extLst>
          </p:cNvPr>
          <p:cNvCxnSpPr>
            <a:cxnSpLocks/>
          </p:cNvCxnSpPr>
          <p:nvPr userDrawn="1"/>
        </p:nvCxnSpPr>
        <p:spPr bwMode="gray">
          <a:xfrm>
            <a:off x="2743200" y="3722766"/>
            <a:ext cx="0" cy="2160911"/>
          </a:xfrm>
          <a:prstGeom prst="line">
            <a:avLst/>
          </a:prstGeom>
          <a:ln w="1270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5EF2DE82-B254-EDE8-E7C8-B2A811AE61DB}"/>
              </a:ext>
            </a:extLst>
          </p:cNvPr>
          <p:cNvCxnSpPr>
            <a:cxnSpLocks/>
          </p:cNvCxnSpPr>
          <p:nvPr userDrawn="1"/>
        </p:nvCxnSpPr>
        <p:spPr bwMode="gray">
          <a:xfrm>
            <a:off x="5448300" y="3722766"/>
            <a:ext cx="0" cy="2160911"/>
          </a:xfrm>
          <a:prstGeom prst="line">
            <a:avLst/>
          </a:prstGeom>
          <a:ln w="1270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8" name="Text Placeholder 6">
            <a:extLst>
              <a:ext uri="{FF2B5EF4-FFF2-40B4-BE49-F238E27FC236}">
                <a16:creationId xmlns:a16="http://schemas.microsoft.com/office/drawing/2014/main" id="{A7D2A3A8-4263-816F-EB8C-E298B2B1CAF7}"/>
              </a:ext>
            </a:extLst>
          </p:cNvPr>
          <p:cNvSpPr>
            <a:spLocks noGrp="1"/>
          </p:cNvSpPr>
          <p:nvPr>
            <p:ph type="body" sz="quarter" idx="12" hasCustomPrompt="1"/>
          </p:nvPr>
        </p:nvSpPr>
        <p:spPr>
          <a:xfrm>
            <a:off x="360364" y="207166"/>
            <a:ext cx="7485260" cy="178593"/>
          </a:xfrm>
          <a:prstGeom prst="rect">
            <a:avLst/>
          </a:prstGeom>
        </p:spPr>
        <p:txBody>
          <a:bodyPr anchor="b"/>
          <a:lstStyle>
            <a:lvl1pPr marL="0" indent="0" rtl="0">
              <a:buNone/>
              <a:defRPr sz="1200" cap="all" baseline="0">
                <a:solidFill>
                  <a:schemeClr val="tx2">
                    <a:lumMod val="60000"/>
                    <a:lumOff val="40000"/>
                  </a:schemeClr>
                </a:solidFill>
                <a:latin typeface="+mj-lt"/>
              </a:defRPr>
            </a:lvl1pPr>
          </a:lstStyle>
          <a:p>
            <a:pPr lvl="0"/>
            <a:r>
              <a:rPr lang="en-GB"/>
              <a:t>Click to edit chapter text</a:t>
            </a:r>
          </a:p>
        </p:txBody>
      </p:sp>
      <p:sp>
        <p:nvSpPr>
          <p:cNvPr id="19" name="Text Placeholder 11">
            <a:extLst>
              <a:ext uri="{FF2B5EF4-FFF2-40B4-BE49-F238E27FC236}">
                <a16:creationId xmlns:a16="http://schemas.microsoft.com/office/drawing/2014/main" id="{2EA70141-D634-DDAE-7CDD-3D62AA17E329}"/>
              </a:ext>
            </a:extLst>
          </p:cNvPr>
          <p:cNvSpPr>
            <a:spLocks noGrp="1"/>
          </p:cNvSpPr>
          <p:nvPr>
            <p:ph type="body" sz="quarter" idx="13"/>
          </p:nvPr>
        </p:nvSpPr>
        <p:spPr>
          <a:xfrm>
            <a:off x="360364" y="1557339"/>
            <a:ext cx="7485260" cy="1577896"/>
          </a:xfrm>
          <a:prstGeom prst="rect">
            <a:avLst/>
          </a:prstGeom>
        </p:spPr>
        <p:txBody>
          <a:bodyPr/>
          <a:lstStyle>
            <a:lvl1pPr rtl="0">
              <a:defRPr/>
            </a:lvl1pPr>
            <a:lvl2pPr rtl="0">
              <a:defRPr/>
            </a:lvl2pPr>
            <a:lvl3pPr rtl="0">
              <a:defRPr/>
            </a:lvl3pPr>
            <a:lvl4pPr rtl="0">
              <a:defRPr/>
            </a:lvl4pPr>
            <a:lvl5pPr rtl="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3" name="Text Placeholder 22">
            <a:extLst>
              <a:ext uri="{FF2B5EF4-FFF2-40B4-BE49-F238E27FC236}">
                <a16:creationId xmlns:a16="http://schemas.microsoft.com/office/drawing/2014/main" id="{7A040119-EDAD-89B4-AF59-D7794C22A7A0}"/>
              </a:ext>
            </a:extLst>
          </p:cNvPr>
          <p:cNvSpPr>
            <a:spLocks noGrp="1"/>
          </p:cNvSpPr>
          <p:nvPr>
            <p:ph type="body" sz="quarter" idx="14"/>
          </p:nvPr>
        </p:nvSpPr>
        <p:spPr>
          <a:xfrm>
            <a:off x="360364" y="3357564"/>
            <a:ext cx="2107130" cy="27495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4" name="Text Placeholder 22">
            <a:extLst>
              <a:ext uri="{FF2B5EF4-FFF2-40B4-BE49-F238E27FC236}">
                <a16:creationId xmlns:a16="http://schemas.microsoft.com/office/drawing/2014/main" id="{74FCE1E1-5E79-19AD-8917-8F4D4D6BE63F}"/>
              </a:ext>
            </a:extLst>
          </p:cNvPr>
          <p:cNvSpPr>
            <a:spLocks noGrp="1"/>
          </p:cNvSpPr>
          <p:nvPr>
            <p:ph type="body" sz="quarter" idx="15"/>
          </p:nvPr>
        </p:nvSpPr>
        <p:spPr>
          <a:xfrm>
            <a:off x="3060021" y="3357564"/>
            <a:ext cx="2140374" cy="27495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5" name="Text Placeholder 22">
            <a:extLst>
              <a:ext uri="{FF2B5EF4-FFF2-40B4-BE49-F238E27FC236}">
                <a16:creationId xmlns:a16="http://schemas.microsoft.com/office/drawing/2014/main" id="{59532641-4A59-C098-AD86-DD47DC3D23C1}"/>
              </a:ext>
            </a:extLst>
          </p:cNvPr>
          <p:cNvSpPr>
            <a:spLocks noGrp="1"/>
          </p:cNvSpPr>
          <p:nvPr>
            <p:ph type="body" sz="quarter" idx="16"/>
          </p:nvPr>
        </p:nvSpPr>
        <p:spPr>
          <a:xfrm>
            <a:off x="5705249" y="3357564"/>
            <a:ext cx="2140374" cy="27495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6" name="Slide Number Placeholder 3">
            <a:extLst>
              <a:ext uri="{FF2B5EF4-FFF2-40B4-BE49-F238E27FC236}">
                <a16:creationId xmlns:a16="http://schemas.microsoft.com/office/drawing/2014/main" id="{8EAFDB7A-387F-173C-A81F-BF4D9ACD20C7}"/>
              </a:ext>
            </a:extLst>
          </p:cNvPr>
          <p:cNvSpPr>
            <a:spLocks noGrp="1"/>
          </p:cNvSpPr>
          <p:nvPr>
            <p:ph type="sldNum" sz="quarter" idx="17"/>
          </p:nvPr>
        </p:nvSpPr>
        <p:spPr>
          <a:xfrm>
            <a:off x="11126972" y="6317863"/>
            <a:ext cx="704666" cy="181362"/>
          </a:xfrm>
          <a:prstGeom prst="rect">
            <a:avLst/>
          </a:prstGeom>
          <a:noFill/>
        </p:spPr>
        <p:txBody>
          <a:bodyPr vert="horz" lIns="0" tIns="0" rIns="0" bIns="0" rtlCol="0" anchor="b">
            <a:noAutofit/>
          </a:bodyPr>
          <a:lstStyle>
            <a:defPPr>
              <a:defRPr lang="en-US"/>
            </a:defPPr>
            <a:lvl1pPr marL="0" algn="r" defTabSz="914399" rtl="0" eaLnBrk="1" latinLnBrk="0" hangingPunct="1">
              <a:defRPr sz="1000" kern="1200">
                <a:solidFill>
                  <a:schemeClr val="bg2"/>
                </a:solidFill>
                <a:latin typeface="+mn-lt"/>
                <a:ea typeface="+mn-ea"/>
                <a:cs typeface="+mn-cs"/>
              </a:defRPr>
            </a:lvl1pPr>
            <a:lvl2pPr marL="457200" algn="l" defTabSz="914399" rtl="0" eaLnBrk="1" latinLnBrk="0" hangingPunct="1">
              <a:defRPr sz="1800" kern="1200">
                <a:solidFill>
                  <a:schemeClr val="tx1"/>
                </a:solidFill>
                <a:latin typeface="+mn-lt"/>
                <a:ea typeface="+mn-ea"/>
                <a:cs typeface="+mn-cs"/>
              </a:defRPr>
            </a:lvl2pPr>
            <a:lvl3pPr marL="914399" algn="l" defTabSz="914399" rtl="0" eaLnBrk="1" latinLnBrk="0" hangingPunct="1">
              <a:defRPr sz="1800" kern="1200">
                <a:solidFill>
                  <a:schemeClr val="tx1"/>
                </a:solidFill>
                <a:latin typeface="+mn-lt"/>
                <a:ea typeface="+mn-ea"/>
                <a:cs typeface="+mn-cs"/>
              </a:defRPr>
            </a:lvl3pPr>
            <a:lvl4pPr marL="1371598" algn="l" defTabSz="914399" rtl="0" eaLnBrk="1" latinLnBrk="0" hangingPunct="1">
              <a:defRPr sz="1800" kern="1200">
                <a:solidFill>
                  <a:schemeClr val="tx1"/>
                </a:solidFill>
                <a:latin typeface="+mn-lt"/>
                <a:ea typeface="+mn-ea"/>
                <a:cs typeface="+mn-cs"/>
              </a:defRPr>
            </a:lvl4pPr>
            <a:lvl5pPr marL="1828798" algn="l" defTabSz="914399" rtl="0" eaLnBrk="1" latinLnBrk="0" hangingPunct="1">
              <a:defRPr sz="1800" kern="1200">
                <a:solidFill>
                  <a:schemeClr val="tx1"/>
                </a:solidFill>
                <a:latin typeface="+mn-lt"/>
                <a:ea typeface="+mn-ea"/>
                <a:cs typeface="+mn-cs"/>
              </a:defRPr>
            </a:lvl5pPr>
            <a:lvl6pPr marL="2285997" algn="l" defTabSz="914399" rtl="0" eaLnBrk="1" latinLnBrk="0" hangingPunct="1">
              <a:defRPr sz="1800" kern="1200">
                <a:solidFill>
                  <a:schemeClr val="tx1"/>
                </a:solidFill>
                <a:latin typeface="+mn-lt"/>
                <a:ea typeface="+mn-ea"/>
                <a:cs typeface="+mn-cs"/>
              </a:defRPr>
            </a:lvl6pPr>
            <a:lvl7pPr marL="2743197" algn="l" defTabSz="914399" rtl="0" eaLnBrk="1" latinLnBrk="0" hangingPunct="1">
              <a:defRPr sz="1800" kern="1200">
                <a:solidFill>
                  <a:schemeClr val="tx1"/>
                </a:solidFill>
                <a:latin typeface="+mn-lt"/>
                <a:ea typeface="+mn-ea"/>
                <a:cs typeface="+mn-cs"/>
              </a:defRPr>
            </a:lvl7pPr>
            <a:lvl8pPr marL="3200396" algn="l" defTabSz="914399" rtl="0" eaLnBrk="1" latinLnBrk="0" hangingPunct="1">
              <a:defRPr sz="1800" kern="1200">
                <a:solidFill>
                  <a:schemeClr val="tx1"/>
                </a:solidFill>
                <a:latin typeface="+mn-lt"/>
                <a:ea typeface="+mn-ea"/>
                <a:cs typeface="+mn-cs"/>
              </a:defRPr>
            </a:lvl8pPr>
            <a:lvl9pPr marL="3657595" algn="l" defTabSz="914399" rtl="0" eaLnBrk="1" latinLnBrk="0" hangingPunct="1">
              <a:defRPr sz="1800" kern="1200">
                <a:solidFill>
                  <a:schemeClr val="tx1"/>
                </a:solidFill>
                <a:latin typeface="+mn-lt"/>
                <a:ea typeface="+mn-ea"/>
                <a:cs typeface="+mn-cs"/>
              </a:defRPr>
            </a:lvl9pPr>
          </a:lstStyle>
          <a:p>
            <a:fld id="{10BE2C1E-995C-4121-AD26-7DE6C74EE600}" type="slidenum">
              <a:rPr lang="en-GB" smtClean="0"/>
              <a:pPr/>
              <a:t>‹#›</a:t>
            </a:fld>
            <a:endParaRPr lang="en-GB"/>
          </a:p>
        </p:txBody>
      </p:sp>
    </p:spTree>
    <p:extLst>
      <p:ext uri="{BB962C8B-B14F-4D97-AF65-F5344CB8AC3E}">
        <p14:creationId xmlns:p14="http://schemas.microsoft.com/office/powerpoint/2010/main" val="421134597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_Picture Layout - Right 1/2 ">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B56EABE-D55B-4373-F6CF-224BF43E855B}"/>
              </a:ext>
            </a:extLst>
          </p:cNvPr>
          <p:cNvGraphicFramePr>
            <a:graphicFrameLocks noChangeAspect="1"/>
          </p:cNvGraphicFramePr>
          <p:nvPr userDrawn="1">
            <p:custDataLst>
              <p:tags r:id="rId1"/>
            </p:custDataLst>
            <p:extLst>
              <p:ext uri="{D42A27DB-BD31-4B8C-83A1-F6EECF244321}">
                <p14:modId xmlns:p14="http://schemas.microsoft.com/office/powerpoint/2010/main" val="8755444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9" name="Object 8" hidden="1">
                        <a:extLst>
                          <a:ext uri="{FF2B5EF4-FFF2-40B4-BE49-F238E27FC236}">
                            <a16:creationId xmlns:a16="http://schemas.microsoft.com/office/drawing/2014/main" id="{1B56EABE-D55B-4373-F6CF-224BF43E855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id="{3AA15091-913D-700B-D6C5-7EC0E7D4BE42}"/>
              </a:ext>
            </a:extLst>
          </p:cNvPr>
          <p:cNvSpPr>
            <a:spLocks noGrp="1"/>
          </p:cNvSpPr>
          <p:nvPr>
            <p:ph type="pic" sz="quarter" idx="14"/>
          </p:nvPr>
        </p:nvSpPr>
        <p:spPr>
          <a:xfrm>
            <a:off x="6276002" y="0"/>
            <a:ext cx="5915998" cy="6858000"/>
          </a:xfrm>
          <a:prstGeom prst="rect">
            <a:avLst/>
          </a:prstGeom>
          <a:solidFill>
            <a:schemeClr val="tx1"/>
          </a:solidFill>
        </p:spPr>
        <p:txBody>
          <a:bodyPr/>
          <a:lstStyle>
            <a:lvl1pPr marL="0" indent="0">
              <a:buNone/>
              <a:defRPr>
                <a:solidFill>
                  <a:schemeClr val="bg2"/>
                </a:solidFill>
              </a:defRPr>
            </a:lvl1pPr>
          </a:lstStyle>
          <a:p>
            <a:r>
              <a:rPr lang="en-GB"/>
              <a:t>Click icon to add picture</a:t>
            </a:r>
            <a:endParaRPr lang="en-US"/>
          </a:p>
        </p:txBody>
      </p:sp>
      <p:sp>
        <p:nvSpPr>
          <p:cNvPr id="2" name="Title 1">
            <a:extLst>
              <a:ext uri="{FF2B5EF4-FFF2-40B4-BE49-F238E27FC236}">
                <a16:creationId xmlns:a16="http://schemas.microsoft.com/office/drawing/2014/main" id="{6CE8AADD-913B-949E-D663-554B1349714E}"/>
              </a:ext>
            </a:extLst>
          </p:cNvPr>
          <p:cNvSpPr>
            <a:spLocks noGrp="1"/>
          </p:cNvSpPr>
          <p:nvPr>
            <p:ph type="title" hasCustomPrompt="1"/>
          </p:nvPr>
        </p:nvSpPr>
        <p:spPr>
          <a:xfrm>
            <a:off x="360364" y="536577"/>
            <a:ext cx="5555636" cy="661988"/>
          </a:xfrm>
          <a:prstGeom prst="rect">
            <a:avLst/>
          </a:prstGeom>
        </p:spPr>
        <p:txBody>
          <a:bodyPr vert="horz"/>
          <a:lstStyle>
            <a:lvl1pPr rtl="0">
              <a:defRPr/>
            </a:lvl1pPr>
          </a:lstStyle>
          <a:p>
            <a:r>
              <a:rPr lang="en-GB"/>
              <a:t>Click to edit action title</a:t>
            </a:r>
          </a:p>
        </p:txBody>
      </p:sp>
      <p:sp>
        <p:nvSpPr>
          <p:cNvPr id="7" name="Text Placeholder 6">
            <a:extLst>
              <a:ext uri="{FF2B5EF4-FFF2-40B4-BE49-F238E27FC236}">
                <a16:creationId xmlns:a16="http://schemas.microsoft.com/office/drawing/2014/main" id="{9AB3F6AF-ED74-5EBB-9159-83208AE07A23}"/>
              </a:ext>
            </a:extLst>
          </p:cNvPr>
          <p:cNvSpPr>
            <a:spLocks noGrp="1"/>
          </p:cNvSpPr>
          <p:nvPr>
            <p:ph type="body" sz="quarter" idx="12" hasCustomPrompt="1"/>
          </p:nvPr>
        </p:nvSpPr>
        <p:spPr>
          <a:xfrm>
            <a:off x="360364" y="207166"/>
            <a:ext cx="5555636" cy="178593"/>
          </a:xfrm>
          <a:prstGeom prst="rect">
            <a:avLst/>
          </a:prstGeom>
        </p:spPr>
        <p:txBody>
          <a:bodyPr anchor="b"/>
          <a:lstStyle>
            <a:lvl1pPr marL="0" indent="0" rtl="0">
              <a:buNone/>
              <a:defRPr sz="1200" cap="all" baseline="0">
                <a:solidFill>
                  <a:schemeClr val="tx2">
                    <a:lumMod val="60000"/>
                    <a:lumOff val="40000"/>
                  </a:schemeClr>
                </a:solidFill>
                <a:latin typeface="+mj-lt"/>
              </a:defRPr>
            </a:lvl1pPr>
          </a:lstStyle>
          <a:p>
            <a:pPr lvl="0"/>
            <a:r>
              <a:rPr lang="en-GB"/>
              <a:t>Click to edit chapter text</a:t>
            </a:r>
          </a:p>
        </p:txBody>
      </p:sp>
      <p:sp>
        <p:nvSpPr>
          <p:cNvPr id="12" name="Text Placeholder 11">
            <a:extLst>
              <a:ext uri="{FF2B5EF4-FFF2-40B4-BE49-F238E27FC236}">
                <a16:creationId xmlns:a16="http://schemas.microsoft.com/office/drawing/2014/main" id="{8282BAF1-276B-A194-EB89-47200DC6CF6B}"/>
              </a:ext>
            </a:extLst>
          </p:cNvPr>
          <p:cNvSpPr>
            <a:spLocks noGrp="1"/>
          </p:cNvSpPr>
          <p:nvPr>
            <p:ph type="body" sz="quarter" idx="13"/>
          </p:nvPr>
        </p:nvSpPr>
        <p:spPr>
          <a:xfrm>
            <a:off x="360364" y="1557339"/>
            <a:ext cx="5555636" cy="4581525"/>
          </a:xfrm>
          <a:prstGeom prst="rect">
            <a:avLst/>
          </a:prstGeom>
        </p:spPr>
        <p:txBody>
          <a:bodyPr/>
          <a:lstStyle>
            <a:lvl1pPr rtl="0">
              <a:defRPr/>
            </a:lvl1pPr>
            <a:lvl2pPr rtl="0">
              <a:defRPr/>
            </a:lvl2pPr>
            <a:lvl3pPr rtl="0">
              <a:defRPr/>
            </a:lvl3pPr>
            <a:lvl4pPr rtl="0">
              <a:defRPr/>
            </a:lvl4pPr>
            <a:lvl5pPr rtl="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Footer Placeholder 2">
            <a:extLst>
              <a:ext uri="{FF2B5EF4-FFF2-40B4-BE49-F238E27FC236}">
                <a16:creationId xmlns:a16="http://schemas.microsoft.com/office/drawing/2014/main" id="{0E395449-3998-CDAA-2BC7-214BCDF5446A}"/>
              </a:ext>
            </a:extLst>
          </p:cNvPr>
          <p:cNvSpPr>
            <a:spLocks noGrp="1"/>
          </p:cNvSpPr>
          <p:nvPr>
            <p:ph type="ftr" sz="quarter" idx="3"/>
          </p:nvPr>
        </p:nvSpPr>
        <p:spPr>
          <a:xfrm>
            <a:off x="675940" y="6321425"/>
            <a:ext cx="5240677" cy="367612"/>
          </a:xfrm>
          <a:prstGeom prst="rect">
            <a:avLst/>
          </a:prstGeom>
        </p:spPr>
        <p:txBody>
          <a:bodyPr anchor="ctr"/>
          <a:lstStyle>
            <a:lvl1pPr rtl="0">
              <a:defRPr sz="1000">
                <a:solidFill>
                  <a:schemeClr val="tx1"/>
                </a:solidFill>
              </a:defRPr>
            </a:lvl1pPr>
          </a:lstStyle>
          <a:p>
            <a:endParaRPr lang="en-GB"/>
          </a:p>
        </p:txBody>
      </p:sp>
      <p:sp>
        <p:nvSpPr>
          <p:cNvPr id="6" name="Slide Number Placeholder 3">
            <a:extLst>
              <a:ext uri="{FF2B5EF4-FFF2-40B4-BE49-F238E27FC236}">
                <a16:creationId xmlns:a16="http://schemas.microsoft.com/office/drawing/2014/main" id="{8119F505-CCC0-1D76-FA0D-06161C3D5EFF}"/>
              </a:ext>
            </a:extLst>
          </p:cNvPr>
          <p:cNvSpPr>
            <a:spLocks noGrp="1"/>
          </p:cNvSpPr>
          <p:nvPr>
            <p:ph type="sldNum" sz="quarter" idx="11"/>
          </p:nvPr>
        </p:nvSpPr>
        <p:spPr>
          <a:xfrm>
            <a:off x="11126972" y="6317863"/>
            <a:ext cx="704666" cy="181362"/>
          </a:xfrm>
          <a:prstGeom prst="rect">
            <a:avLst/>
          </a:prstGeom>
          <a:noFill/>
        </p:spPr>
        <p:txBody>
          <a:bodyPr vert="horz" lIns="0" tIns="0" rIns="0" bIns="0" rtlCol="0" anchor="b">
            <a:noAutofit/>
          </a:bodyPr>
          <a:lstStyle>
            <a:defPPr>
              <a:defRPr lang="en-US"/>
            </a:defPPr>
            <a:lvl1pPr marL="0" algn="r" defTabSz="914399" rtl="0" eaLnBrk="1" latinLnBrk="0" hangingPunct="1">
              <a:defRPr sz="1000" kern="1200">
                <a:solidFill>
                  <a:schemeClr val="bg2"/>
                </a:solidFill>
                <a:latin typeface="+mn-lt"/>
                <a:ea typeface="+mn-ea"/>
                <a:cs typeface="+mn-cs"/>
              </a:defRPr>
            </a:lvl1pPr>
            <a:lvl2pPr marL="457200" algn="l" defTabSz="914399" rtl="0" eaLnBrk="1" latinLnBrk="0" hangingPunct="1">
              <a:defRPr sz="1800" kern="1200">
                <a:solidFill>
                  <a:schemeClr val="tx1"/>
                </a:solidFill>
                <a:latin typeface="+mn-lt"/>
                <a:ea typeface="+mn-ea"/>
                <a:cs typeface="+mn-cs"/>
              </a:defRPr>
            </a:lvl2pPr>
            <a:lvl3pPr marL="914399" algn="l" defTabSz="914399" rtl="0" eaLnBrk="1" latinLnBrk="0" hangingPunct="1">
              <a:defRPr sz="1800" kern="1200">
                <a:solidFill>
                  <a:schemeClr val="tx1"/>
                </a:solidFill>
                <a:latin typeface="+mn-lt"/>
                <a:ea typeface="+mn-ea"/>
                <a:cs typeface="+mn-cs"/>
              </a:defRPr>
            </a:lvl3pPr>
            <a:lvl4pPr marL="1371598" algn="l" defTabSz="914399" rtl="0" eaLnBrk="1" latinLnBrk="0" hangingPunct="1">
              <a:defRPr sz="1800" kern="1200">
                <a:solidFill>
                  <a:schemeClr val="tx1"/>
                </a:solidFill>
                <a:latin typeface="+mn-lt"/>
                <a:ea typeface="+mn-ea"/>
                <a:cs typeface="+mn-cs"/>
              </a:defRPr>
            </a:lvl4pPr>
            <a:lvl5pPr marL="1828798" algn="l" defTabSz="914399" rtl="0" eaLnBrk="1" latinLnBrk="0" hangingPunct="1">
              <a:defRPr sz="1800" kern="1200">
                <a:solidFill>
                  <a:schemeClr val="tx1"/>
                </a:solidFill>
                <a:latin typeface="+mn-lt"/>
                <a:ea typeface="+mn-ea"/>
                <a:cs typeface="+mn-cs"/>
              </a:defRPr>
            </a:lvl5pPr>
            <a:lvl6pPr marL="2285997" algn="l" defTabSz="914399" rtl="0" eaLnBrk="1" latinLnBrk="0" hangingPunct="1">
              <a:defRPr sz="1800" kern="1200">
                <a:solidFill>
                  <a:schemeClr val="tx1"/>
                </a:solidFill>
                <a:latin typeface="+mn-lt"/>
                <a:ea typeface="+mn-ea"/>
                <a:cs typeface="+mn-cs"/>
              </a:defRPr>
            </a:lvl6pPr>
            <a:lvl7pPr marL="2743197" algn="l" defTabSz="914399" rtl="0" eaLnBrk="1" latinLnBrk="0" hangingPunct="1">
              <a:defRPr sz="1800" kern="1200">
                <a:solidFill>
                  <a:schemeClr val="tx1"/>
                </a:solidFill>
                <a:latin typeface="+mn-lt"/>
                <a:ea typeface="+mn-ea"/>
                <a:cs typeface="+mn-cs"/>
              </a:defRPr>
            </a:lvl7pPr>
            <a:lvl8pPr marL="3200396" algn="l" defTabSz="914399" rtl="0" eaLnBrk="1" latinLnBrk="0" hangingPunct="1">
              <a:defRPr sz="1800" kern="1200">
                <a:solidFill>
                  <a:schemeClr val="tx1"/>
                </a:solidFill>
                <a:latin typeface="+mn-lt"/>
                <a:ea typeface="+mn-ea"/>
                <a:cs typeface="+mn-cs"/>
              </a:defRPr>
            </a:lvl8pPr>
            <a:lvl9pPr marL="3657595" algn="l" defTabSz="914399" rtl="0" eaLnBrk="1" latinLnBrk="0" hangingPunct="1">
              <a:defRPr sz="1800" kern="1200">
                <a:solidFill>
                  <a:schemeClr val="tx1"/>
                </a:solidFill>
                <a:latin typeface="+mn-lt"/>
                <a:ea typeface="+mn-ea"/>
                <a:cs typeface="+mn-cs"/>
              </a:defRPr>
            </a:lvl9pPr>
          </a:lstStyle>
          <a:p>
            <a:fld id="{10BE2C1E-995C-4121-AD26-7DE6C74EE600}" type="slidenum">
              <a:rPr lang="en-GB" smtClean="0"/>
              <a:pPr/>
              <a:t>‹#›</a:t>
            </a:fld>
            <a:endParaRPr lang="en-GB"/>
          </a:p>
        </p:txBody>
      </p:sp>
      <p:sp>
        <p:nvSpPr>
          <p:cNvPr id="10" name="TextBox 9">
            <a:extLst>
              <a:ext uri="{FF2B5EF4-FFF2-40B4-BE49-F238E27FC236}">
                <a16:creationId xmlns:a16="http://schemas.microsoft.com/office/drawing/2014/main" id="{C91EFB40-908A-B2E7-72DD-3D490605C48D}"/>
              </a:ext>
            </a:extLst>
          </p:cNvPr>
          <p:cNvSpPr txBox="1"/>
          <p:nvPr userDrawn="1"/>
        </p:nvSpPr>
        <p:spPr bwMode="gray">
          <a:xfrm>
            <a:off x="-718457" y="6814457"/>
            <a:ext cx="0" cy="0"/>
          </a:xfrm>
          <a:prstGeom prst="rect">
            <a:avLst/>
          </a:prstGeom>
          <a:noFill/>
        </p:spPr>
        <p:txBody>
          <a:bodyPr wrap="none" lIns="0" tIns="0" rIns="0" bIns="0" rtlCol="0">
            <a:noAutofit/>
          </a:bodyPr>
          <a:lstStyle/>
          <a:p>
            <a:pPr marL="216000" indent="-216000" algn="l">
              <a:spcBef>
                <a:spcPts val="600"/>
              </a:spcBef>
              <a:buFont typeface="Arial" panose="020B0604020202020204" pitchFamily="34" charset="0"/>
              <a:buChar char="•"/>
            </a:pPr>
            <a:endParaRPr lang="en-GB" sz="1200" err="1"/>
          </a:p>
        </p:txBody>
      </p:sp>
    </p:spTree>
    <p:extLst>
      <p:ext uri="{BB962C8B-B14F-4D97-AF65-F5344CB8AC3E}">
        <p14:creationId xmlns:p14="http://schemas.microsoft.com/office/powerpoint/2010/main" val="3127021336"/>
      </p:ext>
    </p:extLst>
  </p:cSld>
  <p:clrMapOvr>
    <a:masterClrMapping/>
  </p:clrMapOvr>
  <p:extLst>
    <p:ext uri="{DCECCB84-F9BA-43D5-87BE-67443E8EF086}">
      <p15:sldGuideLst xmlns:p15="http://schemas.microsoft.com/office/powerpoint/2012/main">
        <p15:guide id="1" pos="3727">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Content">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B56EABE-D55B-4373-F6CF-224BF43E855B}"/>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9" name="Object 8" hidden="1">
                        <a:extLst>
                          <a:ext uri="{FF2B5EF4-FFF2-40B4-BE49-F238E27FC236}">
                            <a16:creationId xmlns:a16="http://schemas.microsoft.com/office/drawing/2014/main" id="{1B56EABE-D55B-4373-F6CF-224BF43E855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CE8AADD-913B-949E-D663-554B1349714E}"/>
              </a:ext>
            </a:extLst>
          </p:cNvPr>
          <p:cNvSpPr>
            <a:spLocks noGrp="1"/>
          </p:cNvSpPr>
          <p:nvPr>
            <p:ph type="title" hasCustomPrompt="1"/>
          </p:nvPr>
        </p:nvSpPr>
        <p:spPr>
          <a:xfrm>
            <a:off x="360363" y="536576"/>
            <a:ext cx="11471275" cy="661988"/>
          </a:xfrm>
        </p:spPr>
        <p:txBody>
          <a:bodyPr vert="horz"/>
          <a:lstStyle>
            <a:lvl1pPr rtl="0">
              <a:defRPr/>
            </a:lvl1pPr>
          </a:lstStyle>
          <a:p>
            <a:r>
              <a:rPr lang="en-GB"/>
              <a:t>Click to edit action title</a:t>
            </a:r>
          </a:p>
        </p:txBody>
      </p:sp>
      <p:sp>
        <p:nvSpPr>
          <p:cNvPr id="3" name="Footer Placeholder 2">
            <a:extLst>
              <a:ext uri="{FF2B5EF4-FFF2-40B4-BE49-F238E27FC236}">
                <a16:creationId xmlns:a16="http://schemas.microsoft.com/office/drawing/2014/main" id="{C298F29C-AC53-9DB0-6D75-EF2C149565D3}"/>
              </a:ext>
            </a:extLst>
          </p:cNvPr>
          <p:cNvSpPr>
            <a:spLocks noGrp="1"/>
          </p:cNvSpPr>
          <p:nvPr>
            <p:ph type="ftr" sz="quarter" idx="10"/>
          </p:nvPr>
        </p:nvSpPr>
        <p:spPr/>
        <p:txBody>
          <a:bodyPr/>
          <a:lstStyle>
            <a:lvl1pPr rtl="0">
              <a:defRPr/>
            </a:lvl1pPr>
          </a:lstStyle>
          <a:p>
            <a:endParaRPr lang="en-GB"/>
          </a:p>
        </p:txBody>
      </p:sp>
      <p:sp>
        <p:nvSpPr>
          <p:cNvPr id="4" name="Slide Number Placeholder 3">
            <a:extLst>
              <a:ext uri="{FF2B5EF4-FFF2-40B4-BE49-F238E27FC236}">
                <a16:creationId xmlns:a16="http://schemas.microsoft.com/office/drawing/2014/main" id="{2190A743-1A4A-56F8-BF3C-F2C418D15AFA}"/>
              </a:ext>
            </a:extLst>
          </p:cNvPr>
          <p:cNvSpPr>
            <a:spLocks noGrp="1"/>
          </p:cNvSpPr>
          <p:nvPr>
            <p:ph type="sldNum" sz="quarter" idx="11"/>
          </p:nvPr>
        </p:nvSpPr>
        <p:spPr/>
        <p:txBody>
          <a:bodyPr/>
          <a:lstStyle>
            <a:lvl1pPr rtl="0">
              <a:defRPr/>
            </a:lvl1pPr>
          </a:lstStyle>
          <a:p>
            <a:fld id="{10BE2C1E-995C-4121-AD26-7DE6C74EE600}" type="slidenum">
              <a:rPr lang="en-GB" smtClean="0"/>
              <a:t>‹#›</a:t>
            </a:fld>
            <a:endParaRPr lang="en-GB"/>
          </a:p>
        </p:txBody>
      </p:sp>
      <p:sp>
        <p:nvSpPr>
          <p:cNvPr id="7" name="Text Placeholder 6">
            <a:extLst>
              <a:ext uri="{FF2B5EF4-FFF2-40B4-BE49-F238E27FC236}">
                <a16:creationId xmlns:a16="http://schemas.microsoft.com/office/drawing/2014/main" id="{9AB3F6AF-ED74-5EBB-9159-83208AE07A23}"/>
              </a:ext>
            </a:extLst>
          </p:cNvPr>
          <p:cNvSpPr>
            <a:spLocks noGrp="1"/>
          </p:cNvSpPr>
          <p:nvPr>
            <p:ph type="body" sz="quarter" idx="12" hasCustomPrompt="1"/>
          </p:nvPr>
        </p:nvSpPr>
        <p:spPr>
          <a:xfrm>
            <a:off x="360363" y="207165"/>
            <a:ext cx="11471275" cy="178593"/>
          </a:xfrm>
        </p:spPr>
        <p:txBody>
          <a:bodyPr anchor="b"/>
          <a:lstStyle>
            <a:lvl1pPr marL="0" indent="0" rtl="0">
              <a:buNone/>
              <a:defRPr sz="1200" cap="all" baseline="0">
                <a:solidFill>
                  <a:schemeClr val="tx1">
                    <a:lumMod val="60000"/>
                    <a:lumOff val="40000"/>
                  </a:schemeClr>
                </a:solidFill>
                <a:latin typeface="+mj-lt"/>
              </a:defRPr>
            </a:lvl1pPr>
          </a:lstStyle>
          <a:p>
            <a:pPr lvl="0"/>
            <a:r>
              <a:rPr lang="en-GB"/>
              <a:t>Click to edit chapter text</a:t>
            </a:r>
          </a:p>
        </p:txBody>
      </p:sp>
      <p:sp>
        <p:nvSpPr>
          <p:cNvPr id="12" name="Text Placeholder 11">
            <a:extLst>
              <a:ext uri="{FF2B5EF4-FFF2-40B4-BE49-F238E27FC236}">
                <a16:creationId xmlns:a16="http://schemas.microsoft.com/office/drawing/2014/main" id="{8282BAF1-276B-A194-EB89-47200DC6CF6B}"/>
              </a:ext>
            </a:extLst>
          </p:cNvPr>
          <p:cNvSpPr>
            <a:spLocks noGrp="1"/>
          </p:cNvSpPr>
          <p:nvPr>
            <p:ph type="body" sz="quarter" idx="13"/>
          </p:nvPr>
        </p:nvSpPr>
        <p:spPr>
          <a:xfrm>
            <a:off x="360363" y="1557338"/>
            <a:ext cx="11471275" cy="4581525"/>
          </a:xfrm>
        </p:spPr>
        <p:txBody>
          <a:bodyPr/>
          <a:lstStyle>
            <a:lvl1pPr rtl="0">
              <a:defRPr/>
            </a:lvl1pPr>
            <a:lvl2pPr rtl="0">
              <a:defRPr/>
            </a:lvl2pPr>
            <a:lvl3pPr rtl="0">
              <a:defRPr/>
            </a:lvl3pPr>
            <a:lvl4pPr rtl="0">
              <a:defRPr/>
            </a:lvl4pPr>
            <a:lvl5pPr rtl="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1033099333"/>
      </p:ext>
    </p:extLst>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itle Slide - Picture">
    <p:bg>
      <p:bgPr>
        <a:solidFill>
          <a:schemeClr val="accent1"/>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BBF30689-BACF-220E-9869-EF4152B00165}"/>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6" name="Object 5" hidden="1">
                        <a:extLst>
                          <a:ext uri="{FF2B5EF4-FFF2-40B4-BE49-F238E27FC236}">
                            <a16:creationId xmlns:a16="http://schemas.microsoft.com/office/drawing/2014/main" id="{BBF30689-BACF-220E-9869-EF4152B0016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4" name="Picture 13" descr="A picture containing map, earth, world, space&#10;&#10;Description automatically generated">
            <a:extLst>
              <a:ext uri="{FF2B5EF4-FFF2-40B4-BE49-F238E27FC236}">
                <a16:creationId xmlns:a16="http://schemas.microsoft.com/office/drawing/2014/main" id="{E9C226ED-E6FA-8409-A6DC-0569023DA16D}"/>
              </a:ext>
            </a:extLst>
          </p:cNvPr>
          <p:cNvPicPr>
            <a:picLocks noChangeAspect="1"/>
          </p:cNvPicPr>
          <p:nvPr userDrawn="1"/>
        </p:nvPicPr>
        <p:blipFill>
          <a:blip r:embed="rId5" cstate="print">
            <a:duotone>
              <a:srgbClr val="3D4D55">
                <a:shade val="45000"/>
                <a:satMod val="135000"/>
              </a:srgbClr>
              <a:prstClr val="white"/>
            </a:duotone>
            <a:extLst>
              <a:ext uri="{28A0092B-C50C-407E-A947-70E740481C1C}">
                <a14:useLocalDpi xmlns:a14="http://schemas.microsoft.com/office/drawing/2010/main" val="0"/>
              </a:ext>
            </a:extLst>
          </a:blip>
          <a:srcRect t="-2"/>
          <a:stretch>
            <a:fillRect/>
          </a:stretch>
        </p:blipFill>
        <p:spPr>
          <a:xfrm>
            <a:off x="2794500" y="0"/>
            <a:ext cx="9397500" cy="6858000"/>
          </a:xfrm>
          <a:prstGeom prst="rect">
            <a:avLst/>
          </a:prstGeom>
        </p:spPr>
      </p:pic>
      <p:sp>
        <p:nvSpPr>
          <p:cNvPr id="3" name="Rectangle 2">
            <a:extLst>
              <a:ext uri="{FF2B5EF4-FFF2-40B4-BE49-F238E27FC236}">
                <a16:creationId xmlns:a16="http://schemas.microsoft.com/office/drawing/2014/main" id="{1586E056-74EB-5395-3882-1C6EEF7AE651}"/>
              </a:ext>
            </a:extLst>
          </p:cNvPr>
          <p:cNvSpPr/>
          <p:nvPr userDrawn="1"/>
        </p:nvSpPr>
        <p:spPr bwMode="gray">
          <a:xfrm flipH="1" flipV="1">
            <a:off x="0" y="3622765"/>
            <a:ext cx="12192000" cy="3243943"/>
          </a:xfrm>
          <a:prstGeom prst="rect">
            <a:avLst/>
          </a:prstGeom>
          <a:gradFill>
            <a:gsLst>
              <a:gs pos="0">
                <a:srgbClr val="3D4D55">
                  <a:alpha val="0"/>
                </a:srgbClr>
              </a:gs>
              <a:gs pos="65000">
                <a:srgbClr val="25343C"/>
              </a:gs>
            </a:gsLst>
            <a:lin ang="16200000" scaled="0"/>
          </a:gradFill>
        </p:spPr>
        <p:txBody>
          <a:bodyPr vert="horz" lIns="90000" tIns="46800" rIns="90000" bIns="4680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6000" marR="0" indent="-216000" algn="l" defTabSz="914400" eaLnBrk="1" fontAlgn="auto" latinLnBrk="0" hangingPunct="1">
              <a:lnSpc>
                <a:spcPct val="100000"/>
              </a:lnSpc>
              <a:spcBef>
                <a:spcPts val="600"/>
              </a:spcBef>
              <a:spcAft>
                <a:spcPct val="0"/>
              </a:spcAft>
              <a:buClrTx/>
              <a:buSzTx/>
              <a:buFont typeface="Arial" pitchFamily="34" charset="0"/>
              <a:buChar char="•"/>
            </a:pPr>
            <a:endParaRPr kumimoji="0" lang="en-GB" sz="1200" b="0" i="0" u="none" strike="noStrike" kern="1200" cap="none" spc="0" normalizeH="0" baseline="0" noProof="0" err="1">
              <a:ln>
                <a:noFill/>
              </a:ln>
              <a:solidFill>
                <a:srgbClr val="44463E"/>
              </a:solidFill>
              <a:effectLst/>
              <a:uLnTx/>
              <a:uFillTx/>
              <a:ea typeface="+mn-ea"/>
            </a:endParaRPr>
          </a:p>
        </p:txBody>
      </p:sp>
      <p:sp>
        <p:nvSpPr>
          <p:cNvPr id="15" name="Rectangle 14">
            <a:extLst>
              <a:ext uri="{FF2B5EF4-FFF2-40B4-BE49-F238E27FC236}">
                <a16:creationId xmlns:a16="http://schemas.microsoft.com/office/drawing/2014/main" id="{0A7CD2E6-707F-3E5B-05A0-39B45295F724}"/>
              </a:ext>
            </a:extLst>
          </p:cNvPr>
          <p:cNvSpPr/>
          <p:nvPr userDrawn="1"/>
        </p:nvSpPr>
        <p:spPr bwMode="gray">
          <a:xfrm>
            <a:off x="0" y="8708"/>
            <a:ext cx="12192000" cy="6858000"/>
          </a:xfrm>
          <a:prstGeom prst="rect">
            <a:avLst/>
          </a:prstGeom>
          <a:gradFill flip="none" rotWithShape="1">
            <a:gsLst>
              <a:gs pos="15000">
                <a:srgbClr val="3D4D55">
                  <a:alpha val="0"/>
                </a:srgbClr>
              </a:gs>
              <a:gs pos="72000">
                <a:schemeClr val="tx2">
                  <a:lumMod val="75000"/>
                </a:schemeClr>
              </a:gs>
            </a:gsLst>
            <a:lin ang="10800000" scaled="1"/>
          </a:grad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GB" sz="1400" b="0" i="0" u="none" strike="noStrike" kern="0" cap="none" spc="0" normalizeH="0" baseline="0" noProof="0">
              <a:ln>
                <a:noFill/>
              </a:ln>
              <a:solidFill>
                <a:srgbClr val="EAE7E3"/>
              </a:solidFill>
              <a:effectLst/>
              <a:uLnTx/>
              <a:uFillTx/>
              <a:latin typeface="+mj-lt"/>
              <a:ea typeface="+mn-ea"/>
              <a:cs typeface="+mn-cs"/>
            </a:endParaRPr>
          </a:p>
        </p:txBody>
      </p:sp>
      <p:sp>
        <p:nvSpPr>
          <p:cNvPr id="16" name="Text Placeholder 15">
            <a:extLst>
              <a:ext uri="{FF2B5EF4-FFF2-40B4-BE49-F238E27FC236}">
                <a16:creationId xmlns:a16="http://schemas.microsoft.com/office/drawing/2014/main" id="{D9B54094-113D-2847-B070-92BDCA336ACA}"/>
              </a:ext>
            </a:extLst>
          </p:cNvPr>
          <p:cNvSpPr>
            <a:spLocks noGrp="1"/>
          </p:cNvSpPr>
          <p:nvPr>
            <p:ph type="body" sz="quarter" idx="10"/>
          </p:nvPr>
        </p:nvSpPr>
        <p:spPr>
          <a:xfrm>
            <a:off x="360363" y="5438901"/>
            <a:ext cx="6060315" cy="699962"/>
          </a:xfrm>
          <a:prstGeom prst="rect">
            <a:avLst/>
          </a:prstGeom>
        </p:spPr>
        <p:txBody>
          <a:bodyPr wrap="square" lIns="0" tIns="0" rIns="0" bIns="0">
            <a:noAutofit/>
          </a:bodyPr>
          <a:lstStyle>
            <a:lvl1pPr marL="0" indent="0" rtl="0">
              <a:spcBef>
                <a:spcPct val="0"/>
              </a:spcBef>
              <a:buFontTx/>
              <a:buNone/>
              <a:defRPr sz="1200" cap="all" baseline="0">
                <a:solidFill>
                  <a:schemeClr val="bg1"/>
                </a:solidFill>
                <a:latin typeface="+mj-lt"/>
              </a:defRPr>
            </a:lvl1pPr>
            <a:lvl2pPr>
              <a:spcBef>
                <a:spcPct val="0"/>
              </a:spcBef>
              <a:buFontTx/>
              <a:buNone/>
              <a:defRPr>
                <a:solidFill>
                  <a:schemeClr val="bg2"/>
                </a:solidFill>
              </a:defRPr>
            </a:lvl2pPr>
            <a:lvl3pPr>
              <a:buFontTx/>
              <a:buNone/>
              <a:defRPr>
                <a:solidFill>
                  <a:schemeClr val="bg2"/>
                </a:solidFill>
              </a:defRPr>
            </a:lvl3pPr>
            <a:lvl4pPr marL="0" indent="0">
              <a:buFontTx/>
              <a:buNone/>
              <a:defRPr>
                <a:solidFill>
                  <a:schemeClr val="bg2"/>
                </a:solidFill>
              </a:defRPr>
            </a:lvl4pPr>
            <a:lvl5pPr>
              <a:buFontTx/>
              <a:buNone/>
              <a:defRPr>
                <a:solidFill>
                  <a:schemeClr val="bg2"/>
                </a:solidFill>
              </a:defRPr>
            </a:lvl5pPr>
          </a:lstStyle>
          <a:p>
            <a:pPr lvl="0"/>
            <a:r>
              <a:rPr lang="en-GB"/>
              <a:t>Click to edit Master text styles</a:t>
            </a:r>
          </a:p>
        </p:txBody>
      </p:sp>
      <p:sp>
        <p:nvSpPr>
          <p:cNvPr id="17" name="Rectangle 16">
            <a:extLst>
              <a:ext uri="{FF2B5EF4-FFF2-40B4-BE49-F238E27FC236}">
                <a16:creationId xmlns:a16="http://schemas.microsoft.com/office/drawing/2014/main" id="{C981C32C-EDE5-2BE8-788F-E1F14F6DE4A9}"/>
              </a:ext>
            </a:extLst>
          </p:cNvPr>
          <p:cNvSpPr/>
          <p:nvPr userDrawn="1"/>
        </p:nvSpPr>
        <p:spPr bwMode="gray">
          <a:xfrm>
            <a:off x="360363" y="5265387"/>
            <a:ext cx="720000" cy="54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0"/>
            <a:endParaRPr lang="en-GB" sz="1400"/>
          </a:p>
        </p:txBody>
      </p:sp>
      <p:sp>
        <p:nvSpPr>
          <p:cNvPr id="4" name="Title 1">
            <a:extLst>
              <a:ext uri="{FF2B5EF4-FFF2-40B4-BE49-F238E27FC236}">
                <a16:creationId xmlns:a16="http://schemas.microsoft.com/office/drawing/2014/main" id="{52E7401F-3DB7-5101-19C2-C7469208ED89}"/>
              </a:ext>
            </a:extLst>
          </p:cNvPr>
          <p:cNvSpPr>
            <a:spLocks noGrp="1"/>
          </p:cNvSpPr>
          <p:nvPr>
            <p:ph type="ctrTitle"/>
          </p:nvPr>
        </p:nvSpPr>
        <p:spPr bwMode="gray">
          <a:xfrm>
            <a:off x="360363" y="2600998"/>
            <a:ext cx="6060315" cy="1473743"/>
          </a:xfrm>
          <a:prstGeom prst="rect">
            <a:avLst/>
          </a:prstGeom>
        </p:spPr>
        <p:txBody>
          <a:bodyPr vert="horz" wrap="square" lIns="0" tIns="0" rIns="0" bIns="0" anchor="b" anchorCtr="0">
            <a:noAutofit/>
          </a:bodyPr>
          <a:lstStyle>
            <a:lvl1pPr algn="l" rtl="0">
              <a:lnSpc>
                <a:spcPct val="90000"/>
              </a:lnSpc>
              <a:spcBef>
                <a:spcPct val="0"/>
              </a:spcBef>
              <a:defRPr sz="3200" b="0" cap="none" spc="0" baseline="0">
                <a:solidFill>
                  <a:schemeClr val="bg1"/>
                </a:solidFill>
                <a:latin typeface="+mj-lt"/>
              </a:defRPr>
            </a:lvl1pPr>
          </a:lstStyle>
          <a:p>
            <a:r>
              <a:rPr lang="en-GB"/>
              <a:t>Click to edit Master title style</a:t>
            </a:r>
          </a:p>
        </p:txBody>
      </p:sp>
      <p:pic>
        <p:nvPicPr>
          <p:cNvPr id="2" name="Graphic 1">
            <a:extLst>
              <a:ext uri="{FF2B5EF4-FFF2-40B4-BE49-F238E27FC236}">
                <a16:creationId xmlns:a16="http://schemas.microsoft.com/office/drawing/2014/main" id="{27EC6DB6-4C7C-E19E-D026-02E98FF19C24}"/>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0363" y="537323"/>
            <a:ext cx="2967697" cy="1076555"/>
          </a:xfrm>
          <a:prstGeom prst="rect">
            <a:avLst/>
          </a:prstGeom>
        </p:spPr>
      </p:pic>
      <p:sp>
        <p:nvSpPr>
          <p:cNvPr id="8" name="Subtitle 2">
            <a:extLst>
              <a:ext uri="{FF2B5EF4-FFF2-40B4-BE49-F238E27FC236}">
                <a16:creationId xmlns:a16="http://schemas.microsoft.com/office/drawing/2014/main" id="{B1A7E542-F670-C5F8-BE90-C1AF592ED895}"/>
              </a:ext>
            </a:extLst>
          </p:cNvPr>
          <p:cNvSpPr>
            <a:spLocks noGrp="1"/>
          </p:cNvSpPr>
          <p:nvPr>
            <p:ph type="subTitle" idx="1"/>
          </p:nvPr>
        </p:nvSpPr>
        <p:spPr bwMode="gray">
          <a:xfrm>
            <a:off x="360363" y="4195518"/>
            <a:ext cx="6060315" cy="380945"/>
          </a:xfrm>
          <a:prstGeom prst="rect">
            <a:avLst/>
          </a:prstGeom>
        </p:spPr>
        <p:txBody>
          <a:bodyPr wrap="square" lIns="0" tIns="0" rIns="0" bIns="0">
            <a:noAutofit/>
          </a:bodyPr>
          <a:lstStyle>
            <a:lvl1pPr marL="0" indent="0" algn="l" rtl="0">
              <a:lnSpc>
                <a:spcPct val="100000"/>
              </a:lnSpc>
              <a:spcBef>
                <a:spcPts val="600"/>
              </a:spcBef>
              <a:buFontTx/>
              <a:buNone/>
              <a:defRPr sz="1600" cap="none" spc="100" baseline="0">
                <a:solidFill>
                  <a:schemeClr val="bg1"/>
                </a:solidFill>
                <a:latin typeface="+mj-lt"/>
              </a:defRPr>
            </a:lvl1pPr>
            <a:lvl2pPr marL="0" indent="0" algn="l">
              <a:spcBef>
                <a:spcPct val="0"/>
              </a:spcBef>
              <a:buNone/>
              <a:defRPr sz="1200">
                <a:solidFill>
                  <a:schemeClr val="bg2"/>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Tree>
    <p:extLst>
      <p:ext uri="{BB962C8B-B14F-4D97-AF65-F5344CB8AC3E}">
        <p14:creationId xmlns:p14="http://schemas.microsoft.com/office/powerpoint/2010/main" val="2987869747"/>
      </p:ext>
    </p:extLst>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tx1"/>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BBF30689-BACF-220E-9869-EF4152B00165}"/>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6" name="Object 5" hidden="1">
                        <a:extLst>
                          <a:ext uri="{FF2B5EF4-FFF2-40B4-BE49-F238E27FC236}">
                            <a16:creationId xmlns:a16="http://schemas.microsoft.com/office/drawing/2014/main" id="{BBF30689-BACF-220E-9869-EF4152B0016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2" name="Graphic 11">
            <a:extLst>
              <a:ext uri="{FF2B5EF4-FFF2-40B4-BE49-F238E27FC236}">
                <a16:creationId xmlns:a16="http://schemas.microsoft.com/office/drawing/2014/main" id="{CD800E2F-D62F-D42E-BA48-796A49B968F5}"/>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rcRect r="34206"/>
          <a:stretch>
            <a:fillRect/>
          </a:stretch>
        </p:blipFill>
        <p:spPr>
          <a:xfrm>
            <a:off x="5112746" y="703948"/>
            <a:ext cx="7079254" cy="6154052"/>
          </a:xfrm>
          <a:custGeom>
            <a:avLst/>
            <a:gdLst>
              <a:gd name="connsiteX0" fmla="*/ 0 w 7079254"/>
              <a:gd name="connsiteY0" fmla="*/ 0 h 6154052"/>
              <a:gd name="connsiteX1" fmla="*/ 7079254 w 7079254"/>
              <a:gd name="connsiteY1" fmla="*/ 0 h 6154052"/>
              <a:gd name="connsiteX2" fmla="*/ 7079254 w 7079254"/>
              <a:gd name="connsiteY2" fmla="*/ 6154052 h 6154052"/>
              <a:gd name="connsiteX3" fmla="*/ 0 w 7079254"/>
              <a:gd name="connsiteY3" fmla="*/ 6154052 h 6154052"/>
            </a:gdLst>
            <a:ahLst/>
            <a:cxnLst>
              <a:cxn ang="0">
                <a:pos x="connsiteX0" y="connsiteY0"/>
              </a:cxn>
              <a:cxn ang="0">
                <a:pos x="connsiteX1" y="connsiteY1"/>
              </a:cxn>
              <a:cxn ang="0">
                <a:pos x="connsiteX2" y="connsiteY2"/>
              </a:cxn>
              <a:cxn ang="0">
                <a:pos x="connsiteX3" y="connsiteY3"/>
              </a:cxn>
            </a:cxnLst>
            <a:rect l="l" t="t" r="r" b="b"/>
            <a:pathLst>
              <a:path w="7079254" h="6154052">
                <a:moveTo>
                  <a:pt x="0" y="0"/>
                </a:moveTo>
                <a:lnTo>
                  <a:pt x="7079254" y="0"/>
                </a:lnTo>
                <a:lnTo>
                  <a:pt x="7079254" y="6154052"/>
                </a:lnTo>
                <a:lnTo>
                  <a:pt x="0" y="6154052"/>
                </a:lnTo>
                <a:close/>
              </a:path>
            </a:pathLst>
          </a:custGeom>
        </p:spPr>
      </p:pic>
      <p:sp>
        <p:nvSpPr>
          <p:cNvPr id="2" name="Title 1">
            <a:extLst>
              <a:ext uri="{FF2B5EF4-FFF2-40B4-BE49-F238E27FC236}">
                <a16:creationId xmlns:a16="http://schemas.microsoft.com/office/drawing/2014/main" id="{36E9A45B-10F9-487C-9A74-F7DCE0C77A42}"/>
              </a:ext>
            </a:extLst>
          </p:cNvPr>
          <p:cNvSpPr>
            <a:spLocks noGrp="1"/>
          </p:cNvSpPr>
          <p:nvPr>
            <p:ph type="ctrTitle"/>
          </p:nvPr>
        </p:nvSpPr>
        <p:spPr bwMode="gray">
          <a:xfrm>
            <a:off x="360363" y="2600998"/>
            <a:ext cx="6060315" cy="1473743"/>
          </a:xfrm>
          <a:prstGeom prst="rect">
            <a:avLst/>
          </a:prstGeom>
        </p:spPr>
        <p:txBody>
          <a:bodyPr vert="horz" wrap="square" lIns="0" tIns="0" rIns="0" bIns="0" anchor="b" anchorCtr="0">
            <a:noAutofit/>
          </a:bodyPr>
          <a:lstStyle>
            <a:lvl1pPr algn="l" rtl="0">
              <a:lnSpc>
                <a:spcPct val="90000"/>
              </a:lnSpc>
              <a:defRPr sz="3200" b="0" cap="none" spc="0" baseline="0">
                <a:solidFill>
                  <a:schemeClr val="bg1"/>
                </a:solidFill>
                <a:latin typeface="+mj-lt"/>
              </a:defRPr>
            </a:lvl1pPr>
          </a:lstStyle>
          <a:p>
            <a:r>
              <a:rPr lang="en-GB"/>
              <a:t>Click to edit Master title style</a:t>
            </a:r>
          </a:p>
        </p:txBody>
      </p:sp>
      <p:sp>
        <p:nvSpPr>
          <p:cNvPr id="3" name="Subtitle 2">
            <a:extLst>
              <a:ext uri="{FF2B5EF4-FFF2-40B4-BE49-F238E27FC236}">
                <a16:creationId xmlns:a16="http://schemas.microsoft.com/office/drawing/2014/main" id="{CBA3E240-43D7-4C56-BC1B-38BA9D4E9E21}"/>
              </a:ext>
            </a:extLst>
          </p:cNvPr>
          <p:cNvSpPr>
            <a:spLocks noGrp="1"/>
          </p:cNvSpPr>
          <p:nvPr>
            <p:ph type="subTitle" idx="1"/>
          </p:nvPr>
        </p:nvSpPr>
        <p:spPr bwMode="gray">
          <a:xfrm>
            <a:off x="360363" y="4195518"/>
            <a:ext cx="6060315" cy="380945"/>
          </a:xfrm>
          <a:prstGeom prst="rect">
            <a:avLst/>
          </a:prstGeom>
        </p:spPr>
        <p:txBody>
          <a:bodyPr wrap="square" lIns="0" tIns="0" rIns="0" bIns="0">
            <a:noAutofit/>
          </a:bodyPr>
          <a:lstStyle>
            <a:lvl1pPr marL="0" indent="0" algn="l" rtl="0">
              <a:lnSpc>
                <a:spcPct val="100000"/>
              </a:lnSpc>
              <a:spcBef>
                <a:spcPts val="600"/>
              </a:spcBef>
              <a:buFontTx/>
              <a:buNone/>
              <a:defRPr sz="1600" cap="none" spc="100" baseline="0">
                <a:solidFill>
                  <a:schemeClr val="bg1"/>
                </a:solidFill>
                <a:latin typeface="+mj-lt"/>
              </a:defRPr>
            </a:lvl1pPr>
            <a:lvl2pPr marL="0" indent="0" algn="l">
              <a:spcBef>
                <a:spcPct val="0"/>
              </a:spcBef>
              <a:buNone/>
              <a:defRPr sz="1200">
                <a:solidFill>
                  <a:schemeClr val="bg2"/>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16" name="Text Placeholder 15">
            <a:extLst>
              <a:ext uri="{FF2B5EF4-FFF2-40B4-BE49-F238E27FC236}">
                <a16:creationId xmlns:a16="http://schemas.microsoft.com/office/drawing/2014/main" id="{D9B54094-113D-2847-B070-92BDCA336ACA}"/>
              </a:ext>
            </a:extLst>
          </p:cNvPr>
          <p:cNvSpPr>
            <a:spLocks noGrp="1"/>
          </p:cNvSpPr>
          <p:nvPr>
            <p:ph type="body" sz="quarter" idx="10"/>
          </p:nvPr>
        </p:nvSpPr>
        <p:spPr>
          <a:xfrm>
            <a:off x="360363" y="5438901"/>
            <a:ext cx="6060315" cy="699962"/>
          </a:xfrm>
          <a:prstGeom prst="rect">
            <a:avLst/>
          </a:prstGeom>
        </p:spPr>
        <p:txBody>
          <a:bodyPr wrap="square" lIns="0" tIns="0" rIns="0" bIns="0">
            <a:noAutofit/>
          </a:bodyPr>
          <a:lstStyle>
            <a:lvl1pPr marL="0" indent="0" rtl="0">
              <a:spcBef>
                <a:spcPct val="0"/>
              </a:spcBef>
              <a:buFontTx/>
              <a:buNone/>
              <a:defRPr sz="1200" cap="all" baseline="0">
                <a:solidFill>
                  <a:schemeClr val="bg1"/>
                </a:solidFill>
                <a:latin typeface="+mj-lt"/>
              </a:defRPr>
            </a:lvl1pPr>
            <a:lvl2pPr>
              <a:spcBef>
                <a:spcPct val="0"/>
              </a:spcBef>
              <a:buFontTx/>
              <a:buNone/>
              <a:defRPr>
                <a:solidFill>
                  <a:schemeClr val="bg2"/>
                </a:solidFill>
              </a:defRPr>
            </a:lvl2pPr>
            <a:lvl3pPr>
              <a:buFontTx/>
              <a:buNone/>
              <a:defRPr>
                <a:solidFill>
                  <a:schemeClr val="bg2"/>
                </a:solidFill>
              </a:defRPr>
            </a:lvl3pPr>
            <a:lvl4pPr marL="0" indent="0">
              <a:buFontTx/>
              <a:buNone/>
              <a:defRPr>
                <a:solidFill>
                  <a:schemeClr val="bg2"/>
                </a:solidFill>
              </a:defRPr>
            </a:lvl4pPr>
            <a:lvl5pPr>
              <a:buFontTx/>
              <a:buNone/>
              <a:defRPr>
                <a:solidFill>
                  <a:schemeClr val="bg2"/>
                </a:solidFill>
              </a:defRPr>
            </a:lvl5pPr>
          </a:lstStyle>
          <a:p>
            <a:pPr lvl="0"/>
            <a:r>
              <a:rPr lang="en-GB"/>
              <a:t>Click to edit Master text styles</a:t>
            </a:r>
          </a:p>
        </p:txBody>
      </p:sp>
      <p:sp>
        <p:nvSpPr>
          <p:cNvPr id="17" name="Rectangle 16">
            <a:extLst>
              <a:ext uri="{FF2B5EF4-FFF2-40B4-BE49-F238E27FC236}">
                <a16:creationId xmlns:a16="http://schemas.microsoft.com/office/drawing/2014/main" id="{C981C32C-EDE5-2BE8-788F-E1F14F6DE4A9}"/>
              </a:ext>
            </a:extLst>
          </p:cNvPr>
          <p:cNvSpPr/>
          <p:nvPr userDrawn="1"/>
        </p:nvSpPr>
        <p:spPr bwMode="gray">
          <a:xfrm>
            <a:off x="360363" y="5265387"/>
            <a:ext cx="720000" cy="54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0"/>
            <a:endParaRPr lang="en-GB" sz="1400"/>
          </a:p>
        </p:txBody>
      </p:sp>
      <p:pic>
        <p:nvPicPr>
          <p:cNvPr id="4" name="Graphic 3">
            <a:extLst>
              <a:ext uri="{FF2B5EF4-FFF2-40B4-BE49-F238E27FC236}">
                <a16:creationId xmlns:a16="http://schemas.microsoft.com/office/drawing/2014/main" id="{A486FE90-240C-0722-A3B2-7FC8C877A0A4}"/>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0363" y="537323"/>
            <a:ext cx="2967697" cy="1076555"/>
          </a:xfrm>
          <a:prstGeom prst="rect">
            <a:avLst/>
          </a:prstGeom>
        </p:spPr>
      </p:pic>
    </p:spTree>
    <p:extLst>
      <p:ext uri="{BB962C8B-B14F-4D97-AF65-F5344CB8AC3E}">
        <p14:creationId xmlns:p14="http://schemas.microsoft.com/office/powerpoint/2010/main" val="1069729522"/>
      </p:ext>
    </p:extLst>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2_Section/Divider">
    <p:bg>
      <p:bgPr>
        <a:solidFill>
          <a:schemeClr val="tx1"/>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BBF30689-BACF-220E-9869-EF4152B00165}"/>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6" name="Object 5" hidden="1">
                        <a:extLst>
                          <a:ext uri="{FF2B5EF4-FFF2-40B4-BE49-F238E27FC236}">
                            <a16:creationId xmlns:a16="http://schemas.microsoft.com/office/drawing/2014/main" id="{BBF30689-BACF-220E-9869-EF4152B0016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4" name="Graphic 3">
            <a:extLst>
              <a:ext uri="{FF2B5EF4-FFF2-40B4-BE49-F238E27FC236}">
                <a16:creationId xmlns:a16="http://schemas.microsoft.com/office/drawing/2014/main" id="{4A064E1E-3789-252D-1117-D6AB26C776B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rcRect r="34206"/>
          <a:stretch>
            <a:fillRect/>
          </a:stretch>
        </p:blipFill>
        <p:spPr>
          <a:xfrm>
            <a:off x="5112746" y="703948"/>
            <a:ext cx="7079254" cy="6154052"/>
          </a:xfrm>
          <a:custGeom>
            <a:avLst/>
            <a:gdLst>
              <a:gd name="connsiteX0" fmla="*/ 0 w 7079254"/>
              <a:gd name="connsiteY0" fmla="*/ 0 h 6154052"/>
              <a:gd name="connsiteX1" fmla="*/ 7079254 w 7079254"/>
              <a:gd name="connsiteY1" fmla="*/ 0 h 6154052"/>
              <a:gd name="connsiteX2" fmla="*/ 7079254 w 7079254"/>
              <a:gd name="connsiteY2" fmla="*/ 6154052 h 6154052"/>
              <a:gd name="connsiteX3" fmla="*/ 0 w 7079254"/>
              <a:gd name="connsiteY3" fmla="*/ 6154052 h 6154052"/>
            </a:gdLst>
            <a:ahLst/>
            <a:cxnLst>
              <a:cxn ang="0">
                <a:pos x="connsiteX0" y="connsiteY0"/>
              </a:cxn>
              <a:cxn ang="0">
                <a:pos x="connsiteX1" y="connsiteY1"/>
              </a:cxn>
              <a:cxn ang="0">
                <a:pos x="connsiteX2" y="connsiteY2"/>
              </a:cxn>
              <a:cxn ang="0">
                <a:pos x="connsiteX3" y="connsiteY3"/>
              </a:cxn>
            </a:cxnLst>
            <a:rect l="l" t="t" r="r" b="b"/>
            <a:pathLst>
              <a:path w="7079254" h="6154052">
                <a:moveTo>
                  <a:pt x="0" y="0"/>
                </a:moveTo>
                <a:lnTo>
                  <a:pt x="7079254" y="0"/>
                </a:lnTo>
                <a:lnTo>
                  <a:pt x="7079254" y="6154052"/>
                </a:lnTo>
                <a:lnTo>
                  <a:pt x="0" y="6154052"/>
                </a:lnTo>
                <a:close/>
              </a:path>
            </a:pathLst>
          </a:custGeom>
        </p:spPr>
      </p:pic>
      <p:sp>
        <p:nvSpPr>
          <p:cNvPr id="2" name="Title 1">
            <a:extLst>
              <a:ext uri="{FF2B5EF4-FFF2-40B4-BE49-F238E27FC236}">
                <a16:creationId xmlns:a16="http://schemas.microsoft.com/office/drawing/2014/main" id="{36E9A45B-10F9-487C-9A74-F7DCE0C77A42}"/>
              </a:ext>
            </a:extLst>
          </p:cNvPr>
          <p:cNvSpPr>
            <a:spLocks noGrp="1"/>
          </p:cNvSpPr>
          <p:nvPr>
            <p:ph type="ctrTitle" hasCustomPrompt="1"/>
          </p:nvPr>
        </p:nvSpPr>
        <p:spPr bwMode="gray">
          <a:xfrm>
            <a:off x="360364" y="1921733"/>
            <a:ext cx="11471274" cy="1473743"/>
          </a:xfrm>
          <a:prstGeom prst="rect">
            <a:avLst/>
          </a:prstGeom>
        </p:spPr>
        <p:txBody>
          <a:bodyPr vert="horz" wrap="square" lIns="0" tIns="0" rIns="0" bIns="0" anchor="b" anchorCtr="0">
            <a:noAutofit/>
          </a:bodyPr>
          <a:lstStyle>
            <a:lvl1pPr algn="l" rtl="0">
              <a:lnSpc>
                <a:spcPct val="90000"/>
              </a:lnSpc>
              <a:defRPr sz="3200" b="0" cap="none" spc="0" baseline="0">
                <a:solidFill>
                  <a:schemeClr val="bg1"/>
                </a:solidFill>
                <a:latin typeface="+mj-lt"/>
              </a:defRPr>
            </a:lvl1pPr>
          </a:lstStyle>
          <a:p>
            <a:r>
              <a:rPr lang="en-GB"/>
              <a:t>Section title</a:t>
            </a:r>
          </a:p>
        </p:txBody>
      </p:sp>
      <p:sp>
        <p:nvSpPr>
          <p:cNvPr id="3" name="Subtitle 2">
            <a:extLst>
              <a:ext uri="{FF2B5EF4-FFF2-40B4-BE49-F238E27FC236}">
                <a16:creationId xmlns:a16="http://schemas.microsoft.com/office/drawing/2014/main" id="{CBA3E240-43D7-4C56-BC1B-38BA9D4E9E21}"/>
              </a:ext>
            </a:extLst>
          </p:cNvPr>
          <p:cNvSpPr>
            <a:spLocks noGrp="1"/>
          </p:cNvSpPr>
          <p:nvPr>
            <p:ph type="subTitle" idx="1" hasCustomPrompt="1"/>
          </p:nvPr>
        </p:nvSpPr>
        <p:spPr bwMode="gray">
          <a:xfrm>
            <a:off x="360364" y="3516253"/>
            <a:ext cx="11471274" cy="380945"/>
          </a:xfrm>
          <a:prstGeom prst="rect">
            <a:avLst/>
          </a:prstGeom>
        </p:spPr>
        <p:txBody>
          <a:bodyPr vert="horz" wrap="square" lIns="0" tIns="0" rIns="0" bIns="0" rtlCol="0">
            <a:noAutofit/>
          </a:bodyPr>
          <a:lstStyle>
            <a:lvl1pPr marL="0" indent="0" rtl="0">
              <a:buNone/>
              <a:defRPr lang="en-US" sz="1600" cap="none" spc="100" baseline="0">
                <a:solidFill>
                  <a:schemeClr val="bg1"/>
                </a:solidFill>
                <a:latin typeface="+mj-lt"/>
              </a:defRPr>
            </a:lvl1pPr>
          </a:lstStyle>
          <a:p>
            <a:pPr marL="216000" lvl="0" indent="-216000"/>
            <a:r>
              <a:rPr lang="en-GB"/>
              <a:t>Section subtitle</a:t>
            </a:r>
          </a:p>
        </p:txBody>
      </p:sp>
    </p:spTree>
    <p:extLst>
      <p:ext uri="{BB962C8B-B14F-4D97-AF65-F5344CB8AC3E}">
        <p14:creationId xmlns:p14="http://schemas.microsoft.com/office/powerpoint/2010/main" val="3238912"/>
      </p:ext>
    </p:extLst>
  </p:cSld>
  <p:clrMapOvr>
    <a:masterClrMapping/>
  </p:clrMapOvr>
  <p:transition/>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B56EABE-D55B-4373-F6CF-224BF43E855B}"/>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9" name="Object 8" hidden="1">
                        <a:extLst>
                          <a:ext uri="{FF2B5EF4-FFF2-40B4-BE49-F238E27FC236}">
                            <a16:creationId xmlns:a16="http://schemas.microsoft.com/office/drawing/2014/main" id="{1B56EABE-D55B-4373-F6CF-224BF43E855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CE8AADD-913B-949E-D663-554B1349714E}"/>
              </a:ext>
            </a:extLst>
          </p:cNvPr>
          <p:cNvSpPr>
            <a:spLocks noGrp="1"/>
          </p:cNvSpPr>
          <p:nvPr>
            <p:ph type="title" hasCustomPrompt="1"/>
          </p:nvPr>
        </p:nvSpPr>
        <p:spPr>
          <a:xfrm>
            <a:off x="360363" y="536576"/>
            <a:ext cx="11471275" cy="661988"/>
          </a:xfrm>
          <a:prstGeom prst="rect">
            <a:avLst/>
          </a:prstGeom>
        </p:spPr>
        <p:txBody>
          <a:bodyPr vert="horz"/>
          <a:lstStyle>
            <a:lvl1pPr rtl="0">
              <a:defRPr>
                <a:solidFill>
                  <a:schemeClr val="tx1"/>
                </a:solidFill>
              </a:defRPr>
            </a:lvl1pPr>
          </a:lstStyle>
          <a:p>
            <a:pPr lvl="0"/>
            <a:r>
              <a:rPr lang="en-GB"/>
              <a:t>Click to edit action title</a:t>
            </a:r>
          </a:p>
        </p:txBody>
      </p:sp>
      <p:sp>
        <p:nvSpPr>
          <p:cNvPr id="7" name="Text Placeholder 6">
            <a:extLst>
              <a:ext uri="{FF2B5EF4-FFF2-40B4-BE49-F238E27FC236}">
                <a16:creationId xmlns:a16="http://schemas.microsoft.com/office/drawing/2014/main" id="{9AB3F6AF-ED74-5EBB-9159-83208AE07A23}"/>
              </a:ext>
            </a:extLst>
          </p:cNvPr>
          <p:cNvSpPr>
            <a:spLocks noGrp="1"/>
          </p:cNvSpPr>
          <p:nvPr>
            <p:ph type="body" sz="quarter" idx="12" hasCustomPrompt="1"/>
          </p:nvPr>
        </p:nvSpPr>
        <p:spPr>
          <a:xfrm>
            <a:off x="360363" y="207165"/>
            <a:ext cx="11471275" cy="178593"/>
          </a:xfrm>
          <a:prstGeom prst="rect">
            <a:avLst/>
          </a:prstGeom>
        </p:spPr>
        <p:txBody>
          <a:bodyPr anchor="b"/>
          <a:lstStyle>
            <a:lvl1pPr marL="0" indent="0" rtl="0">
              <a:buNone/>
              <a:defRPr sz="1200" cap="all" baseline="0">
                <a:solidFill>
                  <a:schemeClr val="tx2">
                    <a:lumMod val="60000"/>
                    <a:lumOff val="40000"/>
                  </a:schemeClr>
                </a:solidFill>
                <a:latin typeface="+mj-lt"/>
              </a:defRPr>
            </a:lvl1pPr>
          </a:lstStyle>
          <a:p>
            <a:pPr lvl="0"/>
            <a:r>
              <a:rPr lang="en-GB"/>
              <a:t>Click to edit chapter text</a:t>
            </a:r>
          </a:p>
        </p:txBody>
      </p:sp>
      <p:sp>
        <p:nvSpPr>
          <p:cNvPr id="8" name="Footer Placeholder 2">
            <a:extLst>
              <a:ext uri="{FF2B5EF4-FFF2-40B4-BE49-F238E27FC236}">
                <a16:creationId xmlns:a16="http://schemas.microsoft.com/office/drawing/2014/main" id="{479BF71E-D350-F7CD-EB30-FEBBECE0A545}"/>
              </a:ext>
            </a:extLst>
          </p:cNvPr>
          <p:cNvSpPr>
            <a:spLocks noGrp="1"/>
          </p:cNvSpPr>
          <p:nvPr>
            <p:ph type="ftr" sz="quarter" idx="3"/>
          </p:nvPr>
        </p:nvSpPr>
        <p:spPr>
          <a:xfrm>
            <a:off x="675936" y="6321425"/>
            <a:ext cx="10087857" cy="367612"/>
          </a:xfrm>
          <a:prstGeom prst="rect">
            <a:avLst/>
          </a:prstGeom>
        </p:spPr>
        <p:txBody>
          <a:bodyPr anchor="ctr"/>
          <a:lstStyle>
            <a:lvl1pPr rtl="0">
              <a:defRPr sz="1000">
                <a:solidFill>
                  <a:schemeClr val="tx1"/>
                </a:solidFill>
              </a:defRPr>
            </a:lvl1pPr>
          </a:lstStyle>
          <a:p>
            <a:endParaRPr lang="en-GB"/>
          </a:p>
        </p:txBody>
      </p:sp>
    </p:spTree>
    <p:extLst>
      <p:ext uri="{BB962C8B-B14F-4D97-AF65-F5344CB8AC3E}">
        <p14:creationId xmlns:p14="http://schemas.microsoft.com/office/powerpoint/2010/main" val="3386855446"/>
      </p:ext>
    </p:extLst>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2_Content">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B56EABE-D55B-4373-F6CF-224BF43E855B}"/>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9" name="Object 8" hidden="1">
                        <a:extLst>
                          <a:ext uri="{FF2B5EF4-FFF2-40B4-BE49-F238E27FC236}">
                            <a16:creationId xmlns:a16="http://schemas.microsoft.com/office/drawing/2014/main" id="{1B56EABE-D55B-4373-F6CF-224BF43E855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CE8AADD-913B-949E-D663-554B1349714E}"/>
              </a:ext>
            </a:extLst>
          </p:cNvPr>
          <p:cNvSpPr>
            <a:spLocks noGrp="1"/>
          </p:cNvSpPr>
          <p:nvPr>
            <p:ph type="title" hasCustomPrompt="1"/>
          </p:nvPr>
        </p:nvSpPr>
        <p:spPr>
          <a:xfrm>
            <a:off x="360363" y="536576"/>
            <a:ext cx="11471275" cy="661988"/>
          </a:xfrm>
          <a:prstGeom prst="rect">
            <a:avLst/>
          </a:prstGeom>
        </p:spPr>
        <p:txBody>
          <a:bodyPr vert="horz"/>
          <a:lstStyle>
            <a:lvl1pPr rtl="0">
              <a:defRPr/>
            </a:lvl1pPr>
          </a:lstStyle>
          <a:p>
            <a:r>
              <a:rPr lang="en-GB"/>
              <a:t>Click to edit action title</a:t>
            </a:r>
          </a:p>
        </p:txBody>
      </p:sp>
      <p:sp>
        <p:nvSpPr>
          <p:cNvPr id="7" name="Text Placeholder 6">
            <a:extLst>
              <a:ext uri="{FF2B5EF4-FFF2-40B4-BE49-F238E27FC236}">
                <a16:creationId xmlns:a16="http://schemas.microsoft.com/office/drawing/2014/main" id="{9AB3F6AF-ED74-5EBB-9159-83208AE07A23}"/>
              </a:ext>
            </a:extLst>
          </p:cNvPr>
          <p:cNvSpPr>
            <a:spLocks noGrp="1"/>
          </p:cNvSpPr>
          <p:nvPr>
            <p:ph type="body" sz="quarter" idx="12" hasCustomPrompt="1"/>
          </p:nvPr>
        </p:nvSpPr>
        <p:spPr>
          <a:xfrm>
            <a:off x="360363" y="207165"/>
            <a:ext cx="11471275" cy="178593"/>
          </a:xfrm>
          <a:prstGeom prst="rect">
            <a:avLst/>
          </a:prstGeom>
        </p:spPr>
        <p:txBody>
          <a:bodyPr anchor="b"/>
          <a:lstStyle>
            <a:lvl1pPr marL="0" indent="0" rtl="0">
              <a:buNone/>
              <a:defRPr sz="1200" cap="all" baseline="0">
                <a:solidFill>
                  <a:schemeClr val="tx2">
                    <a:lumMod val="60000"/>
                    <a:lumOff val="40000"/>
                  </a:schemeClr>
                </a:solidFill>
                <a:latin typeface="+mj-lt"/>
              </a:defRPr>
            </a:lvl1pPr>
          </a:lstStyle>
          <a:p>
            <a:pPr lvl="0"/>
            <a:r>
              <a:rPr lang="en-GB"/>
              <a:t>Click to edit chapter text</a:t>
            </a:r>
          </a:p>
        </p:txBody>
      </p:sp>
      <p:sp>
        <p:nvSpPr>
          <p:cNvPr id="12" name="Text Placeholder 11">
            <a:extLst>
              <a:ext uri="{FF2B5EF4-FFF2-40B4-BE49-F238E27FC236}">
                <a16:creationId xmlns:a16="http://schemas.microsoft.com/office/drawing/2014/main" id="{8282BAF1-276B-A194-EB89-47200DC6CF6B}"/>
              </a:ext>
            </a:extLst>
          </p:cNvPr>
          <p:cNvSpPr>
            <a:spLocks noGrp="1"/>
          </p:cNvSpPr>
          <p:nvPr>
            <p:ph type="body" sz="quarter" idx="13"/>
          </p:nvPr>
        </p:nvSpPr>
        <p:spPr>
          <a:xfrm>
            <a:off x="360363" y="1557338"/>
            <a:ext cx="11471275" cy="4581525"/>
          </a:xfrm>
          <a:prstGeom prst="rect">
            <a:avLst/>
          </a:prstGeom>
        </p:spPr>
        <p:txBody>
          <a:bodyPr lIns="0" tIns="0" rIns="0" bIns="0"/>
          <a:lstStyle>
            <a:lvl1pPr rtl="0">
              <a:defRPr/>
            </a:lvl1pPr>
            <a:lvl2pPr rtl="0">
              <a:defRPr/>
            </a:lvl2pPr>
            <a:lvl3pPr rtl="0">
              <a:defRPr/>
            </a:lvl3pPr>
            <a:lvl4pPr rtl="0">
              <a:defRPr/>
            </a:lvl4pPr>
            <a:lvl5pPr rtl="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2">
            <a:extLst>
              <a:ext uri="{FF2B5EF4-FFF2-40B4-BE49-F238E27FC236}">
                <a16:creationId xmlns:a16="http://schemas.microsoft.com/office/drawing/2014/main" id="{6C423670-CCD5-5DCA-1D29-0D7EC8484860}"/>
              </a:ext>
            </a:extLst>
          </p:cNvPr>
          <p:cNvSpPr>
            <a:spLocks noGrp="1"/>
          </p:cNvSpPr>
          <p:nvPr>
            <p:ph type="ftr" sz="quarter" idx="3"/>
          </p:nvPr>
        </p:nvSpPr>
        <p:spPr>
          <a:xfrm>
            <a:off x="675936" y="6321425"/>
            <a:ext cx="10087857" cy="367612"/>
          </a:xfrm>
          <a:prstGeom prst="rect">
            <a:avLst/>
          </a:prstGeom>
        </p:spPr>
        <p:txBody>
          <a:bodyPr anchor="ctr"/>
          <a:lstStyle>
            <a:lvl1pPr rtl="0">
              <a:defRPr sz="1000">
                <a:solidFill>
                  <a:schemeClr val="accent2">
                    <a:lumMod val="75000"/>
                  </a:schemeClr>
                </a:solidFill>
              </a:defRPr>
            </a:lvl1pPr>
          </a:lstStyle>
          <a:p>
            <a:endParaRPr lang="en-GB"/>
          </a:p>
        </p:txBody>
      </p:sp>
    </p:spTree>
    <p:extLst>
      <p:ext uri="{BB962C8B-B14F-4D97-AF65-F5344CB8AC3E}">
        <p14:creationId xmlns:p14="http://schemas.microsoft.com/office/powerpoint/2010/main" val="3361355551"/>
      </p:ext>
    </p:extLst>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2 Columns">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B56EABE-D55B-4373-F6CF-224BF43E855B}"/>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9" name="Object 8" hidden="1">
                        <a:extLst>
                          <a:ext uri="{FF2B5EF4-FFF2-40B4-BE49-F238E27FC236}">
                            <a16:creationId xmlns:a16="http://schemas.microsoft.com/office/drawing/2014/main" id="{1B56EABE-D55B-4373-F6CF-224BF43E855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CE8AADD-913B-949E-D663-554B1349714E}"/>
              </a:ext>
            </a:extLst>
          </p:cNvPr>
          <p:cNvSpPr>
            <a:spLocks noGrp="1"/>
          </p:cNvSpPr>
          <p:nvPr>
            <p:ph type="title" hasCustomPrompt="1"/>
          </p:nvPr>
        </p:nvSpPr>
        <p:spPr>
          <a:xfrm>
            <a:off x="360363" y="536576"/>
            <a:ext cx="11471275" cy="661988"/>
          </a:xfrm>
          <a:prstGeom prst="rect">
            <a:avLst/>
          </a:prstGeom>
        </p:spPr>
        <p:txBody>
          <a:bodyPr vert="horz"/>
          <a:lstStyle>
            <a:lvl1pPr rtl="0">
              <a:defRPr/>
            </a:lvl1pPr>
          </a:lstStyle>
          <a:p>
            <a:r>
              <a:rPr lang="en-GB"/>
              <a:t>Click to edit action title</a:t>
            </a:r>
          </a:p>
        </p:txBody>
      </p:sp>
      <p:sp>
        <p:nvSpPr>
          <p:cNvPr id="7" name="Text Placeholder 6">
            <a:extLst>
              <a:ext uri="{FF2B5EF4-FFF2-40B4-BE49-F238E27FC236}">
                <a16:creationId xmlns:a16="http://schemas.microsoft.com/office/drawing/2014/main" id="{9AB3F6AF-ED74-5EBB-9159-83208AE07A23}"/>
              </a:ext>
            </a:extLst>
          </p:cNvPr>
          <p:cNvSpPr>
            <a:spLocks noGrp="1"/>
          </p:cNvSpPr>
          <p:nvPr>
            <p:ph type="body" sz="quarter" idx="12" hasCustomPrompt="1"/>
          </p:nvPr>
        </p:nvSpPr>
        <p:spPr>
          <a:xfrm>
            <a:off x="360363" y="207165"/>
            <a:ext cx="11471275" cy="178593"/>
          </a:xfrm>
          <a:prstGeom prst="rect">
            <a:avLst/>
          </a:prstGeom>
        </p:spPr>
        <p:txBody>
          <a:bodyPr anchor="b"/>
          <a:lstStyle>
            <a:lvl1pPr marL="0" indent="0" rtl="0">
              <a:buNone/>
              <a:defRPr sz="1200" cap="all" baseline="0">
                <a:solidFill>
                  <a:schemeClr val="tx2">
                    <a:lumMod val="60000"/>
                    <a:lumOff val="40000"/>
                  </a:schemeClr>
                </a:solidFill>
                <a:latin typeface="+mj-lt"/>
              </a:defRPr>
            </a:lvl1pPr>
          </a:lstStyle>
          <a:p>
            <a:pPr lvl="0"/>
            <a:r>
              <a:rPr lang="en-GB"/>
              <a:t>Click to edit chapter text</a:t>
            </a:r>
          </a:p>
        </p:txBody>
      </p:sp>
      <p:sp>
        <p:nvSpPr>
          <p:cNvPr id="12" name="Text Placeholder 11">
            <a:extLst>
              <a:ext uri="{FF2B5EF4-FFF2-40B4-BE49-F238E27FC236}">
                <a16:creationId xmlns:a16="http://schemas.microsoft.com/office/drawing/2014/main" id="{8282BAF1-276B-A194-EB89-47200DC6CF6B}"/>
              </a:ext>
            </a:extLst>
          </p:cNvPr>
          <p:cNvSpPr>
            <a:spLocks noGrp="1"/>
          </p:cNvSpPr>
          <p:nvPr>
            <p:ph type="body" sz="quarter" idx="13"/>
          </p:nvPr>
        </p:nvSpPr>
        <p:spPr>
          <a:xfrm>
            <a:off x="360364" y="1557338"/>
            <a:ext cx="5555636" cy="4581525"/>
          </a:xfrm>
          <a:prstGeom prst="rect">
            <a:avLst/>
          </a:prstGeom>
        </p:spPr>
        <p:txBody>
          <a:bodyPr/>
          <a:lstStyle>
            <a:lvl1pPr rtl="0">
              <a:defRPr/>
            </a:lvl1pPr>
            <a:lvl2pPr rtl="0">
              <a:defRPr/>
            </a:lvl2pPr>
            <a:lvl3pPr rtl="0">
              <a:defRPr/>
            </a:lvl3pPr>
            <a:lvl4pPr rtl="0">
              <a:defRPr/>
            </a:lvl4pPr>
            <a:lvl5pPr rtl="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Text Placeholder 11">
            <a:extLst>
              <a:ext uri="{FF2B5EF4-FFF2-40B4-BE49-F238E27FC236}">
                <a16:creationId xmlns:a16="http://schemas.microsoft.com/office/drawing/2014/main" id="{AA0D52EB-632D-88E7-6317-C688F978D8CD}"/>
              </a:ext>
            </a:extLst>
          </p:cNvPr>
          <p:cNvSpPr>
            <a:spLocks noGrp="1"/>
          </p:cNvSpPr>
          <p:nvPr>
            <p:ph type="body" sz="quarter" idx="14"/>
          </p:nvPr>
        </p:nvSpPr>
        <p:spPr>
          <a:xfrm>
            <a:off x="6276002" y="1557338"/>
            <a:ext cx="5555636" cy="4581525"/>
          </a:xfrm>
          <a:prstGeom prst="rect">
            <a:avLst/>
          </a:prstGeom>
        </p:spPr>
        <p:txBody>
          <a:bodyPr/>
          <a:lstStyle>
            <a:lvl1pPr rtl="0">
              <a:defRPr/>
            </a:lvl1pPr>
            <a:lvl2pPr rtl="0">
              <a:defRPr/>
            </a:lvl2pPr>
            <a:lvl3pPr rtl="0">
              <a:defRPr/>
            </a:lvl3pPr>
            <a:lvl4pPr rtl="0">
              <a:defRPr/>
            </a:lvl4pPr>
            <a:lvl5pPr rtl="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cxnSp>
        <p:nvCxnSpPr>
          <p:cNvPr id="11" name="Straight Connector 10">
            <a:extLst>
              <a:ext uri="{FF2B5EF4-FFF2-40B4-BE49-F238E27FC236}">
                <a16:creationId xmlns:a16="http://schemas.microsoft.com/office/drawing/2014/main" id="{53EB1BCA-6BD5-247C-67BB-74FF5B9E096A}"/>
              </a:ext>
            </a:extLst>
          </p:cNvPr>
          <p:cNvCxnSpPr/>
          <p:nvPr userDrawn="1"/>
        </p:nvCxnSpPr>
        <p:spPr bwMode="gray">
          <a:xfrm flipH="1">
            <a:off x="6096000" y="1557338"/>
            <a:ext cx="0" cy="4581525"/>
          </a:xfrm>
          <a:prstGeom prst="line">
            <a:avLst/>
          </a:prstGeom>
          <a:ln w="9525">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2">
            <a:extLst>
              <a:ext uri="{FF2B5EF4-FFF2-40B4-BE49-F238E27FC236}">
                <a16:creationId xmlns:a16="http://schemas.microsoft.com/office/drawing/2014/main" id="{FD394BFE-4996-FB35-0C7B-6936CA83F796}"/>
              </a:ext>
            </a:extLst>
          </p:cNvPr>
          <p:cNvSpPr>
            <a:spLocks noGrp="1"/>
          </p:cNvSpPr>
          <p:nvPr>
            <p:ph type="ftr" sz="quarter" idx="3"/>
          </p:nvPr>
        </p:nvSpPr>
        <p:spPr>
          <a:xfrm>
            <a:off x="675936" y="6321425"/>
            <a:ext cx="10087857" cy="367612"/>
          </a:xfrm>
          <a:prstGeom prst="rect">
            <a:avLst/>
          </a:prstGeom>
        </p:spPr>
        <p:txBody>
          <a:bodyPr anchor="ctr"/>
          <a:lstStyle>
            <a:lvl1pPr rtl="0">
              <a:defRPr sz="1000">
                <a:solidFill>
                  <a:schemeClr val="tx1"/>
                </a:solidFill>
              </a:defRPr>
            </a:lvl1pPr>
          </a:lstStyle>
          <a:p>
            <a:endParaRPr lang="en-GB"/>
          </a:p>
        </p:txBody>
      </p:sp>
    </p:spTree>
    <p:extLst>
      <p:ext uri="{BB962C8B-B14F-4D97-AF65-F5344CB8AC3E}">
        <p14:creationId xmlns:p14="http://schemas.microsoft.com/office/powerpoint/2010/main" val="58743778"/>
      </p:ext>
    </p:extLst>
  </p:cSld>
  <p:clrMapOvr>
    <a:masterClrMapping/>
  </p:clrMapOvr>
  <p:transition/>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3 Columns">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B56EABE-D55B-4373-F6CF-224BF43E855B}"/>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9" name="Object 8" hidden="1">
                        <a:extLst>
                          <a:ext uri="{FF2B5EF4-FFF2-40B4-BE49-F238E27FC236}">
                            <a16:creationId xmlns:a16="http://schemas.microsoft.com/office/drawing/2014/main" id="{1B56EABE-D55B-4373-F6CF-224BF43E855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CE8AADD-913B-949E-D663-554B1349714E}"/>
              </a:ext>
            </a:extLst>
          </p:cNvPr>
          <p:cNvSpPr>
            <a:spLocks noGrp="1"/>
          </p:cNvSpPr>
          <p:nvPr>
            <p:ph type="title" hasCustomPrompt="1"/>
          </p:nvPr>
        </p:nvSpPr>
        <p:spPr>
          <a:xfrm>
            <a:off x="360363" y="536576"/>
            <a:ext cx="11471275" cy="661988"/>
          </a:xfrm>
          <a:prstGeom prst="rect">
            <a:avLst/>
          </a:prstGeom>
        </p:spPr>
        <p:txBody>
          <a:bodyPr vert="horz"/>
          <a:lstStyle>
            <a:lvl1pPr rtl="0">
              <a:defRPr/>
            </a:lvl1pPr>
          </a:lstStyle>
          <a:p>
            <a:r>
              <a:rPr lang="en-GB"/>
              <a:t>Click to edit action title</a:t>
            </a:r>
          </a:p>
        </p:txBody>
      </p:sp>
      <p:sp>
        <p:nvSpPr>
          <p:cNvPr id="7" name="Text Placeholder 6">
            <a:extLst>
              <a:ext uri="{FF2B5EF4-FFF2-40B4-BE49-F238E27FC236}">
                <a16:creationId xmlns:a16="http://schemas.microsoft.com/office/drawing/2014/main" id="{9AB3F6AF-ED74-5EBB-9159-83208AE07A23}"/>
              </a:ext>
            </a:extLst>
          </p:cNvPr>
          <p:cNvSpPr>
            <a:spLocks noGrp="1"/>
          </p:cNvSpPr>
          <p:nvPr>
            <p:ph type="body" sz="quarter" idx="12" hasCustomPrompt="1"/>
          </p:nvPr>
        </p:nvSpPr>
        <p:spPr>
          <a:xfrm>
            <a:off x="360363" y="207165"/>
            <a:ext cx="11471275" cy="178593"/>
          </a:xfrm>
          <a:prstGeom prst="rect">
            <a:avLst/>
          </a:prstGeom>
        </p:spPr>
        <p:txBody>
          <a:bodyPr anchor="b"/>
          <a:lstStyle>
            <a:lvl1pPr marL="0" indent="0" rtl="0">
              <a:buNone/>
              <a:defRPr sz="1200" cap="all" baseline="0">
                <a:solidFill>
                  <a:schemeClr val="tx2">
                    <a:lumMod val="60000"/>
                    <a:lumOff val="40000"/>
                  </a:schemeClr>
                </a:solidFill>
                <a:latin typeface="+mj-lt"/>
              </a:defRPr>
            </a:lvl1pPr>
          </a:lstStyle>
          <a:p>
            <a:pPr lvl="0"/>
            <a:r>
              <a:rPr lang="en-GB"/>
              <a:t>Click to edit chapter text</a:t>
            </a:r>
          </a:p>
        </p:txBody>
      </p:sp>
      <p:sp>
        <p:nvSpPr>
          <p:cNvPr id="12" name="Text Placeholder 11">
            <a:extLst>
              <a:ext uri="{FF2B5EF4-FFF2-40B4-BE49-F238E27FC236}">
                <a16:creationId xmlns:a16="http://schemas.microsoft.com/office/drawing/2014/main" id="{8282BAF1-276B-A194-EB89-47200DC6CF6B}"/>
              </a:ext>
            </a:extLst>
          </p:cNvPr>
          <p:cNvSpPr>
            <a:spLocks noGrp="1"/>
          </p:cNvSpPr>
          <p:nvPr>
            <p:ph type="body" sz="quarter" idx="13"/>
          </p:nvPr>
        </p:nvSpPr>
        <p:spPr>
          <a:xfrm>
            <a:off x="360364" y="1557338"/>
            <a:ext cx="3585600" cy="4581525"/>
          </a:xfrm>
          <a:prstGeom prst="rect">
            <a:avLst/>
          </a:prstGeom>
        </p:spPr>
        <p:txBody>
          <a:bodyPr/>
          <a:lstStyle>
            <a:lvl1pPr rtl="0">
              <a:defRPr/>
            </a:lvl1pPr>
            <a:lvl2pPr rtl="0">
              <a:defRPr/>
            </a:lvl2pPr>
            <a:lvl3pPr rtl="0">
              <a:defRPr/>
            </a:lvl3pPr>
            <a:lvl4pPr rtl="0">
              <a:defRPr/>
            </a:lvl4pPr>
            <a:lvl5pPr rtl="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Text Placeholder 11">
            <a:extLst>
              <a:ext uri="{FF2B5EF4-FFF2-40B4-BE49-F238E27FC236}">
                <a16:creationId xmlns:a16="http://schemas.microsoft.com/office/drawing/2014/main" id="{AA0D52EB-632D-88E7-6317-C688F978D8CD}"/>
              </a:ext>
            </a:extLst>
          </p:cNvPr>
          <p:cNvSpPr>
            <a:spLocks noGrp="1"/>
          </p:cNvSpPr>
          <p:nvPr>
            <p:ph type="body" sz="quarter" idx="14"/>
          </p:nvPr>
        </p:nvSpPr>
        <p:spPr>
          <a:xfrm>
            <a:off x="4303202" y="1557338"/>
            <a:ext cx="3585600" cy="4581525"/>
          </a:xfrm>
          <a:prstGeom prst="rect">
            <a:avLst/>
          </a:prstGeom>
        </p:spPr>
        <p:txBody>
          <a:bodyPr/>
          <a:lstStyle>
            <a:lvl1pPr rtl="0">
              <a:defRPr/>
            </a:lvl1pPr>
            <a:lvl2pPr rtl="0">
              <a:defRPr/>
            </a:lvl2pPr>
            <a:lvl3pPr rtl="0">
              <a:defRPr/>
            </a:lvl3pPr>
            <a:lvl4pPr rtl="0">
              <a:defRPr/>
            </a:lvl4pPr>
            <a:lvl5pPr rtl="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11">
            <a:extLst>
              <a:ext uri="{FF2B5EF4-FFF2-40B4-BE49-F238E27FC236}">
                <a16:creationId xmlns:a16="http://schemas.microsoft.com/office/drawing/2014/main" id="{A4F8645A-4C8F-B5EF-ABBE-0A7944FB9652}"/>
              </a:ext>
            </a:extLst>
          </p:cNvPr>
          <p:cNvSpPr>
            <a:spLocks noGrp="1"/>
          </p:cNvSpPr>
          <p:nvPr>
            <p:ph type="body" sz="quarter" idx="15"/>
          </p:nvPr>
        </p:nvSpPr>
        <p:spPr>
          <a:xfrm>
            <a:off x="8246038" y="1557338"/>
            <a:ext cx="3585600" cy="4581525"/>
          </a:xfrm>
          <a:prstGeom prst="rect">
            <a:avLst/>
          </a:prstGeom>
        </p:spPr>
        <p:txBody>
          <a:bodyPr/>
          <a:lstStyle>
            <a:lvl1pPr rtl="0">
              <a:defRPr/>
            </a:lvl1pPr>
            <a:lvl2pPr rtl="0">
              <a:defRPr/>
            </a:lvl2pPr>
            <a:lvl3pPr rtl="0">
              <a:defRPr/>
            </a:lvl3pPr>
            <a:lvl4pPr rtl="0">
              <a:defRPr/>
            </a:lvl4pPr>
            <a:lvl5pPr rtl="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cxnSp>
        <p:nvCxnSpPr>
          <p:cNvPr id="8" name="Straight Connector 7">
            <a:extLst>
              <a:ext uri="{FF2B5EF4-FFF2-40B4-BE49-F238E27FC236}">
                <a16:creationId xmlns:a16="http://schemas.microsoft.com/office/drawing/2014/main" id="{077A0E30-9124-5E6A-F7CB-DA7136515E2A}"/>
              </a:ext>
            </a:extLst>
          </p:cNvPr>
          <p:cNvCxnSpPr/>
          <p:nvPr userDrawn="1"/>
        </p:nvCxnSpPr>
        <p:spPr bwMode="gray">
          <a:xfrm flipH="1">
            <a:off x="4124583" y="1557338"/>
            <a:ext cx="0" cy="458152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752DA0A-4663-C15E-45D1-287C660996D3}"/>
              </a:ext>
            </a:extLst>
          </p:cNvPr>
          <p:cNvCxnSpPr/>
          <p:nvPr userDrawn="1"/>
        </p:nvCxnSpPr>
        <p:spPr bwMode="gray">
          <a:xfrm flipH="1">
            <a:off x="8067421" y="1557338"/>
            <a:ext cx="0" cy="458152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2">
            <a:extLst>
              <a:ext uri="{FF2B5EF4-FFF2-40B4-BE49-F238E27FC236}">
                <a16:creationId xmlns:a16="http://schemas.microsoft.com/office/drawing/2014/main" id="{03B40352-4AB6-C52B-44D6-EC669C4E2C3F}"/>
              </a:ext>
            </a:extLst>
          </p:cNvPr>
          <p:cNvSpPr>
            <a:spLocks noGrp="1"/>
          </p:cNvSpPr>
          <p:nvPr>
            <p:ph type="ftr" sz="quarter" idx="3"/>
          </p:nvPr>
        </p:nvSpPr>
        <p:spPr>
          <a:xfrm>
            <a:off x="675936" y="6321425"/>
            <a:ext cx="10087857" cy="367612"/>
          </a:xfrm>
          <a:prstGeom prst="rect">
            <a:avLst/>
          </a:prstGeom>
        </p:spPr>
        <p:txBody>
          <a:bodyPr anchor="ctr"/>
          <a:lstStyle>
            <a:lvl1pPr rtl="0">
              <a:defRPr sz="1000">
                <a:solidFill>
                  <a:schemeClr val="tx1"/>
                </a:solidFill>
              </a:defRPr>
            </a:lvl1pPr>
          </a:lstStyle>
          <a:p>
            <a:endParaRPr lang="en-GB"/>
          </a:p>
        </p:txBody>
      </p:sp>
    </p:spTree>
    <p:extLst>
      <p:ext uri="{BB962C8B-B14F-4D97-AF65-F5344CB8AC3E}">
        <p14:creationId xmlns:p14="http://schemas.microsoft.com/office/powerpoint/2010/main" val="1877015525"/>
      </p:ext>
    </p:extLst>
  </p:cSld>
  <p:clrMapOvr>
    <a:masterClrMapping/>
  </p:clrMapOvr>
  <p:transition/>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2_Picture Layout - Right 1/2 ">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B56EABE-D55B-4373-F6CF-224BF43E855B}"/>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9" name="Object 8" hidden="1">
                        <a:extLst>
                          <a:ext uri="{FF2B5EF4-FFF2-40B4-BE49-F238E27FC236}">
                            <a16:creationId xmlns:a16="http://schemas.microsoft.com/office/drawing/2014/main" id="{1B56EABE-D55B-4373-F6CF-224BF43E855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id="{3AA15091-913D-700B-D6C5-7EC0E7D4BE42}"/>
              </a:ext>
            </a:extLst>
          </p:cNvPr>
          <p:cNvSpPr>
            <a:spLocks noGrp="1"/>
          </p:cNvSpPr>
          <p:nvPr>
            <p:ph type="pic" sz="quarter" idx="14"/>
          </p:nvPr>
        </p:nvSpPr>
        <p:spPr>
          <a:xfrm>
            <a:off x="6276002" y="0"/>
            <a:ext cx="5915998" cy="6858000"/>
          </a:xfrm>
          <a:prstGeom prst="rect">
            <a:avLst/>
          </a:prstGeom>
          <a:solidFill>
            <a:schemeClr val="tx1"/>
          </a:solidFill>
        </p:spPr>
        <p:txBody>
          <a:bodyPr/>
          <a:lstStyle>
            <a:lvl1pPr marL="0" indent="0">
              <a:buNone/>
              <a:defRPr>
                <a:solidFill>
                  <a:schemeClr val="bg2"/>
                </a:solidFill>
              </a:defRPr>
            </a:lvl1pPr>
          </a:lstStyle>
          <a:p>
            <a:r>
              <a:rPr lang="en-GB"/>
              <a:t>Click icon to add picture</a:t>
            </a:r>
            <a:endParaRPr lang="en-US"/>
          </a:p>
        </p:txBody>
      </p:sp>
      <p:sp>
        <p:nvSpPr>
          <p:cNvPr id="2" name="Title 1">
            <a:extLst>
              <a:ext uri="{FF2B5EF4-FFF2-40B4-BE49-F238E27FC236}">
                <a16:creationId xmlns:a16="http://schemas.microsoft.com/office/drawing/2014/main" id="{6CE8AADD-913B-949E-D663-554B1349714E}"/>
              </a:ext>
            </a:extLst>
          </p:cNvPr>
          <p:cNvSpPr>
            <a:spLocks noGrp="1"/>
          </p:cNvSpPr>
          <p:nvPr>
            <p:ph type="title" hasCustomPrompt="1"/>
          </p:nvPr>
        </p:nvSpPr>
        <p:spPr>
          <a:xfrm>
            <a:off x="360364" y="536576"/>
            <a:ext cx="5555636" cy="661988"/>
          </a:xfrm>
          <a:prstGeom prst="rect">
            <a:avLst/>
          </a:prstGeom>
        </p:spPr>
        <p:txBody>
          <a:bodyPr vert="horz"/>
          <a:lstStyle>
            <a:lvl1pPr rtl="0">
              <a:defRPr/>
            </a:lvl1pPr>
          </a:lstStyle>
          <a:p>
            <a:r>
              <a:rPr lang="en-GB"/>
              <a:t>Click to edit action title</a:t>
            </a:r>
          </a:p>
        </p:txBody>
      </p:sp>
      <p:sp>
        <p:nvSpPr>
          <p:cNvPr id="7" name="Text Placeholder 6">
            <a:extLst>
              <a:ext uri="{FF2B5EF4-FFF2-40B4-BE49-F238E27FC236}">
                <a16:creationId xmlns:a16="http://schemas.microsoft.com/office/drawing/2014/main" id="{9AB3F6AF-ED74-5EBB-9159-83208AE07A23}"/>
              </a:ext>
            </a:extLst>
          </p:cNvPr>
          <p:cNvSpPr>
            <a:spLocks noGrp="1"/>
          </p:cNvSpPr>
          <p:nvPr>
            <p:ph type="body" sz="quarter" idx="12" hasCustomPrompt="1"/>
          </p:nvPr>
        </p:nvSpPr>
        <p:spPr>
          <a:xfrm>
            <a:off x="360364" y="207165"/>
            <a:ext cx="5555636" cy="178593"/>
          </a:xfrm>
          <a:prstGeom prst="rect">
            <a:avLst/>
          </a:prstGeom>
        </p:spPr>
        <p:txBody>
          <a:bodyPr anchor="b"/>
          <a:lstStyle>
            <a:lvl1pPr marL="0" indent="0" rtl="0">
              <a:buNone/>
              <a:defRPr sz="1200" cap="all" baseline="0">
                <a:solidFill>
                  <a:schemeClr val="tx2">
                    <a:lumMod val="60000"/>
                    <a:lumOff val="40000"/>
                  </a:schemeClr>
                </a:solidFill>
                <a:latin typeface="+mj-lt"/>
              </a:defRPr>
            </a:lvl1pPr>
          </a:lstStyle>
          <a:p>
            <a:pPr lvl="0"/>
            <a:r>
              <a:rPr lang="en-GB"/>
              <a:t>Click to edit chapter text</a:t>
            </a:r>
          </a:p>
        </p:txBody>
      </p:sp>
      <p:sp>
        <p:nvSpPr>
          <p:cNvPr id="12" name="Text Placeholder 11">
            <a:extLst>
              <a:ext uri="{FF2B5EF4-FFF2-40B4-BE49-F238E27FC236}">
                <a16:creationId xmlns:a16="http://schemas.microsoft.com/office/drawing/2014/main" id="{8282BAF1-276B-A194-EB89-47200DC6CF6B}"/>
              </a:ext>
            </a:extLst>
          </p:cNvPr>
          <p:cNvSpPr>
            <a:spLocks noGrp="1"/>
          </p:cNvSpPr>
          <p:nvPr>
            <p:ph type="body" sz="quarter" idx="13"/>
          </p:nvPr>
        </p:nvSpPr>
        <p:spPr>
          <a:xfrm>
            <a:off x="360364" y="1557338"/>
            <a:ext cx="5555636" cy="4581525"/>
          </a:xfrm>
          <a:prstGeom prst="rect">
            <a:avLst/>
          </a:prstGeom>
        </p:spPr>
        <p:txBody>
          <a:bodyPr/>
          <a:lstStyle>
            <a:lvl1pPr rtl="0">
              <a:defRPr/>
            </a:lvl1pPr>
            <a:lvl2pPr rtl="0">
              <a:defRPr/>
            </a:lvl2pPr>
            <a:lvl3pPr rtl="0">
              <a:defRPr/>
            </a:lvl3pPr>
            <a:lvl4pPr rtl="0">
              <a:defRPr/>
            </a:lvl4pPr>
            <a:lvl5pPr rtl="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Footer Placeholder 2">
            <a:extLst>
              <a:ext uri="{FF2B5EF4-FFF2-40B4-BE49-F238E27FC236}">
                <a16:creationId xmlns:a16="http://schemas.microsoft.com/office/drawing/2014/main" id="{0E395449-3998-CDAA-2BC7-214BCDF5446A}"/>
              </a:ext>
            </a:extLst>
          </p:cNvPr>
          <p:cNvSpPr>
            <a:spLocks noGrp="1"/>
          </p:cNvSpPr>
          <p:nvPr>
            <p:ph type="ftr" sz="quarter" idx="3"/>
          </p:nvPr>
        </p:nvSpPr>
        <p:spPr>
          <a:xfrm>
            <a:off x="675936" y="6321425"/>
            <a:ext cx="5240677" cy="367612"/>
          </a:xfrm>
          <a:prstGeom prst="rect">
            <a:avLst/>
          </a:prstGeom>
        </p:spPr>
        <p:txBody>
          <a:bodyPr anchor="ctr"/>
          <a:lstStyle>
            <a:lvl1pPr rtl="0">
              <a:defRPr sz="1000">
                <a:solidFill>
                  <a:schemeClr val="tx1"/>
                </a:solidFill>
              </a:defRPr>
            </a:lvl1pPr>
          </a:lstStyle>
          <a:p>
            <a:endParaRPr lang="en-GB"/>
          </a:p>
        </p:txBody>
      </p:sp>
      <p:sp>
        <p:nvSpPr>
          <p:cNvPr id="6" name="Slide Number Placeholder 3">
            <a:extLst>
              <a:ext uri="{FF2B5EF4-FFF2-40B4-BE49-F238E27FC236}">
                <a16:creationId xmlns:a16="http://schemas.microsoft.com/office/drawing/2014/main" id="{8119F505-CCC0-1D76-FA0D-06161C3D5EFF}"/>
              </a:ext>
            </a:extLst>
          </p:cNvPr>
          <p:cNvSpPr>
            <a:spLocks noGrp="1"/>
          </p:cNvSpPr>
          <p:nvPr>
            <p:ph type="sldNum" sz="quarter" idx="11"/>
          </p:nvPr>
        </p:nvSpPr>
        <p:spPr>
          <a:xfrm>
            <a:off x="11126972" y="6317863"/>
            <a:ext cx="704666" cy="181362"/>
          </a:xfrm>
          <a:prstGeom prst="rect">
            <a:avLst/>
          </a:prstGeom>
          <a:noFill/>
        </p:spPr>
        <p:txBody>
          <a:bodyPr vert="horz" lIns="0" tIns="0" rIns="0" bIns="0" rtlCol="0" anchor="b">
            <a:noAutofit/>
          </a:bodyPr>
          <a:lstStyle>
            <a:defPPr>
              <a:defRPr lang="en-US"/>
            </a:defPPr>
            <a:lvl1pPr marL="0" algn="r" defTabSz="914400" rtl="0" eaLnBrk="1" latinLnBrk="0" hangingPunct="1">
              <a:defRPr sz="10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0BE2C1E-995C-4121-AD26-7DE6C74EE600}" type="slidenum">
              <a:rPr lang="en-GB" smtClean="0"/>
              <a:t>‹#›</a:t>
            </a:fld>
            <a:endParaRPr lang="en-GB"/>
          </a:p>
        </p:txBody>
      </p:sp>
      <p:sp>
        <p:nvSpPr>
          <p:cNvPr id="10" name="TextBox 9">
            <a:extLst>
              <a:ext uri="{FF2B5EF4-FFF2-40B4-BE49-F238E27FC236}">
                <a16:creationId xmlns:a16="http://schemas.microsoft.com/office/drawing/2014/main" id="{C91EFB40-908A-B2E7-72DD-3D490605C48D}"/>
              </a:ext>
            </a:extLst>
          </p:cNvPr>
          <p:cNvSpPr txBox="1"/>
          <p:nvPr userDrawn="1"/>
        </p:nvSpPr>
        <p:spPr bwMode="gray">
          <a:xfrm flipH="1">
            <a:off x="-718457" y="6814457"/>
            <a:ext cx="0" cy="0"/>
          </a:xfrm>
          <a:prstGeom prst="rect">
            <a:avLst/>
          </a:prstGeom>
          <a:noFill/>
        </p:spPr>
        <p:txBody>
          <a:bodyPr wrap="non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6000" indent="-216000" algn="l">
              <a:spcBef>
                <a:spcPts val="600"/>
              </a:spcBef>
              <a:buFont typeface="Arial" pitchFamily="34" charset="0"/>
              <a:buChar char="•"/>
            </a:pPr>
            <a:endParaRPr lang="en-GB" sz="1200" err="1"/>
          </a:p>
        </p:txBody>
      </p:sp>
    </p:spTree>
    <p:extLst>
      <p:ext uri="{BB962C8B-B14F-4D97-AF65-F5344CB8AC3E}">
        <p14:creationId xmlns:p14="http://schemas.microsoft.com/office/powerpoint/2010/main" val="2272210198"/>
      </p:ext>
    </p:extLst>
  </p:cSld>
  <p:clrMapOvr>
    <a:masterClrMapping/>
  </p:clrMapOvr>
  <p:transition/>
  <p:extLst>
    <p:ext uri="{DCECCB84-F9BA-43D5-87BE-67443E8EF086}">
      <p15:sldGuideLst xmlns:p15="http://schemas.microsoft.com/office/powerpoint/2012/main">
        <p15:guide id="1" pos="3727">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37CCCAD9-9256-CF6B-F4ED-9A34A4CA118B}"/>
              </a:ext>
            </a:extLst>
          </p:cNvPr>
          <p:cNvSpPr>
            <a:spLocks noGrp="1"/>
          </p:cNvSpPr>
          <p:nvPr>
            <p:ph type="pic" sz="quarter" idx="11"/>
          </p:nvPr>
        </p:nvSpPr>
        <p:spPr>
          <a:xfrm>
            <a:off x="8121330" y="0"/>
            <a:ext cx="4070667" cy="6858000"/>
          </a:xfrm>
          <a:solidFill>
            <a:schemeClr val="tx1"/>
          </a:solidFill>
        </p:spPr>
        <p:txBody>
          <a:bodyPr/>
          <a:lstStyle/>
          <a:p>
            <a:r>
              <a:rPr lang="en-GB"/>
              <a:t>Click icon to add picture</a:t>
            </a:r>
          </a:p>
        </p:txBody>
      </p:sp>
      <p:sp>
        <p:nvSpPr>
          <p:cNvPr id="2" name="Title 1">
            <a:extLst>
              <a:ext uri="{FF2B5EF4-FFF2-40B4-BE49-F238E27FC236}">
                <a16:creationId xmlns:a16="http://schemas.microsoft.com/office/drawing/2014/main" id="{4D5AB824-8E31-DCCB-7816-8C043272CE1A}"/>
              </a:ext>
            </a:extLst>
          </p:cNvPr>
          <p:cNvSpPr>
            <a:spLocks noGrp="1"/>
          </p:cNvSpPr>
          <p:nvPr>
            <p:ph type="title"/>
          </p:nvPr>
        </p:nvSpPr>
        <p:spPr>
          <a:xfrm>
            <a:off x="360000" y="536576"/>
            <a:ext cx="7485623" cy="661987"/>
          </a:xfrm>
        </p:spPr>
        <p:txBody>
          <a:bodyPr/>
          <a:lstStyle/>
          <a:p>
            <a:r>
              <a:rPr lang="en-GB"/>
              <a:t>Click to edit Master title style</a:t>
            </a:r>
          </a:p>
        </p:txBody>
      </p:sp>
      <p:sp>
        <p:nvSpPr>
          <p:cNvPr id="3" name="Footer Placeholder 2">
            <a:extLst>
              <a:ext uri="{FF2B5EF4-FFF2-40B4-BE49-F238E27FC236}">
                <a16:creationId xmlns:a16="http://schemas.microsoft.com/office/drawing/2014/main" id="{304F5DB0-C987-FA9A-46F5-2520A0BA1DF6}"/>
              </a:ext>
            </a:extLst>
          </p:cNvPr>
          <p:cNvSpPr>
            <a:spLocks noGrp="1"/>
          </p:cNvSpPr>
          <p:nvPr>
            <p:ph type="ftr" sz="quarter" idx="10"/>
          </p:nvPr>
        </p:nvSpPr>
        <p:spPr>
          <a:xfrm>
            <a:off x="675937" y="6321425"/>
            <a:ext cx="7368606" cy="367612"/>
          </a:xfrm>
        </p:spPr>
        <p:txBody>
          <a:bodyPr/>
          <a:lstStyle/>
          <a:p>
            <a:endParaRPr lang="en-GB"/>
          </a:p>
        </p:txBody>
      </p:sp>
      <p:cxnSp>
        <p:nvCxnSpPr>
          <p:cNvPr id="5" name="Straight Connector 4">
            <a:extLst>
              <a:ext uri="{FF2B5EF4-FFF2-40B4-BE49-F238E27FC236}">
                <a16:creationId xmlns:a16="http://schemas.microsoft.com/office/drawing/2014/main" id="{0FF2B470-6416-ED2A-CEE1-47942FB5C702}"/>
              </a:ext>
            </a:extLst>
          </p:cNvPr>
          <p:cNvCxnSpPr/>
          <p:nvPr userDrawn="1"/>
        </p:nvCxnSpPr>
        <p:spPr bwMode="gray">
          <a:xfrm flipH="1">
            <a:off x="2743200" y="3722766"/>
            <a:ext cx="0" cy="2160911"/>
          </a:xfrm>
          <a:prstGeom prst="line">
            <a:avLst/>
          </a:prstGeom>
          <a:ln w="1270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5EF2DE82-B254-EDE8-E7C8-B2A811AE61DB}"/>
              </a:ext>
            </a:extLst>
          </p:cNvPr>
          <p:cNvCxnSpPr/>
          <p:nvPr userDrawn="1"/>
        </p:nvCxnSpPr>
        <p:spPr bwMode="gray">
          <a:xfrm flipH="1">
            <a:off x="5448300" y="3722766"/>
            <a:ext cx="0" cy="2160911"/>
          </a:xfrm>
          <a:prstGeom prst="line">
            <a:avLst/>
          </a:prstGeom>
          <a:ln w="1270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8" name="Text Placeholder 6">
            <a:extLst>
              <a:ext uri="{FF2B5EF4-FFF2-40B4-BE49-F238E27FC236}">
                <a16:creationId xmlns:a16="http://schemas.microsoft.com/office/drawing/2014/main" id="{A7D2A3A8-4263-816F-EB8C-E298B2B1CAF7}"/>
              </a:ext>
            </a:extLst>
          </p:cNvPr>
          <p:cNvSpPr>
            <a:spLocks noGrp="1"/>
          </p:cNvSpPr>
          <p:nvPr>
            <p:ph type="body" sz="quarter" idx="12" hasCustomPrompt="1"/>
          </p:nvPr>
        </p:nvSpPr>
        <p:spPr>
          <a:xfrm>
            <a:off x="360364" y="207165"/>
            <a:ext cx="7485260" cy="178593"/>
          </a:xfrm>
          <a:prstGeom prst="rect">
            <a:avLst/>
          </a:prstGeom>
        </p:spPr>
        <p:txBody>
          <a:bodyPr anchor="b"/>
          <a:lstStyle>
            <a:lvl1pPr marL="0" indent="0" rtl="0">
              <a:buNone/>
              <a:defRPr sz="1200" cap="all" baseline="0">
                <a:solidFill>
                  <a:schemeClr val="tx2">
                    <a:lumMod val="60000"/>
                    <a:lumOff val="40000"/>
                  </a:schemeClr>
                </a:solidFill>
                <a:latin typeface="+mj-lt"/>
              </a:defRPr>
            </a:lvl1pPr>
          </a:lstStyle>
          <a:p>
            <a:pPr lvl="0"/>
            <a:r>
              <a:rPr lang="en-GB"/>
              <a:t>Click to edit chapter text</a:t>
            </a:r>
          </a:p>
        </p:txBody>
      </p:sp>
      <p:sp>
        <p:nvSpPr>
          <p:cNvPr id="19" name="Text Placeholder 11">
            <a:extLst>
              <a:ext uri="{FF2B5EF4-FFF2-40B4-BE49-F238E27FC236}">
                <a16:creationId xmlns:a16="http://schemas.microsoft.com/office/drawing/2014/main" id="{2EA70141-D634-DDAE-7CDD-3D62AA17E329}"/>
              </a:ext>
            </a:extLst>
          </p:cNvPr>
          <p:cNvSpPr>
            <a:spLocks noGrp="1"/>
          </p:cNvSpPr>
          <p:nvPr>
            <p:ph type="body" sz="quarter" idx="13"/>
          </p:nvPr>
        </p:nvSpPr>
        <p:spPr>
          <a:xfrm>
            <a:off x="360364" y="1557339"/>
            <a:ext cx="7485260" cy="1577896"/>
          </a:xfrm>
          <a:prstGeom prst="rect">
            <a:avLst/>
          </a:prstGeom>
        </p:spPr>
        <p:txBody>
          <a:bodyPr/>
          <a:lstStyle>
            <a:lvl1pPr rtl="0">
              <a:defRPr/>
            </a:lvl1pPr>
            <a:lvl2pPr rtl="0">
              <a:defRPr/>
            </a:lvl2pPr>
            <a:lvl3pPr rtl="0">
              <a:defRPr/>
            </a:lvl3pPr>
            <a:lvl4pPr rtl="0">
              <a:defRPr/>
            </a:lvl4pPr>
            <a:lvl5pPr rtl="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3" name="Text Placeholder 22">
            <a:extLst>
              <a:ext uri="{FF2B5EF4-FFF2-40B4-BE49-F238E27FC236}">
                <a16:creationId xmlns:a16="http://schemas.microsoft.com/office/drawing/2014/main" id="{7A040119-EDAD-89B4-AF59-D7794C22A7A0}"/>
              </a:ext>
            </a:extLst>
          </p:cNvPr>
          <p:cNvSpPr>
            <a:spLocks noGrp="1"/>
          </p:cNvSpPr>
          <p:nvPr>
            <p:ph type="body" sz="quarter" idx="14"/>
          </p:nvPr>
        </p:nvSpPr>
        <p:spPr>
          <a:xfrm>
            <a:off x="360364" y="3357563"/>
            <a:ext cx="2107130" cy="27495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4" name="Text Placeholder 22">
            <a:extLst>
              <a:ext uri="{FF2B5EF4-FFF2-40B4-BE49-F238E27FC236}">
                <a16:creationId xmlns:a16="http://schemas.microsoft.com/office/drawing/2014/main" id="{74FCE1E1-5E79-19AD-8917-8F4D4D6BE63F}"/>
              </a:ext>
            </a:extLst>
          </p:cNvPr>
          <p:cNvSpPr>
            <a:spLocks noGrp="1"/>
          </p:cNvSpPr>
          <p:nvPr>
            <p:ph type="body" sz="quarter" idx="15"/>
          </p:nvPr>
        </p:nvSpPr>
        <p:spPr>
          <a:xfrm>
            <a:off x="3060021" y="3357563"/>
            <a:ext cx="2140374" cy="27495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5" name="Text Placeholder 22">
            <a:extLst>
              <a:ext uri="{FF2B5EF4-FFF2-40B4-BE49-F238E27FC236}">
                <a16:creationId xmlns:a16="http://schemas.microsoft.com/office/drawing/2014/main" id="{59532641-4A59-C098-AD86-DD47DC3D23C1}"/>
              </a:ext>
            </a:extLst>
          </p:cNvPr>
          <p:cNvSpPr>
            <a:spLocks noGrp="1"/>
          </p:cNvSpPr>
          <p:nvPr>
            <p:ph type="body" sz="quarter" idx="16"/>
          </p:nvPr>
        </p:nvSpPr>
        <p:spPr>
          <a:xfrm>
            <a:off x="5705249" y="3357563"/>
            <a:ext cx="2140374" cy="27495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6" name="Slide Number Placeholder 3">
            <a:extLst>
              <a:ext uri="{FF2B5EF4-FFF2-40B4-BE49-F238E27FC236}">
                <a16:creationId xmlns:a16="http://schemas.microsoft.com/office/drawing/2014/main" id="{8EAFDB7A-387F-173C-A81F-BF4D9ACD20C7}"/>
              </a:ext>
            </a:extLst>
          </p:cNvPr>
          <p:cNvSpPr>
            <a:spLocks noGrp="1"/>
          </p:cNvSpPr>
          <p:nvPr>
            <p:ph type="sldNum" sz="quarter" idx="17"/>
          </p:nvPr>
        </p:nvSpPr>
        <p:spPr>
          <a:xfrm>
            <a:off x="11126972" y="6317863"/>
            <a:ext cx="704666" cy="181362"/>
          </a:xfrm>
          <a:prstGeom prst="rect">
            <a:avLst/>
          </a:prstGeom>
          <a:noFill/>
        </p:spPr>
        <p:txBody>
          <a:bodyPr vert="horz" lIns="0" tIns="0" rIns="0" bIns="0" rtlCol="0" anchor="b">
            <a:noAutofit/>
          </a:bodyPr>
          <a:lstStyle>
            <a:defPPr>
              <a:defRPr lang="en-US"/>
            </a:defPPr>
            <a:lvl1pPr marL="0" algn="r" defTabSz="914400" rtl="0" eaLnBrk="1" latinLnBrk="0" hangingPunct="1">
              <a:defRPr sz="10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0BE2C1E-995C-4121-AD26-7DE6C74EE600}" type="slidenum">
              <a:rPr lang="en-GB" smtClean="0"/>
              <a:t>‹#›</a:t>
            </a:fld>
            <a:endParaRPr lang="en-GB"/>
          </a:p>
        </p:txBody>
      </p:sp>
    </p:spTree>
    <p:extLst>
      <p:ext uri="{BB962C8B-B14F-4D97-AF65-F5344CB8AC3E}">
        <p14:creationId xmlns:p14="http://schemas.microsoft.com/office/powerpoint/2010/main" val="2345274008"/>
      </p:ext>
    </p:extLst>
  </p:cSld>
  <p:clrMapOvr>
    <a:masterClrMapping/>
  </p:clrMapOv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V">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FC6C5F2-0587-E71A-6AF6-1C672CE4AFE7}"/>
              </a:ext>
            </a:extLst>
          </p:cNvPr>
          <p:cNvSpPr/>
          <p:nvPr userDrawn="1"/>
        </p:nvSpPr>
        <p:spPr bwMode="gray">
          <a:xfrm>
            <a:off x="-5419" y="0"/>
            <a:ext cx="383120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GB" sz="1400"/>
          </a:p>
        </p:txBody>
      </p:sp>
      <p:sp>
        <p:nvSpPr>
          <p:cNvPr id="5" name="Footer Placeholder 5">
            <a:extLst>
              <a:ext uri="{FF2B5EF4-FFF2-40B4-BE49-F238E27FC236}">
                <a16:creationId xmlns:a16="http://schemas.microsoft.com/office/drawing/2014/main" id="{E8D38161-7E77-5DB9-F2CC-E33C2846AECE}"/>
              </a:ext>
            </a:extLst>
          </p:cNvPr>
          <p:cNvSpPr>
            <a:spLocks noGrp="1"/>
          </p:cNvSpPr>
          <p:nvPr>
            <p:ph type="ftr" sz="quarter" idx="11"/>
          </p:nvPr>
        </p:nvSpPr>
        <p:spPr>
          <a:xfrm>
            <a:off x="4045397" y="6321425"/>
            <a:ext cx="6718396" cy="367612"/>
          </a:xfrm>
        </p:spPr>
        <p:txBody>
          <a:bodyPr/>
          <a:lstStyle/>
          <a:p>
            <a:endParaRPr lang="en-US"/>
          </a:p>
        </p:txBody>
      </p:sp>
      <p:pic>
        <p:nvPicPr>
          <p:cNvPr id="6" name="Logo-white">
            <a:extLst>
              <a:ext uri="{FF2B5EF4-FFF2-40B4-BE49-F238E27FC236}">
                <a16:creationId xmlns:a16="http://schemas.microsoft.com/office/drawing/2014/main" id="{47D0D993-0553-6A5C-25AB-EFCBE9B5B82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1334902" y="216000"/>
            <a:ext cx="646728" cy="763199"/>
          </a:xfrm>
          <a:prstGeom prst="rect">
            <a:avLst/>
          </a:prstGeom>
        </p:spPr>
      </p:pic>
      <p:sp>
        <p:nvSpPr>
          <p:cNvPr id="7" name="Picture Placeholder 14">
            <a:extLst>
              <a:ext uri="{FF2B5EF4-FFF2-40B4-BE49-F238E27FC236}">
                <a16:creationId xmlns:a16="http://schemas.microsoft.com/office/drawing/2014/main" id="{EBE17BB3-EF85-EA2E-4187-BC13B34E4A47}"/>
              </a:ext>
            </a:extLst>
          </p:cNvPr>
          <p:cNvSpPr>
            <a:spLocks noGrp="1"/>
          </p:cNvSpPr>
          <p:nvPr>
            <p:ph type="pic" sz="quarter" idx="13" hasCustomPrompt="1"/>
          </p:nvPr>
        </p:nvSpPr>
        <p:spPr>
          <a:xfrm>
            <a:off x="360000" y="360000"/>
            <a:ext cx="827999" cy="827999"/>
          </a:xfrm>
          <a:prstGeom prst="ellipse">
            <a:avLst/>
          </a:prstGeom>
          <a:solidFill>
            <a:schemeClr val="bg1"/>
          </a:solidFill>
        </p:spPr>
        <p:txBody>
          <a:bodyPr/>
          <a:lstStyle>
            <a:lvl1pPr marL="0" indent="0" algn="ctr">
              <a:buNone/>
              <a:defRPr sz="1200"/>
            </a:lvl1pPr>
          </a:lstStyle>
          <a:p>
            <a:r>
              <a:rPr lang="en-GB"/>
              <a:t>Profile Picture</a:t>
            </a:r>
          </a:p>
        </p:txBody>
      </p:sp>
      <p:sp>
        <p:nvSpPr>
          <p:cNvPr id="11" name="Text Placeholder 28">
            <a:extLst>
              <a:ext uri="{FF2B5EF4-FFF2-40B4-BE49-F238E27FC236}">
                <a16:creationId xmlns:a16="http://schemas.microsoft.com/office/drawing/2014/main" id="{FFA551A1-BF35-C39C-8697-CB1E9345E642}"/>
              </a:ext>
            </a:extLst>
          </p:cNvPr>
          <p:cNvSpPr>
            <a:spLocks noGrp="1"/>
          </p:cNvSpPr>
          <p:nvPr>
            <p:ph type="body" sz="quarter" idx="15" hasCustomPrompt="1"/>
          </p:nvPr>
        </p:nvSpPr>
        <p:spPr>
          <a:xfrm>
            <a:off x="360000" y="1702992"/>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12" name="TextBox 11">
            <a:extLst>
              <a:ext uri="{FF2B5EF4-FFF2-40B4-BE49-F238E27FC236}">
                <a16:creationId xmlns:a16="http://schemas.microsoft.com/office/drawing/2014/main" id="{5DD36D57-5269-61F2-B19F-1F6BB9536DE8}"/>
              </a:ext>
            </a:extLst>
          </p:cNvPr>
          <p:cNvSpPr txBox="1"/>
          <p:nvPr userDrawn="1"/>
        </p:nvSpPr>
        <p:spPr bwMode="gray">
          <a:xfrm>
            <a:off x="360000" y="1423646"/>
            <a:ext cx="1728192" cy="21409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GB" sz="1050">
                <a:solidFill>
                  <a:schemeClr val="bg1"/>
                </a:solidFill>
                <a:latin typeface="+mj-lt"/>
              </a:rPr>
              <a:t>Experience</a:t>
            </a:r>
            <a:endParaRPr lang="en-GB" sz="1400">
              <a:solidFill>
                <a:schemeClr val="bg1"/>
              </a:solidFill>
              <a:latin typeface="+mj-lt"/>
            </a:endParaRPr>
          </a:p>
        </p:txBody>
      </p:sp>
      <p:sp>
        <p:nvSpPr>
          <p:cNvPr id="13" name="Text Placeholder 28">
            <a:extLst>
              <a:ext uri="{FF2B5EF4-FFF2-40B4-BE49-F238E27FC236}">
                <a16:creationId xmlns:a16="http://schemas.microsoft.com/office/drawing/2014/main" id="{95C386AA-BD58-3018-CD73-1889351A6020}"/>
              </a:ext>
            </a:extLst>
          </p:cNvPr>
          <p:cNvSpPr>
            <a:spLocks noGrp="1"/>
          </p:cNvSpPr>
          <p:nvPr>
            <p:ph type="body" sz="quarter" idx="16" hasCustomPrompt="1"/>
          </p:nvPr>
        </p:nvSpPr>
        <p:spPr>
          <a:xfrm>
            <a:off x="1318063" y="1698131"/>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r>
              <a:rPr lang="en-US"/>
              <a:t>Company</a:t>
            </a:r>
            <a:endParaRPr lang="en-GB"/>
          </a:p>
        </p:txBody>
      </p:sp>
      <p:sp>
        <p:nvSpPr>
          <p:cNvPr id="14" name="Text Placeholder 28">
            <a:extLst>
              <a:ext uri="{FF2B5EF4-FFF2-40B4-BE49-F238E27FC236}">
                <a16:creationId xmlns:a16="http://schemas.microsoft.com/office/drawing/2014/main" id="{8A736D33-7C4D-BC9E-6A16-FE42C1380200}"/>
              </a:ext>
            </a:extLst>
          </p:cNvPr>
          <p:cNvSpPr>
            <a:spLocks noGrp="1"/>
          </p:cNvSpPr>
          <p:nvPr>
            <p:ph type="body" sz="quarter" idx="17" hasCustomPrompt="1"/>
          </p:nvPr>
        </p:nvSpPr>
        <p:spPr>
          <a:xfrm>
            <a:off x="1318063" y="1883242"/>
            <a:ext cx="2412000" cy="180000"/>
          </a:xfrm>
        </p:spPr>
        <p:txBody>
          <a:bodyPr anchor="ctr"/>
          <a:lstStyle>
            <a:lvl1pPr marL="0" indent="0">
              <a:lnSpc>
                <a:spcPct val="100000"/>
              </a:lnSpc>
              <a:spcBef>
                <a:spcPct val="0"/>
              </a:spcBef>
              <a:buNone/>
              <a:defRPr sz="1000" i="0">
                <a:solidFill>
                  <a:schemeClr val="bg1"/>
                </a:solidFill>
              </a:defRPr>
            </a:lvl1pPr>
          </a:lstStyle>
          <a:p>
            <a:pPr lvl="0"/>
            <a:r>
              <a:rPr lang="en-US"/>
              <a:t>Position</a:t>
            </a:r>
            <a:endParaRPr lang="en-GB"/>
          </a:p>
        </p:txBody>
      </p:sp>
      <p:sp>
        <p:nvSpPr>
          <p:cNvPr id="15" name="Text Placeholder 28">
            <a:extLst>
              <a:ext uri="{FF2B5EF4-FFF2-40B4-BE49-F238E27FC236}">
                <a16:creationId xmlns:a16="http://schemas.microsoft.com/office/drawing/2014/main" id="{61A79F10-4485-A613-9A8B-563723845ED9}"/>
              </a:ext>
            </a:extLst>
          </p:cNvPr>
          <p:cNvSpPr>
            <a:spLocks noGrp="1"/>
          </p:cNvSpPr>
          <p:nvPr>
            <p:ph type="body" sz="quarter" idx="18" hasCustomPrompt="1"/>
          </p:nvPr>
        </p:nvSpPr>
        <p:spPr>
          <a:xfrm>
            <a:off x="1435999" y="537937"/>
            <a:ext cx="2304000" cy="180000"/>
          </a:xfrm>
        </p:spPr>
        <p:txBody>
          <a:bodyPr anchor="ctr"/>
          <a:lstStyle>
            <a:lvl1pPr marL="0" indent="0">
              <a:lnSpc>
                <a:spcPct val="100000"/>
              </a:lnSpc>
              <a:spcBef>
                <a:spcPct val="0"/>
              </a:spcBef>
              <a:buNone/>
              <a:defRPr sz="1200" cap="all" baseline="0">
                <a:solidFill>
                  <a:schemeClr val="bg1"/>
                </a:solidFill>
                <a:latin typeface="+mj-lt"/>
              </a:defRPr>
            </a:lvl1pPr>
          </a:lstStyle>
          <a:p>
            <a:pPr lvl="0"/>
            <a:r>
              <a:rPr lang="en-US"/>
              <a:t>Name</a:t>
            </a:r>
            <a:endParaRPr lang="en-GB"/>
          </a:p>
        </p:txBody>
      </p:sp>
      <p:sp>
        <p:nvSpPr>
          <p:cNvPr id="16" name="Text Placeholder 28">
            <a:extLst>
              <a:ext uri="{FF2B5EF4-FFF2-40B4-BE49-F238E27FC236}">
                <a16:creationId xmlns:a16="http://schemas.microsoft.com/office/drawing/2014/main" id="{270F4BB3-DCE3-9B02-3232-62F61B331EAC}"/>
              </a:ext>
            </a:extLst>
          </p:cNvPr>
          <p:cNvSpPr>
            <a:spLocks noGrp="1"/>
          </p:cNvSpPr>
          <p:nvPr>
            <p:ph type="body" sz="quarter" idx="19" hasCustomPrompt="1"/>
          </p:nvPr>
        </p:nvSpPr>
        <p:spPr>
          <a:xfrm>
            <a:off x="1435999" y="791602"/>
            <a:ext cx="2304000" cy="180000"/>
          </a:xfrm>
        </p:spPr>
        <p:txBody>
          <a:bodyPr anchor="ctr"/>
          <a:lstStyle>
            <a:lvl1pPr marL="0" indent="0">
              <a:lnSpc>
                <a:spcPct val="100000"/>
              </a:lnSpc>
              <a:spcBef>
                <a:spcPct val="0"/>
              </a:spcBef>
              <a:buNone/>
              <a:defRPr sz="1050">
                <a:solidFill>
                  <a:schemeClr val="bg1"/>
                </a:solidFill>
              </a:defRPr>
            </a:lvl1pPr>
          </a:lstStyle>
          <a:p>
            <a:pPr lvl="0"/>
            <a:r>
              <a:rPr lang="en-US"/>
              <a:t>Position</a:t>
            </a:r>
            <a:endParaRPr lang="en-GB"/>
          </a:p>
        </p:txBody>
      </p:sp>
      <p:sp>
        <p:nvSpPr>
          <p:cNvPr id="17" name="Text Placeholder 28">
            <a:extLst>
              <a:ext uri="{FF2B5EF4-FFF2-40B4-BE49-F238E27FC236}">
                <a16:creationId xmlns:a16="http://schemas.microsoft.com/office/drawing/2014/main" id="{D000A76F-39EB-4717-E0DF-0035401C2A75}"/>
              </a:ext>
            </a:extLst>
          </p:cNvPr>
          <p:cNvSpPr>
            <a:spLocks noGrp="1"/>
          </p:cNvSpPr>
          <p:nvPr>
            <p:ph type="body" sz="quarter" idx="20" hasCustomPrompt="1"/>
          </p:nvPr>
        </p:nvSpPr>
        <p:spPr>
          <a:xfrm>
            <a:off x="360000" y="2127609"/>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18" name="Text Placeholder 28">
            <a:extLst>
              <a:ext uri="{FF2B5EF4-FFF2-40B4-BE49-F238E27FC236}">
                <a16:creationId xmlns:a16="http://schemas.microsoft.com/office/drawing/2014/main" id="{10BE93CF-7A28-8287-E2C8-BEEFF2A3D430}"/>
              </a:ext>
            </a:extLst>
          </p:cNvPr>
          <p:cNvSpPr>
            <a:spLocks noGrp="1"/>
          </p:cNvSpPr>
          <p:nvPr>
            <p:ph type="body" sz="quarter" idx="21" hasCustomPrompt="1"/>
          </p:nvPr>
        </p:nvSpPr>
        <p:spPr>
          <a:xfrm>
            <a:off x="1318063" y="2123699"/>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r>
              <a:rPr lang="en-US"/>
              <a:t>Company</a:t>
            </a:r>
            <a:endParaRPr lang="en-GB"/>
          </a:p>
        </p:txBody>
      </p:sp>
      <p:sp>
        <p:nvSpPr>
          <p:cNvPr id="19" name="Text Placeholder 28">
            <a:extLst>
              <a:ext uri="{FF2B5EF4-FFF2-40B4-BE49-F238E27FC236}">
                <a16:creationId xmlns:a16="http://schemas.microsoft.com/office/drawing/2014/main" id="{5DF6128E-43D9-ADFD-6D9D-FBB0DE71CB3B}"/>
              </a:ext>
            </a:extLst>
          </p:cNvPr>
          <p:cNvSpPr>
            <a:spLocks noGrp="1"/>
          </p:cNvSpPr>
          <p:nvPr>
            <p:ph type="body" sz="quarter" idx="22" hasCustomPrompt="1"/>
          </p:nvPr>
        </p:nvSpPr>
        <p:spPr>
          <a:xfrm>
            <a:off x="1318063" y="2306603"/>
            <a:ext cx="2412000" cy="180000"/>
          </a:xfrm>
        </p:spPr>
        <p:txBody>
          <a:bodyPr anchor="ctr"/>
          <a:lstStyle>
            <a:lvl1pPr marL="0" indent="0">
              <a:lnSpc>
                <a:spcPct val="100000"/>
              </a:lnSpc>
              <a:spcBef>
                <a:spcPct val="0"/>
              </a:spcBef>
              <a:buNone/>
              <a:defRPr sz="1000" i="0">
                <a:solidFill>
                  <a:schemeClr val="bg1"/>
                </a:solidFill>
              </a:defRPr>
            </a:lvl1pPr>
          </a:lstStyle>
          <a:p>
            <a:pPr lvl="0"/>
            <a:r>
              <a:rPr lang="en-US"/>
              <a:t>Position</a:t>
            </a:r>
            <a:endParaRPr lang="en-GB"/>
          </a:p>
        </p:txBody>
      </p:sp>
      <p:sp>
        <p:nvSpPr>
          <p:cNvPr id="20" name="Text Placeholder 28">
            <a:extLst>
              <a:ext uri="{FF2B5EF4-FFF2-40B4-BE49-F238E27FC236}">
                <a16:creationId xmlns:a16="http://schemas.microsoft.com/office/drawing/2014/main" id="{A9C99A24-736F-B0C4-D508-E38BEEF31087}"/>
              </a:ext>
            </a:extLst>
          </p:cNvPr>
          <p:cNvSpPr>
            <a:spLocks noGrp="1"/>
          </p:cNvSpPr>
          <p:nvPr>
            <p:ph type="body" sz="quarter" idx="23" hasCustomPrompt="1"/>
          </p:nvPr>
        </p:nvSpPr>
        <p:spPr>
          <a:xfrm>
            <a:off x="360000" y="2552226"/>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21" name="Text Placeholder 28">
            <a:extLst>
              <a:ext uri="{FF2B5EF4-FFF2-40B4-BE49-F238E27FC236}">
                <a16:creationId xmlns:a16="http://schemas.microsoft.com/office/drawing/2014/main" id="{D26F8804-7260-2EE7-762E-88F6FFED7F58}"/>
              </a:ext>
            </a:extLst>
          </p:cNvPr>
          <p:cNvSpPr>
            <a:spLocks noGrp="1"/>
          </p:cNvSpPr>
          <p:nvPr>
            <p:ph type="body" sz="quarter" idx="24" hasCustomPrompt="1"/>
          </p:nvPr>
        </p:nvSpPr>
        <p:spPr>
          <a:xfrm>
            <a:off x="1318063" y="2548316"/>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r>
              <a:rPr lang="en-US"/>
              <a:t>Company</a:t>
            </a:r>
            <a:endParaRPr lang="en-GB"/>
          </a:p>
        </p:txBody>
      </p:sp>
      <p:sp>
        <p:nvSpPr>
          <p:cNvPr id="22" name="Text Placeholder 28">
            <a:extLst>
              <a:ext uri="{FF2B5EF4-FFF2-40B4-BE49-F238E27FC236}">
                <a16:creationId xmlns:a16="http://schemas.microsoft.com/office/drawing/2014/main" id="{222390F0-B5A4-FAA4-9BA3-B36823B00F0C}"/>
              </a:ext>
            </a:extLst>
          </p:cNvPr>
          <p:cNvSpPr>
            <a:spLocks noGrp="1"/>
          </p:cNvSpPr>
          <p:nvPr>
            <p:ph type="body" sz="quarter" idx="25" hasCustomPrompt="1"/>
          </p:nvPr>
        </p:nvSpPr>
        <p:spPr>
          <a:xfrm>
            <a:off x="1318063" y="2732885"/>
            <a:ext cx="2412000" cy="180000"/>
          </a:xfrm>
        </p:spPr>
        <p:txBody>
          <a:bodyPr anchor="ctr"/>
          <a:lstStyle>
            <a:lvl1pPr marL="0" indent="0">
              <a:lnSpc>
                <a:spcPct val="100000"/>
              </a:lnSpc>
              <a:spcBef>
                <a:spcPct val="0"/>
              </a:spcBef>
              <a:buNone/>
              <a:defRPr sz="1000" i="0">
                <a:solidFill>
                  <a:schemeClr val="bg1"/>
                </a:solidFill>
              </a:defRPr>
            </a:lvl1pPr>
          </a:lstStyle>
          <a:p>
            <a:pPr lvl="0"/>
            <a:r>
              <a:rPr lang="en-US"/>
              <a:t>Position</a:t>
            </a:r>
            <a:endParaRPr lang="en-GB"/>
          </a:p>
        </p:txBody>
      </p:sp>
      <p:sp>
        <p:nvSpPr>
          <p:cNvPr id="23" name="Text Placeholder 28">
            <a:extLst>
              <a:ext uri="{FF2B5EF4-FFF2-40B4-BE49-F238E27FC236}">
                <a16:creationId xmlns:a16="http://schemas.microsoft.com/office/drawing/2014/main" id="{4C68694E-316F-1EAB-24F0-1A922F5B2ED3}"/>
              </a:ext>
            </a:extLst>
          </p:cNvPr>
          <p:cNvSpPr>
            <a:spLocks noGrp="1"/>
          </p:cNvSpPr>
          <p:nvPr>
            <p:ph type="body" sz="quarter" idx="26" hasCustomPrompt="1"/>
          </p:nvPr>
        </p:nvSpPr>
        <p:spPr>
          <a:xfrm>
            <a:off x="360000" y="2976843"/>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24" name="Text Placeholder 28">
            <a:extLst>
              <a:ext uri="{FF2B5EF4-FFF2-40B4-BE49-F238E27FC236}">
                <a16:creationId xmlns:a16="http://schemas.microsoft.com/office/drawing/2014/main" id="{11E85670-20E0-B0D6-67DE-B1377961E2A4}"/>
              </a:ext>
            </a:extLst>
          </p:cNvPr>
          <p:cNvSpPr>
            <a:spLocks noGrp="1"/>
          </p:cNvSpPr>
          <p:nvPr>
            <p:ph type="body" sz="quarter" idx="27" hasCustomPrompt="1"/>
          </p:nvPr>
        </p:nvSpPr>
        <p:spPr>
          <a:xfrm>
            <a:off x="1318063" y="2972933"/>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r>
              <a:rPr lang="en-US"/>
              <a:t>Company</a:t>
            </a:r>
            <a:endParaRPr lang="en-GB"/>
          </a:p>
        </p:txBody>
      </p:sp>
      <p:sp>
        <p:nvSpPr>
          <p:cNvPr id="25" name="Text Placeholder 28">
            <a:extLst>
              <a:ext uri="{FF2B5EF4-FFF2-40B4-BE49-F238E27FC236}">
                <a16:creationId xmlns:a16="http://schemas.microsoft.com/office/drawing/2014/main" id="{EED7AD66-D019-5E6F-7A97-70CE93096925}"/>
              </a:ext>
            </a:extLst>
          </p:cNvPr>
          <p:cNvSpPr>
            <a:spLocks noGrp="1"/>
          </p:cNvSpPr>
          <p:nvPr>
            <p:ph type="body" sz="quarter" idx="28" hasCustomPrompt="1"/>
          </p:nvPr>
        </p:nvSpPr>
        <p:spPr>
          <a:xfrm>
            <a:off x="1318063" y="3154827"/>
            <a:ext cx="2412000" cy="180000"/>
          </a:xfrm>
        </p:spPr>
        <p:txBody>
          <a:bodyPr anchor="ctr"/>
          <a:lstStyle>
            <a:lvl1pPr marL="0" indent="0">
              <a:lnSpc>
                <a:spcPct val="100000"/>
              </a:lnSpc>
              <a:spcBef>
                <a:spcPct val="0"/>
              </a:spcBef>
              <a:buNone/>
              <a:defRPr sz="1000" i="0">
                <a:solidFill>
                  <a:schemeClr val="bg1"/>
                </a:solidFill>
              </a:defRPr>
            </a:lvl1pPr>
          </a:lstStyle>
          <a:p>
            <a:pPr lvl="0"/>
            <a:r>
              <a:rPr lang="en-US"/>
              <a:t>Position</a:t>
            </a:r>
            <a:endParaRPr lang="en-GB"/>
          </a:p>
        </p:txBody>
      </p:sp>
      <p:sp>
        <p:nvSpPr>
          <p:cNvPr id="26" name="Text Placeholder 28">
            <a:extLst>
              <a:ext uri="{FF2B5EF4-FFF2-40B4-BE49-F238E27FC236}">
                <a16:creationId xmlns:a16="http://schemas.microsoft.com/office/drawing/2014/main" id="{2B8FBF66-DFFE-251C-9E2A-4586984D28D1}"/>
              </a:ext>
            </a:extLst>
          </p:cNvPr>
          <p:cNvSpPr>
            <a:spLocks noGrp="1"/>
          </p:cNvSpPr>
          <p:nvPr>
            <p:ph type="body" sz="quarter" idx="29" hasCustomPrompt="1"/>
          </p:nvPr>
        </p:nvSpPr>
        <p:spPr>
          <a:xfrm>
            <a:off x="360000" y="3401460"/>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27" name="Text Placeholder 28">
            <a:extLst>
              <a:ext uri="{FF2B5EF4-FFF2-40B4-BE49-F238E27FC236}">
                <a16:creationId xmlns:a16="http://schemas.microsoft.com/office/drawing/2014/main" id="{4C5DA838-4784-63F5-90D3-F935B5EC2526}"/>
              </a:ext>
            </a:extLst>
          </p:cNvPr>
          <p:cNvSpPr>
            <a:spLocks noGrp="1"/>
          </p:cNvSpPr>
          <p:nvPr>
            <p:ph type="body" sz="quarter" idx="30" hasCustomPrompt="1"/>
          </p:nvPr>
        </p:nvSpPr>
        <p:spPr>
          <a:xfrm>
            <a:off x="1318063" y="3397550"/>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r>
              <a:rPr lang="en-US"/>
              <a:t>Company</a:t>
            </a:r>
            <a:endParaRPr lang="en-GB"/>
          </a:p>
        </p:txBody>
      </p:sp>
      <p:sp>
        <p:nvSpPr>
          <p:cNvPr id="28" name="Text Placeholder 28">
            <a:extLst>
              <a:ext uri="{FF2B5EF4-FFF2-40B4-BE49-F238E27FC236}">
                <a16:creationId xmlns:a16="http://schemas.microsoft.com/office/drawing/2014/main" id="{D3AA768A-2A3D-272F-11D7-C36415A148D0}"/>
              </a:ext>
            </a:extLst>
          </p:cNvPr>
          <p:cNvSpPr>
            <a:spLocks noGrp="1"/>
          </p:cNvSpPr>
          <p:nvPr>
            <p:ph type="body" sz="quarter" idx="31" hasCustomPrompt="1"/>
          </p:nvPr>
        </p:nvSpPr>
        <p:spPr>
          <a:xfrm>
            <a:off x="1318063" y="3579442"/>
            <a:ext cx="2412000" cy="180000"/>
          </a:xfrm>
        </p:spPr>
        <p:txBody>
          <a:bodyPr anchor="ctr"/>
          <a:lstStyle>
            <a:lvl1pPr marL="0" indent="0">
              <a:lnSpc>
                <a:spcPct val="100000"/>
              </a:lnSpc>
              <a:spcBef>
                <a:spcPct val="0"/>
              </a:spcBef>
              <a:buNone/>
              <a:defRPr sz="1000" i="0">
                <a:solidFill>
                  <a:schemeClr val="bg1"/>
                </a:solidFill>
              </a:defRPr>
            </a:lvl1pPr>
          </a:lstStyle>
          <a:p>
            <a:pPr lvl="0"/>
            <a:r>
              <a:rPr lang="en-US"/>
              <a:t>Position</a:t>
            </a:r>
            <a:endParaRPr lang="en-GB"/>
          </a:p>
        </p:txBody>
      </p:sp>
      <p:sp>
        <p:nvSpPr>
          <p:cNvPr id="29" name="TextBox 28">
            <a:extLst>
              <a:ext uri="{FF2B5EF4-FFF2-40B4-BE49-F238E27FC236}">
                <a16:creationId xmlns:a16="http://schemas.microsoft.com/office/drawing/2014/main" id="{81F33A88-0CC6-6AC9-55DE-40131965FD14}"/>
              </a:ext>
            </a:extLst>
          </p:cNvPr>
          <p:cNvSpPr txBox="1"/>
          <p:nvPr userDrawn="1"/>
        </p:nvSpPr>
        <p:spPr bwMode="gray">
          <a:xfrm>
            <a:off x="360000" y="4255608"/>
            <a:ext cx="1728192" cy="21409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GB" sz="1050">
                <a:solidFill>
                  <a:schemeClr val="bg1"/>
                </a:solidFill>
                <a:latin typeface="+mj-lt"/>
              </a:rPr>
              <a:t>Education</a:t>
            </a:r>
            <a:endParaRPr lang="en-GB" sz="1400">
              <a:solidFill>
                <a:schemeClr val="bg1"/>
              </a:solidFill>
              <a:latin typeface="+mj-lt"/>
            </a:endParaRPr>
          </a:p>
        </p:txBody>
      </p:sp>
      <p:sp>
        <p:nvSpPr>
          <p:cNvPr id="30" name="Text Placeholder 28">
            <a:extLst>
              <a:ext uri="{FF2B5EF4-FFF2-40B4-BE49-F238E27FC236}">
                <a16:creationId xmlns:a16="http://schemas.microsoft.com/office/drawing/2014/main" id="{D528D76E-A573-F9D9-C601-5FA53C4BBC67}"/>
              </a:ext>
            </a:extLst>
          </p:cNvPr>
          <p:cNvSpPr>
            <a:spLocks noGrp="1"/>
          </p:cNvSpPr>
          <p:nvPr>
            <p:ph type="body" sz="quarter" idx="32" hasCustomPrompt="1"/>
          </p:nvPr>
        </p:nvSpPr>
        <p:spPr>
          <a:xfrm>
            <a:off x="360000" y="3826075"/>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31" name="Text Placeholder 28">
            <a:extLst>
              <a:ext uri="{FF2B5EF4-FFF2-40B4-BE49-F238E27FC236}">
                <a16:creationId xmlns:a16="http://schemas.microsoft.com/office/drawing/2014/main" id="{9D50B0BE-C016-444A-17C9-6E35F13BE504}"/>
              </a:ext>
            </a:extLst>
          </p:cNvPr>
          <p:cNvSpPr>
            <a:spLocks noGrp="1"/>
          </p:cNvSpPr>
          <p:nvPr>
            <p:ph type="body" sz="quarter" idx="33" hasCustomPrompt="1"/>
          </p:nvPr>
        </p:nvSpPr>
        <p:spPr>
          <a:xfrm>
            <a:off x="1318063" y="3822165"/>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r>
              <a:rPr lang="en-US"/>
              <a:t>Company</a:t>
            </a:r>
            <a:endParaRPr lang="en-GB"/>
          </a:p>
        </p:txBody>
      </p:sp>
      <p:sp>
        <p:nvSpPr>
          <p:cNvPr id="32" name="Text Placeholder 28">
            <a:extLst>
              <a:ext uri="{FF2B5EF4-FFF2-40B4-BE49-F238E27FC236}">
                <a16:creationId xmlns:a16="http://schemas.microsoft.com/office/drawing/2014/main" id="{526D5D41-1C3C-76EB-C05D-7E16921435F8}"/>
              </a:ext>
            </a:extLst>
          </p:cNvPr>
          <p:cNvSpPr>
            <a:spLocks noGrp="1"/>
          </p:cNvSpPr>
          <p:nvPr>
            <p:ph type="body" sz="quarter" idx="34" hasCustomPrompt="1"/>
          </p:nvPr>
        </p:nvSpPr>
        <p:spPr>
          <a:xfrm>
            <a:off x="1318063" y="4004435"/>
            <a:ext cx="2412000" cy="180000"/>
          </a:xfrm>
        </p:spPr>
        <p:txBody>
          <a:bodyPr anchor="ctr"/>
          <a:lstStyle>
            <a:lvl1pPr marL="0" indent="0">
              <a:lnSpc>
                <a:spcPct val="100000"/>
              </a:lnSpc>
              <a:spcBef>
                <a:spcPct val="0"/>
              </a:spcBef>
              <a:buNone/>
              <a:defRPr sz="1000" i="0">
                <a:solidFill>
                  <a:schemeClr val="bg1"/>
                </a:solidFill>
              </a:defRPr>
            </a:lvl1pPr>
          </a:lstStyle>
          <a:p>
            <a:pPr lvl="0"/>
            <a:r>
              <a:rPr lang="en-US"/>
              <a:t>Position</a:t>
            </a:r>
            <a:endParaRPr lang="en-GB"/>
          </a:p>
        </p:txBody>
      </p:sp>
      <p:sp>
        <p:nvSpPr>
          <p:cNvPr id="33" name="Text Placeholder 28">
            <a:extLst>
              <a:ext uri="{FF2B5EF4-FFF2-40B4-BE49-F238E27FC236}">
                <a16:creationId xmlns:a16="http://schemas.microsoft.com/office/drawing/2014/main" id="{1DC02364-A753-EDBC-CABA-1B1CC5DC5D2C}"/>
              </a:ext>
            </a:extLst>
          </p:cNvPr>
          <p:cNvSpPr>
            <a:spLocks noGrp="1"/>
          </p:cNvSpPr>
          <p:nvPr>
            <p:ph type="body" sz="quarter" idx="35" hasCustomPrompt="1"/>
          </p:nvPr>
        </p:nvSpPr>
        <p:spPr>
          <a:xfrm>
            <a:off x="360000" y="4534436"/>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34" name="Text Placeholder 28">
            <a:extLst>
              <a:ext uri="{FF2B5EF4-FFF2-40B4-BE49-F238E27FC236}">
                <a16:creationId xmlns:a16="http://schemas.microsoft.com/office/drawing/2014/main" id="{6621A6E0-57E5-2079-BCA4-F78EBDDAF1DA}"/>
              </a:ext>
            </a:extLst>
          </p:cNvPr>
          <p:cNvSpPr>
            <a:spLocks noGrp="1"/>
          </p:cNvSpPr>
          <p:nvPr>
            <p:ph type="body" sz="quarter" idx="36" hasCustomPrompt="1"/>
          </p:nvPr>
        </p:nvSpPr>
        <p:spPr>
          <a:xfrm>
            <a:off x="1301726" y="4530526"/>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r>
              <a:rPr lang="en-US"/>
              <a:t>Degree</a:t>
            </a:r>
            <a:endParaRPr lang="en-GB"/>
          </a:p>
        </p:txBody>
      </p:sp>
      <p:sp>
        <p:nvSpPr>
          <p:cNvPr id="35" name="Text Placeholder 28">
            <a:extLst>
              <a:ext uri="{FF2B5EF4-FFF2-40B4-BE49-F238E27FC236}">
                <a16:creationId xmlns:a16="http://schemas.microsoft.com/office/drawing/2014/main" id="{4DF38E78-DB04-460D-4CAA-F0E43B0D3B42}"/>
              </a:ext>
            </a:extLst>
          </p:cNvPr>
          <p:cNvSpPr>
            <a:spLocks noGrp="1"/>
          </p:cNvSpPr>
          <p:nvPr>
            <p:ph type="body" sz="quarter" idx="37" hasCustomPrompt="1"/>
          </p:nvPr>
        </p:nvSpPr>
        <p:spPr>
          <a:xfrm>
            <a:off x="1301726" y="4712796"/>
            <a:ext cx="2412000" cy="180000"/>
          </a:xfrm>
        </p:spPr>
        <p:txBody>
          <a:bodyPr anchor="ctr"/>
          <a:lstStyle>
            <a:lvl1pPr marL="0" indent="0">
              <a:lnSpc>
                <a:spcPct val="100000"/>
              </a:lnSpc>
              <a:spcBef>
                <a:spcPct val="0"/>
              </a:spcBef>
              <a:buNone/>
              <a:defRPr sz="1000" i="0">
                <a:solidFill>
                  <a:schemeClr val="bg1"/>
                </a:solidFill>
              </a:defRPr>
            </a:lvl1pPr>
          </a:lstStyle>
          <a:p>
            <a:pPr lvl="0"/>
            <a:r>
              <a:rPr lang="en-US"/>
              <a:t>University</a:t>
            </a:r>
            <a:endParaRPr lang="en-GB"/>
          </a:p>
        </p:txBody>
      </p:sp>
      <p:sp>
        <p:nvSpPr>
          <p:cNvPr id="36" name="Text Placeholder 28">
            <a:extLst>
              <a:ext uri="{FF2B5EF4-FFF2-40B4-BE49-F238E27FC236}">
                <a16:creationId xmlns:a16="http://schemas.microsoft.com/office/drawing/2014/main" id="{86F60684-9E1F-4490-3925-5D10C5CE8B08}"/>
              </a:ext>
            </a:extLst>
          </p:cNvPr>
          <p:cNvSpPr>
            <a:spLocks noGrp="1"/>
          </p:cNvSpPr>
          <p:nvPr>
            <p:ph type="body" sz="quarter" idx="38" hasCustomPrompt="1"/>
          </p:nvPr>
        </p:nvSpPr>
        <p:spPr>
          <a:xfrm>
            <a:off x="360000" y="4950211"/>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37" name="Text Placeholder 28">
            <a:extLst>
              <a:ext uri="{FF2B5EF4-FFF2-40B4-BE49-F238E27FC236}">
                <a16:creationId xmlns:a16="http://schemas.microsoft.com/office/drawing/2014/main" id="{8F941659-E09F-20AE-4C67-4EA79AD8B15D}"/>
              </a:ext>
            </a:extLst>
          </p:cNvPr>
          <p:cNvSpPr>
            <a:spLocks noGrp="1"/>
          </p:cNvSpPr>
          <p:nvPr>
            <p:ph type="body" sz="quarter" idx="39" hasCustomPrompt="1"/>
          </p:nvPr>
        </p:nvSpPr>
        <p:spPr>
          <a:xfrm>
            <a:off x="1301726" y="4950211"/>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r>
              <a:rPr lang="en-US"/>
              <a:t>Degree</a:t>
            </a:r>
            <a:endParaRPr lang="en-GB"/>
          </a:p>
        </p:txBody>
      </p:sp>
      <p:sp>
        <p:nvSpPr>
          <p:cNvPr id="38" name="Text Placeholder 28">
            <a:extLst>
              <a:ext uri="{FF2B5EF4-FFF2-40B4-BE49-F238E27FC236}">
                <a16:creationId xmlns:a16="http://schemas.microsoft.com/office/drawing/2014/main" id="{39D0EA40-1271-49EB-AC44-94CD65A31385}"/>
              </a:ext>
            </a:extLst>
          </p:cNvPr>
          <p:cNvSpPr>
            <a:spLocks noGrp="1"/>
          </p:cNvSpPr>
          <p:nvPr>
            <p:ph type="body" sz="quarter" idx="40" hasCustomPrompt="1"/>
          </p:nvPr>
        </p:nvSpPr>
        <p:spPr>
          <a:xfrm>
            <a:off x="1301726" y="5132481"/>
            <a:ext cx="2412000" cy="180000"/>
          </a:xfrm>
        </p:spPr>
        <p:txBody>
          <a:bodyPr anchor="ctr"/>
          <a:lstStyle>
            <a:lvl1pPr marL="0" indent="0">
              <a:lnSpc>
                <a:spcPct val="100000"/>
              </a:lnSpc>
              <a:spcBef>
                <a:spcPct val="0"/>
              </a:spcBef>
              <a:buNone/>
              <a:defRPr sz="1000" i="0">
                <a:solidFill>
                  <a:schemeClr val="bg1"/>
                </a:solidFill>
              </a:defRPr>
            </a:lvl1pPr>
          </a:lstStyle>
          <a:p>
            <a:pPr lvl="0"/>
            <a:r>
              <a:rPr lang="en-US"/>
              <a:t>University</a:t>
            </a:r>
            <a:endParaRPr lang="en-GB"/>
          </a:p>
        </p:txBody>
      </p:sp>
      <p:sp>
        <p:nvSpPr>
          <p:cNvPr id="39" name="Text Placeholder 28">
            <a:extLst>
              <a:ext uri="{FF2B5EF4-FFF2-40B4-BE49-F238E27FC236}">
                <a16:creationId xmlns:a16="http://schemas.microsoft.com/office/drawing/2014/main" id="{D4823A69-87F2-24AF-79E6-6E01DA864357}"/>
              </a:ext>
            </a:extLst>
          </p:cNvPr>
          <p:cNvSpPr>
            <a:spLocks noGrp="1"/>
          </p:cNvSpPr>
          <p:nvPr>
            <p:ph type="body" sz="quarter" idx="41" hasCustomPrompt="1"/>
          </p:nvPr>
        </p:nvSpPr>
        <p:spPr>
          <a:xfrm>
            <a:off x="360000" y="5379382"/>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40" name="Text Placeholder 28">
            <a:extLst>
              <a:ext uri="{FF2B5EF4-FFF2-40B4-BE49-F238E27FC236}">
                <a16:creationId xmlns:a16="http://schemas.microsoft.com/office/drawing/2014/main" id="{BD78FA25-8EEB-1349-AF53-5FB24D7C7604}"/>
              </a:ext>
            </a:extLst>
          </p:cNvPr>
          <p:cNvSpPr>
            <a:spLocks noGrp="1"/>
          </p:cNvSpPr>
          <p:nvPr>
            <p:ph type="body" sz="quarter" idx="42" hasCustomPrompt="1"/>
          </p:nvPr>
        </p:nvSpPr>
        <p:spPr>
          <a:xfrm>
            <a:off x="1301771" y="5379382"/>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r>
              <a:rPr lang="en-US"/>
              <a:t>Degree</a:t>
            </a:r>
            <a:endParaRPr lang="en-GB"/>
          </a:p>
        </p:txBody>
      </p:sp>
      <p:sp>
        <p:nvSpPr>
          <p:cNvPr id="41" name="Text Placeholder 28">
            <a:extLst>
              <a:ext uri="{FF2B5EF4-FFF2-40B4-BE49-F238E27FC236}">
                <a16:creationId xmlns:a16="http://schemas.microsoft.com/office/drawing/2014/main" id="{01C96766-647A-B828-DF52-E9C648145114}"/>
              </a:ext>
            </a:extLst>
          </p:cNvPr>
          <p:cNvSpPr>
            <a:spLocks noGrp="1"/>
          </p:cNvSpPr>
          <p:nvPr>
            <p:ph type="body" sz="quarter" idx="43" hasCustomPrompt="1"/>
          </p:nvPr>
        </p:nvSpPr>
        <p:spPr>
          <a:xfrm>
            <a:off x="1301771" y="5561652"/>
            <a:ext cx="2412000" cy="180000"/>
          </a:xfrm>
        </p:spPr>
        <p:txBody>
          <a:bodyPr anchor="ctr"/>
          <a:lstStyle>
            <a:lvl1pPr marL="0" indent="0">
              <a:lnSpc>
                <a:spcPct val="100000"/>
              </a:lnSpc>
              <a:spcBef>
                <a:spcPct val="0"/>
              </a:spcBef>
              <a:buNone/>
              <a:defRPr sz="1000" i="0">
                <a:solidFill>
                  <a:schemeClr val="bg1"/>
                </a:solidFill>
              </a:defRPr>
            </a:lvl1pPr>
          </a:lstStyle>
          <a:p>
            <a:pPr lvl="0"/>
            <a:r>
              <a:rPr lang="en-US"/>
              <a:t>University</a:t>
            </a:r>
            <a:endParaRPr lang="en-GB"/>
          </a:p>
        </p:txBody>
      </p:sp>
      <p:sp>
        <p:nvSpPr>
          <p:cNvPr id="42" name="Text Placeholder 28">
            <a:extLst>
              <a:ext uri="{FF2B5EF4-FFF2-40B4-BE49-F238E27FC236}">
                <a16:creationId xmlns:a16="http://schemas.microsoft.com/office/drawing/2014/main" id="{AFD2DE3F-C928-B96B-283E-E0541DA833E6}"/>
              </a:ext>
            </a:extLst>
          </p:cNvPr>
          <p:cNvSpPr>
            <a:spLocks noGrp="1"/>
          </p:cNvSpPr>
          <p:nvPr>
            <p:ph type="body" sz="quarter" idx="44" hasCustomPrompt="1"/>
          </p:nvPr>
        </p:nvSpPr>
        <p:spPr>
          <a:xfrm>
            <a:off x="360000" y="5803034"/>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43" name="Text Placeholder 28">
            <a:extLst>
              <a:ext uri="{FF2B5EF4-FFF2-40B4-BE49-F238E27FC236}">
                <a16:creationId xmlns:a16="http://schemas.microsoft.com/office/drawing/2014/main" id="{C7FE8ED1-E3CB-04AA-A14E-44D0612C409E}"/>
              </a:ext>
            </a:extLst>
          </p:cNvPr>
          <p:cNvSpPr>
            <a:spLocks noGrp="1"/>
          </p:cNvSpPr>
          <p:nvPr>
            <p:ph type="body" sz="quarter" idx="45" hasCustomPrompt="1"/>
          </p:nvPr>
        </p:nvSpPr>
        <p:spPr>
          <a:xfrm>
            <a:off x="1301726" y="5803034"/>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r>
              <a:rPr lang="en-US"/>
              <a:t>Degree</a:t>
            </a:r>
            <a:endParaRPr lang="en-GB"/>
          </a:p>
        </p:txBody>
      </p:sp>
      <p:sp>
        <p:nvSpPr>
          <p:cNvPr id="44" name="Text Placeholder 28">
            <a:extLst>
              <a:ext uri="{FF2B5EF4-FFF2-40B4-BE49-F238E27FC236}">
                <a16:creationId xmlns:a16="http://schemas.microsoft.com/office/drawing/2014/main" id="{419D92B9-7B14-9DD5-1D8D-6F4998979748}"/>
              </a:ext>
            </a:extLst>
          </p:cNvPr>
          <p:cNvSpPr>
            <a:spLocks noGrp="1"/>
          </p:cNvSpPr>
          <p:nvPr>
            <p:ph type="body" sz="quarter" idx="46" hasCustomPrompt="1"/>
          </p:nvPr>
        </p:nvSpPr>
        <p:spPr>
          <a:xfrm>
            <a:off x="1301726" y="5985304"/>
            <a:ext cx="2412000" cy="180000"/>
          </a:xfrm>
        </p:spPr>
        <p:txBody>
          <a:bodyPr anchor="ctr"/>
          <a:lstStyle>
            <a:lvl1pPr marL="0" indent="0">
              <a:lnSpc>
                <a:spcPct val="100000"/>
              </a:lnSpc>
              <a:spcBef>
                <a:spcPct val="0"/>
              </a:spcBef>
              <a:buNone/>
              <a:defRPr sz="1000" i="0">
                <a:solidFill>
                  <a:schemeClr val="bg1"/>
                </a:solidFill>
              </a:defRPr>
            </a:lvl1pPr>
          </a:lstStyle>
          <a:p>
            <a:pPr lvl="0"/>
            <a:r>
              <a:rPr lang="en-US"/>
              <a:t>University</a:t>
            </a:r>
            <a:endParaRPr lang="en-GB"/>
          </a:p>
        </p:txBody>
      </p:sp>
      <p:cxnSp>
        <p:nvCxnSpPr>
          <p:cNvPr id="47" name="Straight Connector 46">
            <a:extLst>
              <a:ext uri="{FF2B5EF4-FFF2-40B4-BE49-F238E27FC236}">
                <a16:creationId xmlns:a16="http://schemas.microsoft.com/office/drawing/2014/main" id="{315F8357-43DD-1A1D-1A89-5E88624679A6}"/>
              </a:ext>
            </a:extLst>
          </p:cNvPr>
          <p:cNvCxnSpPr/>
          <p:nvPr userDrawn="1"/>
        </p:nvCxnSpPr>
        <p:spPr bwMode="gray">
          <a:xfrm flipH="1">
            <a:off x="6603203" y="1714748"/>
            <a:ext cx="0" cy="3327789"/>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1D82318C-C484-CDFD-1065-148C3A6F1227}"/>
              </a:ext>
            </a:extLst>
          </p:cNvPr>
          <p:cNvSpPr txBox="1"/>
          <p:nvPr userDrawn="1"/>
        </p:nvSpPr>
        <p:spPr bwMode="gray">
          <a:xfrm>
            <a:off x="4045397" y="1431471"/>
            <a:ext cx="1728192" cy="24833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GB" sz="1200">
                <a:solidFill>
                  <a:schemeClr val="tx1">
                    <a:lumMod val="60000"/>
                    <a:lumOff val="40000"/>
                  </a:schemeClr>
                </a:solidFill>
                <a:latin typeface="+mj-lt"/>
              </a:rPr>
              <a:t>Introduction</a:t>
            </a:r>
          </a:p>
        </p:txBody>
      </p:sp>
      <p:sp>
        <p:nvSpPr>
          <p:cNvPr id="49" name="TextBox 48">
            <a:extLst>
              <a:ext uri="{FF2B5EF4-FFF2-40B4-BE49-F238E27FC236}">
                <a16:creationId xmlns:a16="http://schemas.microsoft.com/office/drawing/2014/main" id="{AF053DF0-2CC7-2581-167F-81441EC1B378}"/>
              </a:ext>
            </a:extLst>
          </p:cNvPr>
          <p:cNvSpPr txBox="1"/>
          <p:nvPr userDrawn="1"/>
        </p:nvSpPr>
        <p:spPr bwMode="gray">
          <a:xfrm>
            <a:off x="6713009" y="1431471"/>
            <a:ext cx="1728192" cy="24833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GB" sz="1200">
                <a:solidFill>
                  <a:schemeClr val="tx1">
                    <a:lumMod val="60000"/>
                    <a:lumOff val="40000"/>
                  </a:schemeClr>
                </a:solidFill>
                <a:latin typeface="+mj-lt"/>
              </a:rPr>
              <a:t>Experience</a:t>
            </a:r>
          </a:p>
        </p:txBody>
      </p:sp>
      <p:sp>
        <p:nvSpPr>
          <p:cNvPr id="50" name="TextBox 49">
            <a:extLst>
              <a:ext uri="{FF2B5EF4-FFF2-40B4-BE49-F238E27FC236}">
                <a16:creationId xmlns:a16="http://schemas.microsoft.com/office/drawing/2014/main" id="{DAE1FE77-4203-3A77-1DF0-64E55114371C}"/>
              </a:ext>
            </a:extLst>
          </p:cNvPr>
          <p:cNvSpPr txBox="1"/>
          <p:nvPr userDrawn="1"/>
        </p:nvSpPr>
        <p:spPr bwMode="gray">
          <a:xfrm>
            <a:off x="9380620" y="1431471"/>
            <a:ext cx="1728192" cy="24833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GB" sz="1200">
                <a:solidFill>
                  <a:schemeClr val="tx1">
                    <a:lumMod val="60000"/>
                    <a:lumOff val="40000"/>
                  </a:schemeClr>
                </a:solidFill>
                <a:latin typeface="+mj-lt"/>
              </a:rPr>
              <a:t>Previous Clients</a:t>
            </a:r>
          </a:p>
        </p:txBody>
      </p:sp>
      <p:sp>
        <p:nvSpPr>
          <p:cNvPr id="51" name="Text Placeholder 78">
            <a:extLst>
              <a:ext uri="{FF2B5EF4-FFF2-40B4-BE49-F238E27FC236}">
                <a16:creationId xmlns:a16="http://schemas.microsoft.com/office/drawing/2014/main" id="{345D3BD3-E93F-2AA0-6CEF-F4F22AB6966F}"/>
              </a:ext>
            </a:extLst>
          </p:cNvPr>
          <p:cNvSpPr>
            <a:spLocks noGrp="1"/>
          </p:cNvSpPr>
          <p:nvPr>
            <p:ph type="body" sz="quarter" idx="48"/>
          </p:nvPr>
        </p:nvSpPr>
        <p:spPr>
          <a:xfrm>
            <a:off x="4045397" y="1714749"/>
            <a:ext cx="2448000" cy="3370436"/>
          </a:xfrm>
        </p:spPr>
        <p:txBody>
          <a:bodyPr/>
          <a:lstStyle>
            <a:lvl1pPr marL="0" indent="0">
              <a:lnSpc>
                <a:spcPct val="100000"/>
              </a:lnSpc>
              <a:spcBef>
                <a:spcPts val="600"/>
              </a:spcBef>
              <a:buNone/>
              <a:defRPr sz="1050">
                <a:solidFill>
                  <a:schemeClr val="tx1"/>
                </a:solidFill>
              </a:defRPr>
            </a:lvl1pPr>
          </a:lstStyle>
          <a:p>
            <a:pPr lvl="0"/>
            <a:r>
              <a:rPr lang="en-GB"/>
              <a:t>Click to edit Master text styles</a:t>
            </a:r>
          </a:p>
        </p:txBody>
      </p:sp>
      <p:sp>
        <p:nvSpPr>
          <p:cNvPr id="52" name="Text Placeholder 78">
            <a:extLst>
              <a:ext uri="{FF2B5EF4-FFF2-40B4-BE49-F238E27FC236}">
                <a16:creationId xmlns:a16="http://schemas.microsoft.com/office/drawing/2014/main" id="{DC489207-8832-E637-CADE-E780786A43F2}"/>
              </a:ext>
            </a:extLst>
          </p:cNvPr>
          <p:cNvSpPr>
            <a:spLocks noGrp="1"/>
          </p:cNvSpPr>
          <p:nvPr>
            <p:ph type="body" sz="quarter" idx="49"/>
          </p:nvPr>
        </p:nvSpPr>
        <p:spPr>
          <a:xfrm>
            <a:off x="6713009" y="1714749"/>
            <a:ext cx="2448000" cy="3370436"/>
          </a:xfrm>
        </p:spPr>
        <p:txBody>
          <a:bodyPr/>
          <a:lstStyle>
            <a:lvl1pPr marL="0" indent="0">
              <a:lnSpc>
                <a:spcPct val="100000"/>
              </a:lnSpc>
              <a:spcBef>
                <a:spcPts val="600"/>
              </a:spcBef>
              <a:buNone/>
              <a:defRPr sz="1050">
                <a:solidFill>
                  <a:schemeClr val="tx1"/>
                </a:solidFill>
              </a:defRPr>
            </a:lvl1pPr>
          </a:lstStyle>
          <a:p>
            <a:pPr lvl="0"/>
            <a:r>
              <a:rPr lang="en-GB"/>
              <a:t>Click to edit Master text styles</a:t>
            </a:r>
          </a:p>
        </p:txBody>
      </p:sp>
      <p:sp>
        <p:nvSpPr>
          <p:cNvPr id="53" name="Text Placeholder 84">
            <a:extLst>
              <a:ext uri="{FF2B5EF4-FFF2-40B4-BE49-F238E27FC236}">
                <a16:creationId xmlns:a16="http://schemas.microsoft.com/office/drawing/2014/main" id="{5EDE2799-0BFA-DE06-8453-0243AE60F7DD}"/>
              </a:ext>
            </a:extLst>
          </p:cNvPr>
          <p:cNvSpPr>
            <a:spLocks noGrp="1"/>
          </p:cNvSpPr>
          <p:nvPr>
            <p:ph type="body" sz="quarter" idx="51" hasCustomPrompt="1"/>
          </p:nvPr>
        </p:nvSpPr>
        <p:spPr>
          <a:xfrm>
            <a:off x="9380620" y="1714748"/>
            <a:ext cx="2448000" cy="3370436"/>
          </a:xfrm>
        </p:spPr>
        <p:txBody>
          <a:bodyPr/>
          <a:lstStyle>
            <a:lvl1pPr marL="0" indent="0">
              <a:lnSpc>
                <a:spcPct val="100000"/>
              </a:lnSpc>
              <a:buNone/>
              <a:defRPr sz="1050">
                <a:solidFill>
                  <a:schemeClr val="tx1"/>
                </a:solidFill>
              </a:defRPr>
            </a:lvl1pPr>
          </a:lstStyle>
          <a:p>
            <a:pPr lvl="0"/>
            <a:r>
              <a:rPr lang="en-US"/>
              <a:t>Clients</a:t>
            </a:r>
          </a:p>
        </p:txBody>
      </p:sp>
      <p:sp>
        <p:nvSpPr>
          <p:cNvPr id="54" name="TextBox 53">
            <a:extLst>
              <a:ext uri="{FF2B5EF4-FFF2-40B4-BE49-F238E27FC236}">
                <a16:creationId xmlns:a16="http://schemas.microsoft.com/office/drawing/2014/main" id="{05EF81C3-C106-72C6-708F-A4EAF1D82778}"/>
              </a:ext>
            </a:extLst>
          </p:cNvPr>
          <p:cNvSpPr txBox="1"/>
          <p:nvPr userDrawn="1"/>
        </p:nvSpPr>
        <p:spPr bwMode="gray">
          <a:xfrm>
            <a:off x="4068405" y="283262"/>
            <a:ext cx="1728192" cy="24833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GB" sz="1200">
                <a:solidFill>
                  <a:schemeClr val="tx1">
                    <a:lumMod val="60000"/>
                    <a:lumOff val="40000"/>
                  </a:schemeClr>
                </a:solidFill>
                <a:latin typeface="+mj-lt"/>
              </a:rPr>
              <a:t>Contact</a:t>
            </a:r>
          </a:p>
        </p:txBody>
      </p:sp>
      <p:sp>
        <p:nvSpPr>
          <p:cNvPr id="55" name="Text Placeholder 28">
            <a:extLst>
              <a:ext uri="{FF2B5EF4-FFF2-40B4-BE49-F238E27FC236}">
                <a16:creationId xmlns:a16="http://schemas.microsoft.com/office/drawing/2014/main" id="{83159BD0-29EF-BB05-0108-C079B08252BE}"/>
              </a:ext>
            </a:extLst>
          </p:cNvPr>
          <p:cNvSpPr>
            <a:spLocks noGrp="1"/>
          </p:cNvSpPr>
          <p:nvPr>
            <p:ph type="body" sz="quarter" idx="52" hasCustomPrompt="1"/>
          </p:nvPr>
        </p:nvSpPr>
        <p:spPr>
          <a:xfrm>
            <a:off x="4068405" y="542083"/>
            <a:ext cx="2592000" cy="180000"/>
          </a:xfrm>
        </p:spPr>
        <p:txBody>
          <a:bodyPr anchor="ctr"/>
          <a:lstStyle>
            <a:lvl1pPr marL="0" indent="0">
              <a:lnSpc>
                <a:spcPct val="100000"/>
              </a:lnSpc>
              <a:spcBef>
                <a:spcPct val="0"/>
              </a:spcBef>
              <a:buNone/>
              <a:defRPr sz="1000">
                <a:solidFill>
                  <a:schemeClr val="tx1"/>
                </a:solidFill>
              </a:defRPr>
            </a:lvl1pPr>
          </a:lstStyle>
          <a:p>
            <a:pPr lvl="0"/>
            <a:r>
              <a:rPr lang="en-US"/>
              <a:t>Email</a:t>
            </a:r>
            <a:endParaRPr lang="en-GB"/>
          </a:p>
        </p:txBody>
      </p:sp>
      <p:sp>
        <p:nvSpPr>
          <p:cNvPr id="56" name="Text Placeholder 28">
            <a:extLst>
              <a:ext uri="{FF2B5EF4-FFF2-40B4-BE49-F238E27FC236}">
                <a16:creationId xmlns:a16="http://schemas.microsoft.com/office/drawing/2014/main" id="{A0F02E58-1FF0-CD9F-A774-F5F24E67DF13}"/>
              </a:ext>
            </a:extLst>
          </p:cNvPr>
          <p:cNvSpPr>
            <a:spLocks noGrp="1"/>
          </p:cNvSpPr>
          <p:nvPr>
            <p:ph type="body" sz="quarter" idx="53" hasCustomPrompt="1"/>
          </p:nvPr>
        </p:nvSpPr>
        <p:spPr>
          <a:xfrm>
            <a:off x="4068405" y="791602"/>
            <a:ext cx="2592000" cy="180000"/>
          </a:xfrm>
        </p:spPr>
        <p:txBody>
          <a:bodyPr anchor="ctr"/>
          <a:lstStyle>
            <a:lvl1pPr marL="0" indent="0">
              <a:lnSpc>
                <a:spcPct val="100000"/>
              </a:lnSpc>
              <a:spcBef>
                <a:spcPct val="0"/>
              </a:spcBef>
              <a:buNone/>
              <a:defRPr sz="1000">
                <a:solidFill>
                  <a:schemeClr val="tx1"/>
                </a:solidFill>
              </a:defRPr>
            </a:lvl1pPr>
          </a:lstStyle>
          <a:p>
            <a:pPr lvl="0"/>
            <a:r>
              <a:rPr lang="en-US"/>
              <a:t>Mobile</a:t>
            </a:r>
            <a:endParaRPr lang="en-GB"/>
          </a:p>
        </p:txBody>
      </p:sp>
      <p:sp>
        <p:nvSpPr>
          <p:cNvPr id="57" name="TextBox 56">
            <a:extLst>
              <a:ext uri="{FF2B5EF4-FFF2-40B4-BE49-F238E27FC236}">
                <a16:creationId xmlns:a16="http://schemas.microsoft.com/office/drawing/2014/main" id="{96A17AEF-29BE-C4B1-CFF9-86758165BB35}"/>
              </a:ext>
            </a:extLst>
          </p:cNvPr>
          <p:cNvSpPr txBox="1"/>
          <p:nvPr userDrawn="1"/>
        </p:nvSpPr>
        <p:spPr bwMode="gray">
          <a:xfrm>
            <a:off x="4045397" y="5221764"/>
            <a:ext cx="1728192" cy="24833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GB" sz="1200">
                <a:solidFill>
                  <a:schemeClr val="tx1">
                    <a:lumMod val="60000"/>
                    <a:lumOff val="40000"/>
                  </a:schemeClr>
                </a:solidFill>
                <a:latin typeface="+mj-lt"/>
              </a:rPr>
              <a:t>Additional information</a:t>
            </a:r>
          </a:p>
        </p:txBody>
      </p:sp>
      <p:sp>
        <p:nvSpPr>
          <p:cNvPr id="59" name="TextBox 58">
            <a:extLst>
              <a:ext uri="{FF2B5EF4-FFF2-40B4-BE49-F238E27FC236}">
                <a16:creationId xmlns:a16="http://schemas.microsoft.com/office/drawing/2014/main" id="{068EB7D2-87CD-0014-C35D-510CECB65861}"/>
              </a:ext>
            </a:extLst>
          </p:cNvPr>
          <p:cNvSpPr txBox="1"/>
          <p:nvPr userDrawn="1"/>
        </p:nvSpPr>
        <p:spPr bwMode="gray">
          <a:xfrm>
            <a:off x="4045397" y="5741933"/>
            <a:ext cx="740216" cy="161583"/>
          </a:xfrm>
          <a:prstGeom prst="rect">
            <a:avLst/>
          </a:prstGeom>
          <a:no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pPr>
            <a:r>
              <a:rPr lang="en-GB" sz="1050">
                <a:solidFill>
                  <a:schemeClr val="tx1">
                    <a:lumMod val="60000"/>
                    <a:lumOff val="40000"/>
                  </a:schemeClr>
                </a:solidFill>
                <a:latin typeface="+mn-lt"/>
              </a:rPr>
              <a:t>Interests:</a:t>
            </a:r>
            <a:endParaRPr lang="en-GB" sz="1400">
              <a:solidFill>
                <a:schemeClr val="tx1">
                  <a:lumMod val="60000"/>
                  <a:lumOff val="40000"/>
                </a:schemeClr>
              </a:solidFill>
              <a:latin typeface="+mn-lt"/>
            </a:endParaRPr>
          </a:p>
        </p:txBody>
      </p:sp>
      <p:sp>
        <p:nvSpPr>
          <p:cNvPr id="60" name="Text Placeholder 78">
            <a:extLst>
              <a:ext uri="{FF2B5EF4-FFF2-40B4-BE49-F238E27FC236}">
                <a16:creationId xmlns:a16="http://schemas.microsoft.com/office/drawing/2014/main" id="{CA8885F2-D4A0-6CE2-F6E0-436C48D9CD39}"/>
              </a:ext>
            </a:extLst>
          </p:cNvPr>
          <p:cNvSpPr>
            <a:spLocks noGrp="1"/>
          </p:cNvSpPr>
          <p:nvPr>
            <p:ph type="body" sz="quarter" idx="54" hasCustomPrompt="1"/>
          </p:nvPr>
        </p:nvSpPr>
        <p:spPr>
          <a:xfrm>
            <a:off x="4808620" y="5527848"/>
            <a:ext cx="7020000" cy="180000"/>
          </a:xfrm>
        </p:spPr>
        <p:txBody>
          <a:bodyPr anchor="t"/>
          <a:lstStyle>
            <a:lvl1pPr marL="0" indent="0">
              <a:lnSpc>
                <a:spcPct val="100000"/>
              </a:lnSpc>
              <a:spcBef>
                <a:spcPct val="0"/>
              </a:spcBef>
              <a:buNone/>
              <a:defRPr sz="1050"/>
            </a:lvl1pPr>
          </a:lstStyle>
          <a:p>
            <a:pPr lvl="0"/>
            <a:r>
              <a:rPr lang="en-US"/>
              <a:t>Share your computer skills, such as level of Python, Java etc.</a:t>
            </a:r>
          </a:p>
        </p:txBody>
      </p:sp>
      <p:sp>
        <p:nvSpPr>
          <p:cNvPr id="61" name="Text Placeholder 78">
            <a:extLst>
              <a:ext uri="{FF2B5EF4-FFF2-40B4-BE49-F238E27FC236}">
                <a16:creationId xmlns:a16="http://schemas.microsoft.com/office/drawing/2014/main" id="{EF18ED78-44AC-AAE9-6C97-778B3B0D0D0A}"/>
              </a:ext>
            </a:extLst>
          </p:cNvPr>
          <p:cNvSpPr>
            <a:spLocks noGrp="1"/>
          </p:cNvSpPr>
          <p:nvPr>
            <p:ph type="body" sz="quarter" idx="55" hasCustomPrompt="1"/>
          </p:nvPr>
        </p:nvSpPr>
        <p:spPr>
          <a:xfrm>
            <a:off x="4813404" y="5741933"/>
            <a:ext cx="7015216" cy="164036"/>
          </a:xfrm>
        </p:spPr>
        <p:txBody>
          <a:bodyPr anchor="t"/>
          <a:lstStyle>
            <a:lvl1pPr marL="0" indent="0">
              <a:lnSpc>
                <a:spcPct val="100000"/>
              </a:lnSpc>
              <a:spcBef>
                <a:spcPct val="0"/>
              </a:spcBef>
              <a:buNone/>
              <a:defRPr sz="1050"/>
            </a:lvl1pPr>
          </a:lstStyle>
          <a:p>
            <a:pPr lvl="0"/>
            <a:r>
              <a:rPr lang="en-US"/>
              <a:t>Share your hobbies</a:t>
            </a:r>
          </a:p>
        </p:txBody>
      </p:sp>
      <p:cxnSp>
        <p:nvCxnSpPr>
          <p:cNvPr id="62" name="Straight Connector 61">
            <a:extLst>
              <a:ext uri="{FF2B5EF4-FFF2-40B4-BE49-F238E27FC236}">
                <a16:creationId xmlns:a16="http://schemas.microsoft.com/office/drawing/2014/main" id="{7104B1B1-5133-3B89-0246-F2A6A79D9881}"/>
              </a:ext>
            </a:extLst>
          </p:cNvPr>
          <p:cNvCxnSpPr/>
          <p:nvPr userDrawn="1"/>
        </p:nvCxnSpPr>
        <p:spPr bwMode="gray">
          <a:xfrm flipH="1">
            <a:off x="9276065" y="1714748"/>
            <a:ext cx="0" cy="3327789"/>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919C8517-26DF-26CC-0872-82F4EACF1FC0}"/>
              </a:ext>
            </a:extLst>
          </p:cNvPr>
          <p:cNvSpPr txBox="1"/>
          <p:nvPr userDrawn="1"/>
        </p:nvSpPr>
        <p:spPr bwMode="gray">
          <a:xfrm>
            <a:off x="4045397" y="5527848"/>
            <a:ext cx="740216" cy="161583"/>
          </a:xfrm>
          <a:prstGeom prst="rect">
            <a:avLst/>
          </a:prstGeom>
          <a:no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pPr>
            <a:r>
              <a:rPr lang="en-GB" sz="1050">
                <a:solidFill>
                  <a:schemeClr val="tx1">
                    <a:lumMod val="60000"/>
                    <a:lumOff val="40000"/>
                  </a:schemeClr>
                </a:solidFill>
                <a:latin typeface="+mn-lt"/>
              </a:rPr>
              <a:t>Computer:</a:t>
            </a:r>
            <a:endParaRPr lang="en-GB" sz="1400">
              <a:solidFill>
                <a:schemeClr val="tx1">
                  <a:lumMod val="60000"/>
                  <a:lumOff val="40000"/>
                </a:schemeClr>
              </a:solidFill>
              <a:latin typeface="+mn-lt"/>
            </a:endParaRPr>
          </a:p>
        </p:txBody>
      </p:sp>
      <p:sp>
        <p:nvSpPr>
          <p:cNvPr id="3" name="TextBox 2">
            <a:extLst>
              <a:ext uri="{FF2B5EF4-FFF2-40B4-BE49-F238E27FC236}">
                <a16:creationId xmlns:a16="http://schemas.microsoft.com/office/drawing/2014/main" id="{2B1F94C1-67C2-D813-5155-1BB1043A727A}"/>
              </a:ext>
            </a:extLst>
          </p:cNvPr>
          <p:cNvSpPr txBox="1"/>
          <p:nvPr userDrawn="1"/>
        </p:nvSpPr>
        <p:spPr bwMode="gray">
          <a:xfrm>
            <a:off x="4045397" y="5956019"/>
            <a:ext cx="740216" cy="161583"/>
          </a:xfrm>
          <a:prstGeom prst="rect">
            <a:avLst/>
          </a:prstGeom>
          <a:no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pPr>
            <a:r>
              <a:rPr lang="en-GB" sz="1050">
                <a:solidFill>
                  <a:schemeClr val="tx1">
                    <a:lumMod val="60000"/>
                    <a:lumOff val="40000"/>
                  </a:schemeClr>
                </a:solidFill>
                <a:latin typeface="+mn-lt"/>
              </a:rPr>
              <a:t>Languages:</a:t>
            </a:r>
            <a:endParaRPr lang="en-GB" sz="1400">
              <a:solidFill>
                <a:schemeClr val="tx1">
                  <a:lumMod val="60000"/>
                  <a:lumOff val="40000"/>
                </a:schemeClr>
              </a:solidFill>
              <a:latin typeface="+mn-lt"/>
            </a:endParaRPr>
          </a:p>
        </p:txBody>
      </p:sp>
      <p:sp>
        <p:nvSpPr>
          <p:cNvPr id="63" name="Text Placeholder 78">
            <a:extLst>
              <a:ext uri="{FF2B5EF4-FFF2-40B4-BE49-F238E27FC236}">
                <a16:creationId xmlns:a16="http://schemas.microsoft.com/office/drawing/2014/main" id="{3B34B754-13E8-CA7E-5ED1-9AF974404281}"/>
              </a:ext>
            </a:extLst>
          </p:cNvPr>
          <p:cNvSpPr>
            <a:spLocks noGrp="1"/>
          </p:cNvSpPr>
          <p:nvPr>
            <p:ph type="body" sz="quarter" idx="56" hasCustomPrompt="1"/>
          </p:nvPr>
        </p:nvSpPr>
        <p:spPr>
          <a:xfrm>
            <a:off x="4813404" y="5956019"/>
            <a:ext cx="7015216" cy="164036"/>
          </a:xfrm>
        </p:spPr>
        <p:txBody>
          <a:bodyPr anchor="t"/>
          <a:lstStyle>
            <a:lvl1pPr marL="0" indent="0">
              <a:lnSpc>
                <a:spcPct val="100000"/>
              </a:lnSpc>
              <a:spcBef>
                <a:spcPct val="0"/>
              </a:spcBef>
              <a:buNone/>
              <a:defRPr sz="1050"/>
            </a:lvl1pPr>
          </a:lstStyle>
          <a:p>
            <a:pPr lvl="0"/>
            <a:r>
              <a:rPr lang="en-US"/>
              <a:t>Share your Languages</a:t>
            </a:r>
          </a:p>
        </p:txBody>
      </p:sp>
      <p:sp>
        <p:nvSpPr>
          <p:cNvPr id="64" name="TextBox 63">
            <a:extLst>
              <a:ext uri="{FF2B5EF4-FFF2-40B4-BE49-F238E27FC236}">
                <a16:creationId xmlns:a16="http://schemas.microsoft.com/office/drawing/2014/main" id="{D67FDAD8-57FE-F0CF-6AD0-35D0B6C47E8B}"/>
              </a:ext>
            </a:extLst>
          </p:cNvPr>
          <p:cNvSpPr txBox="1"/>
          <p:nvPr userDrawn="1"/>
        </p:nvSpPr>
        <p:spPr bwMode="gray">
          <a:xfrm flipH="1">
            <a:off x="544286" y="6589486"/>
            <a:ext cx="0" cy="0"/>
          </a:xfrm>
          <a:prstGeom prst="rect">
            <a:avLst/>
          </a:prstGeom>
          <a:noFill/>
        </p:spPr>
        <p:txBody>
          <a:bodyPr wrap="non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6000" indent="-216000" algn="l">
              <a:spcBef>
                <a:spcPts val="600"/>
              </a:spcBef>
              <a:buFont typeface="Arial" pitchFamily="34" charset="0"/>
              <a:buChar char="•"/>
            </a:pPr>
            <a:endParaRPr lang="en-GB" sz="1200" err="1"/>
          </a:p>
        </p:txBody>
      </p:sp>
      <p:pic>
        <p:nvPicPr>
          <p:cNvPr id="66" name="Picture 65" descr="A white text on a black background&#10;&#10;Description automatically generated">
            <a:extLst>
              <a:ext uri="{FF2B5EF4-FFF2-40B4-BE49-F238E27FC236}">
                <a16:creationId xmlns:a16="http://schemas.microsoft.com/office/drawing/2014/main" id="{97A5B77D-D2F6-4CEF-0131-80ADE79BE8B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8711" y="6330346"/>
            <a:ext cx="310560" cy="386522"/>
          </a:xfrm>
          <a:prstGeom prst="rect">
            <a:avLst/>
          </a:prstGeom>
        </p:spPr>
      </p:pic>
    </p:spTree>
    <p:extLst>
      <p:ext uri="{BB962C8B-B14F-4D97-AF65-F5344CB8AC3E}">
        <p14:creationId xmlns:p14="http://schemas.microsoft.com/office/powerpoint/2010/main" val="3693465679"/>
      </p:ext>
    </p:extLst>
  </p:cSld>
  <p:clrMapOvr>
    <a:masterClrMapping/>
  </p:clrMapOv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B56EABE-D55B-4373-F6CF-224BF43E855B}"/>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9" name="Object 8" hidden="1">
                        <a:extLst>
                          <a:ext uri="{FF2B5EF4-FFF2-40B4-BE49-F238E27FC236}">
                            <a16:creationId xmlns:a16="http://schemas.microsoft.com/office/drawing/2014/main" id="{1B56EABE-D55B-4373-F6CF-224BF43E855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Footer Placeholder 2">
            <a:extLst>
              <a:ext uri="{FF2B5EF4-FFF2-40B4-BE49-F238E27FC236}">
                <a16:creationId xmlns:a16="http://schemas.microsoft.com/office/drawing/2014/main" id="{8F49937A-B7FC-BEF8-D201-FD47BD9953A4}"/>
              </a:ext>
            </a:extLst>
          </p:cNvPr>
          <p:cNvSpPr>
            <a:spLocks noGrp="1"/>
          </p:cNvSpPr>
          <p:nvPr>
            <p:ph type="ftr" sz="quarter" idx="3"/>
          </p:nvPr>
        </p:nvSpPr>
        <p:spPr>
          <a:xfrm>
            <a:off x="675936" y="6321425"/>
            <a:ext cx="10087857" cy="367612"/>
          </a:xfrm>
          <a:prstGeom prst="rect">
            <a:avLst/>
          </a:prstGeom>
        </p:spPr>
        <p:txBody>
          <a:bodyPr anchor="ctr"/>
          <a:lstStyle>
            <a:lvl1pPr rtl="0">
              <a:defRPr sz="1000">
                <a:solidFill>
                  <a:schemeClr val="tx1"/>
                </a:solidFill>
              </a:defRPr>
            </a:lvl1pPr>
          </a:lstStyle>
          <a:p>
            <a:endParaRPr lang="en-GB"/>
          </a:p>
        </p:txBody>
      </p:sp>
    </p:spTree>
    <p:extLst>
      <p:ext uri="{BB962C8B-B14F-4D97-AF65-F5344CB8AC3E}">
        <p14:creationId xmlns:p14="http://schemas.microsoft.com/office/powerpoint/2010/main" val="2537470511"/>
      </p:ext>
    </p:extLst>
  </p:cSld>
  <p:clrMapOvr>
    <a:masterClrMapping/>
  </p:clrMapOv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1_End Slid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11D0870-4C4D-D254-0047-0E53AB85BE7F}"/>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3" name="Object 2" hidden="1">
                        <a:extLst>
                          <a:ext uri="{FF2B5EF4-FFF2-40B4-BE49-F238E27FC236}">
                            <a16:creationId xmlns:a16="http://schemas.microsoft.com/office/drawing/2014/main" id="{911D0870-4C4D-D254-0047-0E53AB85BE7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4" name="Picture 3">
            <a:extLst>
              <a:ext uri="{FF2B5EF4-FFF2-40B4-BE49-F238E27FC236}">
                <a16:creationId xmlns:a16="http://schemas.microsoft.com/office/drawing/2014/main" id="{E7D51B20-4026-05E8-76F6-105B6B958226}"/>
              </a:ext>
            </a:extLst>
          </p:cNvPr>
          <p:cNvPicPr>
            <a:picLocks noChangeAspect="1"/>
          </p:cNvPicPr>
          <p:nvPr userDrawn="1"/>
        </p:nvPicPr>
        <p:blipFill>
          <a:blip r:embed="rId5">
            <a:duotone>
              <a:srgbClr val="3D4D55">
                <a:shade val="45000"/>
                <a:satMod val="135000"/>
              </a:srgbClr>
              <a:prstClr val="white"/>
            </a:duotone>
          </a:blip>
          <a:stretch>
            <a:fillRect/>
          </a:stretch>
        </p:blipFill>
        <p:spPr>
          <a:xfrm>
            <a:off x="0" y="8709"/>
            <a:ext cx="12192000" cy="6858000"/>
          </a:xfrm>
          <a:prstGeom prst="rect">
            <a:avLst/>
          </a:prstGeom>
        </p:spPr>
      </p:pic>
      <p:sp>
        <p:nvSpPr>
          <p:cNvPr id="13" name="TextBox 12">
            <a:extLst>
              <a:ext uri="{FF2B5EF4-FFF2-40B4-BE49-F238E27FC236}">
                <a16:creationId xmlns:a16="http://schemas.microsoft.com/office/drawing/2014/main" id="{EA898D02-52EF-043A-9274-CBA01060A9F5}"/>
              </a:ext>
            </a:extLst>
          </p:cNvPr>
          <p:cNvSpPr txBox="1"/>
          <p:nvPr userDrawn="1"/>
        </p:nvSpPr>
        <p:spPr bwMode="ltGray">
          <a:xfrm>
            <a:off x="360363" y="1557338"/>
            <a:ext cx="4983163" cy="1435454"/>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en-GB" sz="3200">
                <a:solidFill>
                  <a:srgbClr val="EAE7E3"/>
                </a:solidFill>
                <a:latin typeface="+mj-lt"/>
              </a:rPr>
              <a:t>where it all </a:t>
            </a:r>
            <a:r>
              <a:rPr lang="en-GB" sz="3200">
                <a:solidFill>
                  <a:schemeClr val="tx1">
                    <a:lumMod val="60000"/>
                    <a:lumOff val="40000"/>
                  </a:schemeClr>
                </a:solidFill>
                <a:latin typeface="+mj-lt"/>
              </a:rPr>
              <a:t>adds up</a:t>
            </a:r>
          </a:p>
        </p:txBody>
      </p:sp>
      <p:pic>
        <p:nvPicPr>
          <p:cNvPr id="15" name="Graphic 14">
            <a:extLst>
              <a:ext uri="{FF2B5EF4-FFF2-40B4-BE49-F238E27FC236}">
                <a16:creationId xmlns:a16="http://schemas.microsoft.com/office/drawing/2014/main" id="{D144B9D2-97BD-5D2E-7DAB-732240DB19A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0363" y="529362"/>
            <a:ext cx="2356712" cy="854916"/>
          </a:xfrm>
          <a:prstGeom prst="rect">
            <a:avLst/>
          </a:prstGeom>
        </p:spPr>
      </p:pic>
      <p:sp>
        <p:nvSpPr>
          <p:cNvPr id="2" name="Rectangle 1">
            <a:extLst>
              <a:ext uri="{FF2B5EF4-FFF2-40B4-BE49-F238E27FC236}">
                <a16:creationId xmlns:a16="http://schemas.microsoft.com/office/drawing/2014/main" id="{DA228619-3496-ED52-BC08-FA87C0B58065}"/>
              </a:ext>
            </a:extLst>
          </p:cNvPr>
          <p:cNvSpPr/>
          <p:nvPr userDrawn="1"/>
        </p:nvSpPr>
        <p:spPr bwMode="gray">
          <a:xfrm flipH="1" flipV="1">
            <a:off x="0" y="3622765"/>
            <a:ext cx="12192000" cy="3243943"/>
          </a:xfrm>
          <a:prstGeom prst="rect">
            <a:avLst/>
          </a:prstGeom>
          <a:gradFill>
            <a:gsLst>
              <a:gs pos="0">
                <a:srgbClr val="3D4D55">
                  <a:alpha val="0"/>
                </a:srgbClr>
              </a:gs>
              <a:gs pos="65000">
                <a:srgbClr val="25343C"/>
              </a:gs>
            </a:gsLst>
            <a:lin ang="16200000" scaled="0"/>
          </a:gradFill>
        </p:spPr>
        <p:txBody>
          <a:bodyPr vert="horz" lIns="90000" tIns="46800" rIns="90000" bIns="4680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6000" marR="0" indent="-216000" algn="l" defTabSz="914400" eaLnBrk="1" fontAlgn="auto" latinLnBrk="0" hangingPunct="1">
              <a:lnSpc>
                <a:spcPct val="100000"/>
              </a:lnSpc>
              <a:spcBef>
                <a:spcPts val="600"/>
              </a:spcBef>
              <a:spcAft>
                <a:spcPct val="0"/>
              </a:spcAft>
              <a:buClrTx/>
              <a:buSzTx/>
              <a:buFont typeface="Arial" pitchFamily="34" charset="0"/>
              <a:buChar char="•"/>
            </a:pPr>
            <a:endParaRPr kumimoji="0" lang="en-GB" sz="1200" b="0" i="0" u="none" strike="noStrike" kern="1200" cap="none" spc="0" normalizeH="0" baseline="0" noProof="0" err="1">
              <a:ln>
                <a:noFill/>
              </a:ln>
              <a:solidFill>
                <a:srgbClr val="44463E"/>
              </a:solidFill>
              <a:effectLst/>
              <a:uLnTx/>
              <a:uFillTx/>
              <a:ea typeface="+mn-ea"/>
            </a:endParaRPr>
          </a:p>
        </p:txBody>
      </p:sp>
      <p:sp>
        <p:nvSpPr>
          <p:cNvPr id="20" name="TextBox 19">
            <a:extLst>
              <a:ext uri="{FF2B5EF4-FFF2-40B4-BE49-F238E27FC236}">
                <a16:creationId xmlns:a16="http://schemas.microsoft.com/office/drawing/2014/main" id="{209FCE8E-B1DB-C5B4-BDB7-B078AEB852E4}"/>
              </a:ext>
            </a:extLst>
          </p:cNvPr>
          <p:cNvSpPr txBox="1"/>
          <p:nvPr userDrawn="1"/>
        </p:nvSpPr>
        <p:spPr bwMode="ltGray">
          <a:xfrm>
            <a:off x="8999145" y="5196802"/>
            <a:ext cx="2832863" cy="252000"/>
          </a:xfrm>
          <a:prstGeom prst="rect">
            <a:avLst/>
          </a:prstGeom>
          <a:noFill/>
        </p:spPr>
        <p:txBody>
          <a:bodyPr wrap="square" lIns="0" tIns="0" rIns="0" bIns="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en-GB" sz="1200" spc="100">
                <a:solidFill>
                  <a:schemeClr val="bg2"/>
                </a:solidFill>
                <a:latin typeface="+mj-lt"/>
              </a:rPr>
              <a:t>Contact</a:t>
            </a:r>
          </a:p>
        </p:txBody>
      </p:sp>
      <p:grpSp>
        <p:nvGrpSpPr>
          <p:cNvPr id="21" name="Group 20">
            <a:extLst>
              <a:ext uri="{FF2B5EF4-FFF2-40B4-BE49-F238E27FC236}">
                <a16:creationId xmlns:a16="http://schemas.microsoft.com/office/drawing/2014/main" id="{4D916EEE-8768-BF2F-4E95-7851A39AF713}"/>
              </a:ext>
            </a:extLst>
          </p:cNvPr>
          <p:cNvGrpSpPr/>
          <p:nvPr userDrawn="1"/>
        </p:nvGrpSpPr>
        <p:grpSpPr>
          <a:xfrm>
            <a:off x="6119550" y="5196802"/>
            <a:ext cx="2677054" cy="1131836"/>
            <a:chOff x="5343524" y="4700408"/>
            <a:chExt cx="3014239" cy="1131836"/>
          </a:xfrm>
        </p:grpSpPr>
        <p:sp>
          <p:nvSpPr>
            <p:cNvPr id="22" name="TextBox 21">
              <a:extLst>
                <a:ext uri="{FF2B5EF4-FFF2-40B4-BE49-F238E27FC236}">
                  <a16:creationId xmlns:a16="http://schemas.microsoft.com/office/drawing/2014/main" id="{F94359B7-7ECB-A98C-8767-14A63BDFC86C}"/>
                </a:ext>
              </a:extLst>
            </p:cNvPr>
            <p:cNvSpPr txBox="1"/>
            <p:nvPr userDrawn="1"/>
          </p:nvSpPr>
          <p:spPr bwMode="ltGray">
            <a:xfrm>
              <a:off x="5343524" y="4700408"/>
              <a:ext cx="3014239" cy="252000"/>
            </a:xfrm>
            <a:prstGeom prst="rect">
              <a:avLst/>
            </a:prstGeom>
            <a:noFill/>
          </p:spPr>
          <p:txBody>
            <a:bodyPr wrap="square" lIns="0" tIns="0" rIns="0" bIns="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ct val="0"/>
                </a:spcBef>
                <a:spcAft>
                  <a:spcPct val="0"/>
                </a:spcAft>
                <a:buClrTx/>
                <a:buSzTx/>
                <a:buFontTx/>
                <a:buNone/>
                <a:defRPr/>
              </a:pPr>
              <a:r>
                <a:rPr kumimoji="0" lang="en-GB" sz="1200" b="0" i="0" u="none" strike="noStrike" kern="0" cap="none" spc="0" normalizeH="0" baseline="0" noProof="0">
                  <a:ln>
                    <a:noFill/>
                  </a:ln>
                  <a:solidFill>
                    <a:srgbClr val="FFFFFF"/>
                  </a:solidFill>
                  <a:effectLst/>
                  <a:uLnTx/>
                  <a:uFillTx/>
                  <a:latin typeface="+mj-lt"/>
                </a:rPr>
                <a:t>Amsterdam</a:t>
              </a:r>
            </a:p>
          </p:txBody>
        </p:sp>
        <p:sp>
          <p:nvSpPr>
            <p:cNvPr id="27" name="TextBox 26">
              <a:extLst>
                <a:ext uri="{FF2B5EF4-FFF2-40B4-BE49-F238E27FC236}">
                  <a16:creationId xmlns:a16="http://schemas.microsoft.com/office/drawing/2014/main" id="{970BDB6E-D354-152B-B6A4-3855023F4F70}"/>
                </a:ext>
              </a:extLst>
            </p:cNvPr>
            <p:cNvSpPr txBox="1"/>
            <p:nvPr userDrawn="1"/>
          </p:nvSpPr>
          <p:spPr bwMode="ltGray">
            <a:xfrm>
              <a:off x="5343524" y="5123766"/>
              <a:ext cx="3014239" cy="252000"/>
            </a:xfrm>
            <a:prstGeom prst="rect">
              <a:avLst/>
            </a:prstGeom>
            <a:noFill/>
          </p:spPr>
          <p:txBody>
            <a:bodyPr vert="horz" lIns="0" tIns="0" rIns="0" bIns="0" rtlCol="0" anchor="ctr">
              <a:noAutofit/>
            </a:bodyPr>
            <a:lstStyle>
              <a:defPPr>
                <a:defRPr lang="en-US"/>
              </a:defPPr>
              <a:lvl1pPr marL="0" lvl="0" indent="0" algn="l" defTabSz="914400" rtl="0" eaLnBrk="1" latinLnBrk="0" hangingPunct="1">
                <a:lnSpc>
                  <a:spcPct val="100000"/>
                </a:lnSpc>
                <a:spcBef>
                  <a:spcPct val="0"/>
                </a:spcBef>
                <a:buSzTx/>
                <a:buFont typeface="Arial" pitchFamily="34" charset="0"/>
                <a:buNone/>
                <a:defRPr lang="en-US" sz="1050" b="0" kern="1200" spc="0">
                  <a:solidFill>
                    <a:schemeClr val="bg2"/>
                  </a:solidFill>
                  <a:latin typeface="+mn-lt"/>
                  <a:ea typeface="+mn-ea"/>
                  <a:cs typeface="Gotham-Book" pitchFamily="50" charset="0"/>
                </a:defRPr>
              </a:lvl1pPr>
              <a:lvl2pPr marL="432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Gotham-Book" pitchFamily="50" charset="0"/>
                </a:defRPr>
              </a:lvl2pPr>
              <a:lvl3pPr marL="648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mn-cs"/>
                </a:defRPr>
              </a:lvl3pPr>
              <a:lvl4pPr marL="864000" indent="-216000" algn="l" defTabSz="914400" rtl="0" eaLnBrk="1" latinLnBrk="0" hangingPunct="1">
                <a:lnSpc>
                  <a:spcPct val="100000"/>
                </a:lnSpc>
                <a:spcBef>
                  <a:spcPts val="600"/>
                </a:spcBef>
                <a:buFont typeface="Arial" pitchFamily="34" charset="0"/>
                <a:buChar char="•"/>
                <a:defRPr sz="1400" kern="1200" cap="none" spc="0" baseline="0">
                  <a:solidFill>
                    <a:schemeClr val="bg2"/>
                  </a:solidFill>
                  <a:latin typeface="+mn-lt"/>
                  <a:ea typeface="+mn-ea"/>
                  <a:cs typeface="+mn-cs"/>
                </a:defRPr>
              </a:lvl4pPr>
              <a:lvl5pPr marL="1080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Gotham-Light" pitchFamily="50" charset="0"/>
                </a:defRPr>
              </a:lvl5pPr>
              <a:lvl6pPr marL="0" indent="0" algn="l" defTabSz="914400" rtl="0" eaLnBrk="1" latinLnBrk="0" hangingPunct="1">
                <a:lnSpc>
                  <a:spcPct val="150000"/>
                </a:lnSpc>
                <a:spcBef>
                  <a:spcPts val="600"/>
                </a:spcBef>
                <a:buFont typeface="Arial"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7"/>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Gotham-Light" pitchFamily="50" charset="0"/>
                  <a:ea typeface="+mn-ea"/>
                  <a:cs typeface="Gotham-Light" pitchFamily="50" charset="0"/>
                </a:defRPr>
              </a:lvl9pPr>
            </a:lstStyle>
            <a:p>
              <a:pPr marL="0" marR="0" lvl="0" indent="0" defTabSz="914400" rtl="0" eaLnBrk="1" fontAlgn="auto" latinLnBrk="0" hangingPunct="1">
                <a:lnSpc>
                  <a:spcPct val="100000"/>
                </a:lnSpc>
                <a:spcBef>
                  <a:spcPct val="0"/>
                </a:spcBef>
                <a:spcAft>
                  <a:spcPct val="0"/>
                </a:spcAft>
                <a:buClrTx/>
                <a:buSzTx/>
                <a:buFont typeface="Arial" pitchFamily="34" charset="0"/>
                <a:buNone/>
                <a:defRPr/>
              </a:pPr>
              <a:r>
                <a:rPr kumimoji="0" lang="en-GB" sz="1050" b="0" i="0" u="none" strike="noStrike" kern="0" cap="none" spc="0" normalizeH="0" baseline="0" noProof="0">
                  <a:ln>
                    <a:noFill/>
                  </a:ln>
                  <a:solidFill>
                    <a:srgbClr val="FFFFFF"/>
                  </a:solidFill>
                  <a:effectLst/>
                  <a:uLnTx/>
                  <a:uFillTx/>
                  <a:cs typeface="Calibri" panose="020F0502020204030204" pitchFamily="34" charset="0"/>
                </a:rPr>
                <a:t>De Ruijterkade 7</a:t>
              </a:r>
            </a:p>
          </p:txBody>
        </p:sp>
        <p:sp>
          <p:nvSpPr>
            <p:cNvPr id="34" name="TextBox 33">
              <a:extLst>
                <a:ext uri="{FF2B5EF4-FFF2-40B4-BE49-F238E27FC236}">
                  <a16:creationId xmlns:a16="http://schemas.microsoft.com/office/drawing/2014/main" id="{5C92A55F-23B9-E807-337B-63C6501CD854}"/>
                </a:ext>
              </a:extLst>
            </p:cNvPr>
            <p:cNvSpPr txBox="1"/>
            <p:nvPr userDrawn="1"/>
          </p:nvSpPr>
          <p:spPr bwMode="ltGray">
            <a:xfrm>
              <a:off x="5343524" y="5352005"/>
              <a:ext cx="3014239" cy="252000"/>
            </a:xfrm>
            <a:prstGeom prst="rect">
              <a:avLst/>
            </a:prstGeom>
            <a:noFill/>
          </p:spPr>
          <p:txBody>
            <a:bodyPr vert="horz" lIns="0" tIns="0" rIns="0" bIns="0" rtlCol="0" anchor="ctr">
              <a:noAutofit/>
            </a:bodyPr>
            <a:lstStyle>
              <a:defPPr>
                <a:defRPr lang="en-US"/>
              </a:defPPr>
              <a:lvl1pPr marL="0" lvl="0" indent="0" algn="l" defTabSz="914400" rtl="0" eaLnBrk="1" latinLnBrk="0" hangingPunct="1">
                <a:lnSpc>
                  <a:spcPct val="100000"/>
                </a:lnSpc>
                <a:spcBef>
                  <a:spcPct val="0"/>
                </a:spcBef>
                <a:buSzTx/>
                <a:buFont typeface="Arial" pitchFamily="34" charset="0"/>
                <a:buNone/>
                <a:defRPr lang="en-US" sz="1050" b="0" kern="1200" spc="0">
                  <a:solidFill>
                    <a:schemeClr val="bg2"/>
                  </a:solidFill>
                  <a:latin typeface="+mn-lt"/>
                  <a:ea typeface="+mn-ea"/>
                  <a:cs typeface="Gotham-Book" pitchFamily="50" charset="0"/>
                </a:defRPr>
              </a:lvl1pPr>
              <a:lvl2pPr marL="432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Gotham-Book" pitchFamily="50" charset="0"/>
                </a:defRPr>
              </a:lvl2pPr>
              <a:lvl3pPr marL="648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mn-cs"/>
                </a:defRPr>
              </a:lvl3pPr>
              <a:lvl4pPr marL="864000" indent="-216000" algn="l" defTabSz="914400" rtl="0" eaLnBrk="1" latinLnBrk="0" hangingPunct="1">
                <a:lnSpc>
                  <a:spcPct val="100000"/>
                </a:lnSpc>
                <a:spcBef>
                  <a:spcPts val="600"/>
                </a:spcBef>
                <a:buFont typeface="Arial" pitchFamily="34" charset="0"/>
                <a:buChar char="•"/>
                <a:defRPr sz="1400" kern="1200" cap="none" spc="0" baseline="0">
                  <a:solidFill>
                    <a:schemeClr val="bg2"/>
                  </a:solidFill>
                  <a:latin typeface="+mn-lt"/>
                  <a:ea typeface="+mn-ea"/>
                  <a:cs typeface="+mn-cs"/>
                </a:defRPr>
              </a:lvl4pPr>
              <a:lvl5pPr marL="1080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Gotham-Light" pitchFamily="50" charset="0"/>
                </a:defRPr>
              </a:lvl5pPr>
              <a:lvl6pPr marL="0" indent="0" algn="l" defTabSz="914400" rtl="0" eaLnBrk="1" latinLnBrk="0" hangingPunct="1">
                <a:lnSpc>
                  <a:spcPct val="150000"/>
                </a:lnSpc>
                <a:spcBef>
                  <a:spcPts val="600"/>
                </a:spcBef>
                <a:buFont typeface="Arial"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7"/>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Gotham-Light" pitchFamily="50" charset="0"/>
                  <a:ea typeface="+mn-ea"/>
                  <a:cs typeface="Gotham-Light" pitchFamily="50" charset="0"/>
                </a:defRPr>
              </a:lvl9pPr>
            </a:lstStyle>
            <a:p>
              <a:pPr marL="0" marR="0" lvl="0" indent="0" defTabSz="914400" rtl="0" eaLnBrk="1" fontAlgn="auto" latinLnBrk="0" hangingPunct="1">
                <a:lnSpc>
                  <a:spcPct val="100000"/>
                </a:lnSpc>
                <a:spcBef>
                  <a:spcPct val="0"/>
                </a:spcBef>
                <a:spcAft>
                  <a:spcPct val="0"/>
                </a:spcAft>
                <a:buClrTx/>
                <a:buSzTx/>
                <a:buFont typeface="Arial" pitchFamily="34" charset="0"/>
                <a:buNone/>
                <a:defRPr/>
              </a:pPr>
              <a:r>
                <a:rPr kumimoji="0" lang="en-GB" sz="1050" b="0" i="0" u="none" strike="noStrike" kern="0" cap="none" spc="0" normalizeH="0" baseline="0" noProof="0">
                  <a:ln>
                    <a:noFill/>
                  </a:ln>
                  <a:solidFill>
                    <a:srgbClr val="FFFFFF"/>
                  </a:solidFill>
                  <a:effectLst/>
                  <a:uLnTx/>
                  <a:uFillTx/>
                  <a:cs typeface="Calibri" panose="020F0502020204030204" pitchFamily="34" charset="0"/>
                </a:rPr>
                <a:t>1013 AA Amsterdam</a:t>
              </a:r>
            </a:p>
          </p:txBody>
        </p:sp>
        <p:sp>
          <p:nvSpPr>
            <p:cNvPr id="40" name="TextBox 39">
              <a:extLst>
                <a:ext uri="{FF2B5EF4-FFF2-40B4-BE49-F238E27FC236}">
                  <a16:creationId xmlns:a16="http://schemas.microsoft.com/office/drawing/2014/main" id="{34475B40-9D0F-A8A3-307B-64BA4659D78B}"/>
                </a:ext>
              </a:extLst>
            </p:cNvPr>
            <p:cNvSpPr txBox="1"/>
            <p:nvPr userDrawn="1"/>
          </p:nvSpPr>
          <p:spPr bwMode="ltGray">
            <a:xfrm>
              <a:off x="5343524" y="5580244"/>
              <a:ext cx="3014239" cy="252000"/>
            </a:xfrm>
            <a:prstGeom prst="rect">
              <a:avLst/>
            </a:prstGeom>
            <a:noFill/>
          </p:spPr>
          <p:txBody>
            <a:bodyPr vert="horz" lIns="0" tIns="0" rIns="0" bIns="0" rtlCol="0" anchor="ctr">
              <a:noAutofit/>
            </a:bodyPr>
            <a:lstStyle>
              <a:defPPr>
                <a:defRPr lang="en-US"/>
              </a:defPPr>
              <a:lvl1pPr marL="0" lvl="0" indent="0" algn="l" defTabSz="914400" rtl="0" eaLnBrk="1" latinLnBrk="0" hangingPunct="1">
                <a:lnSpc>
                  <a:spcPct val="100000"/>
                </a:lnSpc>
                <a:spcBef>
                  <a:spcPct val="0"/>
                </a:spcBef>
                <a:buSzTx/>
                <a:buFont typeface="Arial" pitchFamily="34" charset="0"/>
                <a:buNone/>
                <a:defRPr lang="en-US" sz="1050" b="0" kern="1200" spc="0">
                  <a:solidFill>
                    <a:schemeClr val="bg2"/>
                  </a:solidFill>
                  <a:latin typeface="+mn-lt"/>
                  <a:ea typeface="+mn-ea"/>
                  <a:cs typeface="Gotham-Book" pitchFamily="50" charset="0"/>
                </a:defRPr>
              </a:lvl1pPr>
              <a:lvl2pPr marL="432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Gotham-Book" pitchFamily="50" charset="0"/>
                </a:defRPr>
              </a:lvl2pPr>
              <a:lvl3pPr marL="648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mn-cs"/>
                </a:defRPr>
              </a:lvl3pPr>
              <a:lvl4pPr marL="864000" indent="-216000" algn="l" defTabSz="914400" rtl="0" eaLnBrk="1" latinLnBrk="0" hangingPunct="1">
                <a:lnSpc>
                  <a:spcPct val="100000"/>
                </a:lnSpc>
                <a:spcBef>
                  <a:spcPts val="600"/>
                </a:spcBef>
                <a:buFont typeface="Arial" pitchFamily="34" charset="0"/>
                <a:buChar char="•"/>
                <a:defRPr sz="1400" kern="1200" cap="none" spc="0" baseline="0">
                  <a:solidFill>
                    <a:schemeClr val="bg2"/>
                  </a:solidFill>
                  <a:latin typeface="+mn-lt"/>
                  <a:ea typeface="+mn-ea"/>
                  <a:cs typeface="+mn-cs"/>
                </a:defRPr>
              </a:lvl4pPr>
              <a:lvl5pPr marL="1080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Gotham-Light" pitchFamily="50" charset="0"/>
                </a:defRPr>
              </a:lvl5pPr>
              <a:lvl6pPr marL="0" indent="0" algn="l" defTabSz="914400" rtl="0" eaLnBrk="1" latinLnBrk="0" hangingPunct="1">
                <a:lnSpc>
                  <a:spcPct val="150000"/>
                </a:lnSpc>
                <a:spcBef>
                  <a:spcPts val="600"/>
                </a:spcBef>
                <a:buFont typeface="Arial"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7"/>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Gotham-Light" pitchFamily="50" charset="0"/>
                  <a:ea typeface="+mn-ea"/>
                  <a:cs typeface="Gotham-Light" pitchFamily="50" charset="0"/>
                </a:defRPr>
              </a:lvl9pPr>
            </a:lstStyle>
            <a:p>
              <a:pPr marL="0" marR="0" lvl="0" indent="0" defTabSz="914400" rtl="0" eaLnBrk="1" fontAlgn="auto" latinLnBrk="0" hangingPunct="1">
                <a:lnSpc>
                  <a:spcPct val="100000"/>
                </a:lnSpc>
                <a:spcBef>
                  <a:spcPct val="0"/>
                </a:spcBef>
                <a:spcAft>
                  <a:spcPct val="0"/>
                </a:spcAft>
                <a:buClrTx/>
                <a:buSzTx/>
                <a:buFont typeface="Arial" pitchFamily="34" charset="0"/>
                <a:buNone/>
                <a:defRPr/>
              </a:pPr>
              <a:r>
                <a:rPr kumimoji="0" lang="en-GB" sz="1050" b="0" i="0" u="none" strike="noStrike" kern="0" cap="none" spc="0" normalizeH="0" baseline="0" noProof="0">
                  <a:ln>
                    <a:noFill/>
                  </a:ln>
                  <a:solidFill>
                    <a:srgbClr val="FFFFFF"/>
                  </a:solidFill>
                  <a:effectLst/>
                  <a:uLnTx/>
                  <a:uFillTx/>
                  <a:cs typeface="Calibri" panose="020F0502020204030204" pitchFamily="34" charset="0"/>
                </a:rPr>
                <a:t>The Netherlands</a:t>
              </a:r>
            </a:p>
          </p:txBody>
        </p:sp>
      </p:grpSp>
      <p:grpSp>
        <p:nvGrpSpPr>
          <p:cNvPr id="41" name="Group 40">
            <a:extLst>
              <a:ext uri="{FF2B5EF4-FFF2-40B4-BE49-F238E27FC236}">
                <a16:creationId xmlns:a16="http://schemas.microsoft.com/office/drawing/2014/main" id="{CEEAAE18-AB80-F7DC-1CAE-653488EF6313}"/>
              </a:ext>
            </a:extLst>
          </p:cNvPr>
          <p:cNvGrpSpPr/>
          <p:nvPr userDrawn="1"/>
        </p:nvGrpSpPr>
        <p:grpSpPr>
          <a:xfrm>
            <a:off x="3239956" y="5196802"/>
            <a:ext cx="2677054" cy="1131836"/>
            <a:chOff x="5343524" y="4700408"/>
            <a:chExt cx="3014239" cy="1131836"/>
          </a:xfrm>
        </p:grpSpPr>
        <p:sp>
          <p:nvSpPr>
            <p:cNvPr id="42" name="TextBox 41">
              <a:extLst>
                <a:ext uri="{FF2B5EF4-FFF2-40B4-BE49-F238E27FC236}">
                  <a16:creationId xmlns:a16="http://schemas.microsoft.com/office/drawing/2014/main" id="{380C2B2D-2B17-43E1-A39E-5E4AA5ABDE8D}"/>
                </a:ext>
              </a:extLst>
            </p:cNvPr>
            <p:cNvSpPr txBox="1"/>
            <p:nvPr userDrawn="1"/>
          </p:nvSpPr>
          <p:spPr bwMode="ltGray">
            <a:xfrm>
              <a:off x="5343524" y="4700408"/>
              <a:ext cx="3014239" cy="252000"/>
            </a:xfrm>
            <a:prstGeom prst="rect">
              <a:avLst/>
            </a:prstGeom>
            <a:noFill/>
          </p:spPr>
          <p:txBody>
            <a:bodyPr wrap="square" lIns="0" tIns="0" rIns="0" bIns="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ct val="0"/>
                </a:spcBef>
                <a:spcAft>
                  <a:spcPct val="0"/>
                </a:spcAft>
                <a:buClrTx/>
                <a:buSzTx/>
                <a:buFontTx/>
                <a:buNone/>
                <a:defRPr/>
              </a:pPr>
              <a:r>
                <a:rPr kumimoji="0" lang="en-GB" sz="1200" b="0" i="0" u="none" strike="noStrike" kern="0" cap="none" spc="0" normalizeH="0" baseline="0" noProof="0">
                  <a:ln>
                    <a:noFill/>
                  </a:ln>
                  <a:solidFill>
                    <a:srgbClr val="FFFFFF"/>
                  </a:solidFill>
                  <a:effectLst/>
                  <a:uLnTx/>
                  <a:uFillTx/>
                  <a:latin typeface="+mj-lt"/>
                </a:rPr>
                <a:t>Stockholm</a:t>
              </a:r>
            </a:p>
          </p:txBody>
        </p:sp>
        <p:sp>
          <p:nvSpPr>
            <p:cNvPr id="43" name="TextBox 42">
              <a:extLst>
                <a:ext uri="{FF2B5EF4-FFF2-40B4-BE49-F238E27FC236}">
                  <a16:creationId xmlns:a16="http://schemas.microsoft.com/office/drawing/2014/main" id="{ED4AA5AC-492A-714A-1D4A-B4356457E402}"/>
                </a:ext>
              </a:extLst>
            </p:cNvPr>
            <p:cNvSpPr txBox="1"/>
            <p:nvPr userDrawn="1"/>
          </p:nvSpPr>
          <p:spPr bwMode="ltGray">
            <a:xfrm>
              <a:off x="5343524" y="5123766"/>
              <a:ext cx="3014239" cy="252000"/>
            </a:xfrm>
            <a:prstGeom prst="rect">
              <a:avLst/>
            </a:prstGeom>
            <a:noFill/>
          </p:spPr>
          <p:txBody>
            <a:bodyPr vert="horz" lIns="0" tIns="0" rIns="0" bIns="0" rtlCol="0" anchor="ctr">
              <a:noAutofit/>
            </a:bodyPr>
            <a:lstStyle>
              <a:defPPr>
                <a:defRPr lang="en-US"/>
              </a:defPPr>
              <a:lvl1pPr marL="0" lvl="0" indent="0" algn="l" defTabSz="914400" rtl="0" eaLnBrk="1" latinLnBrk="0" hangingPunct="1">
                <a:lnSpc>
                  <a:spcPct val="100000"/>
                </a:lnSpc>
                <a:spcBef>
                  <a:spcPct val="0"/>
                </a:spcBef>
                <a:buSzTx/>
                <a:buFont typeface="Arial" pitchFamily="34" charset="0"/>
                <a:buNone/>
                <a:defRPr lang="en-US" sz="1050" b="0" kern="1200" spc="0">
                  <a:solidFill>
                    <a:schemeClr val="bg2"/>
                  </a:solidFill>
                  <a:latin typeface="+mn-lt"/>
                  <a:ea typeface="+mn-ea"/>
                  <a:cs typeface="Gotham-Book" pitchFamily="50" charset="0"/>
                </a:defRPr>
              </a:lvl1pPr>
              <a:lvl2pPr marL="432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Gotham-Book" pitchFamily="50" charset="0"/>
                </a:defRPr>
              </a:lvl2pPr>
              <a:lvl3pPr marL="648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mn-cs"/>
                </a:defRPr>
              </a:lvl3pPr>
              <a:lvl4pPr marL="864000" indent="-216000" algn="l" defTabSz="914400" rtl="0" eaLnBrk="1" latinLnBrk="0" hangingPunct="1">
                <a:lnSpc>
                  <a:spcPct val="100000"/>
                </a:lnSpc>
                <a:spcBef>
                  <a:spcPts val="600"/>
                </a:spcBef>
                <a:buFont typeface="Arial" pitchFamily="34" charset="0"/>
                <a:buChar char="•"/>
                <a:defRPr sz="1400" kern="1200" cap="none" spc="0" baseline="0">
                  <a:solidFill>
                    <a:schemeClr val="bg2"/>
                  </a:solidFill>
                  <a:latin typeface="+mn-lt"/>
                  <a:ea typeface="+mn-ea"/>
                  <a:cs typeface="+mn-cs"/>
                </a:defRPr>
              </a:lvl4pPr>
              <a:lvl5pPr marL="1080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Gotham-Light" pitchFamily="50" charset="0"/>
                </a:defRPr>
              </a:lvl5pPr>
              <a:lvl6pPr marL="0" indent="0" algn="l" defTabSz="914400" rtl="0" eaLnBrk="1" latinLnBrk="0" hangingPunct="1">
                <a:lnSpc>
                  <a:spcPct val="150000"/>
                </a:lnSpc>
                <a:spcBef>
                  <a:spcPts val="600"/>
                </a:spcBef>
                <a:buFont typeface="Arial"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7"/>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Gotham-Light" pitchFamily="50" charset="0"/>
                  <a:ea typeface="+mn-ea"/>
                  <a:cs typeface="Gotham-Light" pitchFamily="50" charset="0"/>
                </a:defRPr>
              </a:lvl9pPr>
            </a:lstStyle>
            <a:p>
              <a:pPr marL="0" marR="0" lvl="0" indent="0" defTabSz="914400" rtl="0" eaLnBrk="1" fontAlgn="auto" latinLnBrk="0" hangingPunct="1">
                <a:lnSpc>
                  <a:spcPct val="100000"/>
                </a:lnSpc>
                <a:spcBef>
                  <a:spcPct val="0"/>
                </a:spcBef>
                <a:spcAft>
                  <a:spcPct val="0"/>
                </a:spcAft>
                <a:buClrTx/>
                <a:buSzTx/>
                <a:buFont typeface="Arial" pitchFamily="34" charset="0"/>
                <a:buNone/>
                <a:defRPr/>
              </a:pPr>
              <a:r>
                <a:rPr kumimoji="0" lang="en-GB" sz="1050" b="0" i="0" u="none" strike="noStrike" kern="0" cap="none" spc="0" normalizeH="0" baseline="0" noProof="0" err="1">
                  <a:ln>
                    <a:noFill/>
                  </a:ln>
                  <a:solidFill>
                    <a:srgbClr val="FFFFFF"/>
                  </a:solidFill>
                  <a:effectLst/>
                  <a:uLnTx/>
                  <a:uFillTx/>
                  <a:cs typeface="Calibri" panose="020F0502020204030204" pitchFamily="34" charset="0"/>
                </a:rPr>
                <a:t>Götgatan 22A</a:t>
              </a:r>
            </a:p>
          </p:txBody>
        </p:sp>
        <p:sp>
          <p:nvSpPr>
            <p:cNvPr id="44" name="TextBox 43">
              <a:extLst>
                <a:ext uri="{FF2B5EF4-FFF2-40B4-BE49-F238E27FC236}">
                  <a16:creationId xmlns:a16="http://schemas.microsoft.com/office/drawing/2014/main" id="{6EBC595A-42F5-4763-8C5B-00A2275720D2}"/>
                </a:ext>
              </a:extLst>
            </p:cNvPr>
            <p:cNvSpPr txBox="1"/>
            <p:nvPr userDrawn="1"/>
          </p:nvSpPr>
          <p:spPr bwMode="ltGray">
            <a:xfrm>
              <a:off x="5343524" y="5352005"/>
              <a:ext cx="3014239" cy="252000"/>
            </a:xfrm>
            <a:prstGeom prst="rect">
              <a:avLst/>
            </a:prstGeom>
            <a:noFill/>
          </p:spPr>
          <p:txBody>
            <a:bodyPr vert="horz" lIns="0" tIns="0" rIns="0" bIns="0" rtlCol="0" anchor="ctr">
              <a:noAutofit/>
            </a:bodyPr>
            <a:lstStyle>
              <a:defPPr>
                <a:defRPr lang="en-US"/>
              </a:defPPr>
              <a:lvl1pPr marL="0" lvl="0" indent="0" algn="l" defTabSz="914400" rtl="0" eaLnBrk="1" latinLnBrk="0" hangingPunct="1">
                <a:lnSpc>
                  <a:spcPct val="100000"/>
                </a:lnSpc>
                <a:spcBef>
                  <a:spcPct val="0"/>
                </a:spcBef>
                <a:buSzTx/>
                <a:buFont typeface="Arial" pitchFamily="34" charset="0"/>
                <a:buNone/>
                <a:defRPr lang="en-US" sz="1050" b="0" kern="1200" spc="0">
                  <a:solidFill>
                    <a:schemeClr val="bg2"/>
                  </a:solidFill>
                  <a:latin typeface="+mn-lt"/>
                  <a:ea typeface="+mn-ea"/>
                  <a:cs typeface="Gotham-Book" pitchFamily="50" charset="0"/>
                </a:defRPr>
              </a:lvl1pPr>
              <a:lvl2pPr marL="432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Gotham-Book" pitchFamily="50" charset="0"/>
                </a:defRPr>
              </a:lvl2pPr>
              <a:lvl3pPr marL="648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mn-cs"/>
                </a:defRPr>
              </a:lvl3pPr>
              <a:lvl4pPr marL="864000" indent="-216000" algn="l" defTabSz="914400" rtl="0" eaLnBrk="1" latinLnBrk="0" hangingPunct="1">
                <a:lnSpc>
                  <a:spcPct val="100000"/>
                </a:lnSpc>
                <a:spcBef>
                  <a:spcPts val="600"/>
                </a:spcBef>
                <a:buFont typeface="Arial" pitchFamily="34" charset="0"/>
                <a:buChar char="•"/>
                <a:defRPr sz="1400" kern="1200" cap="none" spc="0" baseline="0">
                  <a:solidFill>
                    <a:schemeClr val="bg2"/>
                  </a:solidFill>
                  <a:latin typeface="+mn-lt"/>
                  <a:ea typeface="+mn-ea"/>
                  <a:cs typeface="+mn-cs"/>
                </a:defRPr>
              </a:lvl4pPr>
              <a:lvl5pPr marL="1080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Gotham-Light" pitchFamily="50" charset="0"/>
                </a:defRPr>
              </a:lvl5pPr>
              <a:lvl6pPr marL="0" indent="0" algn="l" defTabSz="914400" rtl="0" eaLnBrk="1" latinLnBrk="0" hangingPunct="1">
                <a:lnSpc>
                  <a:spcPct val="150000"/>
                </a:lnSpc>
                <a:spcBef>
                  <a:spcPts val="600"/>
                </a:spcBef>
                <a:buFont typeface="Arial"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7"/>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Gotham-Light" pitchFamily="50" charset="0"/>
                  <a:ea typeface="+mn-ea"/>
                  <a:cs typeface="Gotham-Light" pitchFamily="50" charset="0"/>
                </a:defRPr>
              </a:lvl9pPr>
            </a:lstStyle>
            <a:p>
              <a:pPr marL="0" marR="0" lvl="0" indent="0" defTabSz="914400" rtl="0" eaLnBrk="1" fontAlgn="auto" latinLnBrk="0" hangingPunct="1">
                <a:lnSpc>
                  <a:spcPct val="100000"/>
                </a:lnSpc>
                <a:spcBef>
                  <a:spcPct val="0"/>
                </a:spcBef>
                <a:spcAft>
                  <a:spcPct val="0"/>
                </a:spcAft>
                <a:buClrTx/>
                <a:buSzTx/>
                <a:buFont typeface="Arial" pitchFamily="34" charset="0"/>
                <a:buNone/>
                <a:defRPr/>
              </a:pPr>
              <a:r>
                <a:rPr kumimoji="0" lang="en-GB" sz="1050" b="0" i="0" u="none" strike="noStrike" kern="0" cap="none" spc="0" normalizeH="0" baseline="0" noProof="0">
                  <a:ln>
                    <a:noFill/>
                  </a:ln>
                  <a:solidFill>
                    <a:srgbClr val="FFFFFF"/>
                  </a:solidFill>
                  <a:effectLst/>
                  <a:uLnTx/>
                  <a:uFillTx/>
                  <a:cs typeface="Calibri" panose="020F0502020204030204" pitchFamily="34" charset="0"/>
                </a:rPr>
                <a:t>118 46 Stockholm</a:t>
              </a:r>
            </a:p>
          </p:txBody>
        </p:sp>
        <p:sp>
          <p:nvSpPr>
            <p:cNvPr id="45" name="TextBox 44">
              <a:extLst>
                <a:ext uri="{FF2B5EF4-FFF2-40B4-BE49-F238E27FC236}">
                  <a16:creationId xmlns:a16="http://schemas.microsoft.com/office/drawing/2014/main" id="{FF9A0F7D-72F9-213F-F442-D1C1D41C4FDB}"/>
                </a:ext>
              </a:extLst>
            </p:cNvPr>
            <p:cNvSpPr txBox="1"/>
            <p:nvPr userDrawn="1"/>
          </p:nvSpPr>
          <p:spPr bwMode="ltGray">
            <a:xfrm>
              <a:off x="5343524" y="5580244"/>
              <a:ext cx="3014239" cy="252000"/>
            </a:xfrm>
            <a:prstGeom prst="rect">
              <a:avLst/>
            </a:prstGeom>
            <a:noFill/>
          </p:spPr>
          <p:txBody>
            <a:bodyPr vert="horz" lIns="0" tIns="0" rIns="0" bIns="0" rtlCol="0" anchor="ctr">
              <a:noAutofit/>
            </a:bodyPr>
            <a:lstStyle>
              <a:defPPr>
                <a:defRPr lang="en-US"/>
              </a:defPPr>
              <a:lvl1pPr marL="0" lvl="0" indent="0" algn="l" defTabSz="914400" rtl="0" eaLnBrk="1" latinLnBrk="0" hangingPunct="1">
                <a:lnSpc>
                  <a:spcPct val="100000"/>
                </a:lnSpc>
                <a:spcBef>
                  <a:spcPct val="0"/>
                </a:spcBef>
                <a:buSzTx/>
                <a:buFont typeface="Arial" pitchFamily="34" charset="0"/>
                <a:buNone/>
                <a:defRPr lang="en-US" sz="1050" b="0" kern="1200" spc="0">
                  <a:solidFill>
                    <a:schemeClr val="bg2"/>
                  </a:solidFill>
                  <a:latin typeface="+mn-lt"/>
                  <a:ea typeface="+mn-ea"/>
                  <a:cs typeface="Gotham-Book" pitchFamily="50" charset="0"/>
                </a:defRPr>
              </a:lvl1pPr>
              <a:lvl2pPr marL="432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Gotham-Book" pitchFamily="50" charset="0"/>
                </a:defRPr>
              </a:lvl2pPr>
              <a:lvl3pPr marL="648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mn-cs"/>
                </a:defRPr>
              </a:lvl3pPr>
              <a:lvl4pPr marL="864000" indent="-216000" algn="l" defTabSz="914400" rtl="0" eaLnBrk="1" latinLnBrk="0" hangingPunct="1">
                <a:lnSpc>
                  <a:spcPct val="100000"/>
                </a:lnSpc>
                <a:spcBef>
                  <a:spcPts val="600"/>
                </a:spcBef>
                <a:buFont typeface="Arial" pitchFamily="34" charset="0"/>
                <a:buChar char="•"/>
                <a:defRPr sz="1400" kern="1200" cap="none" spc="0" baseline="0">
                  <a:solidFill>
                    <a:schemeClr val="bg2"/>
                  </a:solidFill>
                  <a:latin typeface="+mn-lt"/>
                  <a:ea typeface="+mn-ea"/>
                  <a:cs typeface="+mn-cs"/>
                </a:defRPr>
              </a:lvl4pPr>
              <a:lvl5pPr marL="1080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Gotham-Light" pitchFamily="50" charset="0"/>
                </a:defRPr>
              </a:lvl5pPr>
              <a:lvl6pPr marL="0" indent="0" algn="l" defTabSz="914400" rtl="0" eaLnBrk="1" latinLnBrk="0" hangingPunct="1">
                <a:lnSpc>
                  <a:spcPct val="150000"/>
                </a:lnSpc>
                <a:spcBef>
                  <a:spcPts val="600"/>
                </a:spcBef>
                <a:buFont typeface="Arial"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7"/>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Gotham-Light" pitchFamily="50" charset="0"/>
                  <a:ea typeface="+mn-ea"/>
                  <a:cs typeface="Gotham-Light" pitchFamily="50" charset="0"/>
                </a:defRPr>
              </a:lvl9pPr>
            </a:lstStyle>
            <a:p>
              <a:pPr marL="0" marR="0" lvl="0" indent="0" defTabSz="914400" rtl="0" eaLnBrk="1" fontAlgn="auto" latinLnBrk="0" hangingPunct="1">
                <a:lnSpc>
                  <a:spcPct val="100000"/>
                </a:lnSpc>
                <a:spcBef>
                  <a:spcPct val="0"/>
                </a:spcBef>
                <a:spcAft>
                  <a:spcPct val="0"/>
                </a:spcAft>
                <a:buClrTx/>
                <a:buSzTx/>
                <a:buFont typeface="Arial" pitchFamily="34" charset="0"/>
                <a:buNone/>
                <a:defRPr/>
              </a:pPr>
              <a:r>
                <a:rPr kumimoji="0" lang="en-GB" sz="1050" b="0" i="0" u="none" strike="noStrike" kern="0" cap="none" spc="0" normalizeH="0" baseline="0" noProof="0">
                  <a:ln>
                    <a:noFill/>
                  </a:ln>
                  <a:solidFill>
                    <a:srgbClr val="FFFFFF"/>
                  </a:solidFill>
                  <a:effectLst/>
                  <a:uLnTx/>
                  <a:uFillTx/>
                  <a:cs typeface="Calibri" panose="020F0502020204030204" pitchFamily="34" charset="0"/>
                </a:rPr>
                <a:t>Sweden</a:t>
              </a:r>
            </a:p>
          </p:txBody>
        </p:sp>
      </p:grpSp>
      <p:grpSp>
        <p:nvGrpSpPr>
          <p:cNvPr id="46" name="Group 45">
            <a:extLst>
              <a:ext uri="{FF2B5EF4-FFF2-40B4-BE49-F238E27FC236}">
                <a16:creationId xmlns:a16="http://schemas.microsoft.com/office/drawing/2014/main" id="{52F52F53-1EBD-E369-4A94-5C89B525AE53}"/>
              </a:ext>
            </a:extLst>
          </p:cNvPr>
          <p:cNvGrpSpPr/>
          <p:nvPr userDrawn="1"/>
        </p:nvGrpSpPr>
        <p:grpSpPr>
          <a:xfrm>
            <a:off x="360362" y="5196802"/>
            <a:ext cx="2677054" cy="1131836"/>
            <a:chOff x="5343524" y="4700408"/>
            <a:chExt cx="3014239" cy="1131836"/>
          </a:xfrm>
        </p:grpSpPr>
        <p:sp>
          <p:nvSpPr>
            <p:cNvPr id="47" name="TextBox 46">
              <a:extLst>
                <a:ext uri="{FF2B5EF4-FFF2-40B4-BE49-F238E27FC236}">
                  <a16:creationId xmlns:a16="http://schemas.microsoft.com/office/drawing/2014/main" id="{A4FF260A-9F87-DDDF-E25C-94B0431A8E71}"/>
                </a:ext>
              </a:extLst>
            </p:cNvPr>
            <p:cNvSpPr txBox="1"/>
            <p:nvPr userDrawn="1"/>
          </p:nvSpPr>
          <p:spPr bwMode="ltGray">
            <a:xfrm>
              <a:off x="5343524" y="4700408"/>
              <a:ext cx="3014239" cy="252000"/>
            </a:xfrm>
            <a:prstGeom prst="rect">
              <a:avLst/>
            </a:prstGeom>
            <a:noFill/>
          </p:spPr>
          <p:txBody>
            <a:bodyPr wrap="square" lIns="0" tIns="0" rIns="0" bIns="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ct val="0"/>
                </a:spcBef>
                <a:spcAft>
                  <a:spcPct val="0"/>
                </a:spcAft>
                <a:buClrTx/>
                <a:buSzTx/>
                <a:buFontTx/>
                <a:buNone/>
                <a:defRPr/>
              </a:pPr>
              <a:r>
                <a:rPr kumimoji="0" lang="en-GB" sz="1200" b="0" i="0" u="none" strike="noStrike" kern="0" cap="none" spc="0" normalizeH="0" baseline="0" noProof="0">
                  <a:ln>
                    <a:noFill/>
                  </a:ln>
                  <a:solidFill>
                    <a:srgbClr val="FFFFFF"/>
                  </a:solidFill>
                  <a:effectLst/>
                  <a:uLnTx/>
                  <a:uFillTx/>
                  <a:latin typeface="+mj-lt"/>
                </a:rPr>
                <a:t>Copenhagen</a:t>
              </a:r>
            </a:p>
          </p:txBody>
        </p:sp>
        <p:sp>
          <p:nvSpPr>
            <p:cNvPr id="48" name="TextBox 47">
              <a:extLst>
                <a:ext uri="{FF2B5EF4-FFF2-40B4-BE49-F238E27FC236}">
                  <a16:creationId xmlns:a16="http://schemas.microsoft.com/office/drawing/2014/main" id="{92634C32-5C3E-0120-36E4-468EE936591D}"/>
                </a:ext>
              </a:extLst>
            </p:cNvPr>
            <p:cNvSpPr txBox="1"/>
            <p:nvPr userDrawn="1"/>
          </p:nvSpPr>
          <p:spPr bwMode="ltGray">
            <a:xfrm>
              <a:off x="5343524" y="5123766"/>
              <a:ext cx="3014239" cy="252000"/>
            </a:xfrm>
            <a:prstGeom prst="rect">
              <a:avLst/>
            </a:prstGeom>
            <a:noFill/>
          </p:spPr>
          <p:txBody>
            <a:bodyPr vert="horz" lIns="0" tIns="0" rIns="0" bIns="0" rtlCol="0" anchor="ctr">
              <a:noAutofit/>
            </a:bodyPr>
            <a:lstStyle>
              <a:defPPr>
                <a:defRPr lang="en-US"/>
              </a:defPPr>
              <a:lvl1pPr marL="0" lvl="0" indent="0" algn="l" defTabSz="914400" rtl="0" eaLnBrk="1" latinLnBrk="0" hangingPunct="1">
                <a:lnSpc>
                  <a:spcPct val="100000"/>
                </a:lnSpc>
                <a:spcBef>
                  <a:spcPct val="0"/>
                </a:spcBef>
                <a:buSzTx/>
                <a:buFont typeface="Arial" pitchFamily="34" charset="0"/>
                <a:buNone/>
                <a:defRPr lang="en-US" sz="1050" b="0" kern="1200" spc="0">
                  <a:solidFill>
                    <a:schemeClr val="bg2"/>
                  </a:solidFill>
                  <a:latin typeface="+mn-lt"/>
                  <a:ea typeface="+mn-ea"/>
                  <a:cs typeface="Gotham-Book" pitchFamily="50" charset="0"/>
                </a:defRPr>
              </a:lvl1pPr>
              <a:lvl2pPr marL="432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Gotham-Book" pitchFamily="50" charset="0"/>
                </a:defRPr>
              </a:lvl2pPr>
              <a:lvl3pPr marL="648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mn-cs"/>
                </a:defRPr>
              </a:lvl3pPr>
              <a:lvl4pPr marL="864000" indent="-216000" algn="l" defTabSz="914400" rtl="0" eaLnBrk="1" latinLnBrk="0" hangingPunct="1">
                <a:lnSpc>
                  <a:spcPct val="100000"/>
                </a:lnSpc>
                <a:spcBef>
                  <a:spcPts val="600"/>
                </a:spcBef>
                <a:buFont typeface="Arial" pitchFamily="34" charset="0"/>
                <a:buChar char="•"/>
                <a:defRPr sz="1400" kern="1200" cap="none" spc="0" baseline="0">
                  <a:solidFill>
                    <a:schemeClr val="bg2"/>
                  </a:solidFill>
                  <a:latin typeface="+mn-lt"/>
                  <a:ea typeface="+mn-ea"/>
                  <a:cs typeface="+mn-cs"/>
                </a:defRPr>
              </a:lvl4pPr>
              <a:lvl5pPr marL="1080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Gotham-Light" pitchFamily="50" charset="0"/>
                </a:defRPr>
              </a:lvl5pPr>
              <a:lvl6pPr marL="0" indent="0" algn="l" defTabSz="914400" rtl="0" eaLnBrk="1" latinLnBrk="0" hangingPunct="1">
                <a:lnSpc>
                  <a:spcPct val="150000"/>
                </a:lnSpc>
                <a:spcBef>
                  <a:spcPts val="600"/>
                </a:spcBef>
                <a:buFont typeface="Arial"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7"/>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Gotham-Light" pitchFamily="50" charset="0"/>
                  <a:ea typeface="+mn-ea"/>
                  <a:cs typeface="Gotham-Light" pitchFamily="50" charset="0"/>
                </a:defRPr>
              </a:lvl9pPr>
            </a:lstStyle>
            <a:p>
              <a:pPr marL="0" marR="0" lvl="0" indent="0" defTabSz="914400" rtl="0" eaLnBrk="1" fontAlgn="auto" latinLnBrk="0" hangingPunct="1">
                <a:lnSpc>
                  <a:spcPct val="100000"/>
                </a:lnSpc>
                <a:spcBef>
                  <a:spcPct val="0"/>
                </a:spcBef>
                <a:spcAft>
                  <a:spcPct val="0"/>
                </a:spcAft>
                <a:buClrTx/>
                <a:buSzTx/>
                <a:buFont typeface="Arial" pitchFamily="34" charset="0"/>
                <a:buNone/>
                <a:defRPr/>
              </a:pPr>
              <a:r>
                <a:rPr kumimoji="0" lang="en-GB" sz="1050" b="0" i="0" u="none" strike="noStrike" kern="0" cap="none" spc="0" normalizeH="0" baseline="0" noProof="0" err="1">
                  <a:ln>
                    <a:noFill/>
                  </a:ln>
                  <a:solidFill>
                    <a:srgbClr val="FFFFFF"/>
                  </a:solidFill>
                  <a:effectLst/>
                  <a:uLnTx/>
                  <a:uFillTx/>
                  <a:cs typeface="Calibri" panose="020F0502020204030204" pitchFamily="34" charset="0"/>
                </a:rPr>
                <a:t>Overgaden Oven Vandet 58A</a:t>
              </a:r>
            </a:p>
          </p:txBody>
        </p:sp>
        <p:sp>
          <p:nvSpPr>
            <p:cNvPr id="49" name="TextBox 48">
              <a:extLst>
                <a:ext uri="{FF2B5EF4-FFF2-40B4-BE49-F238E27FC236}">
                  <a16:creationId xmlns:a16="http://schemas.microsoft.com/office/drawing/2014/main" id="{472C78A5-CA49-F56D-28E0-61F7AA80E92A}"/>
                </a:ext>
              </a:extLst>
            </p:cNvPr>
            <p:cNvSpPr txBox="1"/>
            <p:nvPr userDrawn="1"/>
          </p:nvSpPr>
          <p:spPr bwMode="ltGray">
            <a:xfrm>
              <a:off x="5343524" y="5352005"/>
              <a:ext cx="3014239" cy="252000"/>
            </a:xfrm>
            <a:prstGeom prst="rect">
              <a:avLst/>
            </a:prstGeom>
            <a:noFill/>
          </p:spPr>
          <p:txBody>
            <a:bodyPr vert="horz" lIns="0" tIns="0" rIns="0" bIns="0" rtlCol="0" anchor="ctr">
              <a:noAutofit/>
            </a:bodyPr>
            <a:lstStyle>
              <a:defPPr>
                <a:defRPr lang="en-US"/>
              </a:defPPr>
              <a:lvl1pPr marL="0" lvl="0" indent="0" algn="l" defTabSz="914400" rtl="0" eaLnBrk="1" latinLnBrk="0" hangingPunct="1">
                <a:lnSpc>
                  <a:spcPct val="100000"/>
                </a:lnSpc>
                <a:spcBef>
                  <a:spcPct val="0"/>
                </a:spcBef>
                <a:buSzTx/>
                <a:buFont typeface="Arial" pitchFamily="34" charset="0"/>
                <a:buNone/>
                <a:defRPr lang="en-US" sz="1050" b="0" kern="1200" spc="0">
                  <a:solidFill>
                    <a:schemeClr val="bg2"/>
                  </a:solidFill>
                  <a:latin typeface="+mn-lt"/>
                  <a:ea typeface="+mn-ea"/>
                  <a:cs typeface="Gotham-Book" pitchFamily="50" charset="0"/>
                </a:defRPr>
              </a:lvl1pPr>
              <a:lvl2pPr marL="432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Gotham-Book" pitchFamily="50" charset="0"/>
                </a:defRPr>
              </a:lvl2pPr>
              <a:lvl3pPr marL="648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mn-cs"/>
                </a:defRPr>
              </a:lvl3pPr>
              <a:lvl4pPr marL="864000" indent="-216000" algn="l" defTabSz="914400" rtl="0" eaLnBrk="1" latinLnBrk="0" hangingPunct="1">
                <a:lnSpc>
                  <a:spcPct val="100000"/>
                </a:lnSpc>
                <a:spcBef>
                  <a:spcPts val="600"/>
                </a:spcBef>
                <a:buFont typeface="Arial" pitchFamily="34" charset="0"/>
                <a:buChar char="•"/>
                <a:defRPr sz="1400" kern="1200" cap="none" spc="0" baseline="0">
                  <a:solidFill>
                    <a:schemeClr val="bg2"/>
                  </a:solidFill>
                  <a:latin typeface="+mn-lt"/>
                  <a:ea typeface="+mn-ea"/>
                  <a:cs typeface="+mn-cs"/>
                </a:defRPr>
              </a:lvl4pPr>
              <a:lvl5pPr marL="1080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Gotham-Light" pitchFamily="50" charset="0"/>
                </a:defRPr>
              </a:lvl5pPr>
              <a:lvl6pPr marL="0" indent="0" algn="l" defTabSz="914400" rtl="0" eaLnBrk="1" latinLnBrk="0" hangingPunct="1">
                <a:lnSpc>
                  <a:spcPct val="150000"/>
                </a:lnSpc>
                <a:spcBef>
                  <a:spcPts val="600"/>
                </a:spcBef>
                <a:buFont typeface="Arial"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7"/>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Gotham-Light" pitchFamily="50" charset="0"/>
                  <a:ea typeface="+mn-ea"/>
                  <a:cs typeface="Gotham-Light" pitchFamily="50" charset="0"/>
                </a:defRPr>
              </a:lvl9pPr>
            </a:lstStyle>
            <a:p>
              <a:pPr marL="0" marR="0" lvl="0" indent="0" defTabSz="914400" rtl="0" eaLnBrk="1" fontAlgn="auto" latinLnBrk="0" hangingPunct="1">
                <a:lnSpc>
                  <a:spcPct val="100000"/>
                </a:lnSpc>
                <a:spcBef>
                  <a:spcPct val="0"/>
                </a:spcBef>
                <a:spcAft>
                  <a:spcPct val="0"/>
                </a:spcAft>
                <a:buClrTx/>
                <a:buSzTx/>
                <a:buFont typeface="Arial" pitchFamily="34" charset="0"/>
                <a:buNone/>
                <a:defRPr/>
              </a:pPr>
              <a:r>
                <a:rPr kumimoji="0" lang="en-GB" sz="1050" b="0" i="0" u="none" strike="noStrike" kern="0" cap="none" spc="0" normalizeH="0" baseline="0" noProof="0">
                  <a:ln>
                    <a:noFill/>
                  </a:ln>
                  <a:solidFill>
                    <a:srgbClr val="FFFFFF"/>
                  </a:solidFill>
                  <a:effectLst/>
                  <a:uLnTx/>
                  <a:uFillTx/>
                  <a:cs typeface="Calibri" panose="020F0502020204030204" pitchFamily="34" charset="0"/>
                </a:rPr>
                <a:t>1415 Copenhagen</a:t>
              </a:r>
            </a:p>
          </p:txBody>
        </p:sp>
        <p:sp>
          <p:nvSpPr>
            <p:cNvPr id="50" name="TextBox 49">
              <a:extLst>
                <a:ext uri="{FF2B5EF4-FFF2-40B4-BE49-F238E27FC236}">
                  <a16:creationId xmlns:a16="http://schemas.microsoft.com/office/drawing/2014/main" id="{936FFE02-D349-BF56-EAB4-E0A9F67E8CEA}"/>
                </a:ext>
              </a:extLst>
            </p:cNvPr>
            <p:cNvSpPr txBox="1"/>
            <p:nvPr userDrawn="1"/>
          </p:nvSpPr>
          <p:spPr bwMode="ltGray">
            <a:xfrm>
              <a:off x="5343524" y="5580244"/>
              <a:ext cx="3014239" cy="252000"/>
            </a:xfrm>
            <a:prstGeom prst="rect">
              <a:avLst/>
            </a:prstGeom>
            <a:noFill/>
          </p:spPr>
          <p:txBody>
            <a:bodyPr vert="horz" lIns="0" tIns="0" rIns="0" bIns="0" rtlCol="0" anchor="ctr">
              <a:noAutofit/>
            </a:bodyPr>
            <a:lstStyle>
              <a:defPPr>
                <a:defRPr lang="en-US"/>
              </a:defPPr>
              <a:lvl1pPr marL="0" lvl="0" indent="0" algn="l" defTabSz="914400" rtl="0" eaLnBrk="1" latinLnBrk="0" hangingPunct="1">
                <a:lnSpc>
                  <a:spcPct val="100000"/>
                </a:lnSpc>
                <a:spcBef>
                  <a:spcPct val="0"/>
                </a:spcBef>
                <a:buSzTx/>
                <a:buFont typeface="Arial" pitchFamily="34" charset="0"/>
                <a:buNone/>
                <a:defRPr lang="en-US" sz="1050" b="0" kern="1200" spc="0">
                  <a:solidFill>
                    <a:schemeClr val="bg2"/>
                  </a:solidFill>
                  <a:latin typeface="+mn-lt"/>
                  <a:ea typeface="+mn-ea"/>
                  <a:cs typeface="Gotham-Book" pitchFamily="50" charset="0"/>
                </a:defRPr>
              </a:lvl1pPr>
              <a:lvl2pPr marL="432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Gotham-Book" pitchFamily="50" charset="0"/>
                </a:defRPr>
              </a:lvl2pPr>
              <a:lvl3pPr marL="648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mn-cs"/>
                </a:defRPr>
              </a:lvl3pPr>
              <a:lvl4pPr marL="864000" indent="-216000" algn="l" defTabSz="914400" rtl="0" eaLnBrk="1" latinLnBrk="0" hangingPunct="1">
                <a:lnSpc>
                  <a:spcPct val="100000"/>
                </a:lnSpc>
                <a:spcBef>
                  <a:spcPts val="600"/>
                </a:spcBef>
                <a:buFont typeface="Arial" pitchFamily="34" charset="0"/>
                <a:buChar char="•"/>
                <a:defRPr sz="1400" kern="1200" cap="none" spc="0" baseline="0">
                  <a:solidFill>
                    <a:schemeClr val="bg2"/>
                  </a:solidFill>
                  <a:latin typeface="+mn-lt"/>
                  <a:ea typeface="+mn-ea"/>
                  <a:cs typeface="+mn-cs"/>
                </a:defRPr>
              </a:lvl4pPr>
              <a:lvl5pPr marL="1080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Gotham-Light" pitchFamily="50" charset="0"/>
                </a:defRPr>
              </a:lvl5pPr>
              <a:lvl6pPr marL="0" indent="0" algn="l" defTabSz="914400" rtl="0" eaLnBrk="1" latinLnBrk="0" hangingPunct="1">
                <a:lnSpc>
                  <a:spcPct val="150000"/>
                </a:lnSpc>
                <a:spcBef>
                  <a:spcPts val="600"/>
                </a:spcBef>
                <a:buFont typeface="Arial"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7"/>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Gotham-Light" pitchFamily="50" charset="0"/>
                  <a:ea typeface="+mn-ea"/>
                  <a:cs typeface="Gotham-Light" pitchFamily="50" charset="0"/>
                </a:defRPr>
              </a:lvl9pPr>
            </a:lstStyle>
            <a:p>
              <a:pPr marL="0" marR="0" lvl="0" indent="0" defTabSz="914400" rtl="0" eaLnBrk="1" fontAlgn="auto" latinLnBrk="0" hangingPunct="1">
                <a:lnSpc>
                  <a:spcPct val="100000"/>
                </a:lnSpc>
                <a:spcBef>
                  <a:spcPct val="0"/>
                </a:spcBef>
                <a:spcAft>
                  <a:spcPct val="0"/>
                </a:spcAft>
                <a:buClrTx/>
                <a:buSzTx/>
                <a:buFont typeface="Arial" pitchFamily="34" charset="0"/>
                <a:buNone/>
                <a:defRPr/>
              </a:pPr>
              <a:r>
                <a:rPr kumimoji="0" lang="en-GB" sz="1050" b="0" i="0" u="none" strike="noStrike" kern="0" cap="none" spc="0" normalizeH="0" baseline="0" noProof="0">
                  <a:ln>
                    <a:noFill/>
                  </a:ln>
                  <a:solidFill>
                    <a:srgbClr val="FFFFFF"/>
                  </a:solidFill>
                  <a:effectLst/>
                  <a:uLnTx/>
                  <a:uFillTx/>
                  <a:cs typeface="Calibri" panose="020F0502020204030204" pitchFamily="34" charset="0"/>
                </a:rPr>
                <a:t>Denmark</a:t>
              </a:r>
            </a:p>
          </p:txBody>
        </p:sp>
      </p:grpSp>
      <p:sp>
        <p:nvSpPr>
          <p:cNvPr id="5" name="Text Placeholder 4">
            <a:extLst>
              <a:ext uri="{FF2B5EF4-FFF2-40B4-BE49-F238E27FC236}">
                <a16:creationId xmlns:a16="http://schemas.microsoft.com/office/drawing/2014/main" id="{A1DF0683-9AC3-55F0-01C7-0FD0C4ABAE50}"/>
              </a:ext>
            </a:extLst>
          </p:cNvPr>
          <p:cNvSpPr>
            <a:spLocks noGrp="1"/>
          </p:cNvSpPr>
          <p:nvPr>
            <p:ph type="body" sz="quarter" idx="10" hasCustomPrompt="1"/>
          </p:nvPr>
        </p:nvSpPr>
        <p:spPr>
          <a:xfrm>
            <a:off x="8999143" y="5454431"/>
            <a:ext cx="2224087" cy="252000"/>
          </a:xfrm>
          <a:prstGeom prst="rect">
            <a:avLst/>
          </a:prstGeom>
        </p:spPr>
        <p:txBody>
          <a:bodyPr/>
          <a:lstStyle>
            <a:lvl1pPr marL="0" indent="0">
              <a:buNone/>
              <a:defRPr sz="1050">
                <a:solidFill>
                  <a:schemeClr val="bg2"/>
                </a:solidFill>
              </a:defRPr>
            </a:lvl1pPr>
            <a:lvl2pPr marL="216000" indent="0">
              <a:buNone/>
              <a:defRPr/>
            </a:lvl2pPr>
          </a:lstStyle>
          <a:p>
            <a:pPr lvl="0"/>
            <a:r>
              <a:rPr lang="en-GB"/>
              <a:t>Name</a:t>
            </a:r>
          </a:p>
        </p:txBody>
      </p:sp>
      <p:sp>
        <p:nvSpPr>
          <p:cNvPr id="7" name="Text Placeholder 4">
            <a:extLst>
              <a:ext uri="{FF2B5EF4-FFF2-40B4-BE49-F238E27FC236}">
                <a16:creationId xmlns:a16="http://schemas.microsoft.com/office/drawing/2014/main" id="{15F1978D-B826-7D9A-5E25-B770B31A6070}"/>
              </a:ext>
            </a:extLst>
          </p:cNvPr>
          <p:cNvSpPr>
            <a:spLocks noGrp="1"/>
          </p:cNvSpPr>
          <p:nvPr>
            <p:ph type="body" sz="quarter" idx="11" hasCustomPrompt="1"/>
          </p:nvPr>
        </p:nvSpPr>
        <p:spPr>
          <a:xfrm>
            <a:off x="8999143" y="5714767"/>
            <a:ext cx="2224087" cy="252000"/>
          </a:xfrm>
          <a:prstGeom prst="rect">
            <a:avLst/>
          </a:prstGeom>
        </p:spPr>
        <p:txBody>
          <a:bodyPr/>
          <a:lstStyle>
            <a:lvl1pPr marL="0" indent="0">
              <a:buNone/>
              <a:defRPr sz="1050">
                <a:solidFill>
                  <a:schemeClr val="bg2"/>
                </a:solidFill>
              </a:defRPr>
            </a:lvl1pPr>
            <a:lvl2pPr marL="216000" indent="0">
              <a:buNone/>
              <a:defRPr/>
            </a:lvl2pPr>
          </a:lstStyle>
          <a:p>
            <a:pPr lvl="0"/>
            <a:r>
              <a:rPr lang="en-GB"/>
              <a:t>Job title</a:t>
            </a:r>
          </a:p>
        </p:txBody>
      </p:sp>
      <p:sp>
        <p:nvSpPr>
          <p:cNvPr id="8" name="Text Placeholder 4">
            <a:extLst>
              <a:ext uri="{FF2B5EF4-FFF2-40B4-BE49-F238E27FC236}">
                <a16:creationId xmlns:a16="http://schemas.microsoft.com/office/drawing/2014/main" id="{D36D67F4-FD34-193A-6EF6-D7C4CFCAAE24}"/>
              </a:ext>
            </a:extLst>
          </p:cNvPr>
          <p:cNvSpPr>
            <a:spLocks noGrp="1"/>
          </p:cNvSpPr>
          <p:nvPr>
            <p:ph type="body" sz="quarter" idx="12" hasCustomPrompt="1"/>
          </p:nvPr>
        </p:nvSpPr>
        <p:spPr>
          <a:xfrm>
            <a:off x="8999143" y="5975103"/>
            <a:ext cx="2224087" cy="252000"/>
          </a:xfrm>
          <a:prstGeom prst="rect">
            <a:avLst/>
          </a:prstGeom>
        </p:spPr>
        <p:txBody>
          <a:bodyPr/>
          <a:lstStyle>
            <a:lvl1pPr marL="0" indent="0">
              <a:buNone/>
              <a:defRPr sz="1050">
                <a:solidFill>
                  <a:schemeClr val="bg2"/>
                </a:solidFill>
              </a:defRPr>
            </a:lvl1pPr>
            <a:lvl2pPr marL="216000" indent="0">
              <a:buNone/>
              <a:defRPr/>
            </a:lvl2pPr>
          </a:lstStyle>
          <a:p>
            <a:pPr lvl="0"/>
            <a:r>
              <a:rPr lang="en-GB"/>
              <a:t>Phone number</a:t>
            </a:r>
          </a:p>
        </p:txBody>
      </p:sp>
      <p:sp>
        <p:nvSpPr>
          <p:cNvPr id="9" name="Text Placeholder 4">
            <a:extLst>
              <a:ext uri="{FF2B5EF4-FFF2-40B4-BE49-F238E27FC236}">
                <a16:creationId xmlns:a16="http://schemas.microsoft.com/office/drawing/2014/main" id="{DB315EEF-C995-6ECA-272C-343AD1E8357F}"/>
              </a:ext>
            </a:extLst>
          </p:cNvPr>
          <p:cNvSpPr>
            <a:spLocks noGrp="1"/>
          </p:cNvSpPr>
          <p:nvPr>
            <p:ph type="body" sz="quarter" idx="13" hasCustomPrompt="1"/>
          </p:nvPr>
        </p:nvSpPr>
        <p:spPr>
          <a:xfrm>
            <a:off x="8999143" y="6235440"/>
            <a:ext cx="2224087" cy="252000"/>
          </a:xfrm>
          <a:prstGeom prst="rect">
            <a:avLst/>
          </a:prstGeom>
        </p:spPr>
        <p:txBody>
          <a:bodyPr/>
          <a:lstStyle>
            <a:lvl1pPr marL="0" indent="0">
              <a:buNone/>
              <a:defRPr sz="1050">
                <a:solidFill>
                  <a:schemeClr val="bg2"/>
                </a:solidFill>
              </a:defRPr>
            </a:lvl1pPr>
            <a:lvl2pPr marL="216000" indent="0">
              <a:buNone/>
              <a:defRPr/>
            </a:lvl2pPr>
          </a:lstStyle>
          <a:p>
            <a:pPr lvl="0"/>
            <a:r>
              <a:rPr lang="en-GB"/>
              <a:t>Email</a:t>
            </a:r>
          </a:p>
        </p:txBody>
      </p:sp>
    </p:spTree>
    <p:extLst>
      <p:ext uri="{BB962C8B-B14F-4D97-AF65-F5344CB8AC3E}">
        <p14:creationId xmlns:p14="http://schemas.microsoft.com/office/powerpoint/2010/main" val="102818985"/>
      </p:ext>
    </p:extLst>
  </p:cSld>
  <p:clrMapOvr>
    <a:masterClrMapping/>
  </p:clrMapOv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3334D-3B14-4A66-8ADF-7040876E4ED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222D569-4730-4708-ACF1-97F96D86DE43}"/>
              </a:ext>
            </a:extLst>
          </p:cNvPr>
          <p:cNvSpPr>
            <a:spLocks noGrp="1"/>
          </p:cNvSpPr>
          <p:nvPr>
            <p:ph idx="1"/>
          </p:nvPr>
        </p:nvSpPr>
        <p:spPr>
          <a:xfrm>
            <a:off x="911223" y="1808163"/>
            <a:ext cx="10728000" cy="42120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7D2A299-EE1F-4FB8-BDA9-0A9A4E66A5C2}"/>
              </a:ext>
            </a:extLst>
          </p:cNvPr>
          <p:cNvSpPr>
            <a:spLocks noGrp="1"/>
          </p:cNvSpPr>
          <p:nvPr>
            <p:ph type="dt" sz="half" idx="10"/>
          </p:nvPr>
        </p:nvSpPr>
        <p:spPr/>
        <p:txBody>
          <a:bodyPr/>
          <a:lstStyle/>
          <a:p>
            <a:fld id="{B81CA70A-C2F3-4CFA-8616-C00D318230F5}" type="datetime1">
              <a:rPr lang="en-US" smtClean="0"/>
              <a:t>7/9/2026</a:t>
            </a:fld>
            <a:endParaRPr lang="en-US"/>
          </a:p>
        </p:txBody>
      </p:sp>
      <p:sp>
        <p:nvSpPr>
          <p:cNvPr id="5" name="Footer Placeholder 4">
            <a:extLst>
              <a:ext uri="{FF2B5EF4-FFF2-40B4-BE49-F238E27FC236}">
                <a16:creationId xmlns:a16="http://schemas.microsoft.com/office/drawing/2014/main" id="{22786243-4778-433D-A7FF-CB24D1A70D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7F323A-61B3-4852-BE99-06649259B8EE}"/>
              </a:ext>
            </a:extLst>
          </p:cNvPr>
          <p:cNvSpPr>
            <a:spLocks noGrp="1"/>
          </p:cNvSpPr>
          <p:nvPr>
            <p:ph type="sldNum" sz="quarter" idx="12"/>
          </p:nvPr>
        </p:nvSpPr>
        <p:spPr/>
        <p:txBody>
          <a:bodyPr/>
          <a:lstStyle/>
          <a:p>
            <a:fld id="{40B7701B-8974-48F8-B448-DF2B8164D2B4}" type="slidenum">
              <a:rPr lang="en-US" smtClean="0"/>
              <a:t>‹#›</a:t>
            </a:fld>
            <a:endParaRPr lang="en-US"/>
          </a:p>
        </p:txBody>
      </p:sp>
    </p:spTree>
    <p:extLst>
      <p:ext uri="{BB962C8B-B14F-4D97-AF65-F5344CB8AC3E}">
        <p14:creationId xmlns:p14="http://schemas.microsoft.com/office/powerpoint/2010/main" val="66928327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userDrawn="1">
  <p:cSld name="End Slide">
    <p:bg>
      <p:bgPr>
        <a:solidFill>
          <a:schemeClr val="accent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7D51B20-4026-05E8-76F6-105B6B958226}"/>
              </a:ext>
            </a:extLst>
          </p:cNvPr>
          <p:cNvPicPr>
            <a:picLocks noChangeAspect="1"/>
          </p:cNvPicPr>
          <p:nvPr userDrawn="1"/>
        </p:nvPicPr>
        <p:blipFill>
          <a:blip r:embed="rId2">
            <a:duotone>
              <a:srgbClr val="3D4D55">
                <a:shade val="45000"/>
                <a:satMod val="135000"/>
              </a:srgbClr>
              <a:prstClr val="white"/>
            </a:duotone>
          </a:blip>
          <a:stretch>
            <a:fillRect/>
          </a:stretch>
        </p:blipFill>
        <p:spPr>
          <a:xfrm>
            <a:off x="0" y="8709"/>
            <a:ext cx="12192000" cy="6858000"/>
          </a:xfrm>
          <a:prstGeom prst="rect">
            <a:avLst/>
          </a:prstGeom>
        </p:spPr>
      </p:pic>
      <p:sp>
        <p:nvSpPr>
          <p:cNvPr id="13" name="TextBox 12">
            <a:extLst>
              <a:ext uri="{FF2B5EF4-FFF2-40B4-BE49-F238E27FC236}">
                <a16:creationId xmlns:a16="http://schemas.microsoft.com/office/drawing/2014/main" id="{EA898D02-52EF-043A-9274-CBA01060A9F5}"/>
              </a:ext>
            </a:extLst>
          </p:cNvPr>
          <p:cNvSpPr txBox="1"/>
          <p:nvPr userDrawn="1"/>
        </p:nvSpPr>
        <p:spPr bwMode="ltGray">
          <a:xfrm>
            <a:off x="360363" y="1557338"/>
            <a:ext cx="4983163" cy="1435454"/>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en-GB" sz="3200">
                <a:solidFill>
                  <a:srgbClr val="EAE7E3"/>
                </a:solidFill>
                <a:latin typeface="+mj-lt"/>
              </a:rPr>
              <a:t>where it all </a:t>
            </a:r>
            <a:r>
              <a:rPr lang="en-GB" sz="3200">
                <a:solidFill>
                  <a:schemeClr val="tx1">
                    <a:lumMod val="60000"/>
                    <a:lumOff val="40000"/>
                  </a:schemeClr>
                </a:solidFill>
                <a:latin typeface="+mj-lt"/>
              </a:rPr>
              <a:t>adds up</a:t>
            </a:r>
          </a:p>
        </p:txBody>
      </p:sp>
      <p:pic>
        <p:nvPicPr>
          <p:cNvPr id="15" name="Graphic 14">
            <a:extLst>
              <a:ext uri="{FF2B5EF4-FFF2-40B4-BE49-F238E27FC236}">
                <a16:creationId xmlns:a16="http://schemas.microsoft.com/office/drawing/2014/main" id="{D144B9D2-97BD-5D2E-7DAB-732240DB19A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363" y="529362"/>
            <a:ext cx="2356712" cy="854916"/>
          </a:xfrm>
          <a:prstGeom prst="rect">
            <a:avLst/>
          </a:prstGeom>
        </p:spPr>
      </p:pic>
      <p:sp>
        <p:nvSpPr>
          <p:cNvPr id="2" name="Rectangle 1">
            <a:extLst>
              <a:ext uri="{FF2B5EF4-FFF2-40B4-BE49-F238E27FC236}">
                <a16:creationId xmlns:a16="http://schemas.microsoft.com/office/drawing/2014/main" id="{DA228619-3496-ED52-BC08-FA87C0B58065}"/>
              </a:ext>
            </a:extLst>
          </p:cNvPr>
          <p:cNvSpPr/>
          <p:nvPr userDrawn="1"/>
        </p:nvSpPr>
        <p:spPr bwMode="gray">
          <a:xfrm flipH="1" flipV="1">
            <a:off x="0" y="3622765"/>
            <a:ext cx="12192000" cy="3243943"/>
          </a:xfrm>
          <a:prstGeom prst="rect">
            <a:avLst/>
          </a:prstGeom>
          <a:gradFill>
            <a:gsLst>
              <a:gs pos="0">
                <a:srgbClr val="3D4D55">
                  <a:alpha val="0"/>
                </a:srgbClr>
              </a:gs>
              <a:gs pos="65000">
                <a:srgbClr val="25343C"/>
              </a:gs>
            </a:gsLst>
            <a:lin ang="16200000" scaled="0"/>
          </a:gradFill>
        </p:spPr>
        <p:txBody>
          <a:bodyPr vert="horz" lIns="90000" tIns="46800" rIns="90000" bIns="4680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6000" marR="0" indent="-216000" algn="l" defTabSz="914400" eaLnBrk="1" fontAlgn="auto" latinLnBrk="0" hangingPunct="1">
              <a:lnSpc>
                <a:spcPct val="100000"/>
              </a:lnSpc>
              <a:spcBef>
                <a:spcPts val="600"/>
              </a:spcBef>
              <a:spcAft>
                <a:spcPct val="0"/>
              </a:spcAft>
              <a:buClrTx/>
              <a:buSzTx/>
              <a:buFont typeface="Arial" panose="020B0604020202020204" pitchFamily="34" charset="0"/>
              <a:buChar char="•"/>
            </a:pPr>
            <a:endParaRPr kumimoji="0" lang="en-GB" sz="1200" b="0" i="0" u="none" strike="noStrike" kern="1200" cap="none" spc="0" normalizeH="0" baseline="0" noProof="0" err="1">
              <a:ln>
                <a:noFill/>
              </a:ln>
              <a:solidFill>
                <a:srgbClr val="44463E"/>
              </a:solidFill>
              <a:effectLst/>
              <a:uLnTx/>
              <a:uFillTx/>
              <a:ea typeface="+mn-ea"/>
            </a:endParaRPr>
          </a:p>
        </p:txBody>
      </p:sp>
      <p:sp>
        <p:nvSpPr>
          <p:cNvPr id="20" name="TextBox 19">
            <a:extLst>
              <a:ext uri="{FF2B5EF4-FFF2-40B4-BE49-F238E27FC236}">
                <a16:creationId xmlns:a16="http://schemas.microsoft.com/office/drawing/2014/main" id="{209FCE8E-B1DB-C5B4-BDB7-B078AEB852E4}"/>
              </a:ext>
            </a:extLst>
          </p:cNvPr>
          <p:cNvSpPr txBox="1"/>
          <p:nvPr userDrawn="1"/>
        </p:nvSpPr>
        <p:spPr bwMode="ltGray">
          <a:xfrm>
            <a:off x="8999145" y="5196802"/>
            <a:ext cx="2832863" cy="252000"/>
          </a:xfrm>
          <a:prstGeom prst="rect">
            <a:avLst/>
          </a:prstGeom>
          <a:noFill/>
        </p:spPr>
        <p:txBody>
          <a:bodyPr wrap="square" lIns="0" tIns="0" rIns="0" bIns="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en-GB" sz="1200" spc="100">
                <a:solidFill>
                  <a:schemeClr val="bg2"/>
                </a:solidFill>
                <a:latin typeface="+mj-lt"/>
              </a:rPr>
              <a:t>Contact</a:t>
            </a:r>
          </a:p>
        </p:txBody>
      </p:sp>
      <p:grpSp>
        <p:nvGrpSpPr>
          <p:cNvPr id="21" name="Group 20">
            <a:extLst>
              <a:ext uri="{FF2B5EF4-FFF2-40B4-BE49-F238E27FC236}">
                <a16:creationId xmlns:a16="http://schemas.microsoft.com/office/drawing/2014/main" id="{4D916EEE-8768-BF2F-4E95-7851A39AF713}"/>
              </a:ext>
            </a:extLst>
          </p:cNvPr>
          <p:cNvGrpSpPr/>
          <p:nvPr userDrawn="1"/>
        </p:nvGrpSpPr>
        <p:grpSpPr>
          <a:xfrm>
            <a:off x="6119550" y="5196802"/>
            <a:ext cx="2677054" cy="1131836"/>
            <a:chOff x="5343524" y="4700408"/>
            <a:chExt cx="3014239" cy="1131836"/>
          </a:xfrm>
        </p:grpSpPr>
        <p:sp>
          <p:nvSpPr>
            <p:cNvPr id="22" name="TextBox 21">
              <a:extLst>
                <a:ext uri="{FF2B5EF4-FFF2-40B4-BE49-F238E27FC236}">
                  <a16:creationId xmlns:a16="http://schemas.microsoft.com/office/drawing/2014/main" id="{F94359B7-7ECB-A98C-8767-14A63BDFC86C}"/>
                </a:ext>
              </a:extLst>
            </p:cNvPr>
            <p:cNvSpPr txBox="1"/>
            <p:nvPr userDrawn="1"/>
          </p:nvSpPr>
          <p:spPr bwMode="ltGray">
            <a:xfrm>
              <a:off x="5343524" y="4700408"/>
              <a:ext cx="3014239" cy="252000"/>
            </a:xfrm>
            <a:prstGeom prst="rect">
              <a:avLst/>
            </a:prstGeom>
            <a:noFill/>
          </p:spPr>
          <p:txBody>
            <a:bodyPr wrap="square" lIns="0" tIns="0" rIns="0" bIns="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ct val="0"/>
                </a:spcBef>
                <a:spcAft>
                  <a:spcPct val="0"/>
                </a:spcAft>
                <a:buClrTx/>
                <a:buSzTx/>
                <a:buFontTx/>
                <a:buNone/>
                <a:defRPr/>
              </a:pPr>
              <a:r>
                <a:rPr kumimoji="0" lang="en-GB" sz="1200" b="0" i="0" u="none" strike="noStrike" kern="0" cap="none" spc="0" normalizeH="0" baseline="0" noProof="0">
                  <a:ln>
                    <a:noFill/>
                  </a:ln>
                  <a:solidFill>
                    <a:srgbClr val="FFFFFF"/>
                  </a:solidFill>
                  <a:effectLst/>
                  <a:uLnTx/>
                  <a:uFillTx/>
                  <a:latin typeface="+mj-lt"/>
                </a:rPr>
                <a:t>Amsterdam</a:t>
              </a:r>
            </a:p>
          </p:txBody>
        </p:sp>
        <p:sp>
          <p:nvSpPr>
            <p:cNvPr id="27" name="TextBox 26">
              <a:extLst>
                <a:ext uri="{FF2B5EF4-FFF2-40B4-BE49-F238E27FC236}">
                  <a16:creationId xmlns:a16="http://schemas.microsoft.com/office/drawing/2014/main" id="{970BDB6E-D354-152B-B6A4-3855023F4F70}"/>
                </a:ext>
              </a:extLst>
            </p:cNvPr>
            <p:cNvSpPr txBox="1"/>
            <p:nvPr userDrawn="1"/>
          </p:nvSpPr>
          <p:spPr bwMode="ltGray">
            <a:xfrm>
              <a:off x="5343524" y="5123766"/>
              <a:ext cx="3014239" cy="252000"/>
            </a:xfrm>
            <a:prstGeom prst="rect">
              <a:avLst/>
            </a:prstGeom>
            <a:noFill/>
          </p:spPr>
          <p:txBody>
            <a:bodyPr vert="horz" lIns="0" tIns="0" rIns="0" bIns="0" rtlCol="0" anchor="ctr">
              <a:noAutofit/>
            </a:bodyPr>
            <a:lstStyle>
              <a:defPPr>
                <a:defRPr lang="en-US"/>
              </a:defPPr>
              <a:lvl1pPr marL="0" lvl="0" indent="0" algn="l" defTabSz="914400" rtl="0" eaLnBrk="1" latinLnBrk="0" hangingPunct="1">
                <a:lnSpc>
                  <a:spcPct val="100000"/>
                </a:lnSpc>
                <a:spcBef>
                  <a:spcPct val="0"/>
                </a:spcBef>
                <a:buSzTx/>
                <a:buFont typeface="Arial" panose="020B0604020202020204" pitchFamily="34" charset="0"/>
                <a:buNone/>
                <a:defRPr lang="en-US" sz="1050" b="0" kern="1200" spc="0">
                  <a:solidFill>
                    <a:schemeClr val="bg2"/>
                  </a:solidFill>
                  <a:latin typeface="+mn-lt"/>
                  <a:ea typeface="+mn-ea"/>
                  <a:cs typeface="Gotham-Book" pitchFamily="50" charset="0"/>
                </a:defRPr>
              </a:lvl1pPr>
              <a:lvl2pPr marL="432000" indent="-216000" algn="l" defTabSz="914400" rtl="0" eaLnBrk="1" latinLnBrk="0" hangingPunct="1">
                <a:lnSpc>
                  <a:spcPct val="100000"/>
                </a:lnSpc>
                <a:spcBef>
                  <a:spcPts val="600"/>
                </a:spcBef>
                <a:buFont typeface="Arial" panose="020B0604020202020204" pitchFamily="34" charset="0"/>
                <a:buChar char="•"/>
                <a:defRPr sz="1400" kern="1200" spc="0">
                  <a:solidFill>
                    <a:schemeClr val="bg2"/>
                  </a:solidFill>
                  <a:latin typeface="+mn-lt"/>
                  <a:ea typeface="+mn-ea"/>
                  <a:cs typeface="Gotham-Book" pitchFamily="50" charset="0"/>
                </a:defRPr>
              </a:lvl2pPr>
              <a:lvl3pPr marL="648000" indent="-216000" algn="l" defTabSz="914400" rtl="0" eaLnBrk="1" latinLnBrk="0" hangingPunct="1">
                <a:lnSpc>
                  <a:spcPct val="100000"/>
                </a:lnSpc>
                <a:spcBef>
                  <a:spcPts val="600"/>
                </a:spcBef>
                <a:buFont typeface="Arial" panose="020B0604020202020204" pitchFamily="34" charset="0"/>
                <a:buChar char="•"/>
                <a:defRPr sz="1400" kern="1200" spc="0">
                  <a:solidFill>
                    <a:schemeClr val="bg2"/>
                  </a:solidFill>
                  <a:latin typeface="+mn-lt"/>
                  <a:ea typeface="+mn-ea"/>
                  <a:cs typeface="+mn-cs"/>
                </a:defRPr>
              </a:lvl3pPr>
              <a:lvl4pPr marL="864000" indent="-216000" algn="l" defTabSz="914400" rtl="0" eaLnBrk="1" latinLnBrk="0" hangingPunct="1">
                <a:lnSpc>
                  <a:spcPct val="100000"/>
                </a:lnSpc>
                <a:spcBef>
                  <a:spcPts val="600"/>
                </a:spcBef>
                <a:buFont typeface="Arial" panose="020B0604020202020204" pitchFamily="34" charset="0"/>
                <a:buChar char="•"/>
                <a:defRPr sz="1400" kern="1200" cap="none" spc="0" baseline="0">
                  <a:solidFill>
                    <a:schemeClr val="bg2"/>
                  </a:solidFill>
                  <a:latin typeface="+mn-lt"/>
                  <a:ea typeface="+mn-ea"/>
                  <a:cs typeface="+mn-cs"/>
                </a:defRPr>
              </a:lvl4pPr>
              <a:lvl5pPr marL="1080000" indent="-216000" algn="l" defTabSz="914400" rtl="0" eaLnBrk="1" latinLnBrk="0" hangingPunct="1">
                <a:lnSpc>
                  <a:spcPct val="100000"/>
                </a:lnSpc>
                <a:spcBef>
                  <a:spcPts val="600"/>
                </a:spcBef>
                <a:buFont typeface="Arial" panose="020B0604020202020204" pitchFamily="34" charset="0"/>
                <a:buChar char="•"/>
                <a:defRPr sz="1400" kern="1200" spc="0">
                  <a:solidFill>
                    <a:schemeClr val="bg2"/>
                  </a:solidFill>
                  <a:latin typeface="+mn-lt"/>
                  <a:ea typeface="+mn-ea"/>
                  <a:cs typeface="Gotham-Light" pitchFamily="50" charset="0"/>
                </a:defRPr>
              </a:lvl5pPr>
              <a:lvl6pPr marL="0" indent="0" algn="l" defTabSz="914400" rtl="0" eaLnBrk="1" latinLnBrk="0" hangingPunct="1">
                <a:lnSpc>
                  <a:spcPct val="150000"/>
                </a:lnSpc>
                <a:spcBef>
                  <a:spcPts val="600"/>
                </a:spcBef>
                <a:buFont typeface="Arial" panose="020B0604020202020204"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4"/>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ct val="0"/>
                </a:spcBef>
                <a:spcAft>
                  <a:spcPts val="600"/>
                </a:spcAft>
                <a:buFont typeface="Arial" panose="020B0604020202020204"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ct val="0"/>
                </a:spcBef>
                <a:spcAft>
                  <a:spcPts val="600"/>
                </a:spcAft>
                <a:buFont typeface="Arial" panose="020B0604020202020204" pitchFamily="34" charset="0"/>
                <a:buNone/>
                <a:defRPr sz="1200" kern="1200">
                  <a:solidFill>
                    <a:schemeClr val="tx1"/>
                  </a:solidFill>
                  <a:latin typeface="Gotham-Light" pitchFamily="50" charset="0"/>
                  <a:ea typeface="+mn-ea"/>
                  <a:cs typeface="Gotham-Light" pitchFamily="50" charset="0"/>
                </a:defRPr>
              </a:lvl9pPr>
            </a:lstStyle>
            <a:p>
              <a:pPr marL="0" marR="0" lvl="0" indent="0" defTabSz="914400" rtl="0" eaLnBrk="1" fontAlgn="auto" latinLnBrk="0" hangingPunct="1">
                <a:lnSpc>
                  <a:spcPct val="100000"/>
                </a:lnSpc>
                <a:spcBef>
                  <a:spcPct val="0"/>
                </a:spcBef>
                <a:spcAft>
                  <a:spcPct val="0"/>
                </a:spcAft>
                <a:buClrTx/>
                <a:buSzTx/>
                <a:buFont typeface="Arial" panose="020B0604020202020204" pitchFamily="34" charset="0"/>
                <a:buNone/>
                <a:defRPr/>
              </a:pPr>
              <a:r>
                <a:rPr kumimoji="0" lang="en-GB" sz="1050" b="0" i="0" u="none" strike="noStrike" kern="0" cap="none" spc="0" normalizeH="0" baseline="0" noProof="0">
                  <a:ln>
                    <a:noFill/>
                  </a:ln>
                  <a:solidFill>
                    <a:srgbClr val="FFFFFF"/>
                  </a:solidFill>
                  <a:effectLst/>
                  <a:uLnTx/>
                  <a:uFillTx/>
                  <a:cs typeface="Calibri" panose="020F0502020204030204" pitchFamily="34" charset="0"/>
                </a:rPr>
                <a:t>De Ruijterkade 7</a:t>
              </a:r>
            </a:p>
          </p:txBody>
        </p:sp>
        <p:sp>
          <p:nvSpPr>
            <p:cNvPr id="34" name="TextBox 33">
              <a:extLst>
                <a:ext uri="{FF2B5EF4-FFF2-40B4-BE49-F238E27FC236}">
                  <a16:creationId xmlns:a16="http://schemas.microsoft.com/office/drawing/2014/main" id="{5C92A55F-23B9-E807-337B-63C6501CD854}"/>
                </a:ext>
              </a:extLst>
            </p:cNvPr>
            <p:cNvSpPr txBox="1"/>
            <p:nvPr userDrawn="1"/>
          </p:nvSpPr>
          <p:spPr bwMode="ltGray">
            <a:xfrm>
              <a:off x="5343524" y="5352005"/>
              <a:ext cx="3014239" cy="252000"/>
            </a:xfrm>
            <a:prstGeom prst="rect">
              <a:avLst/>
            </a:prstGeom>
            <a:noFill/>
          </p:spPr>
          <p:txBody>
            <a:bodyPr vert="horz" lIns="0" tIns="0" rIns="0" bIns="0" rtlCol="0" anchor="ctr">
              <a:noAutofit/>
            </a:bodyPr>
            <a:lstStyle>
              <a:defPPr>
                <a:defRPr lang="en-US"/>
              </a:defPPr>
              <a:lvl1pPr marL="0" lvl="0" indent="0" algn="l" defTabSz="914400" rtl="0" eaLnBrk="1" latinLnBrk="0" hangingPunct="1">
                <a:lnSpc>
                  <a:spcPct val="100000"/>
                </a:lnSpc>
                <a:spcBef>
                  <a:spcPct val="0"/>
                </a:spcBef>
                <a:buSzTx/>
                <a:buFont typeface="Arial" panose="020B0604020202020204" pitchFamily="34" charset="0"/>
                <a:buNone/>
                <a:defRPr lang="en-US" sz="1050" b="0" kern="1200" spc="0">
                  <a:solidFill>
                    <a:schemeClr val="bg2"/>
                  </a:solidFill>
                  <a:latin typeface="+mn-lt"/>
                  <a:ea typeface="+mn-ea"/>
                  <a:cs typeface="Gotham-Book" pitchFamily="50" charset="0"/>
                </a:defRPr>
              </a:lvl1pPr>
              <a:lvl2pPr marL="432000" indent="-216000" algn="l" defTabSz="914400" rtl="0" eaLnBrk="1" latinLnBrk="0" hangingPunct="1">
                <a:lnSpc>
                  <a:spcPct val="100000"/>
                </a:lnSpc>
                <a:spcBef>
                  <a:spcPts val="600"/>
                </a:spcBef>
                <a:buFont typeface="Arial" panose="020B0604020202020204" pitchFamily="34" charset="0"/>
                <a:buChar char="•"/>
                <a:defRPr sz="1400" kern="1200" spc="0">
                  <a:solidFill>
                    <a:schemeClr val="bg2"/>
                  </a:solidFill>
                  <a:latin typeface="+mn-lt"/>
                  <a:ea typeface="+mn-ea"/>
                  <a:cs typeface="Gotham-Book" pitchFamily="50" charset="0"/>
                </a:defRPr>
              </a:lvl2pPr>
              <a:lvl3pPr marL="648000" indent="-216000" algn="l" defTabSz="914400" rtl="0" eaLnBrk="1" latinLnBrk="0" hangingPunct="1">
                <a:lnSpc>
                  <a:spcPct val="100000"/>
                </a:lnSpc>
                <a:spcBef>
                  <a:spcPts val="600"/>
                </a:spcBef>
                <a:buFont typeface="Arial" panose="020B0604020202020204" pitchFamily="34" charset="0"/>
                <a:buChar char="•"/>
                <a:defRPr sz="1400" kern="1200" spc="0">
                  <a:solidFill>
                    <a:schemeClr val="bg2"/>
                  </a:solidFill>
                  <a:latin typeface="+mn-lt"/>
                  <a:ea typeface="+mn-ea"/>
                  <a:cs typeface="+mn-cs"/>
                </a:defRPr>
              </a:lvl3pPr>
              <a:lvl4pPr marL="864000" indent="-216000" algn="l" defTabSz="914400" rtl="0" eaLnBrk="1" latinLnBrk="0" hangingPunct="1">
                <a:lnSpc>
                  <a:spcPct val="100000"/>
                </a:lnSpc>
                <a:spcBef>
                  <a:spcPts val="600"/>
                </a:spcBef>
                <a:buFont typeface="Arial" panose="020B0604020202020204" pitchFamily="34" charset="0"/>
                <a:buChar char="•"/>
                <a:defRPr sz="1400" kern="1200" cap="none" spc="0" baseline="0">
                  <a:solidFill>
                    <a:schemeClr val="bg2"/>
                  </a:solidFill>
                  <a:latin typeface="+mn-lt"/>
                  <a:ea typeface="+mn-ea"/>
                  <a:cs typeface="+mn-cs"/>
                </a:defRPr>
              </a:lvl4pPr>
              <a:lvl5pPr marL="1080000" indent="-216000" algn="l" defTabSz="914400" rtl="0" eaLnBrk="1" latinLnBrk="0" hangingPunct="1">
                <a:lnSpc>
                  <a:spcPct val="100000"/>
                </a:lnSpc>
                <a:spcBef>
                  <a:spcPts val="600"/>
                </a:spcBef>
                <a:buFont typeface="Arial" panose="020B0604020202020204" pitchFamily="34" charset="0"/>
                <a:buChar char="•"/>
                <a:defRPr sz="1400" kern="1200" spc="0">
                  <a:solidFill>
                    <a:schemeClr val="bg2"/>
                  </a:solidFill>
                  <a:latin typeface="+mn-lt"/>
                  <a:ea typeface="+mn-ea"/>
                  <a:cs typeface="Gotham-Light" pitchFamily="50" charset="0"/>
                </a:defRPr>
              </a:lvl5pPr>
              <a:lvl6pPr marL="0" indent="0" algn="l" defTabSz="914400" rtl="0" eaLnBrk="1" latinLnBrk="0" hangingPunct="1">
                <a:lnSpc>
                  <a:spcPct val="150000"/>
                </a:lnSpc>
                <a:spcBef>
                  <a:spcPts val="600"/>
                </a:spcBef>
                <a:buFont typeface="Arial" panose="020B0604020202020204"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4"/>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ct val="0"/>
                </a:spcBef>
                <a:spcAft>
                  <a:spcPts val="600"/>
                </a:spcAft>
                <a:buFont typeface="Arial" panose="020B0604020202020204"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ct val="0"/>
                </a:spcBef>
                <a:spcAft>
                  <a:spcPts val="600"/>
                </a:spcAft>
                <a:buFont typeface="Arial" panose="020B0604020202020204" pitchFamily="34" charset="0"/>
                <a:buNone/>
                <a:defRPr sz="1200" kern="1200">
                  <a:solidFill>
                    <a:schemeClr val="tx1"/>
                  </a:solidFill>
                  <a:latin typeface="Gotham-Light" pitchFamily="50" charset="0"/>
                  <a:ea typeface="+mn-ea"/>
                  <a:cs typeface="Gotham-Light" pitchFamily="50" charset="0"/>
                </a:defRPr>
              </a:lvl9pPr>
            </a:lstStyle>
            <a:p>
              <a:pPr marL="0" marR="0" lvl="0" indent="0" defTabSz="914400" rtl="0" eaLnBrk="1" fontAlgn="auto" latinLnBrk="0" hangingPunct="1">
                <a:lnSpc>
                  <a:spcPct val="100000"/>
                </a:lnSpc>
                <a:spcBef>
                  <a:spcPct val="0"/>
                </a:spcBef>
                <a:spcAft>
                  <a:spcPct val="0"/>
                </a:spcAft>
                <a:buClrTx/>
                <a:buSzTx/>
                <a:buFont typeface="Arial" panose="020B0604020202020204" pitchFamily="34" charset="0"/>
                <a:buNone/>
                <a:defRPr/>
              </a:pPr>
              <a:r>
                <a:rPr kumimoji="0" lang="en-GB" sz="1050" b="0" i="0" u="none" strike="noStrike" kern="0" cap="none" spc="0" normalizeH="0" baseline="0" noProof="0">
                  <a:ln>
                    <a:noFill/>
                  </a:ln>
                  <a:solidFill>
                    <a:srgbClr val="FFFFFF"/>
                  </a:solidFill>
                  <a:effectLst/>
                  <a:uLnTx/>
                  <a:uFillTx/>
                  <a:cs typeface="Calibri" panose="020F0502020204030204" pitchFamily="34" charset="0"/>
                </a:rPr>
                <a:t>1013 AA Amsterdam</a:t>
              </a:r>
            </a:p>
          </p:txBody>
        </p:sp>
        <p:sp>
          <p:nvSpPr>
            <p:cNvPr id="40" name="TextBox 39">
              <a:extLst>
                <a:ext uri="{FF2B5EF4-FFF2-40B4-BE49-F238E27FC236}">
                  <a16:creationId xmlns:a16="http://schemas.microsoft.com/office/drawing/2014/main" id="{34475B40-9D0F-A8A3-307B-64BA4659D78B}"/>
                </a:ext>
              </a:extLst>
            </p:cNvPr>
            <p:cNvSpPr txBox="1"/>
            <p:nvPr userDrawn="1"/>
          </p:nvSpPr>
          <p:spPr bwMode="ltGray">
            <a:xfrm>
              <a:off x="5343524" y="5580244"/>
              <a:ext cx="3014239" cy="252000"/>
            </a:xfrm>
            <a:prstGeom prst="rect">
              <a:avLst/>
            </a:prstGeom>
            <a:noFill/>
          </p:spPr>
          <p:txBody>
            <a:bodyPr vert="horz" lIns="0" tIns="0" rIns="0" bIns="0" rtlCol="0" anchor="ctr">
              <a:noAutofit/>
            </a:bodyPr>
            <a:lstStyle>
              <a:defPPr>
                <a:defRPr lang="en-US"/>
              </a:defPPr>
              <a:lvl1pPr marL="0" lvl="0" indent="0" algn="l" defTabSz="914400" rtl="0" eaLnBrk="1" latinLnBrk="0" hangingPunct="1">
                <a:lnSpc>
                  <a:spcPct val="100000"/>
                </a:lnSpc>
                <a:spcBef>
                  <a:spcPct val="0"/>
                </a:spcBef>
                <a:buSzTx/>
                <a:buFont typeface="Arial" panose="020B0604020202020204" pitchFamily="34" charset="0"/>
                <a:buNone/>
                <a:defRPr lang="en-US" sz="1050" b="0" kern="1200" spc="0">
                  <a:solidFill>
                    <a:schemeClr val="bg2"/>
                  </a:solidFill>
                  <a:latin typeface="+mn-lt"/>
                  <a:ea typeface="+mn-ea"/>
                  <a:cs typeface="Gotham-Book" pitchFamily="50" charset="0"/>
                </a:defRPr>
              </a:lvl1pPr>
              <a:lvl2pPr marL="432000" indent="-216000" algn="l" defTabSz="914400" rtl="0" eaLnBrk="1" latinLnBrk="0" hangingPunct="1">
                <a:lnSpc>
                  <a:spcPct val="100000"/>
                </a:lnSpc>
                <a:spcBef>
                  <a:spcPts val="600"/>
                </a:spcBef>
                <a:buFont typeface="Arial" panose="020B0604020202020204" pitchFamily="34" charset="0"/>
                <a:buChar char="•"/>
                <a:defRPr sz="1400" kern="1200" spc="0">
                  <a:solidFill>
                    <a:schemeClr val="bg2"/>
                  </a:solidFill>
                  <a:latin typeface="+mn-lt"/>
                  <a:ea typeface="+mn-ea"/>
                  <a:cs typeface="Gotham-Book" pitchFamily="50" charset="0"/>
                </a:defRPr>
              </a:lvl2pPr>
              <a:lvl3pPr marL="648000" indent="-216000" algn="l" defTabSz="914400" rtl="0" eaLnBrk="1" latinLnBrk="0" hangingPunct="1">
                <a:lnSpc>
                  <a:spcPct val="100000"/>
                </a:lnSpc>
                <a:spcBef>
                  <a:spcPts val="600"/>
                </a:spcBef>
                <a:buFont typeface="Arial" panose="020B0604020202020204" pitchFamily="34" charset="0"/>
                <a:buChar char="•"/>
                <a:defRPr sz="1400" kern="1200" spc="0">
                  <a:solidFill>
                    <a:schemeClr val="bg2"/>
                  </a:solidFill>
                  <a:latin typeface="+mn-lt"/>
                  <a:ea typeface="+mn-ea"/>
                  <a:cs typeface="+mn-cs"/>
                </a:defRPr>
              </a:lvl3pPr>
              <a:lvl4pPr marL="864000" indent="-216000" algn="l" defTabSz="914400" rtl="0" eaLnBrk="1" latinLnBrk="0" hangingPunct="1">
                <a:lnSpc>
                  <a:spcPct val="100000"/>
                </a:lnSpc>
                <a:spcBef>
                  <a:spcPts val="600"/>
                </a:spcBef>
                <a:buFont typeface="Arial" panose="020B0604020202020204" pitchFamily="34" charset="0"/>
                <a:buChar char="•"/>
                <a:defRPr sz="1400" kern="1200" cap="none" spc="0" baseline="0">
                  <a:solidFill>
                    <a:schemeClr val="bg2"/>
                  </a:solidFill>
                  <a:latin typeface="+mn-lt"/>
                  <a:ea typeface="+mn-ea"/>
                  <a:cs typeface="+mn-cs"/>
                </a:defRPr>
              </a:lvl4pPr>
              <a:lvl5pPr marL="1080000" indent="-216000" algn="l" defTabSz="914400" rtl="0" eaLnBrk="1" latinLnBrk="0" hangingPunct="1">
                <a:lnSpc>
                  <a:spcPct val="100000"/>
                </a:lnSpc>
                <a:spcBef>
                  <a:spcPts val="600"/>
                </a:spcBef>
                <a:buFont typeface="Arial" panose="020B0604020202020204" pitchFamily="34" charset="0"/>
                <a:buChar char="•"/>
                <a:defRPr sz="1400" kern="1200" spc="0">
                  <a:solidFill>
                    <a:schemeClr val="bg2"/>
                  </a:solidFill>
                  <a:latin typeface="+mn-lt"/>
                  <a:ea typeface="+mn-ea"/>
                  <a:cs typeface="Gotham-Light" pitchFamily="50" charset="0"/>
                </a:defRPr>
              </a:lvl5pPr>
              <a:lvl6pPr marL="0" indent="0" algn="l" defTabSz="914400" rtl="0" eaLnBrk="1" latinLnBrk="0" hangingPunct="1">
                <a:lnSpc>
                  <a:spcPct val="150000"/>
                </a:lnSpc>
                <a:spcBef>
                  <a:spcPts val="600"/>
                </a:spcBef>
                <a:buFont typeface="Arial" panose="020B0604020202020204"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4"/>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ct val="0"/>
                </a:spcBef>
                <a:spcAft>
                  <a:spcPts val="600"/>
                </a:spcAft>
                <a:buFont typeface="Arial" panose="020B0604020202020204"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ct val="0"/>
                </a:spcBef>
                <a:spcAft>
                  <a:spcPts val="600"/>
                </a:spcAft>
                <a:buFont typeface="Arial" panose="020B0604020202020204" pitchFamily="34" charset="0"/>
                <a:buNone/>
                <a:defRPr sz="1200" kern="1200">
                  <a:solidFill>
                    <a:schemeClr val="tx1"/>
                  </a:solidFill>
                  <a:latin typeface="Gotham-Light" pitchFamily="50" charset="0"/>
                  <a:ea typeface="+mn-ea"/>
                  <a:cs typeface="Gotham-Light" pitchFamily="50" charset="0"/>
                </a:defRPr>
              </a:lvl9pPr>
            </a:lstStyle>
            <a:p>
              <a:pPr marL="0" marR="0" lvl="0" indent="0" defTabSz="914400" rtl="0" eaLnBrk="1" fontAlgn="auto" latinLnBrk="0" hangingPunct="1">
                <a:lnSpc>
                  <a:spcPct val="100000"/>
                </a:lnSpc>
                <a:spcBef>
                  <a:spcPct val="0"/>
                </a:spcBef>
                <a:spcAft>
                  <a:spcPct val="0"/>
                </a:spcAft>
                <a:buClrTx/>
                <a:buSzTx/>
                <a:buFont typeface="Arial" panose="020B0604020202020204" pitchFamily="34" charset="0"/>
                <a:buNone/>
                <a:defRPr/>
              </a:pPr>
              <a:r>
                <a:rPr kumimoji="0" lang="en-GB" sz="1050" b="0" i="0" u="none" strike="noStrike" kern="0" cap="none" spc="0" normalizeH="0" baseline="0" noProof="0">
                  <a:ln>
                    <a:noFill/>
                  </a:ln>
                  <a:solidFill>
                    <a:srgbClr val="FFFFFF"/>
                  </a:solidFill>
                  <a:effectLst/>
                  <a:uLnTx/>
                  <a:uFillTx/>
                  <a:cs typeface="Calibri" panose="020F0502020204030204" pitchFamily="34" charset="0"/>
                </a:rPr>
                <a:t>The Netherlands</a:t>
              </a:r>
            </a:p>
          </p:txBody>
        </p:sp>
      </p:grpSp>
      <p:grpSp>
        <p:nvGrpSpPr>
          <p:cNvPr id="41" name="Group 40">
            <a:extLst>
              <a:ext uri="{FF2B5EF4-FFF2-40B4-BE49-F238E27FC236}">
                <a16:creationId xmlns:a16="http://schemas.microsoft.com/office/drawing/2014/main" id="{CEEAAE18-AB80-F7DC-1CAE-653488EF6313}"/>
              </a:ext>
            </a:extLst>
          </p:cNvPr>
          <p:cNvGrpSpPr/>
          <p:nvPr userDrawn="1"/>
        </p:nvGrpSpPr>
        <p:grpSpPr>
          <a:xfrm>
            <a:off x="3239956" y="5196802"/>
            <a:ext cx="2677054" cy="1131836"/>
            <a:chOff x="5343524" y="4700408"/>
            <a:chExt cx="3014239" cy="1131836"/>
          </a:xfrm>
        </p:grpSpPr>
        <p:sp>
          <p:nvSpPr>
            <p:cNvPr id="42" name="TextBox 41">
              <a:extLst>
                <a:ext uri="{FF2B5EF4-FFF2-40B4-BE49-F238E27FC236}">
                  <a16:creationId xmlns:a16="http://schemas.microsoft.com/office/drawing/2014/main" id="{380C2B2D-2B17-43E1-A39E-5E4AA5ABDE8D}"/>
                </a:ext>
              </a:extLst>
            </p:cNvPr>
            <p:cNvSpPr txBox="1"/>
            <p:nvPr userDrawn="1"/>
          </p:nvSpPr>
          <p:spPr bwMode="ltGray">
            <a:xfrm>
              <a:off x="5343524" y="4700408"/>
              <a:ext cx="3014239" cy="252000"/>
            </a:xfrm>
            <a:prstGeom prst="rect">
              <a:avLst/>
            </a:prstGeom>
            <a:noFill/>
          </p:spPr>
          <p:txBody>
            <a:bodyPr wrap="square" lIns="0" tIns="0" rIns="0" bIns="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ct val="0"/>
                </a:spcBef>
                <a:spcAft>
                  <a:spcPct val="0"/>
                </a:spcAft>
                <a:buClrTx/>
                <a:buSzTx/>
                <a:buFontTx/>
                <a:buNone/>
                <a:defRPr/>
              </a:pPr>
              <a:r>
                <a:rPr kumimoji="0" lang="en-GB" sz="1200" b="0" i="0" u="none" strike="noStrike" kern="0" cap="none" spc="0" normalizeH="0" baseline="0" noProof="0">
                  <a:ln>
                    <a:noFill/>
                  </a:ln>
                  <a:solidFill>
                    <a:srgbClr val="FFFFFF"/>
                  </a:solidFill>
                  <a:effectLst/>
                  <a:uLnTx/>
                  <a:uFillTx/>
                  <a:latin typeface="+mj-lt"/>
                </a:rPr>
                <a:t>Stockholm</a:t>
              </a:r>
            </a:p>
          </p:txBody>
        </p:sp>
        <p:sp>
          <p:nvSpPr>
            <p:cNvPr id="43" name="TextBox 42">
              <a:extLst>
                <a:ext uri="{FF2B5EF4-FFF2-40B4-BE49-F238E27FC236}">
                  <a16:creationId xmlns:a16="http://schemas.microsoft.com/office/drawing/2014/main" id="{ED4AA5AC-492A-714A-1D4A-B4356457E402}"/>
                </a:ext>
              </a:extLst>
            </p:cNvPr>
            <p:cNvSpPr txBox="1"/>
            <p:nvPr userDrawn="1"/>
          </p:nvSpPr>
          <p:spPr bwMode="ltGray">
            <a:xfrm>
              <a:off x="5343524" y="5123766"/>
              <a:ext cx="3014239" cy="252000"/>
            </a:xfrm>
            <a:prstGeom prst="rect">
              <a:avLst/>
            </a:prstGeom>
            <a:noFill/>
          </p:spPr>
          <p:txBody>
            <a:bodyPr vert="horz" lIns="0" tIns="0" rIns="0" bIns="0" rtlCol="0" anchor="ctr">
              <a:noAutofit/>
            </a:bodyPr>
            <a:lstStyle>
              <a:defPPr>
                <a:defRPr lang="en-US"/>
              </a:defPPr>
              <a:lvl1pPr marL="0" lvl="0" indent="0" algn="l" defTabSz="914400" rtl="0" eaLnBrk="1" latinLnBrk="0" hangingPunct="1">
                <a:lnSpc>
                  <a:spcPct val="100000"/>
                </a:lnSpc>
                <a:spcBef>
                  <a:spcPct val="0"/>
                </a:spcBef>
                <a:buSzTx/>
                <a:buFont typeface="Arial" panose="020B0604020202020204" pitchFamily="34" charset="0"/>
                <a:buNone/>
                <a:defRPr lang="en-US" sz="1050" b="0" kern="1200" spc="0">
                  <a:solidFill>
                    <a:schemeClr val="bg2"/>
                  </a:solidFill>
                  <a:latin typeface="+mn-lt"/>
                  <a:ea typeface="+mn-ea"/>
                  <a:cs typeface="Gotham-Book" pitchFamily="50" charset="0"/>
                </a:defRPr>
              </a:lvl1pPr>
              <a:lvl2pPr marL="432000" indent="-216000" algn="l" defTabSz="914400" rtl="0" eaLnBrk="1" latinLnBrk="0" hangingPunct="1">
                <a:lnSpc>
                  <a:spcPct val="100000"/>
                </a:lnSpc>
                <a:spcBef>
                  <a:spcPts val="600"/>
                </a:spcBef>
                <a:buFont typeface="Arial" panose="020B0604020202020204" pitchFamily="34" charset="0"/>
                <a:buChar char="•"/>
                <a:defRPr sz="1400" kern="1200" spc="0">
                  <a:solidFill>
                    <a:schemeClr val="bg2"/>
                  </a:solidFill>
                  <a:latin typeface="+mn-lt"/>
                  <a:ea typeface="+mn-ea"/>
                  <a:cs typeface="Gotham-Book" pitchFamily="50" charset="0"/>
                </a:defRPr>
              </a:lvl2pPr>
              <a:lvl3pPr marL="648000" indent="-216000" algn="l" defTabSz="914400" rtl="0" eaLnBrk="1" latinLnBrk="0" hangingPunct="1">
                <a:lnSpc>
                  <a:spcPct val="100000"/>
                </a:lnSpc>
                <a:spcBef>
                  <a:spcPts val="600"/>
                </a:spcBef>
                <a:buFont typeface="Arial" panose="020B0604020202020204" pitchFamily="34" charset="0"/>
                <a:buChar char="•"/>
                <a:defRPr sz="1400" kern="1200" spc="0">
                  <a:solidFill>
                    <a:schemeClr val="bg2"/>
                  </a:solidFill>
                  <a:latin typeface="+mn-lt"/>
                  <a:ea typeface="+mn-ea"/>
                  <a:cs typeface="+mn-cs"/>
                </a:defRPr>
              </a:lvl3pPr>
              <a:lvl4pPr marL="864000" indent="-216000" algn="l" defTabSz="914400" rtl="0" eaLnBrk="1" latinLnBrk="0" hangingPunct="1">
                <a:lnSpc>
                  <a:spcPct val="100000"/>
                </a:lnSpc>
                <a:spcBef>
                  <a:spcPts val="600"/>
                </a:spcBef>
                <a:buFont typeface="Arial" panose="020B0604020202020204" pitchFamily="34" charset="0"/>
                <a:buChar char="•"/>
                <a:defRPr sz="1400" kern="1200" cap="none" spc="0" baseline="0">
                  <a:solidFill>
                    <a:schemeClr val="bg2"/>
                  </a:solidFill>
                  <a:latin typeface="+mn-lt"/>
                  <a:ea typeface="+mn-ea"/>
                  <a:cs typeface="+mn-cs"/>
                </a:defRPr>
              </a:lvl4pPr>
              <a:lvl5pPr marL="1080000" indent="-216000" algn="l" defTabSz="914400" rtl="0" eaLnBrk="1" latinLnBrk="0" hangingPunct="1">
                <a:lnSpc>
                  <a:spcPct val="100000"/>
                </a:lnSpc>
                <a:spcBef>
                  <a:spcPts val="600"/>
                </a:spcBef>
                <a:buFont typeface="Arial" panose="020B0604020202020204" pitchFamily="34" charset="0"/>
                <a:buChar char="•"/>
                <a:defRPr sz="1400" kern="1200" spc="0">
                  <a:solidFill>
                    <a:schemeClr val="bg2"/>
                  </a:solidFill>
                  <a:latin typeface="+mn-lt"/>
                  <a:ea typeface="+mn-ea"/>
                  <a:cs typeface="Gotham-Light" pitchFamily="50" charset="0"/>
                </a:defRPr>
              </a:lvl5pPr>
              <a:lvl6pPr marL="0" indent="0" algn="l" defTabSz="914400" rtl="0" eaLnBrk="1" latinLnBrk="0" hangingPunct="1">
                <a:lnSpc>
                  <a:spcPct val="150000"/>
                </a:lnSpc>
                <a:spcBef>
                  <a:spcPts val="600"/>
                </a:spcBef>
                <a:buFont typeface="Arial" panose="020B0604020202020204"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4"/>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ct val="0"/>
                </a:spcBef>
                <a:spcAft>
                  <a:spcPts val="600"/>
                </a:spcAft>
                <a:buFont typeface="Arial" panose="020B0604020202020204"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ct val="0"/>
                </a:spcBef>
                <a:spcAft>
                  <a:spcPts val="600"/>
                </a:spcAft>
                <a:buFont typeface="Arial" panose="020B0604020202020204" pitchFamily="34" charset="0"/>
                <a:buNone/>
                <a:defRPr sz="1200" kern="1200">
                  <a:solidFill>
                    <a:schemeClr val="tx1"/>
                  </a:solidFill>
                  <a:latin typeface="Gotham-Light" pitchFamily="50" charset="0"/>
                  <a:ea typeface="+mn-ea"/>
                  <a:cs typeface="Gotham-Light" pitchFamily="50" charset="0"/>
                </a:defRPr>
              </a:lvl9pPr>
            </a:lstStyle>
            <a:p>
              <a:pPr marL="0" marR="0" lvl="0" indent="0" defTabSz="914400" rtl="0" eaLnBrk="1" fontAlgn="auto" latinLnBrk="0" hangingPunct="1">
                <a:lnSpc>
                  <a:spcPct val="100000"/>
                </a:lnSpc>
                <a:spcBef>
                  <a:spcPct val="0"/>
                </a:spcBef>
                <a:spcAft>
                  <a:spcPct val="0"/>
                </a:spcAft>
                <a:buClrTx/>
                <a:buSzTx/>
                <a:buFont typeface="Arial" panose="020B0604020202020204" pitchFamily="34" charset="0"/>
                <a:buNone/>
                <a:defRPr/>
              </a:pPr>
              <a:r>
                <a:rPr kumimoji="0" lang="en-GB" sz="1050" b="0" i="0" u="none" strike="noStrike" kern="0" cap="none" spc="0" normalizeH="0" baseline="0" noProof="0" err="1">
                  <a:ln>
                    <a:noFill/>
                  </a:ln>
                  <a:solidFill>
                    <a:srgbClr val="FFFFFF"/>
                  </a:solidFill>
                  <a:effectLst/>
                  <a:uLnTx/>
                  <a:uFillTx/>
                  <a:cs typeface="Calibri" panose="020F0502020204030204" pitchFamily="34" charset="0"/>
                </a:rPr>
                <a:t>Götgatan 22A</a:t>
              </a:r>
            </a:p>
          </p:txBody>
        </p:sp>
        <p:sp>
          <p:nvSpPr>
            <p:cNvPr id="44" name="TextBox 43">
              <a:extLst>
                <a:ext uri="{FF2B5EF4-FFF2-40B4-BE49-F238E27FC236}">
                  <a16:creationId xmlns:a16="http://schemas.microsoft.com/office/drawing/2014/main" id="{6EBC595A-42F5-4763-8C5B-00A2275720D2}"/>
                </a:ext>
              </a:extLst>
            </p:cNvPr>
            <p:cNvSpPr txBox="1"/>
            <p:nvPr userDrawn="1"/>
          </p:nvSpPr>
          <p:spPr bwMode="ltGray">
            <a:xfrm>
              <a:off x="5343524" y="5352005"/>
              <a:ext cx="3014239" cy="252000"/>
            </a:xfrm>
            <a:prstGeom prst="rect">
              <a:avLst/>
            </a:prstGeom>
            <a:noFill/>
          </p:spPr>
          <p:txBody>
            <a:bodyPr vert="horz" lIns="0" tIns="0" rIns="0" bIns="0" rtlCol="0" anchor="ctr">
              <a:noAutofit/>
            </a:bodyPr>
            <a:lstStyle>
              <a:defPPr>
                <a:defRPr lang="en-US"/>
              </a:defPPr>
              <a:lvl1pPr marL="0" lvl="0" indent="0" algn="l" defTabSz="914400" rtl="0" eaLnBrk="1" latinLnBrk="0" hangingPunct="1">
                <a:lnSpc>
                  <a:spcPct val="100000"/>
                </a:lnSpc>
                <a:spcBef>
                  <a:spcPct val="0"/>
                </a:spcBef>
                <a:buSzTx/>
                <a:buFont typeface="Arial" panose="020B0604020202020204" pitchFamily="34" charset="0"/>
                <a:buNone/>
                <a:defRPr lang="en-US" sz="1050" b="0" kern="1200" spc="0">
                  <a:solidFill>
                    <a:schemeClr val="bg2"/>
                  </a:solidFill>
                  <a:latin typeface="+mn-lt"/>
                  <a:ea typeface="+mn-ea"/>
                  <a:cs typeface="Gotham-Book" pitchFamily="50" charset="0"/>
                </a:defRPr>
              </a:lvl1pPr>
              <a:lvl2pPr marL="432000" indent="-216000" algn="l" defTabSz="914400" rtl="0" eaLnBrk="1" latinLnBrk="0" hangingPunct="1">
                <a:lnSpc>
                  <a:spcPct val="100000"/>
                </a:lnSpc>
                <a:spcBef>
                  <a:spcPts val="600"/>
                </a:spcBef>
                <a:buFont typeface="Arial" panose="020B0604020202020204" pitchFamily="34" charset="0"/>
                <a:buChar char="•"/>
                <a:defRPr sz="1400" kern="1200" spc="0">
                  <a:solidFill>
                    <a:schemeClr val="bg2"/>
                  </a:solidFill>
                  <a:latin typeface="+mn-lt"/>
                  <a:ea typeface="+mn-ea"/>
                  <a:cs typeface="Gotham-Book" pitchFamily="50" charset="0"/>
                </a:defRPr>
              </a:lvl2pPr>
              <a:lvl3pPr marL="648000" indent="-216000" algn="l" defTabSz="914400" rtl="0" eaLnBrk="1" latinLnBrk="0" hangingPunct="1">
                <a:lnSpc>
                  <a:spcPct val="100000"/>
                </a:lnSpc>
                <a:spcBef>
                  <a:spcPts val="600"/>
                </a:spcBef>
                <a:buFont typeface="Arial" panose="020B0604020202020204" pitchFamily="34" charset="0"/>
                <a:buChar char="•"/>
                <a:defRPr sz="1400" kern="1200" spc="0">
                  <a:solidFill>
                    <a:schemeClr val="bg2"/>
                  </a:solidFill>
                  <a:latin typeface="+mn-lt"/>
                  <a:ea typeface="+mn-ea"/>
                  <a:cs typeface="+mn-cs"/>
                </a:defRPr>
              </a:lvl3pPr>
              <a:lvl4pPr marL="864000" indent="-216000" algn="l" defTabSz="914400" rtl="0" eaLnBrk="1" latinLnBrk="0" hangingPunct="1">
                <a:lnSpc>
                  <a:spcPct val="100000"/>
                </a:lnSpc>
                <a:spcBef>
                  <a:spcPts val="600"/>
                </a:spcBef>
                <a:buFont typeface="Arial" panose="020B0604020202020204" pitchFamily="34" charset="0"/>
                <a:buChar char="•"/>
                <a:defRPr sz="1400" kern="1200" cap="none" spc="0" baseline="0">
                  <a:solidFill>
                    <a:schemeClr val="bg2"/>
                  </a:solidFill>
                  <a:latin typeface="+mn-lt"/>
                  <a:ea typeface="+mn-ea"/>
                  <a:cs typeface="+mn-cs"/>
                </a:defRPr>
              </a:lvl4pPr>
              <a:lvl5pPr marL="1080000" indent="-216000" algn="l" defTabSz="914400" rtl="0" eaLnBrk="1" latinLnBrk="0" hangingPunct="1">
                <a:lnSpc>
                  <a:spcPct val="100000"/>
                </a:lnSpc>
                <a:spcBef>
                  <a:spcPts val="600"/>
                </a:spcBef>
                <a:buFont typeface="Arial" panose="020B0604020202020204" pitchFamily="34" charset="0"/>
                <a:buChar char="•"/>
                <a:defRPr sz="1400" kern="1200" spc="0">
                  <a:solidFill>
                    <a:schemeClr val="bg2"/>
                  </a:solidFill>
                  <a:latin typeface="+mn-lt"/>
                  <a:ea typeface="+mn-ea"/>
                  <a:cs typeface="Gotham-Light" pitchFamily="50" charset="0"/>
                </a:defRPr>
              </a:lvl5pPr>
              <a:lvl6pPr marL="0" indent="0" algn="l" defTabSz="914400" rtl="0" eaLnBrk="1" latinLnBrk="0" hangingPunct="1">
                <a:lnSpc>
                  <a:spcPct val="150000"/>
                </a:lnSpc>
                <a:spcBef>
                  <a:spcPts val="600"/>
                </a:spcBef>
                <a:buFont typeface="Arial" panose="020B0604020202020204"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4"/>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ct val="0"/>
                </a:spcBef>
                <a:spcAft>
                  <a:spcPts val="600"/>
                </a:spcAft>
                <a:buFont typeface="Arial" panose="020B0604020202020204"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ct val="0"/>
                </a:spcBef>
                <a:spcAft>
                  <a:spcPts val="600"/>
                </a:spcAft>
                <a:buFont typeface="Arial" panose="020B0604020202020204" pitchFamily="34" charset="0"/>
                <a:buNone/>
                <a:defRPr sz="1200" kern="1200">
                  <a:solidFill>
                    <a:schemeClr val="tx1"/>
                  </a:solidFill>
                  <a:latin typeface="Gotham-Light" pitchFamily="50" charset="0"/>
                  <a:ea typeface="+mn-ea"/>
                  <a:cs typeface="Gotham-Light" pitchFamily="50" charset="0"/>
                </a:defRPr>
              </a:lvl9pPr>
            </a:lstStyle>
            <a:p>
              <a:pPr marL="0" marR="0" lvl="0" indent="0" defTabSz="914400" rtl="0" eaLnBrk="1" fontAlgn="auto" latinLnBrk="0" hangingPunct="1">
                <a:lnSpc>
                  <a:spcPct val="100000"/>
                </a:lnSpc>
                <a:spcBef>
                  <a:spcPct val="0"/>
                </a:spcBef>
                <a:spcAft>
                  <a:spcPct val="0"/>
                </a:spcAft>
                <a:buClrTx/>
                <a:buSzTx/>
                <a:buFont typeface="Arial" panose="020B0604020202020204" pitchFamily="34" charset="0"/>
                <a:buNone/>
                <a:defRPr/>
              </a:pPr>
              <a:r>
                <a:rPr kumimoji="0" lang="en-GB" sz="1050" b="0" i="0" u="none" strike="noStrike" kern="0" cap="none" spc="0" normalizeH="0" baseline="0" noProof="0">
                  <a:ln>
                    <a:noFill/>
                  </a:ln>
                  <a:solidFill>
                    <a:srgbClr val="FFFFFF"/>
                  </a:solidFill>
                  <a:effectLst/>
                  <a:uLnTx/>
                  <a:uFillTx/>
                  <a:cs typeface="Calibri" panose="020F0502020204030204" pitchFamily="34" charset="0"/>
                </a:rPr>
                <a:t>118 46 Stockholm</a:t>
              </a:r>
            </a:p>
          </p:txBody>
        </p:sp>
        <p:sp>
          <p:nvSpPr>
            <p:cNvPr id="45" name="TextBox 44">
              <a:extLst>
                <a:ext uri="{FF2B5EF4-FFF2-40B4-BE49-F238E27FC236}">
                  <a16:creationId xmlns:a16="http://schemas.microsoft.com/office/drawing/2014/main" id="{FF9A0F7D-72F9-213F-F442-D1C1D41C4FDB}"/>
                </a:ext>
              </a:extLst>
            </p:cNvPr>
            <p:cNvSpPr txBox="1"/>
            <p:nvPr userDrawn="1"/>
          </p:nvSpPr>
          <p:spPr bwMode="ltGray">
            <a:xfrm>
              <a:off x="5343524" y="5580244"/>
              <a:ext cx="3014239" cy="252000"/>
            </a:xfrm>
            <a:prstGeom prst="rect">
              <a:avLst/>
            </a:prstGeom>
            <a:noFill/>
          </p:spPr>
          <p:txBody>
            <a:bodyPr vert="horz" lIns="0" tIns="0" rIns="0" bIns="0" rtlCol="0" anchor="ctr">
              <a:noAutofit/>
            </a:bodyPr>
            <a:lstStyle>
              <a:defPPr>
                <a:defRPr lang="en-US"/>
              </a:defPPr>
              <a:lvl1pPr marL="0" lvl="0" indent="0" algn="l" defTabSz="914400" rtl="0" eaLnBrk="1" latinLnBrk="0" hangingPunct="1">
                <a:lnSpc>
                  <a:spcPct val="100000"/>
                </a:lnSpc>
                <a:spcBef>
                  <a:spcPct val="0"/>
                </a:spcBef>
                <a:buSzTx/>
                <a:buFont typeface="Arial" panose="020B0604020202020204" pitchFamily="34" charset="0"/>
                <a:buNone/>
                <a:defRPr lang="en-US" sz="1050" b="0" kern="1200" spc="0">
                  <a:solidFill>
                    <a:schemeClr val="bg2"/>
                  </a:solidFill>
                  <a:latin typeface="+mn-lt"/>
                  <a:ea typeface="+mn-ea"/>
                  <a:cs typeface="Gotham-Book" pitchFamily="50" charset="0"/>
                </a:defRPr>
              </a:lvl1pPr>
              <a:lvl2pPr marL="432000" indent="-216000" algn="l" defTabSz="914400" rtl="0" eaLnBrk="1" latinLnBrk="0" hangingPunct="1">
                <a:lnSpc>
                  <a:spcPct val="100000"/>
                </a:lnSpc>
                <a:spcBef>
                  <a:spcPts val="600"/>
                </a:spcBef>
                <a:buFont typeface="Arial" panose="020B0604020202020204" pitchFamily="34" charset="0"/>
                <a:buChar char="•"/>
                <a:defRPr sz="1400" kern="1200" spc="0">
                  <a:solidFill>
                    <a:schemeClr val="bg2"/>
                  </a:solidFill>
                  <a:latin typeface="+mn-lt"/>
                  <a:ea typeface="+mn-ea"/>
                  <a:cs typeface="Gotham-Book" pitchFamily="50" charset="0"/>
                </a:defRPr>
              </a:lvl2pPr>
              <a:lvl3pPr marL="648000" indent="-216000" algn="l" defTabSz="914400" rtl="0" eaLnBrk="1" latinLnBrk="0" hangingPunct="1">
                <a:lnSpc>
                  <a:spcPct val="100000"/>
                </a:lnSpc>
                <a:spcBef>
                  <a:spcPts val="600"/>
                </a:spcBef>
                <a:buFont typeface="Arial" panose="020B0604020202020204" pitchFamily="34" charset="0"/>
                <a:buChar char="•"/>
                <a:defRPr sz="1400" kern="1200" spc="0">
                  <a:solidFill>
                    <a:schemeClr val="bg2"/>
                  </a:solidFill>
                  <a:latin typeface="+mn-lt"/>
                  <a:ea typeface="+mn-ea"/>
                  <a:cs typeface="+mn-cs"/>
                </a:defRPr>
              </a:lvl3pPr>
              <a:lvl4pPr marL="864000" indent="-216000" algn="l" defTabSz="914400" rtl="0" eaLnBrk="1" latinLnBrk="0" hangingPunct="1">
                <a:lnSpc>
                  <a:spcPct val="100000"/>
                </a:lnSpc>
                <a:spcBef>
                  <a:spcPts val="600"/>
                </a:spcBef>
                <a:buFont typeface="Arial" panose="020B0604020202020204" pitchFamily="34" charset="0"/>
                <a:buChar char="•"/>
                <a:defRPr sz="1400" kern="1200" cap="none" spc="0" baseline="0">
                  <a:solidFill>
                    <a:schemeClr val="bg2"/>
                  </a:solidFill>
                  <a:latin typeface="+mn-lt"/>
                  <a:ea typeface="+mn-ea"/>
                  <a:cs typeface="+mn-cs"/>
                </a:defRPr>
              </a:lvl4pPr>
              <a:lvl5pPr marL="1080000" indent="-216000" algn="l" defTabSz="914400" rtl="0" eaLnBrk="1" latinLnBrk="0" hangingPunct="1">
                <a:lnSpc>
                  <a:spcPct val="100000"/>
                </a:lnSpc>
                <a:spcBef>
                  <a:spcPts val="600"/>
                </a:spcBef>
                <a:buFont typeface="Arial" panose="020B0604020202020204" pitchFamily="34" charset="0"/>
                <a:buChar char="•"/>
                <a:defRPr sz="1400" kern="1200" spc="0">
                  <a:solidFill>
                    <a:schemeClr val="bg2"/>
                  </a:solidFill>
                  <a:latin typeface="+mn-lt"/>
                  <a:ea typeface="+mn-ea"/>
                  <a:cs typeface="Gotham-Light" pitchFamily="50" charset="0"/>
                </a:defRPr>
              </a:lvl5pPr>
              <a:lvl6pPr marL="0" indent="0" algn="l" defTabSz="914400" rtl="0" eaLnBrk="1" latinLnBrk="0" hangingPunct="1">
                <a:lnSpc>
                  <a:spcPct val="150000"/>
                </a:lnSpc>
                <a:spcBef>
                  <a:spcPts val="600"/>
                </a:spcBef>
                <a:buFont typeface="Arial" panose="020B0604020202020204"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4"/>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ct val="0"/>
                </a:spcBef>
                <a:spcAft>
                  <a:spcPts val="600"/>
                </a:spcAft>
                <a:buFont typeface="Arial" panose="020B0604020202020204"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ct val="0"/>
                </a:spcBef>
                <a:spcAft>
                  <a:spcPts val="600"/>
                </a:spcAft>
                <a:buFont typeface="Arial" panose="020B0604020202020204" pitchFamily="34" charset="0"/>
                <a:buNone/>
                <a:defRPr sz="1200" kern="1200">
                  <a:solidFill>
                    <a:schemeClr val="tx1"/>
                  </a:solidFill>
                  <a:latin typeface="Gotham-Light" pitchFamily="50" charset="0"/>
                  <a:ea typeface="+mn-ea"/>
                  <a:cs typeface="Gotham-Light" pitchFamily="50" charset="0"/>
                </a:defRPr>
              </a:lvl9pPr>
            </a:lstStyle>
            <a:p>
              <a:pPr marL="0" marR="0" lvl="0" indent="0" defTabSz="914400" rtl="0" eaLnBrk="1" fontAlgn="auto" latinLnBrk="0" hangingPunct="1">
                <a:lnSpc>
                  <a:spcPct val="100000"/>
                </a:lnSpc>
                <a:spcBef>
                  <a:spcPct val="0"/>
                </a:spcBef>
                <a:spcAft>
                  <a:spcPct val="0"/>
                </a:spcAft>
                <a:buClrTx/>
                <a:buSzTx/>
                <a:buFont typeface="Arial" panose="020B0604020202020204" pitchFamily="34" charset="0"/>
                <a:buNone/>
                <a:defRPr/>
              </a:pPr>
              <a:r>
                <a:rPr kumimoji="0" lang="en-GB" sz="1050" b="0" i="0" u="none" strike="noStrike" kern="0" cap="none" spc="0" normalizeH="0" baseline="0" noProof="0">
                  <a:ln>
                    <a:noFill/>
                  </a:ln>
                  <a:solidFill>
                    <a:srgbClr val="FFFFFF"/>
                  </a:solidFill>
                  <a:effectLst/>
                  <a:uLnTx/>
                  <a:uFillTx/>
                  <a:cs typeface="Calibri" panose="020F0502020204030204" pitchFamily="34" charset="0"/>
                </a:rPr>
                <a:t>Sweden</a:t>
              </a:r>
            </a:p>
          </p:txBody>
        </p:sp>
      </p:grpSp>
      <p:grpSp>
        <p:nvGrpSpPr>
          <p:cNvPr id="46" name="Group 45">
            <a:extLst>
              <a:ext uri="{FF2B5EF4-FFF2-40B4-BE49-F238E27FC236}">
                <a16:creationId xmlns:a16="http://schemas.microsoft.com/office/drawing/2014/main" id="{52F52F53-1EBD-E369-4A94-5C89B525AE53}"/>
              </a:ext>
            </a:extLst>
          </p:cNvPr>
          <p:cNvGrpSpPr/>
          <p:nvPr userDrawn="1"/>
        </p:nvGrpSpPr>
        <p:grpSpPr>
          <a:xfrm>
            <a:off x="360362" y="5196802"/>
            <a:ext cx="2677054" cy="1131836"/>
            <a:chOff x="5343524" y="4700408"/>
            <a:chExt cx="3014239" cy="1131836"/>
          </a:xfrm>
        </p:grpSpPr>
        <p:sp>
          <p:nvSpPr>
            <p:cNvPr id="47" name="TextBox 46">
              <a:extLst>
                <a:ext uri="{FF2B5EF4-FFF2-40B4-BE49-F238E27FC236}">
                  <a16:creationId xmlns:a16="http://schemas.microsoft.com/office/drawing/2014/main" id="{A4FF260A-9F87-DDDF-E25C-94B0431A8E71}"/>
                </a:ext>
              </a:extLst>
            </p:cNvPr>
            <p:cNvSpPr txBox="1"/>
            <p:nvPr userDrawn="1"/>
          </p:nvSpPr>
          <p:spPr bwMode="ltGray">
            <a:xfrm>
              <a:off x="5343524" y="4700408"/>
              <a:ext cx="3014239" cy="252000"/>
            </a:xfrm>
            <a:prstGeom prst="rect">
              <a:avLst/>
            </a:prstGeom>
            <a:noFill/>
          </p:spPr>
          <p:txBody>
            <a:bodyPr wrap="square" lIns="0" tIns="0" rIns="0" bIns="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ct val="0"/>
                </a:spcBef>
                <a:spcAft>
                  <a:spcPct val="0"/>
                </a:spcAft>
                <a:buClrTx/>
                <a:buSzTx/>
                <a:buFontTx/>
                <a:buNone/>
                <a:defRPr/>
              </a:pPr>
              <a:r>
                <a:rPr kumimoji="0" lang="en-GB" sz="1200" b="0" i="0" u="none" strike="noStrike" kern="0" cap="none" spc="0" normalizeH="0" baseline="0" noProof="0">
                  <a:ln>
                    <a:noFill/>
                  </a:ln>
                  <a:solidFill>
                    <a:srgbClr val="FFFFFF"/>
                  </a:solidFill>
                  <a:effectLst/>
                  <a:uLnTx/>
                  <a:uFillTx/>
                  <a:latin typeface="+mj-lt"/>
                </a:rPr>
                <a:t>Copenhagen</a:t>
              </a:r>
            </a:p>
          </p:txBody>
        </p:sp>
        <p:sp>
          <p:nvSpPr>
            <p:cNvPr id="48" name="TextBox 47">
              <a:extLst>
                <a:ext uri="{FF2B5EF4-FFF2-40B4-BE49-F238E27FC236}">
                  <a16:creationId xmlns:a16="http://schemas.microsoft.com/office/drawing/2014/main" id="{92634C32-5C3E-0120-36E4-468EE936591D}"/>
                </a:ext>
              </a:extLst>
            </p:cNvPr>
            <p:cNvSpPr txBox="1"/>
            <p:nvPr userDrawn="1"/>
          </p:nvSpPr>
          <p:spPr bwMode="ltGray">
            <a:xfrm>
              <a:off x="5343524" y="5123766"/>
              <a:ext cx="3014239" cy="252000"/>
            </a:xfrm>
            <a:prstGeom prst="rect">
              <a:avLst/>
            </a:prstGeom>
            <a:noFill/>
          </p:spPr>
          <p:txBody>
            <a:bodyPr vert="horz" lIns="0" tIns="0" rIns="0" bIns="0" rtlCol="0" anchor="ctr">
              <a:noAutofit/>
            </a:bodyPr>
            <a:lstStyle>
              <a:defPPr>
                <a:defRPr lang="en-US"/>
              </a:defPPr>
              <a:lvl1pPr marL="0" lvl="0" indent="0" algn="l" defTabSz="914400" rtl="0" eaLnBrk="1" latinLnBrk="0" hangingPunct="1">
                <a:lnSpc>
                  <a:spcPct val="100000"/>
                </a:lnSpc>
                <a:spcBef>
                  <a:spcPct val="0"/>
                </a:spcBef>
                <a:buSzTx/>
                <a:buFont typeface="Arial" panose="020B0604020202020204" pitchFamily="34" charset="0"/>
                <a:buNone/>
                <a:defRPr lang="en-US" sz="1050" b="0" kern="1200" spc="0">
                  <a:solidFill>
                    <a:schemeClr val="bg2"/>
                  </a:solidFill>
                  <a:latin typeface="+mn-lt"/>
                  <a:ea typeface="+mn-ea"/>
                  <a:cs typeface="Gotham-Book" pitchFamily="50" charset="0"/>
                </a:defRPr>
              </a:lvl1pPr>
              <a:lvl2pPr marL="432000" indent="-216000" algn="l" defTabSz="914400" rtl="0" eaLnBrk="1" latinLnBrk="0" hangingPunct="1">
                <a:lnSpc>
                  <a:spcPct val="100000"/>
                </a:lnSpc>
                <a:spcBef>
                  <a:spcPts val="600"/>
                </a:spcBef>
                <a:buFont typeface="Arial" panose="020B0604020202020204" pitchFamily="34" charset="0"/>
                <a:buChar char="•"/>
                <a:defRPr sz="1400" kern="1200" spc="0">
                  <a:solidFill>
                    <a:schemeClr val="bg2"/>
                  </a:solidFill>
                  <a:latin typeface="+mn-lt"/>
                  <a:ea typeface="+mn-ea"/>
                  <a:cs typeface="Gotham-Book" pitchFamily="50" charset="0"/>
                </a:defRPr>
              </a:lvl2pPr>
              <a:lvl3pPr marL="648000" indent="-216000" algn="l" defTabSz="914400" rtl="0" eaLnBrk="1" latinLnBrk="0" hangingPunct="1">
                <a:lnSpc>
                  <a:spcPct val="100000"/>
                </a:lnSpc>
                <a:spcBef>
                  <a:spcPts val="600"/>
                </a:spcBef>
                <a:buFont typeface="Arial" panose="020B0604020202020204" pitchFamily="34" charset="0"/>
                <a:buChar char="•"/>
                <a:defRPr sz="1400" kern="1200" spc="0">
                  <a:solidFill>
                    <a:schemeClr val="bg2"/>
                  </a:solidFill>
                  <a:latin typeface="+mn-lt"/>
                  <a:ea typeface="+mn-ea"/>
                  <a:cs typeface="+mn-cs"/>
                </a:defRPr>
              </a:lvl3pPr>
              <a:lvl4pPr marL="864000" indent="-216000" algn="l" defTabSz="914400" rtl="0" eaLnBrk="1" latinLnBrk="0" hangingPunct="1">
                <a:lnSpc>
                  <a:spcPct val="100000"/>
                </a:lnSpc>
                <a:spcBef>
                  <a:spcPts val="600"/>
                </a:spcBef>
                <a:buFont typeface="Arial" panose="020B0604020202020204" pitchFamily="34" charset="0"/>
                <a:buChar char="•"/>
                <a:defRPr sz="1400" kern="1200" cap="none" spc="0" baseline="0">
                  <a:solidFill>
                    <a:schemeClr val="bg2"/>
                  </a:solidFill>
                  <a:latin typeface="+mn-lt"/>
                  <a:ea typeface="+mn-ea"/>
                  <a:cs typeface="+mn-cs"/>
                </a:defRPr>
              </a:lvl4pPr>
              <a:lvl5pPr marL="1080000" indent="-216000" algn="l" defTabSz="914400" rtl="0" eaLnBrk="1" latinLnBrk="0" hangingPunct="1">
                <a:lnSpc>
                  <a:spcPct val="100000"/>
                </a:lnSpc>
                <a:spcBef>
                  <a:spcPts val="600"/>
                </a:spcBef>
                <a:buFont typeface="Arial" panose="020B0604020202020204" pitchFamily="34" charset="0"/>
                <a:buChar char="•"/>
                <a:defRPr sz="1400" kern="1200" spc="0">
                  <a:solidFill>
                    <a:schemeClr val="bg2"/>
                  </a:solidFill>
                  <a:latin typeface="+mn-lt"/>
                  <a:ea typeface="+mn-ea"/>
                  <a:cs typeface="Gotham-Light" pitchFamily="50" charset="0"/>
                </a:defRPr>
              </a:lvl5pPr>
              <a:lvl6pPr marL="0" indent="0" algn="l" defTabSz="914400" rtl="0" eaLnBrk="1" latinLnBrk="0" hangingPunct="1">
                <a:lnSpc>
                  <a:spcPct val="150000"/>
                </a:lnSpc>
                <a:spcBef>
                  <a:spcPts val="600"/>
                </a:spcBef>
                <a:buFont typeface="Arial" panose="020B0604020202020204"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4"/>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ct val="0"/>
                </a:spcBef>
                <a:spcAft>
                  <a:spcPts val="600"/>
                </a:spcAft>
                <a:buFont typeface="Arial" panose="020B0604020202020204"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ct val="0"/>
                </a:spcBef>
                <a:spcAft>
                  <a:spcPts val="600"/>
                </a:spcAft>
                <a:buFont typeface="Arial" panose="020B0604020202020204" pitchFamily="34" charset="0"/>
                <a:buNone/>
                <a:defRPr sz="1200" kern="1200">
                  <a:solidFill>
                    <a:schemeClr val="tx1"/>
                  </a:solidFill>
                  <a:latin typeface="Gotham-Light" pitchFamily="50" charset="0"/>
                  <a:ea typeface="+mn-ea"/>
                  <a:cs typeface="Gotham-Light" pitchFamily="50" charset="0"/>
                </a:defRPr>
              </a:lvl9pPr>
            </a:lstStyle>
            <a:p>
              <a:pPr marL="0" marR="0" lvl="0" indent="0" defTabSz="914400" rtl="0" eaLnBrk="1" fontAlgn="auto" latinLnBrk="0" hangingPunct="1">
                <a:lnSpc>
                  <a:spcPct val="100000"/>
                </a:lnSpc>
                <a:spcBef>
                  <a:spcPct val="0"/>
                </a:spcBef>
                <a:spcAft>
                  <a:spcPct val="0"/>
                </a:spcAft>
                <a:buClrTx/>
                <a:buSzTx/>
                <a:buFont typeface="Arial" panose="020B0604020202020204" pitchFamily="34" charset="0"/>
                <a:buNone/>
                <a:defRPr/>
              </a:pPr>
              <a:r>
                <a:rPr kumimoji="0" lang="en-GB" sz="1050" b="0" i="0" u="none" strike="noStrike" kern="0" cap="none" spc="0" normalizeH="0" baseline="0" noProof="0" err="1">
                  <a:ln>
                    <a:noFill/>
                  </a:ln>
                  <a:solidFill>
                    <a:srgbClr val="FFFFFF"/>
                  </a:solidFill>
                  <a:effectLst/>
                  <a:uLnTx/>
                  <a:uFillTx/>
                  <a:cs typeface="Calibri" panose="020F0502020204030204" pitchFamily="34" charset="0"/>
                </a:rPr>
                <a:t>Overgaden Oven Vandet 58A</a:t>
              </a:r>
            </a:p>
          </p:txBody>
        </p:sp>
        <p:sp>
          <p:nvSpPr>
            <p:cNvPr id="49" name="TextBox 48">
              <a:extLst>
                <a:ext uri="{FF2B5EF4-FFF2-40B4-BE49-F238E27FC236}">
                  <a16:creationId xmlns:a16="http://schemas.microsoft.com/office/drawing/2014/main" id="{472C78A5-CA49-F56D-28E0-61F7AA80E92A}"/>
                </a:ext>
              </a:extLst>
            </p:cNvPr>
            <p:cNvSpPr txBox="1"/>
            <p:nvPr userDrawn="1"/>
          </p:nvSpPr>
          <p:spPr bwMode="ltGray">
            <a:xfrm>
              <a:off x="5343524" y="5352005"/>
              <a:ext cx="3014239" cy="252000"/>
            </a:xfrm>
            <a:prstGeom prst="rect">
              <a:avLst/>
            </a:prstGeom>
            <a:noFill/>
          </p:spPr>
          <p:txBody>
            <a:bodyPr vert="horz" lIns="0" tIns="0" rIns="0" bIns="0" rtlCol="0" anchor="ctr">
              <a:noAutofit/>
            </a:bodyPr>
            <a:lstStyle>
              <a:defPPr>
                <a:defRPr lang="en-US"/>
              </a:defPPr>
              <a:lvl1pPr marL="0" lvl="0" indent="0" algn="l" defTabSz="914400" rtl="0" eaLnBrk="1" latinLnBrk="0" hangingPunct="1">
                <a:lnSpc>
                  <a:spcPct val="100000"/>
                </a:lnSpc>
                <a:spcBef>
                  <a:spcPct val="0"/>
                </a:spcBef>
                <a:buSzTx/>
                <a:buFont typeface="Arial" panose="020B0604020202020204" pitchFamily="34" charset="0"/>
                <a:buNone/>
                <a:defRPr lang="en-US" sz="1050" b="0" kern="1200" spc="0">
                  <a:solidFill>
                    <a:schemeClr val="bg2"/>
                  </a:solidFill>
                  <a:latin typeface="+mn-lt"/>
                  <a:ea typeface="+mn-ea"/>
                  <a:cs typeface="Gotham-Book" pitchFamily="50" charset="0"/>
                </a:defRPr>
              </a:lvl1pPr>
              <a:lvl2pPr marL="432000" indent="-216000" algn="l" defTabSz="914400" rtl="0" eaLnBrk="1" latinLnBrk="0" hangingPunct="1">
                <a:lnSpc>
                  <a:spcPct val="100000"/>
                </a:lnSpc>
                <a:spcBef>
                  <a:spcPts val="600"/>
                </a:spcBef>
                <a:buFont typeface="Arial" panose="020B0604020202020204" pitchFamily="34" charset="0"/>
                <a:buChar char="•"/>
                <a:defRPr sz="1400" kern="1200" spc="0">
                  <a:solidFill>
                    <a:schemeClr val="bg2"/>
                  </a:solidFill>
                  <a:latin typeface="+mn-lt"/>
                  <a:ea typeface="+mn-ea"/>
                  <a:cs typeface="Gotham-Book" pitchFamily="50" charset="0"/>
                </a:defRPr>
              </a:lvl2pPr>
              <a:lvl3pPr marL="648000" indent="-216000" algn="l" defTabSz="914400" rtl="0" eaLnBrk="1" latinLnBrk="0" hangingPunct="1">
                <a:lnSpc>
                  <a:spcPct val="100000"/>
                </a:lnSpc>
                <a:spcBef>
                  <a:spcPts val="600"/>
                </a:spcBef>
                <a:buFont typeface="Arial" panose="020B0604020202020204" pitchFamily="34" charset="0"/>
                <a:buChar char="•"/>
                <a:defRPr sz="1400" kern="1200" spc="0">
                  <a:solidFill>
                    <a:schemeClr val="bg2"/>
                  </a:solidFill>
                  <a:latin typeface="+mn-lt"/>
                  <a:ea typeface="+mn-ea"/>
                  <a:cs typeface="+mn-cs"/>
                </a:defRPr>
              </a:lvl3pPr>
              <a:lvl4pPr marL="864000" indent="-216000" algn="l" defTabSz="914400" rtl="0" eaLnBrk="1" latinLnBrk="0" hangingPunct="1">
                <a:lnSpc>
                  <a:spcPct val="100000"/>
                </a:lnSpc>
                <a:spcBef>
                  <a:spcPts val="600"/>
                </a:spcBef>
                <a:buFont typeface="Arial" panose="020B0604020202020204" pitchFamily="34" charset="0"/>
                <a:buChar char="•"/>
                <a:defRPr sz="1400" kern="1200" cap="none" spc="0" baseline="0">
                  <a:solidFill>
                    <a:schemeClr val="bg2"/>
                  </a:solidFill>
                  <a:latin typeface="+mn-lt"/>
                  <a:ea typeface="+mn-ea"/>
                  <a:cs typeface="+mn-cs"/>
                </a:defRPr>
              </a:lvl4pPr>
              <a:lvl5pPr marL="1080000" indent="-216000" algn="l" defTabSz="914400" rtl="0" eaLnBrk="1" latinLnBrk="0" hangingPunct="1">
                <a:lnSpc>
                  <a:spcPct val="100000"/>
                </a:lnSpc>
                <a:spcBef>
                  <a:spcPts val="600"/>
                </a:spcBef>
                <a:buFont typeface="Arial" panose="020B0604020202020204" pitchFamily="34" charset="0"/>
                <a:buChar char="•"/>
                <a:defRPr sz="1400" kern="1200" spc="0">
                  <a:solidFill>
                    <a:schemeClr val="bg2"/>
                  </a:solidFill>
                  <a:latin typeface="+mn-lt"/>
                  <a:ea typeface="+mn-ea"/>
                  <a:cs typeface="Gotham-Light" pitchFamily="50" charset="0"/>
                </a:defRPr>
              </a:lvl5pPr>
              <a:lvl6pPr marL="0" indent="0" algn="l" defTabSz="914400" rtl="0" eaLnBrk="1" latinLnBrk="0" hangingPunct="1">
                <a:lnSpc>
                  <a:spcPct val="150000"/>
                </a:lnSpc>
                <a:spcBef>
                  <a:spcPts val="600"/>
                </a:spcBef>
                <a:buFont typeface="Arial" panose="020B0604020202020204"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4"/>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ct val="0"/>
                </a:spcBef>
                <a:spcAft>
                  <a:spcPts val="600"/>
                </a:spcAft>
                <a:buFont typeface="Arial" panose="020B0604020202020204"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ct val="0"/>
                </a:spcBef>
                <a:spcAft>
                  <a:spcPts val="600"/>
                </a:spcAft>
                <a:buFont typeface="Arial" panose="020B0604020202020204" pitchFamily="34" charset="0"/>
                <a:buNone/>
                <a:defRPr sz="1200" kern="1200">
                  <a:solidFill>
                    <a:schemeClr val="tx1"/>
                  </a:solidFill>
                  <a:latin typeface="Gotham-Light" pitchFamily="50" charset="0"/>
                  <a:ea typeface="+mn-ea"/>
                  <a:cs typeface="Gotham-Light" pitchFamily="50" charset="0"/>
                </a:defRPr>
              </a:lvl9pPr>
            </a:lstStyle>
            <a:p>
              <a:pPr marL="0" marR="0" lvl="0" indent="0" defTabSz="914400" rtl="0" eaLnBrk="1" fontAlgn="auto" latinLnBrk="0" hangingPunct="1">
                <a:lnSpc>
                  <a:spcPct val="100000"/>
                </a:lnSpc>
                <a:spcBef>
                  <a:spcPct val="0"/>
                </a:spcBef>
                <a:spcAft>
                  <a:spcPct val="0"/>
                </a:spcAft>
                <a:buClrTx/>
                <a:buSzTx/>
                <a:buFont typeface="Arial" panose="020B0604020202020204" pitchFamily="34" charset="0"/>
                <a:buNone/>
                <a:defRPr/>
              </a:pPr>
              <a:r>
                <a:rPr kumimoji="0" lang="en-GB" sz="1050" b="0" i="0" u="none" strike="noStrike" kern="0" cap="none" spc="0" normalizeH="0" baseline="0" noProof="0">
                  <a:ln>
                    <a:noFill/>
                  </a:ln>
                  <a:solidFill>
                    <a:srgbClr val="FFFFFF"/>
                  </a:solidFill>
                  <a:effectLst/>
                  <a:uLnTx/>
                  <a:uFillTx/>
                  <a:cs typeface="Calibri" panose="020F0502020204030204" pitchFamily="34" charset="0"/>
                </a:rPr>
                <a:t>1415 Copenhagen</a:t>
              </a:r>
            </a:p>
          </p:txBody>
        </p:sp>
        <p:sp>
          <p:nvSpPr>
            <p:cNvPr id="50" name="TextBox 49">
              <a:extLst>
                <a:ext uri="{FF2B5EF4-FFF2-40B4-BE49-F238E27FC236}">
                  <a16:creationId xmlns:a16="http://schemas.microsoft.com/office/drawing/2014/main" id="{936FFE02-D349-BF56-EAB4-E0A9F67E8CEA}"/>
                </a:ext>
              </a:extLst>
            </p:cNvPr>
            <p:cNvSpPr txBox="1"/>
            <p:nvPr userDrawn="1"/>
          </p:nvSpPr>
          <p:spPr bwMode="ltGray">
            <a:xfrm>
              <a:off x="5343524" y="5580244"/>
              <a:ext cx="3014239" cy="252000"/>
            </a:xfrm>
            <a:prstGeom prst="rect">
              <a:avLst/>
            </a:prstGeom>
            <a:noFill/>
          </p:spPr>
          <p:txBody>
            <a:bodyPr vert="horz" lIns="0" tIns="0" rIns="0" bIns="0" rtlCol="0" anchor="ctr">
              <a:noAutofit/>
            </a:bodyPr>
            <a:lstStyle>
              <a:defPPr>
                <a:defRPr lang="en-US"/>
              </a:defPPr>
              <a:lvl1pPr marL="0" lvl="0" indent="0" algn="l" defTabSz="914400" rtl="0" eaLnBrk="1" latinLnBrk="0" hangingPunct="1">
                <a:lnSpc>
                  <a:spcPct val="100000"/>
                </a:lnSpc>
                <a:spcBef>
                  <a:spcPct val="0"/>
                </a:spcBef>
                <a:buSzTx/>
                <a:buFont typeface="Arial" panose="020B0604020202020204" pitchFamily="34" charset="0"/>
                <a:buNone/>
                <a:defRPr lang="en-US" sz="1050" b="0" kern="1200" spc="0">
                  <a:solidFill>
                    <a:schemeClr val="bg2"/>
                  </a:solidFill>
                  <a:latin typeface="+mn-lt"/>
                  <a:ea typeface="+mn-ea"/>
                  <a:cs typeface="Gotham-Book" pitchFamily="50" charset="0"/>
                </a:defRPr>
              </a:lvl1pPr>
              <a:lvl2pPr marL="432000" indent="-216000" algn="l" defTabSz="914400" rtl="0" eaLnBrk="1" latinLnBrk="0" hangingPunct="1">
                <a:lnSpc>
                  <a:spcPct val="100000"/>
                </a:lnSpc>
                <a:spcBef>
                  <a:spcPts val="600"/>
                </a:spcBef>
                <a:buFont typeface="Arial" panose="020B0604020202020204" pitchFamily="34" charset="0"/>
                <a:buChar char="•"/>
                <a:defRPr sz="1400" kern="1200" spc="0">
                  <a:solidFill>
                    <a:schemeClr val="bg2"/>
                  </a:solidFill>
                  <a:latin typeface="+mn-lt"/>
                  <a:ea typeface="+mn-ea"/>
                  <a:cs typeface="Gotham-Book" pitchFamily="50" charset="0"/>
                </a:defRPr>
              </a:lvl2pPr>
              <a:lvl3pPr marL="648000" indent="-216000" algn="l" defTabSz="914400" rtl="0" eaLnBrk="1" latinLnBrk="0" hangingPunct="1">
                <a:lnSpc>
                  <a:spcPct val="100000"/>
                </a:lnSpc>
                <a:spcBef>
                  <a:spcPts val="600"/>
                </a:spcBef>
                <a:buFont typeface="Arial" panose="020B0604020202020204" pitchFamily="34" charset="0"/>
                <a:buChar char="•"/>
                <a:defRPr sz="1400" kern="1200" spc="0">
                  <a:solidFill>
                    <a:schemeClr val="bg2"/>
                  </a:solidFill>
                  <a:latin typeface="+mn-lt"/>
                  <a:ea typeface="+mn-ea"/>
                  <a:cs typeface="+mn-cs"/>
                </a:defRPr>
              </a:lvl3pPr>
              <a:lvl4pPr marL="864000" indent="-216000" algn="l" defTabSz="914400" rtl="0" eaLnBrk="1" latinLnBrk="0" hangingPunct="1">
                <a:lnSpc>
                  <a:spcPct val="100000"/>
                </a:lnSpc>
                <a:spcBef>
                  <a:spcPts val="600"/>
                </a:spcBef>
                <a:buFont typeface="Arial" panose="020B0604020202020204" pitchFamily="34" charset="0"/>
                <a:buChar char="•"/>
                <a:defRPr sz="1400" kern="1200" cap="none" spc="0" baseline="0">
                  <a:solidFill>
                    <a:schemeClr val="bg2"/>
                  </a:solidFill>
                  <a:latin typeface="+mn-lt"/>
                  <a:ea typeface="+mn-ea"/>
                  <a:cs typeface="+mn-cs"/>
                </a:defRPr>
              </a:lvl4pPr>
              <a:lvl5pPr marL="1080000" indent="-216000" algn="l" defTabSz="914400" rtl="0" eaLnBrk="1" latinLnBrk="0" hangingPunct="1">
                <a:lnSpc>
                  <a:spcPct val="100000"/>
                </a:lnSpc>
                <a:spcBef>
                  <a:spcPts val="600"/>
                </a:spcBef>
                <a:buFont typeface="Arial" panose="020B0604020202020204" pitchFamily="34" charset="0"/>
                <a:buChar char="•"/>
                <a:defRPr sz="1400" kern="1200" spc="0">
                  <a:solidFill>
                    <a:schemeClr val="bg2"/>
                  </a:solidFill>
                  <a:latin typeface="+mn-lt"/>
                  <a:ea typeface="+mn-ea"/>
                  <a:cs typeface="Gotham-Light" pitchFamily="50" charset="0"/>
                </a:defRPr>
              </a:lvl5pPr>
              <a:lvl6pPr marL="0" indent="0" algn="l" defTabSz="914400" rtl="0" eaLnBrk="1" latinLnBrk="0" hangingPunct="1">
                <a:lnSpc>
                  <a:spcPct val="150000"/>
                </a:lnSpc>
                <a:spcBef>
                  <a:spcPts val="600"/>
                </a:spcBef>
                <a:buFont typeface="Arial" panose="020B0604020202020204"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4"/>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ct val="0"/>
                </a:spcBef>
                <a:spcAft>
                  <a:spcPts val="600"/>
                </a:spcAft>
                <a:buFont typeface="Arial" panose="020B0604020202020204"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ct val="0"/>
                </a:spcBef>
                <a:spcAft>
                  <a:spcPts val="600"/>
                </a:spcAft>
                <a:buFont typeface="Arial" panose="020B0604020202020204" pitchFamily="34" charset="0"/>
                <a:buNone/>
                <a:defRPr sz="1200" kern="1200">
                  <a:solidFill>
                    <a:schemeClr val="tx1"/>
                  </a:solidFill>
                  <a:latin typeface="Gotham-Light" pitchFamily="50" charset="0"/>
                  <a:ea typeface="+mn-ea"/>
                  <a:cs typeface="Gotham-Light" pitchFamily="50" charset="0"/>
                </a:defRPr>
              </a:lvl9pPr>
            </a:lstStyle>
            <a:p>
              <a:pPr marL="0" marR="0" lvl="0" indent="0" defTabSz="914400" rtl="0" eaLnBrk="1" fontAlgn="auto" latinLnBrk="0" hangingPunct="1">
                <a:lnSpc>
                  <a:spcPct val="100000"/>
                </a:lnSpc>
                <a:spcBef>
                  <a:spcPct val="0"/>
                </a:spcBef>
                <a:spcAft>
                  <a:spcPct val="0"/>
                </a:spcAft>
                <a:buClrTx/>
                <a:buSzTx/>
                <a:buFont typeface="Arial" panose="020B0604020202020204" pitchFamily="34" charset="0"/>
                <a:buNone/>
                <a:defRPr/>
              </a:pPr>
              <a:r>
                <a:rPr kumimoji="0" lang="en-GB" sz="1050" b="0" i="0" u="none" strike="noStrike" kern="0" cap="none" spc="0" normalizeH="0" baseline="0" noProof="0">
                  <a:ln>
                    <a:noFill/>
                  </a:ln>
                  <a:solidFill>
                    <a:srgbClr val="FFFFFF"/>
                  </a:solidFill>
                  <a:effectLst/>
                  <a:uLnTx/>
                  <a:uFillTx/>
                  <a:cs typeface="Calibri" panose="020F0502020204030204" pitchFamily="34" charset="0"/>
                </a:rPr>
                <a:t>Denmark</a:t>
              </a:r>
            </a:p>
          </p:txBody>
        </p:sp>
      </p:grpSp>
      <p:sp>
        <p:nvSpPr>
          <p:cNvPr id="5" name="Text Placeholder 4">
            <a:extLst>
              <a:ext uri="{FF2B5EF4-FFF2-40B4-BE49-F238E27FC236}">
                <a16:creationId xmlns:a16="http://schemas.microsoft.com/office/drawing/2014/main" id="{A1DF0683-9AC3-55F0-01C7-0FD0C4ABAE50}"/>
              </a:ext>
            </a:extLst>
          </p:cNvPr>
          <p:cNvSpPr>
            <a:spLocks noGrp="1"/>
          </p:cNvSpPr>
          <p:nvPr>
            <p:ph type="body" sz="quarter" idx="10" hasCustomPrompt="1"/>
          </p:nvPr>
        </p:nvSpPr>
        <p:spPr>
          <a:xfrm>
            <a:off x="8999143" y="5454431"/>
            <a:ext cx="2224087" cy="252000"/>
          </a:xfrm>
          <a:prstGeom prst="rect">
            <a:avLst/>
          </a:prstGeom>
        </p:spPr>
        <p:txBody>
          <a:bodyPr/>
          <a:lstStyle>
            <a:lvl1pPr marL="0" indent="0">
              <a:buNone/>
              <a:defRPr sz="1050">
                <a:solidFill>
                  <a:schemeClr val="bg2"/>
                </a:solidFill>
              </a:defRPr>
            </a:lvl1pPr>
            <a:lvl2pPr marL="216000" indent="0">
              <a:buNone/>
              <a:defRPr/>
            </a:lvl2pPr>
          </a:lstStyle>
          <a:p>
            <a:pPr lvl="0"/>
            <a:r>
              <a:rPr lang="en-GB"/>
              <a:t>Name</a:t>
            </a:r>
          </a:p>
        </p:txBody>
      </p:sp>
      <p:sp>
        <p:nvSpPr>
          <p:cNvPr id="7" name="Text Placeholder 4">
            <a:extLst>
              <a:ext uri="{FF2B5EF4-FFF2-40B4-BE49-F238E27FC236}">
                <a16:creationId xmlns:a16="http://schemas.microsoft.com/office/drawing/2014/main" id="{15F1978D-B826-7D9A-5E25-B770B31A6070}"/>
              </a:ext>
            </a:extLst>
          </p:cNvPr>
          <p:cNvSpPr>
            <a:spLocks noGrp="1"/>
          </p:cNvSpPr>
          <p:nvPr>
            <p:ph type="body" sz="quarter" idx="11" hasCustomPrompt="1"/>
          </p:nvPr>
        </p:nvSpPr>
        <p:spPr>
          <a:xfrm>
            <a:off x="8999143" y="5714767"/>
            <a:ext cx="2224087" cy="252000"/>
          </a:xfrm>
          <a:prstGeom prst="rect">
            <a:avLst/>
          </a:prstGeom>
        </p:spPr>
        <p:txBody>
          <a:bodyPr/>
          <a:lstStyle>
            <a:lvl1pPr marL="0" indent="0">
              <a:buNone/>
              <a:defRPr sz="1050">
                <a:solidFill>
                  <a:schemeClr val="bg2"/>
                </a:solidFill>
              </a:defRPr>
            </a:lvl1pPr>
            <a:lvl2pPr marL="216000" indent="0">
              <a:buNone/>
              <a:defRPr/>
            </a:lvl2pPr>
          </a:lstStyle>
          <a:p>
            <a:pPr lvl="0"/>
            <a:r>
              <a:rPr lang="en-GB"/>
              <a:t>Job title</a:t>
            </a:r>
          </a:p>
        </p:txBody>
      </p:sp>
      <p:sp>
        <p:nvSpPr>
          <p:cNvPr id="8" name="Text Placeholder 4">
            <a:extLst>
              <a:ext uri="{FF2B5EF4-FFF2-40B4-BE49-F238E27FC236}">
                <a16:creationId xmlns:a16="http://schemas.microsoft.com/office/drawing/2014/main" id="{D36D67F4-FD34-193A-6EF6-D7C4CFCAAE24}"/>
              </a:ext>
            </a:extLst>
          </p:cNvPr>
          <p:cNvSpPr>
            <a:spLocks noGrp="1"/>
          </p:cNvSpPr>
          <p:nvPr>
            <p:ph type="body" sz="quarter" idx="12" hasCustomPrompt="1"/>
          </p:nvPr>
        </p:nvSpPr>
        <p:spPr>
          <a:xfrm>
            <a:off x="8999143" y="5975103"/>
            <a:ext cx="2224087" cy="252000"/>
          </a:xfrm>
          <a:prstGeom prst="rect">
            <a:avLst/>
          </a:prstGeom>
        </p:spPr>
        <p:txBody>
          <a:bodyPr/>
          <a:lstStyle>
            <a:lvl1pPr marL="0" indent="0">
              <a:buNone/>
              <a:defRPr sz="1050">
                <a:solidFill>
                  <a:schemeClr val="bg2"/>
                </a:solidFill>
              </a:defRPr>
            </a:lvl1pPr>
            <a:lvl2pPr marL="216000" indent="0">
              <a:buNone/>
              <a:defRPr/>
            </a:lvl2pPr>
          </a:lstStyle>
          <a:p>
            <a:pPr lvl="0"/>
            <a:r>
              <a:rPr lang="en-GB"/>
              <a:t>Phone number</a:t>
            </a:r>
          </a:p>
        </p:txBody>
      </p:sp>
      <p:sp>
        <p:nvSpPr>
          <p:cNvPr id="9" name="Text Placeholder 4">
            <a:extLst>
              <a:ext uri="{FF2B5EF4-FFF2-40B4-BE49-F238E27FC236}">
                <a16:creationId xmlns:a16="http://schemas.microsoft.com/office/drawing/2014/main" id="{DB315EEF-C995-6ECA-272C-343AD1E8357F}"/>
              </a:ext>
            </a:extLst>
          </p:cNvPr>
          <p:cNvSpPr>
            <a:spLocks noGrp="1"/>
          </p:cNvSpPr>
          <p:nvPr>
            <p:ph type="body" sz="quarter" idx="13" hasCustomPrompt="1"/>
          </p:nvPr>
        </p:nvSpPr>
        <p:spPr>
          <a:xfrm>
            <a:off x="8999143" y="6235440"/>
            <a:ext cx="2224087" cy="252000"/>
          </a:xfrm>
          <a:prstGeom prst="rect">
            <a:avLst/>
          </a:prstGeom>
        </p:spPr>
        <p:txBody>
          <a:bodyPr/>
          <a:lstStyle>
            <a:lvl1pPr marL="0" indent="0">
              <a:buNone/>
              <a:defRPr sz="1050">
                <a:solidFill>
                  <a:schemeClr val="bg2"/>
                </a:solidFill>
              </a:defRPr>
            </a:lvl1pPr>
            <a:lvl2pPr marL="216000" indent="0">
              <a:buNone/>
              <a:defRPr/>
            </a:lvl2pPr>
          </a:lstStyle>
          <a:p>
            <a:pPr lvl="0"/>
            <a:r>
              <a:rPr lang="en-GB"/>
              <a:t>Email</a:t>
            </a:r>
          </a:p>
        </p:txBody>
      </p:sp>
    </p:spTree>
    <p:extLst>
      <p:ext uri="{BB962C8B-B14F-4D97-AF65-F5344CB8AC3E}">
        <p14:creationId xmlns:p14="http://schemas.microsoft.com/office/powerpoint/2010/main" val="3817501299"/>
      </p:ext>
    </p:extLst>
  </p:cSld>
  <p:clrMapOvr>
    <a:masterClrMapping/>
  </p:clrMapOv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37CCCAD9-9256-CF6B-F4ED-9A34A4CA118B}"/>
              </a:ext>
            </a:extLst>
          </p:cNvPr>
          <p:cNvSpPr>
            <a:spLocks noGrp="1"/>
          </p:cNvSpPr>
          <p:nvPr>
            <p:ph type="pic" sz="quarter" idx="11"/>
          </p:nvPr>
        </p:nvSpPr>
        <p:spPr>
          <a:xfrm>
            <a:off x="8121330" y="0"/>
            <a:ext cx="4070667" cy="6858000"/>
          </a:xfrm>
          <a:solidFill>
            <a:schemeClr val="tx1"/>
          </a:solidFill>
        </p:spPr>
        <p:txBody>
          <a:bodyPr/>
          <a:lstStyle/>
          <a:p>
            <a:endParaRPr lang="en-GB"/>
          </a:p>
        </p:txBody>
      </p:sp>
      <p:sp>
        <p:nvSpPr>
          <p:cNvPr id="2" name="Title 1">
            <a:extLst>
              <a:ext uri="{FF2B5EF4-FFF2-40B4-BE49-F238E27FC236}">
                <a16:creationId xmlns:a16="http://schemas.microsoft.com/office/drawing/2014/main" id="{4D5AB824-8E31-DCCB-7816-8C043272CE1A}"/>
              </a:ext>
            </a:extLst>
          </p:cNvPr>
          <p:cNvSpPr>
            <a:spLocks noGrp="1"/>
          </p:cNvSpPr>
          <p:nvPr>
            <p:ph type="title"/>
          </p:nvPr>
        </p:nvSpPr>
        <p:spPr>
          <a:xfrm>
            <a:off x="360000" y="536576"/>
            <a:ext cx="7485623" cy="661987"/>
          </a:xfrm>
        </p:spPr>
        <p:txBody>
          <a:bodyPr/>
          <a:lstStyle/>
          <a:p>
            <a:r>
              <a:rPr lang="en-GB"/>
              <a:t>Click to edit Master title style</a:t>
            </a:r>
          </a:p>
        </p:txBody>
      </p:sp>
      <p:sp>
        <p:nvSpPr>
          <p:cNvPr id="3" name="Footer Placeholder 2">
            <a:extLst>
              <a:ext uri="{FF2B5EF4-FFF2-40B4-BE49-F238E27FC236}">
                <a16:creationId xmlns:a16="http://schemas.microsoft.com/office/drawing/2014/main" id="{304F5DB0-C987-FA9A-46F5-2520A0BA1DF6}"/>
              </a:ext>
            </a:extLst>
          </p:cNvPr>
          <p:cNvSpPr>
            <a:spLocks noGrp="1"/>
          </p:cNvSpPr>
          <p:nvPr>
            <p:ph type="ftr" sz="quarter" idx="10"/>
          </p:nvPr>
        </p:nvSpPr>
        <p:spPr>
          <a:xfrm>
            <a:off x="675937" y="6321425"/>
            <a:ext cx="7368606" cy="367612"/>
          </a:xfrm>
        </p:spPr>
        <p:txBody>
          <a:bodyPr/>
          <a:lstStyle/>
          <a:p>
            <a:endParaRPr lang="en-GB"/>
          </a:p>
        </p:txBody>
      </p:sp>
      <p:cxnSp>
        <p:nvCxnSpPr>
          <p:cNvPr id="5" name="Straight Connector 4">
            <a:extLst>
              <a:ext uri="{FF2B5EF4-FFF2-40B4-BE49-F238E27FC236}">
                <a16:creationId xmlns:a16="http://schemas.microsoft.com/office/drawing/2014/main" id="{0FF2B470-6416-ED2A-CEE1-47942FB5C702}"/>
              </a:ext>
            </a:extLst>
          </p:cNvPr>
          <p:cNvCxnSpPr/>
          <p:nvPr userDrawn="1"/>
        </p:nvCxnSpPr>
        <p:spPr bwMode="gray">
          <a:xfrm flipH="1">
            <a:off x="2743200" y="3722766"/>
            <a:ext cx="0" cy="2160911"/>
          </a:xfrm>
          <a:prstGeom prst="line">
            <a:avLst/>
          </a:prstGeom>
          <a:ln w="1270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5EF2DE82-B254-EDE8-E7C8-B2A811AE61DB}"/>
              </a:ext>
            </a:extLst>
          </p:cNvPr>
          <p:cNvCxnSpPr/>
          <p:nvPr userDrawn="1"/>
        </p:nvCxnSpPr>
        <p:spPr bwMode="gray">
          <a:xfrm flipH="1">
            <a:off x="5448300" y="3722766"/>
            <a:ext cx="0" cy="2160911"/>
          </a:xfrm>
          <a:prstGeom prst="line">
            <a:avLst/>
          </a:prstGeom>
          <a:ln w="1270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8" name="Text Placeholder 6">
            <a:extLst>
              <a:ext uri="{FF2B5EF4-FFF2-40B4-BE49-F238E27FC236}">
                <a16:creationId xmlns:a16="http://schemas.microsoft.com/office/drawing/2014/main" id="{A7D2A3A8-4263-816F-EB8C-E298B2B1CAF7}"/>
              </a:ext>
            </a:extLst>
          </p:cNvPr>
          <p:cNvSpPr>
            <a:spLocks noGrp="1"/>
          </p:cNvSpPr>
          <p:nvPr>
            <p:ph type="body" sz="quarter" idx="12" hasCustomPrompt="1"/>
          </p:nvPr>
        </p:nvSpPr>
        <p:spPr>
          <a:xfrm>
            <a:off x="360364" y="207165"/>
            <a:ext cx="7485260" cy="178593"/>
          </a:xfrm>
          <a:prstGeom prst="rect">
            <a:avLst/>
          </a:prstGeom>
        </p:spPr>
        <p:txBody>
          <a:bodyPr anchor="b"/>
          <a:lstStyle>
            <a:lvl1pPr marL="0" indent="0" rtl="0">
              <a:buNone/>
              <a:defRPr sz="1200" cap="all" baseline="0">
                <a:solidFill>
                  <a:schemeClr val="tx2">
                    <a:lumMod val="60000"/>
                    <a:lumOff val="40000"/>
                  </a:schemeClr>
                </a:solidFill>
                <a:latin typeface="+mj-lt"/>
              </a:defRPr>
            </a:lvl1pPr>
          </a:lstStyle>
          <a:p>
            <a:pPr lvl="0"/>
            <a:r>
              <a:rPr lang="en-GB"/>
              <a:t>Click to edit chapter text</a:t>
            </a:r>
          </a:p>
        </p:txBody>
      </p:sp>
      <p:sp>
        <p:nvSpPr>
          <p:cNvPr id="19" name="Text Placeholder 11">
            <a:extLst>
              <a:ext uri="{FF2B5EF4-FFF2-40B4-BE49-F238E27FC236}">
                <a16:creationId xmlns:a16="http://schemas.microsoft.com/office/drawing/2014/main" id="{2EA70141-D634-DDAE-7CDD-3D62AA17E329}"/>
              </a:ext>
            </a:extLst>
          </p:cNvPr>
          <p:cNvSpPr>
            <a:spLocks noGrp="1"/>
          </p:cNvSpPr>
          <p:nvPr>
            <p:ph type="body" sz="quarter" idx="13"/>
          </p:nvPr>
        </p:nvSpPr>
        <p:spPr>
          <a:xfrm>
            <a:off x="360364" y="1557339"/>
            <a:ext cx="7485260" cy="1577896"/>
          </a:xfrm>
          <a:prstGeom prst="rect">
            <a:avLst/>
          </a:prstGeom>
        </p:spPr>
        <p:txBody>
          <a:bodyPr/>
          <a:lstStyle>
            <a:lvl1pPr rtl="0">
              <a:defRPr/>
            </a:lvl1pPr>
            <a:lvl2pPr rtl="0">
              <a:defRPr/>
            </a:lvl2pPr>
            <a:lvl3pPr rtl="0">
              <a:defRPr/>
            </a:lvl3pPr>
            <a:lvl4pPr rtl="0">
              <a:defRPr/>
            </a:lvl4pPr>
            <a:lvl5pPr rtl="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3" name="Text Placeholder 22">
            <a:extLst>
              <a:ext uri="{FF2B5EF4-FFF2-40B4-BE49-F238E27FC236}">
                <a16:creationId xmlns:a16="http://schemas.microsoft.com/office/drawing/2014/main" id="{7A040119-EDAD-89B4-AF59-D7794C22A7A0}"/>
              </a:ext>
            </a:extLst>
          </p:cNvPr>
          <p:cNvSpPr>
            <a:spLocks noGrp="1"/>
          </p:cNvSpPr>
          <p:nvPr>
            <p:ph type="body" sz="quarter" idx="14"/>
          </p:nvPr>
        </p:nvSpPr>
        <p:spPr>
          <a:xfrm>
            <a:off x="360364" y="3357563"/>
            <a:ext cx="2107130" cy="27495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4" name="Text Placeholder 22">
            <a:extLst>
              <a:ext uri="{FF2B5EF4-FFF2-40B4-BE49-F238E27FC236}">
                <a16:creationId xmlns:a16="http://schemas.microsoft.com/office/drawing/2014/main" id="{74FCE1E1-5E79-19AD-8917-8F4D4D6BE63F}"/>
              </a:ext>
            </a:extLst>
          </p:cNvPr>
          <p:cNvSpPr>
            <a:spLocks noGrp="1"/>
          </p:cNvSpPr>
          <p:nvPr>
            <p:ph type="body" sz="quarter" idx="15"/>
          </p:nvPr>
        </p:nvSpPr>
        <p:spPr>
          <a:xfrm>
            <a:off x="3060021" y="3357563"/>
            <a:ext cx="2140374" cy="27495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5" name="Text Placeholder 22">
            <a:extLst>
              <a:ext uri="{FF2B5EF4-FFF2-40B4-BE49-F238E27FC236}">
                <a16:creationId xmlns:a16="http://schemas.microsoft.com/office/drawing/2014/main" id="{59532641-4A59-C098-AD86-DD47DC3D23C1}"/>
              </a:ext>
            </a:extLst>
          </p:cNvPr>
          <p:cNvSpPr>
            <a:spLocks noGrp="1"/>
          </p:cNvSpPr>
          <p:nvPr>
            <p:ph type="body" sz="quarter" idx="16"/>
          </p:nvPr>
        </p:nvSpPr>
        <p:spPr>
          <a:xfrm>
            <a:off x="5705249" y="3357563"/>
            <a:ext cx="2140374" cy="27495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6" name="Slide Number Placeholder 3">
            <a:extLst>
              <a:ext uri="{FF2B5EF4-FFF2-40B4-BE49-F238E27FC236}">
                <a16:creationId xmlns:a16="http://schemas.microsoft.com/office/drawing/2014/main" id="{8EAFDB7A-387F-173C-A81F-BF4D9ACD20C7}"/>
              </a:ext>
            </a:extLst>
          </p:cNvPr>
          <p:cNvSpPr>
            <a:spLocks noGrp="1"/>
          </p:cNvSpPr>
          <p:nvPr>
            <p:ph type="sldNum" sz="quarter" idx="17"/>
          </p:nvPr>
        </p:nvSpPr>
        <p:spPr>
          <a:xfrm>
            <a:off x="11126972" y="6317863"/>
            <a:ext cx="704666" cy="181362"/>
          </a:xfrm>
          <a:prstGeom prst="rect">
            <a:avLst/>
          </a:prstGeom>
          <a:noFill/>
        </p:spPr>
        <p:txBody>
          <a:bodyPr vert="horz" lIns="0" tIns="0" rIns="0" bIns="0" rtlCol="0" anchor="b">
            <a:noAutofit/>
          </a:bodyPr>
          <a:lstStyle>
            <a:defPPr>
              <a:defRPr lang="en-US"/>
            </a:defPPr>
            <a:lvl1pPr marL="0" algn="r" defTabSz="914400" rtl="0" eaLnBrk="1" latinLnBrk="0" hangingPunct="1">
              <a:defRPr sz="10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0BE2C1E-995C-4121-AD26-7DE6C74EE600}" type="slidenum">
              <a:rPr lang="en-GB" smtClean="0"/>
              <a:t>‹#›</a:t>
            </a:fld>
            <a:endParaRPr lang="en-GB"/>
          </a:p>
        </p:txBody>
      </p:sp>
    </p:spTree>
    <p:extLst>
      <p:ext uri="{BB962C8B-B14F-4D97-AF65-F5344CB8AC3E}">
        <p14:creationId xmlns:p14="http://schemas.microsoft.com/office/powerpoint/2010/main" val="1740350544"/>
      </p:ext>
    </p:extLst>
  </p:cSld>
  <p:clrMapOvr>
    <a:masterClrMapping/>
  </p:clrMapOv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Use Case">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37CCCAD9-9256-CF6B-F4ED-9A34A4CA118B}"/>
              </a:ext>
            </a:extLst>
          </p:cNvPr>
          <p:cNvSpPr>
            <a:spLocks noGrp="1"/>
          </p:cNvSpPr>
          <p:nvPr>
            <p:ph type="pic" sz="quarter" idx="11"/>
          </p:nvPr>
        </p:nvSpPr>
        <p:spPr>
          <a:xfrm>
            <a:off x="8121330" y="0"/>
            <a:ext cx="4070667" cy="6858000"/>
          </a:xfrm>
          <a:solidFill>
            <a:schemeClr val="tx1"/>
          </a:solidFill>
        </p:spPr>
        <p:txBody>
          <a:bodyPr/>
          <a:lstStyle/>
          <a:p>
            <a:endParaRPr lang="en-GB"/>
          </a:p>
        </p:txBody>
      </p:sp>
      <p:sp>
        <p:nvSpPr>
          <p:cNvPr id="2" name="Title 1">
            <a:extLst>
              <a:ext uri="{FF2B5EF4-FFF2-40B4-BE49-F238E27FC236}">
                <a16:creationId xmlns:a16="http://schemas.microsoft.com/office/drawing/2014/main" id="{4D5AB824-8E31-DCCB-7816-8C043272CE1A}"/>
              </a:ext>
            </a:extLst>
          </p:cNvPr>
          <p:cNvSpPr>
            <a:spLocks noGrp="1"/>
          </p:cNvSpPr>
          <p:nvPr>
            <p:ph type="title"/>
          </p:nvPr>
        </p:nvSpPr>
        <p:spPr>
          <a:xfrm>
            <a:off x="360000" y="536576"/>
            <a:ext cx="7485623" cy="661987"/>
          </a:xfrm>
        </p:spPr>
        <p:txBody>
          <a:bodyPr/>
          <a:lstStyle/>
          <a:p>
            <a:r>
              <a:rPr lang="en-GB"/>
              <a:t>Click to edit Master title style</a:t>
            </a:r>
          </a:p>
        </p:txBody>
      </p:sp>
      <p:sp>
        <p:nvSpPr>
          <p:cNvPr id="3" name="Footer Placeholder 2">
            <a:extLst>
              <a:ext uri="{FF2B5EF4-FFF2-40B4-BE49-F238E27FC236}">
                <a16:creationId xmlns:a16="http://schemas.microsoft.com/office/drawing/2014/main" id="{304F5DB0-C987-FA9A-46F5-2520A0BA1DF6}"/>
              </a:ext>
            </a:extLst>
          </p:cNvPr>
          <p:cNvSpPr>
            <a:spLocks noGrp="1"/>
          </p:cNvSpPr>
          <p:nvPr>
            <p:ph type="ftr" sz="quarter" idx="10"/>
          </p:nvPr>
        </p:nvSpPr>
        <p:spPr>
          <a:xfrm>
            <a:off x="675937" y="6321425"/>
            <a:ext cx="7368606" cy="367612"/>
          </a:xfrm>
        </p:spPr>
        <p:txBody>
          <a:bodyPr/>
          <a:lstStyle/>
          <a:p>
            <a:endParaRPr lang="en-GB"/>
          </a:p>
        </p:txBody>
      </p:sp>
      <p:cxnSp>
        <p:nvCxnSpPr>
          <p:cNvPr id="5" name="Straight Connector 4">
            <a:extLst>
              <a:ext uri="{FF2B5EF4-FFF2-40B4-BE49-F238E27FC236}">
                <a16:creationId xmlns:a16="http://schemas.microsoft.com/office/drawing/2014/main" id="{0FF2B470-6416-ED2A-CEE1-47942FB5C702}"/>
              </a:ext>
            </a:extLst>
          </p:cNvPr>
          <p:cNvCxnSpPr/>
          <p:nvPr userDrawn="1"/>
        </p:nvCxnSpPr>
        <p:spPr bwMode="gray">
          <a:xfrm flipH="1">
            <a:off x="2743200" y="3722766"/>
            <a:ext cx="0" cy="2160911"/>
          </a:xfrm>
          <a:prstGeom prst="line">
            <a:avLst/>
          </a:prstGeom>
          <a:ln w="1270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5EF2DE82-B254-EDE8-E7C8-B2A811AE61DB}"/>
              </a:ext>
            </a:extLst>
          </p:cNvPr>
          <p:cNvCxnSpPr/>
          <p:nvPr userDrawn="1"/>
        </p:nvCxnSpPr>
        <p:spPr bwMode="gray">
          <a:xfrm flipH="1">
            <a:off x="5448300" y="3722766"/>
            <a:ext cx="0" cy="2160911"/>
          </a:xfrm>
          <a:prstGeom prst="line">
            <a:avLst/>
          </a:prstGeom>
          <a:ln w="1270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8" name="Text Placeholder 6">
            <a:extLst>
              <a:ext uri="{FF2B5EF4-FFF2-40B4-BE49-F238E27FC236}">
                <a16:creationId xmlns:a16="http://schemas.microsoft.com/office/drawing/2014/main" id="{A7D2A3A8-4263-816F-EB8C-E298B2B1CAF7}"/>
              </a:ext>
            </a:extLst>
          </p:cNvPr>
          <p:cNvSpPr>
            <a:spLocks noGrp="1"/>
          </p:cNvSpPr>
          <p:nvPr>
            <p:ph type="body" sz="quarter" idx="12" hasCustomPrompt="1"/>
          </p:nvPr>
        </p:nvSpPr>
        <p:spPr>
          <a:xfrm>
            <a:off x="360364" y="207165"/>
            <a:ext cx="7485260" cy="178593"/>
          </a:xfrm>
          <a:prstGeom prst="rect">
            <a:avLst/>
          </a:prstGeom>
        </p:spPr>
        <p:txBody>
          <a:bodyPr anchor="b"/>
          <a:lstStyle>
            <a:lvl1pPr marL="0" indent="0" rtl="0">
              <a:buNone/>
              <a:defRPr sz="1200" cap="all" baseline="0">
                <a:solidFill>
                  <a:schemeClr val="tx2">
                    <a:lumMod val="60000"/>
                    <a:lumOff val="40000"/>
                  </a:schemeClr>
                </a:solidFill>
                <a:latin typeface="+mj-lt"/>
              </a:defRPr>
            </a:lvl1pPr>
          </a:lstStyle>
          <a:p>
            <a:pPr lvl="0"/>
            <a:r>
              <a:rPr lang="en-GB"/>
              <a:t>Click to edit chapter text</a:t>
            </a:r>
          </a:p>
        </p:txBody>
      </p:sp>
      <p:sp>
        <p:nvSpPr>
          <p:cNvPr id="19" name="Text Placeholder 11">
            <a:extLst>
              <a:ext uri="{FF2B5EF4-FFF2-40B4-BE49-F238E27FC236}">
                <a16:creationId xmlns:a16="http://schemas.microsoft.com/office/drawing/2014/main" id="{2EA70141-D634-DDAE-7CDD-3D62AA17E329}"/>
              </a:ext>
            </a:extLst>
          </p:cNvPr>
          <p:cNvSpPr>
            <a:spLocks noGrp="1"/>
          </p:cNvSpPr>
          <p:nvPr>
            <p:ph type="body" sz="quarter" idx="13"/>
          </p:nvPr>
        </p:nvSpPr>
        <p:spPr>
          <a:xfrm>
            <a:off x="360364" y="1557339"/>
            <a:ext cx="7485260" cy="1577896"/>
          </a:xfrm>
          <a:prstGeom prst="rect">
            <a:avLst/>
          </a:prstGeom>
        </p:spPr>
        <p:txBody>
          <a:bodyPr/>
          <a:lstStyle>
            <a:lvl1pPr rtl="0">
              <a:defRPr/>
            </a:lvl1pPr>
            <a:lvl2pPr rtl="0">
              <a:defRPr/>
            </a:lvl2pPr>
            <a:lvl3pPr rtl="0">
              <a:defRPr/>
            </a:lvl3pPr>
            <a:lvl4pPr rtl="0">
              <a:defRPr/>
            </a:lvl4pPr>
            <a:lvl5pPr rtl="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3" name="Text Placeholder 22">
            <a:extLst>
              <a:ext uri="{FF2B5EF4-FFF2-40B4-BE49-F238E27FC236}">
                <a16:creationId xmlns:a16="http://schemas.microsoft.com/office/drawing/2014/main" id="{7A040119-EDAD-89B4-AF59-D7794C22A7A0}"/>
              </a:ext>
            </a:extLst>
          </p:cNvPr>
          <p:cNvSpPr>
            <a:spLocks noGrp="1"/>
          </p:cNvSpPr>
          <p:nvPr>
            <p:ph type="body" sz="quarter" idx="14"/>
          </p:nvPr>
        </p:nvSpPr>
        <p:spPr>
          <a:xfrm>
            <a:off x="360364" y="3357563"/>
            <a:ext cx="2107130" cy="27495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4" name="Text Placeholder 22">
            <a:extLst>
              <a:ext uri="{FF2B5EF4-FFF2-40B4-BE49-F238E27FC236}">
                <a16:creationId xmlns:a16="http://schemas.microsoft.com/office/drawing/2014/main" id="{74FCE1E1-5E79-19AD-8917-8F4D4D6BE63F}"/>
              </a:ext>
            </a:extLst>
          </p:cNvPr>
          <p:cNvSpPr>
            <a:spLocks noGrp="1"/>
          </p:cNvSpPr>
          <p:nvPr>
            <p:ph type="body" sz="quarter" idx="15"/>
          </p:nvPr>
        </p:nvSpPr>
        <p:spPr>
          <a:xfrm>
            <a:off x="3060021" y="3357563"/>
            <a:ext cx="2140374" cy="27495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5" name="Text Placeholder 22">
            <a:extLst>
              <a:ext uri="{FF2B5EF4-FFF2-40B4-BE49-F238E27FC236}">
                <a16:creationId xmlns:a16="http://schemas.microsoft.com/office/drawing/2014/main" id="{59532641-4A59-C098-AD86-DD47DC3D23C1}"/>
              </a:ext>
            </a:extLst>
          </p:cNvPr>
          <p:cNvSpPr>
            <a:spLocks noGrp="1"/>
          </p:cNvSpPr>
          <p:nvPr>
            <p:ph type="body" sz="quarter" idx="16"/>
          </p:nvPr>
        </p:nvSpPr>
        <p:spPr>
          <a:xfrm>
            <a:off x="5705249" y="3357563"/>
            <a:ext cx="2140374" cy="27495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6" name="Slide Number Placeholder 3">
            <a:extLst>
              <a:ext uri="{FF2B5EF4-FFF2-40B4-BE49-F238E27FC236}">
                <a16:creationId xmlns:a16="http://schemas.microsoft.com/office/drawing/2014/main" id="{8EAFDB7A-387F-173C-A81F-BF4D9ACD20C7}"/>
              </a:ext>
            </a:extLst>
          </p:cNvPr>
          <p:cNvSpPr>
            <a:spLocks noGrp="1"/>
          </p:cNvSpPr>
          <p:nvPr>
            <p:ph type="sldNum" sz="quarter" idx="17"/>
          </p:nvPr>
        </p:nvSpPr>
        <p:spPr>
          <a:xfrm>
            <a:off x="11126972" y="6317863"/>
            <a:ext cx="704666" cy="181362"/>
          </a:xfrm>
          <a:prstGeom prst="rect">
            <a:avLst/>
          </a:prstGeom>
          <a:noFill/>
        </p:spPr>
        <p:txBody>
          <a:bodyPr vert="horz" lIns="0" tIns="0" rIns="0" bIns="0" rtlCol="0" anchor="b">
            <a:noAutofit/>
          </a:bodyPr>
          <a:lstStyle>
            <a:defPPr>
              <a:defRPr lang="en-US"/>
            </a:defPPr>
            <a:lvl1pPr marL="0" algn="r" defTabSz="914400" rtl="0" eaLnBrk="1" latinLnBrk="0" hangingPunct="1">
              <a:defRPr sz="10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0BE2C1E-995C-4121-AD26-7DE6C74EE600}" type="slidenum">
              <a:rPr lang="en-GB" smtClean="0"/>
              <a:t>‹#›</a:t>
            </a:fld>
            <a:endParaRPr lang="en-GB"/>
          </a:p>
        </p:txBody>
      </p:sp>
    </p:spTree>
    <p:extLst>
      <p:ext uri="{BB962C8B-B14F-4D97-AF65-F5344CB8AC3E}">
        <p14:creationId xmlns:p14="http://schemas.microsoft.com/office/powerpoint/2010/main" val="1506838455"/>
      </p:ext>
    </p:extLst>
  </p:cSld>
  <p:clrMapOvr>
    <a:masterClrMapping/>
  </p:clrMapOv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37CCCAD9-9256-CF6B-F4ED-9A34A4CA118B}"/>
              </a:ext>
            </a:extLst>
          </p:cNvPr>
          <p:cNvSpPr>
            <a:spLocks noGrp="1"/>
          </p:cNvSpPr>
          <p:nvPr>
            <p:ph type="pic" sz="quarter" idx="11"/>
          </p:nvPr>
        </p:nvSpPr>
        <p:spPr>
          <a:xfrm>
            <a:off x="8121330" y="0"/>
            <a:ext cx="4070667" cy="6858000"/>
          </a:xfrm>
          <a:solidFill>
            <a:schemeClr val="tx1"/>
          </a:solidFill>
        </p:spPr>
        <p:txBody>
          <a:bodyPr/>
          <a:lstStyle/>
          <a:p>
            <a:r>
              <a:rPr lang="en-GB"/>
              <a:t>Click icon to add picture</a:t>
            </a:r>
          </a:p>
        </p:txBody>
      </p:sp>
      <p:sp>
        <p:nvSpPr>
          <p:cNvPr id="2" name="Title 1">
            <a:extLst>
              <a:ext uri="{FF2B5EF4-FFF2-40B4-BE49-F238E27FC236}">
                <a16:creationId xmlns:a16="http://schemas.microsoft.com/office/drawing/2014/main" id="{4D5AB824-8E31-DCCB-7816-8C043272CE1A}"/>
              </a:ext>
            </a:extLst>
          </p:cNvPr>
          <p:cNvSpPr>
            <a:spLocks noGrp="1"/>
          </p:cNvSpPr>
          <p:nvPr>
            <p:ph type="title"/>
          </p:nvPr>
        </p:nvSpPr>
        <p:spPr>
          <a:xfrm>
            <a:off x="360000" y="536576"/>
            <a:ext cx="7485623" cy="661987"/>
          </a:xfrm>
        </p:spPr>
        <p:txBody>
          <a:bodyPr/>
          <a:lstStyle/>
          <a:p>
            <a:r>
              <a:rPr lang="en-GB"/>
              <a:t>Click to edit Master title style</a:t>
            </a:r>
          </a:p>
        </p:txBody>
      </p:sp>
      <p:sp>
        <p:nvSpPr>
          <p:cNvPr id="3" name="Footer Placeholder 2">
            <a:extLst>
              <a:ext uri="{FF2B5EF4-FFF2-40B4-BE49-F238E27FC236}">
                <a16:creationId xmlns:a16="http://schemas.microsoft.com/office/drawing/2014/main" id="{304F5DB0-C987-FA9A-46F5-2520A0BA1DF6}"/>
              </a:ext>
            </a:extLst>
          </p:cNvPr>
          <p:cNvSpPr>
            <a:spLocks noGrp="1"/>
          </p:cNvSpPr>
          <p:nvPr>
            <p:ph type="ftr" sz="quarter" idx="10"/>
          </p:nvPr>
        </p:nvSpPr>
        <p:spPr>
          <a:xfrm>
            <a:off x="675937" y="6321425"/>
            <a:ext cx="7368606" cy="367612"/>
          </a:xfrm>
        </p:spPr>
        <p:txBody>
          <a:bodyPr/>
          <a:lstStyle/>
          <a:p>
            <a:endParaRPr lang="en-GB"/>
          </a:p>
        </p:txBody>
      </p:sp>
      <p:cxnSp>
        <p:nvCxnSpPr>
          <p:cNvPr id="5" name="Straight Connector 4">
            <a:extLst>
              <a:ext uri="{FF2B5EF4-FFF2-40B4-BE49-F238E27FC236}">
                <a16:creationId xmlns:a16="http://schemas.microsoft.com/office/drawing/2014/main" id="{0FF2B470-6416-ED2A-CEE1-47942FB5C702}"/>
              </a:ext>
            </a:extLst>
          </p:cNvPr>
          <p:cNvCxnSpPr/>
          <p:nvPr userDrawn="1"/>
        </p:nvCxnSpPr>
        <p:spPr bwMode="gray">
          <a:xfrm flipH="1">
            <a:off x="2743200" y="3722766"/>
            <a:ext cx="0" cy="2160911"/>
          </a:xfrm>
          <a:prstGeom prst="line">
            <a:avLst/>
          </a:prstGeom>
          <a:ln w="1270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5EF2DE82-B254-EDE8-E7C8-B2A811AE61DB}"/>
              </a:ext>
            </a:extLst>
          </p:cNvPr>
          <p:cNvCxnSpPr/>
          <p:nvPr userDrawn="1"/>
        </p:nvCxnSpPr>
        <p:spPr bwMode="gray">
          <a:xfrm flipH="1">
            <a:off x="5448300" y="3722766"/>
            <a:ext cx="0" cy="2160911"/>
          </a:xfrm>
          <a:prstGeom prst="line">
            <a:avLst/>
          </a:prstGeom>
          <a:ln w="1270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8" name="Text Placeholder 6">
            <a:extLst>
              <a:ext uri="{FF2B5EF4-FFF2-40B4-BE49-F238E27FC236}">
                <a16:creationId xmlns:a16="http://schemas.microsoft.com/office/drawing/2014/main" id="{A7D2A3A8-4263-816F-EB8C-E298B2B1CAF7}"/>
              </a:ext>
            </a:extLst>
          </p:cNvPr>
          <p:cNvSpPr>
            <a:spLocks noGrp="1"/>
          </p:cNvSpPr>
          <p:nvPr>
            <p:ph type="body" sz="quarter" idx="12" hasCustomPrompt="1"/>
          </p:nvPr>
        </p:nvSpPr>
        <p:spPr>
          <a:xfrm>
            <a:off x="360364" y="207165"/>
            <a:ext cx="7485260" cy="178593"/>
          </a:xfrm>
          <a:prstGeom prst="rect">
            <a:avLst/>
          </a:prstGeom>
        </p:spPr>
        <p:txBody>
          <a:bodyPr anchor="b"/>
          <a:lstStyle>
            <a:lvl1pPr marL="0" indent="0" rtl="0">
              <a:buNone/>
              <a:defRPr sz="1200" cap="all" baseline="0">
                <a:solidFill>
                  <a:schemeClr val="tx2">
                    <a:lumMod val="60000"/>
                    <a:lumOff val="40000"/>
                  </a:schemeClr>
                </a:solidFill>
                <a:latin typeface="+mj-lt"/>
              </a:defRPr>
            </a:lvl1pPr>
          </a:lstStyle>
          <a:p>
            <a:pPr lvl="0"/>
            <a:r>
              <a:rPr lang="en-GB"/>
              <a:t>Click to edit chapter text</a:t>
            </a:r>
          </a:p>
        </p:txBody>
      </p:sp>
      <p:sp>
        <p:nvSpPr>
          <p:cNvPr id="19" name="Text Placeholder 11">
            <a:extLst>
              <a:ext uri="{FF2B5EF4-FFF2-40B4-BE49-F238E27FC236}">
                <a16:creationId xmlns:a16="http://schemas.microsoft.com/office/drawing/2014/main" id="{2EA70141-D634-DDAE-7CDD-3D62AA17E329}"/>
              </a:ext>
            </a:extLst>
          </p:cNvPr>
          <p:cNvSpPr>
            <a:spLocks noGrp="1"/>
          </p:cNvSpPr>
          <p:nvPr>
            <p:ph type="body" sz="quarter" idx="13"/>
          </p:nvPr>
        </p:nvSpPr>
        <p:spPr>
          <a:xfrm>
            <a:off x="360364" y="1557339"/>
            <a:ext cx="7485260" cy="1577896"/>
          </a:xfrm>
          <a:prstGeom prst="rect">
            <a:avLst/>
          </a:prstGeom>
        </p:spPr>
        <p:txBody>
          <a:bodyPr/>
          <a:lstStyle>
            <a:lvl1pPr rtl="0">
              <a:defRPr/>
            </a:lvl1pPr>
            <a:lvl2pPr rtl="0">
              <a:defRPr/>
            </a:lvl2pPr>
            <a:lvl3pPr rtl="0">
              <a:defRPr/>
            </a:lvl3pPr>
            <a:lvl4pPr rtl="0">
              <a:defRPr/>
            </a:lvl4pPr>
            <a:lvl5pPr rtl="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3" name="Text Placeholder 22">
            <a:extLst>
              <a:ext uri="{FF2B5EF4-FFF2-40B4-BE49-F238E27FC236}">
                <a16:creationId xmlns:a16="http://schemas.microsoft.com/office/drawing/2014/main" id="{7A040119-EDAD-89B4-AF59-D7794C22A7A0}"/>
              </a:ext>
            </a:extLst>
          </p:cNvPr>
          <p:cNvSpPr>
            <a:spLocks noGrp="1"/>
          </p:cNvSpPr>
          <p:nvPr>
            <p:ph type="body" sz="quarter" idx="14"/>
          </p:nvPr>
        </p:nvSpPr>
        <p:spPr>
          <a:xfrm>
            <a:off x="360364" y="3357563"/>
            <a:ext cx="2107130" cy="27495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4" name="Text Placeholder 22">
            <a:extLst>
              <a:ext uri="{FF2B5EF4-FFF2-40B4-BE49-F238E27FC236}">
                <a16:creationId xmlns:a16="http://schemas.microsoft.com/office/drawing/2014/main" id="{74FCE1E1-5E79-19AD-8917-8F4D4D6BE63F}"/>
              </a:ext>
            </a:extLst>
          </p:cNvPr>
          <p:cNvSpPr>
            <a:spLocks noGrp="1"/>
          </p:cNvSpPr>
          <p:nvPr>
            <p:ph type="body" sz="quarter" idx="15"/>
          </p:nvPr>
        </p:nvSpPr>
        <p:spPr>
          <a:xfrm>
            <a:off x="3060021" y="3357563"/>
            <a:ext cx="2140374" cy="27495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5" name="Text Placeholder 22">
            <a:extLst>
              <a:ext uri="{FF2B5EF4-FFF2-40B4-BE49-F238E27FC236}">
                <a16:creationId xmlns:a16="http://schemas.microsoft.com/office/drawing/2014/main" id="{59532641-4A59-C098-AD86-DD47DC3D23C1}"/>
              </a:ext>
            </a:extLst>
          </p:cNvPr>
          <p:cNvSpPr>
            <a:spLocks noGrp="1"/>
          </p:cNvSpPr>
          <p:nvPr>
            <p:ph type="body" sz="quarter" idx="16"/>
          </p:nvPr>
        </p:nvSpPr>
        <p:spPr>
          <a:xfrm>
            <a:off x="5705249" y="3357563"/>
            <a:ext cx="2140374" cy="27495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6" name="Slide Number Placeholder 3">
            <a:extLst>
              <a:ext uri="{FF2B5EF4-FFF2-40B4-BE49-F238E27FC236}">
                <a16:creationId xmlns:a16="http://schemas.microsoft.com/office/drawing/2014/main" id="{8EAFDB7A-387F-173C-A81F-BF4D9ACD20C7}"/>
              </a:ext>
            </a:extLst>
          </p:cNvPr>
          <p:cNvSpPr>
            <a:spLocks noGrp="1"/>
          </p:cNvSpPr>
          <p:nvPr>
            <p:ph type="sldNum" sz="quarter" idx="17"/>
          </p:nvPr>
        </p:nvSpPr>
        <p:spPr>
          <a:xfrm>
            <a:off x="11126972" y="6317863"/>
            <a:ext cx="704666" cy="181362"/>
          </a:xfrm>
          <a:prstGeom prst="rect">
            <a:avLst/>
          </a:prstGeom>
          <a:noFill/>
        </p:spPr>
        <p:txBody>
          <a:bodyPr vert="horz" lIns="0" tIns="0" rIns="0" bIns="0" rtlCol="0" anchor="b">
            <a:noAutofit/>
          </a:bodyPr>
          <a:lstStyle>
            <a:defPPr>
              <a:defRPr lang="en-US"/>
            </a:defPPr>
            <a:lvl1pPr marL="0" algn="r" defTabSz="914400" rtl="0" eaLnBrk="1" latinLnBrk="0" hangingPunct="1">
              <a:defRPr sz="10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0BE2C1E-995C-4121-AD26-7DE6C74EE600}" type="slidenum">
              <a:rPr lang="en-GB" smtClean="0"/>
              <a:t>‹#›</a:t>
            </a:fld>
            <a:endParaRPr lang="en-GB"/>
          </a:p>
        </p:txBody>
      </p:sp>
    </p:spTree>
    <p:extLst>
      <p:ext uri="{BB962C8B-B14F-4D97-AF65-F5344CB8AC3E}">
        <p14:creationId xmlns:p14="http://schemas.microsoft.com/office/powerpoint/2010/main" val="2841021627"/>
      </p:ext>
    </p:extLst>
  </p:cSld>
  <p:clrMapOvr>
    <a:masterClrMapping/>
  </p:clrMapOv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tx1"/>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BBF30689-BACF-220E-9869-EF4152B00165}"/>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6" name="Object 5" hidden="1">
                        <a:extLst>
                          <a:ext uri="{FF2B5EF4-FFF2-40B4-BE49-F238E27FC236}">
                            <a16:creationId xmlns:a16="http://schemas.microsoft.com/office/drawing/2014/main" id="{BBF30689-BACF-220E-9869-EF4152B0016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2" name="Graphic 11">
            <a:extLst>
              <a:ext uri="{FF2B5EF4-FFF2-40B4-BE49-F238E27FC236}">
                <a16:creationId xmlns:a16="http://schemas.microsoft.com/office/drawing/2014/main" id="{CD800E2F-D62F-D42E-BA48-796A49B968F5}"/>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rcRect r="34206"/>
          <a:stretch>
            <a:fillRect/>
          </a:stretch>
        </p:blipFill>
        <p:spPr>
          <a:xfrm>
            <a:off x="5112746" y="703948"/>
            <a:ext cx="7079254" cy="6154052"/>
          </a:xfrm>
          <a:custGeom>
            <a:avLst/>
            <a:gdLst>
              <a:gd name="connsiteX0" fmla="*/ 0 w 7079254"/>
              <a:gd name="connsiteY0" fmla="*/ 0 h 6154052"/>
              <a:gd name="connsiteX1" fmla="*/ 7079254 w 7079254"/>
              <a:gd name="connsiteY1" fmla="*/ 0 h 6154052"/>
              <a:gd name="connsiteX2" fmla="*/ 7079254 w 7079254"/>
              <a:gd name="connsiteY2" fmla="*/ 6154052 h 6154052"/>
              <a:gd name="connsiteX3" fmla="*/ 0 w 7079254"/>
              <a:gd name="connsiteY3" fmla="*/ 6154052 h 6154052"/>
            </a:gdLst>
            <a:ahLst/>
            <a:cxnLst>
              <a:cxn ang="0">
                <a:pos x="connsiteX0" y="connsiteY0"/>
              </a:cxn>
              <a:cxn ang="0">
                <a:pos x="connsiteX1" y="connsiteY1"/>
              </a:cxn>
              <a:cxn ang="0">
                <a:pos x="connsiteX2" y="connsiteY2"/>
              </a:cxn>
              <a:cxn ang="0">
                <a:pos x="connsiteX3" y="connsiteY3"/>
              </a:cxn>
            </a:cxnLst>
            <a:rect l="l" t="t" r="r" b="b"/>
            <a:pathLst>
              <a:path w="7079254" h="6154052">
                <a:moveTo>
                  <a:pt x="0" y="0"/>
                </a:moveTo>
                <a:lnTo>
                  <a:pt x="7079254" y="0"/>
                </a:lnTo>
                <a:lnTo>
                  <a:pt x="7079254" y="6154052"/>
                </a:lnTo>
                <a:lnTo>
                  <a:pt x="0" y="6154052"/>
                </a:lnTo>
                <a:close/>
              </a:path>
            </a:pathLst>
          </a:custGeom>
        </p:spPr>
      </p:pic>
      <p:sp>
        <p:nvSpPr>
          <p:cNvPr id="2" name="Title 1">
            <a:extLst>
              <a:ext uri="{FF2B5EF4-FFF2-40B4-BE49-F238E27FC236}">
                <a16:creationId xmlns:a16="http://schemas.microsoft.com/office/drawing/2014/main" id="{36E9A45B-10F9-487C-9A74-F7DCE0C77A42}"/>
              </a:ext>
            </a:extLst>
          </p:cNvPr>
          <p:cNvSpPr>
            <a:spLocks noGrp="1"/>
          </p:cNvSpPr>
          <p:nvPr>
            <p:ph type="ctrTitle"/>
          </p:nvPr>
        </p:nvSpPr>
        <p:spPr bwMode="gray">
          <a:xfrm>
            <a:off x="360363" y="2600998"/>
            <a:ext cx="6060315" cy="1473743"/>
          </a:xfrm>
          <a:prstGeom prst="rect">
            <a:avLst/>
          </a:prstGeom>
        </p:spPr>
        <p:txBody>
          <a:bodyPr vert="horz" wrap="square" lIns="0" tIns="0" rIns="0" bIns="0" anchor="b" anchorCtr="0">
            <a:noAutofit/>
          </a:bodyPr>
          <a:lstStyle>
            <a:lvl1pPr algn="l" rtl="0">
              <a:lnSpc>
                <a:spcPct val="90000"/>
              </a:lnSpc>
              <a:defRPr sz="3200" b="0" cap="none" spc="0" baseline="0">
                <a:solidFill>
                  <a:schemeClr val="bg1"/>
                </a:solidFill>
                <a:latin typeface="+mj-lt"/>
              </a:defRPr>
            </a:lvl1pPr>
          </a:lstStyle>
          <a:p>
            <a:r>
              <a:rPr lang="en-GB"/>
              <a:t>Click to edit Master title style</a:t>
            </a:r>
          </a:p>
        </p:txBody>
      </p:sp>
      <p:sp>
        <p:nvSpPr>
          <p:cNvPr id="3" name="Subtitle 2">
            <a:extLst>
              <a:ext uri="{FF2B5EF4-FFF2-40B4-BE49-F238E27FC236}">
                <a16:creationId xmlns:a16="http://schemas.microsoft.com/office/drawing/2014/main" id="{CBA3E240-43D7-4C56-BC1B-38BA9D4E9E21}"/>
              </a:ext>
            </a:extLst>
          </p:cNvPr>
          <p:cNvSpPr>
            <a:spLocks noGrp="1"/>
          </p:cNvSpPr>
          <p:nvPr>
            <p:ph type="subTitle" idx="1"/>
          </p:nvPr>
        </p:nvSpPr>
        <p:spPr bwMode="gray">
          <a:xfrm>
            <a:off x="360363" y="4195518"/>
            <a:ext cx="6060315" cy="380945"/>
          </a:xfrm>
          <a:prstGeom prst="rect">
            <a:avLst/>
          </a:prstGeom>
        </p:spPr>
        <p:txBody>
          <a:bodyPr wrap="square" lIns="0" tIns="0" rIns="0" bIns="0">
            <a:noAutofit/>
          </a:bodyPr>
          <a:lstStyle>
            <a:lvl1pPr marL="0" indent="0" algn="l" rtl="0">
              <a:lnSpc>
                <a:spcPct val="100000"/>
              </a:lnSpc>
              <a:spcBef>
                <a:spcPts val="600"/>
              </a:spcBef>
              <a:buFontTx/>
              <a:buNone/>
              <a:defRPr sz="1600" cap="none" spc="100" baseline="0">
                <a:solidFill>
                  <a:schemeClr val="bg1"/>
                </a:solidFill>
                <a:latin typeface="+mj-lt"/>
              </a:defRPr>
            </a:lvl1pPr>
            <a:lvl2pPr marL="0" indent="0" algn="l">
              <a:spcBef>
                <a:spcPct val="0"/>
              </a:spcBef>
              <a:buNone/>
              <a:defRPr sz="1200">
                <a:solidFill>
                  <a:schemeClr val="bg2"/>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16" name="Text Placeholder 15">
            <a:extLst>
              <a:ext uri="{FF2B5EF4-FFF2-40B4-BE49-F238E27FC236}">
                <a16:creationId xmlns:a16="http://schemas.microsoft.com/office/drawing/2014/main" id="{D9B54094-113D-2847-B070-92BDCA336ACA}"/>
              </a:ext>
            </a:extLst>
          </p:cNvPr>
          <p:cNvSpPr>
            <a:spLocks noGrp="1"/>
          </p:cNvSpPr>
          <p:nvPr>
            <p:ph type="body" sz="quarter" idx="10"/>
          </p:nvPr>
        </p:nvSpPr>
        <p:spPr>
          <a:xfrm>
            <a:off x="360363" y="5438901"/>
            <a:ext cx="6060315" cy="699962"/>
          </a:xfrm>
          <a:prstGeom prst="rect">
            <a:avLst/>
          </a:prstGeom>
        </p:spPr>
        <p:txBody>
          <a:bodyPr wrap="square" lIns="0" tIns="0" rIns="0" bIns="0">
            <a:noAutofit/>
          </a:bodyPr>
          <a:lstStyle>
            <a:lvl1pPr marL="0" indent="0" rtl="0">
              <a:spcBef>
                <a:spcPct val="0"/>
              </a:spcBef>
              <a:buFontTx/>
              <a:buNone/>
              <a:defRPr sz="1200" cap="all" baseline="0">
                <a:solidFill>
                  <a:schemeClr val="bg1"/>
                </a:solidFill>
                <a:latin typeface="+mj-lt"/>
              </a:defRPr>
            </a:lvl1pPr>
            <a:lvl2pPr>
              <a:spcBef>
                <a:spcPct val="0"/>
              </a:spcBef>
              <a:buFontTx/>
              <a:buNone/>
              <a:defRPr>
                <a:solidFill>
                  <a:schemeClr val="bg2"/>
                </a:solidFill>
              </a:defRPr>
            </a:lvl2pPr>
            <a:lvl3pPr>
              <a:buFontTx/>
              <a:buNone/>
              <a:defRPr>
                <a:solidFill>
                  <a:schemeClr val="bg2"/>
                </a:solidFill>
              </a:defRPr>
            </a:lvl3pPr>
            <a:lvl4pPr marL="0" indent="0">
              <a:buFontTx/>
              <a:buNone/>
              <a:defRPr>
                <a:solidFill>
                  <a:schemeClr val="bg2"/>
                </a:solidFill>
              </a:defRPr>
            </a:lvl4pPr>
            <a:lvl5pPr>
              <a:buFontTx/>
              <a:buNone/>
              <a:defRPr>
                <a:solidFill>
                  <a:schemeClr val="bg2"/>
                </a:solidFill>
              </a:defRPr>
            </a:lvl5pPr>
          </a:lstStyle>
          <a:p>
            <a:pPr lvl="0"/>
            <a:r>
              <a:rPr lang="en-GB"/>
              <a:t>Click to edit Master text styles</a:t>
            </a:r>
          </a:p>
        </p:txBody>
      </p:sp>
      <p:sp>
        <p:nvSpPr>
          <p:cNvPr id="17" name="Rectangle 16">
            <a:extLst>
              <a:ext uri="{FF2B5EF4-FFF2-40B4-BE49-F238E27FC236}">
                <a16:creationId xmlns:a16="http://schemas.microsoft.com/office/drawing/2014/main" id="{C981C32C-EDE5-2BE8-788F-E1F14F6DE4A9}"/>
              </a:ext>
            </a:extLst>
          </p:cNvPr>
          <p:cNvSpPr/>
          <p:nvPr userDrawn="1"/>
        </p:nvSpPr>
        <p:spPr bwMode="gray">
          <a:xfrm>
            <a:off x="360363" y="5265387"/>
            <a:ext cx="720000" cy="54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0"/>
            <a:endParaRPr lang="en-GB" sz="1400"/>
          </a:p>
        </p:txBody>
      </p:sp>
      <p:pic>
        <p:nvPicPr>
          <p:cNvPr id="4" name="Graphic 3">
            <a:extLst>
              <a:ext uri="{FF2B5EF4-FFF2-40B4-BE49-F238E27FC236}">
                <a16:creationId xmlns:a16="http://schemas.microsoft.com/office/drawing/2014/main" id="{A486FE90-240C-0722-A3B2-7FC8C877A0A4}"/>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0363" y="537323"/>
            <a:ext cx="2967697" cy="1076555"/>
          </a:xfrm>
          <a:prstGeom prst="rect">
            <a:avLst/>
          </a:prstGeom>
        </p:spPr>
      </p:pic>
    </p:spTree>
    <p:extLst>
      <p:ext uri="{BB962C8B-B14F-4D97-AF65-F5344CB8AC3E}">
        <p14:creationId xmlns:p14="http://schemas.microsoft.com/office/powerpoint/2010/main" val="2066569843"/>
      </p:ext>
    </p:extLst>
  </p:cSld>
  <p:clrMapOvr>
    <a:masterClrMapping/>
  </p:clrMapOv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B56EABE-D55B-4373-F6CF-224BF43E855B}"/>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9" name="Object 8" hidden="1">
                        <a:extLst>
                          <a:ext uri="{FF2B5EF4-FFF2-40B4-BE49-F238E27FC236}">
                            <a16:creationId xmlns:a16="http://schemas.microsoft.com/office/drawing/2014/main" id="{1B56EABE-D55B-4373-F6CF-224BF43E855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CE8AADD-913B-949E-D663-554B1349714E}"/>
              </a:ext>
            </a:extLst>
          </p:cNvPr>
          <p:cNvSpPr>
            <a:spLocks noGrp="1"/>
          </p:cNvSpPr>
          <p:nvPr>
            <p:ph type="title" hasCustomPrompt="1"/>
          </p:nvPr>
        </p:nvSpPr>
        <p:spPr>
          <a:xfrm>
            <a:off x="360363" y="536576"/>
            <a:ext cx="11471275" cy="661988"/>
          </a:xfrm>
        </p:spPr>
        <p:txBody>
          <a:bodyPr vert="horz"/>
          <a:lstStyle>
            <a:lvl1pPr rtl="0">
              <a:defRPr/>
            </a:lvl1pPr>
          </a:lstStyle>
          <a:p>
            <a:r>
              <a:rPr lang="en-GB"/>
              <a:t>Click to edit action title</a:t>
            </a:r>
          </a:p>
        </p:txBody>
      </p:sp>
      <p:sp>
        <p:nvSpPr>
          <p:cNvPr id="3" name="Footer Placeholder 2">
            <a:extLst>
              <a:ext uri="{FF2B5EF4-FFF2-40B4-BE49-F238E27FC236}">
                <a16:creationId xmlns:a16="http://schemas.microsoft.com/office/drawing/2014/main" id="{C298F29C-AC53-9DB0-6D75-EF2C149565D3}"/>
              </a:ext>
            </a:extLst>
          </p:cNvPr>
          <p:cNvSpPr>
            <a:spLocks noGrp="1"/>
          </p:cNvSpPr>
          <p:nvPr>
            <p:ph type="ftr" sz="quarter" idx="10"/>
          </p:nvPr>
        </p:nvSpPr>
        <p:spPr/>
        <p:txBody>
          <a:bodyPr/>
          <a:lstStyle>
            <a:lvl1pPr rtl="0">
              <a:defRPr/>
            </a:lvl1pPr>
          </a:lstStyle>
          <a:p>
            <a:endParaRPr lang="en-GB"/>
          </a:p>
        </p:txBody>
      </p:sp>
      <p:sp>
        <p:nvSpPr>
          <p:cNvPr id="4" name="Slide Number Placeholder 3">
            <a:extLst>
              <a:ext uri="{FF2B5EF4-FFF2-40B4-BE49-F238E27FC236}">
                <a16:creationId xmlns:a16="http://schemas.microsoft.com/office/drawing/2014/main" id="{2190A743-1A4A-56F8-BF3C-F2C418D15AFA}"/>
              </a:ext>
            </a:extLst>
          </p:cNvPr>
          <p:cNvSpPr>
            <a:spLocks noGrp="1"/>
          </p:cNvSpPr>
          <p:nvPr>
            <p:ph type="sldNum" sz="quarter" idx="11"/>
          </p:nvPr>
        </p:nvSpPr>
        <p:spPr/>
        <p:txBody>
          <a:bodyPr/>
          <a:lstStyle>
            <a:lvl1pPr rtl="0">
              <a:defRPr/>
            </a:lvl1pPr>
          </a:lstStyle>
          <a:p>
            <a:fld id="{10BE2C1E-995C-4121-AD26-7DE6C74EE600}" type="slidenum">
              <a:rPr lang="en-GB" smtClean="0"/>
              <a:t>‹#›</a:t>
            </a:fld>
            <a:endParaRPr lang="en-GB"/>
          </a:p>
        </p:txBody>
      </p:sp>
      <p:sp>
        <p:nvSpPr>
          <p:cNvPr id="7" name="Text Placeholder 6">
            <a:extLst>
              <a:ext uri="{FF2B5EF4-FFF2-40B4-BE49-F238E27FC236}">
                <a16:creationId xmlns:a16="http://schemas.microsoft.com/office/drawing/2014/main" id="{9AB3F6AF-ED74-5EBB-9159-83208AE07A23}"/>
              </a:ext>
            </a:extLst>
          </p:cNvPr>
          <p:cNvSpPr>
            <a:spLocks noGrp="1"/>
          </p:cNvSpPr>
          <p:nvPr>
            <p:ph type="body" sz="quarter" idx="12" hasCustomPrompt="1"/>
          </p:nvPr>
        </p:nvSpPr>
        <p:spPr>
          <a:xfrm>
            <a:off x="360363" y="207165"/>
            <a:ext cx="11471275" cy="178593"/>
          </a:xfrm>
        </p:spPr>
        <p:txBody>
          <a:bodyPr anchor="b"/>
          <a:lstStyle>
            <a:lvl1pPr marL="0" indent="0" rtl="0">
              <a:buNone/>
              <a:defRPr sz="1200" cap="all" baseline="0">
                <a:solidFill>
                  <a:schemeClr val="tx1">
                    <a:lumMod val="60000"/>
                    <a:lumOff val="40000"/>
                  </a:schemeClr>
                </a:solidFill>
                <a:latin typeface="+mj-lt"/>
              </a:defRPr>
            </a:lvl1pPr>
          </a:lstStyle>
          <a:p>
            <a:pPr lvl="0"/>
            <a:r>
              <a:rPr lang="en-GB"/>
              <a:t>Click to edit chapter text</a:t>
            </a:r>
          </a:p>
        </p:txBody>
      </p:sp>
      <p:sp>
        <p:nvSpPr>
          <p:cNvPr id="12" name="Text Placeholder 11">
            <a:extLst>
              <a:ext uri="{FF2B5EF4-FFF2-40B4-BE49-F238E27FC236}">
                <a16:creationId xmlns:a16="http://schemas.microsoft.com/office/drawing/2014/main" id="{8282BAF1-276B-A194-EB89-47200DC6CF6B}"/>
              </a:ext>
            </a:extLst>
          </p:cNvPr>
          <p:cNvSpPr>
            <a:spLocks noGrp="1"/>
          </p:cNvSpPr>
          <p:nvPr>
            <p:ph type="body" sz="quarter" idx="13"/>
          </p:nvPr>
        </p:nvSpPr>
        <p:spPr>
          <a:xfrm>
            <a:off x="360363" y="1557338"/>
            <a:ext cx="11471275" cy="4581525"/>
          </a:xfrm>
        </p:spPr>
        <p:txBody>
          <a:bodyPr/>
          <a:lstStyle>
            <a:lvl1pPr rtl="0">
              <a:defRPr/>
            </a:lvl1pPr>
            <a:lvl2pPr rtl="0">
              <a:defRPr/>
            </a:lvl2pPr>
            <a:lvl3pPr rtl="0">
              <a:defRPr/>
            </a:lvl3pPr>
            <a:lvl4pPr rtl="0">
              <a:defRPr/>
            </a:lvl4pPr>
            <a:lvl5pPr rtl="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4167430934"/>
      </p:ext>
    </p:extLst>
  </p:cSld>
  <p:clrMapOvr>
    <a:masterClrMapping/>
  </p:clrMapOvr>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1_Use Case">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37CCCAD9-9256-CF6B-F4ED-9A34A4CA118B}"/>
              </a:ext>
            </a:extLst>
          </p:cNvPr>
          <p:cNvSpPr>
            <a:spLocks noGrp="1"/>
          </p:cNvSpPr>
          <p:nvPr>
            <p:ph type="pic" sz="quarter" idx="11"/>
          </p:nvPr>
        </p:nvSpPr>
        <p:spPr>
          <a:xfrm>
            <a:off x="8121330" y="0"/>
            <a:ext cx="4070667" cy="6858000"/>
          </a:xfrm>
          <a:solidFill>
            <a:schemeClr val="tx1"/>
          </a:solidFill>
        </p:spPr>
        <p:txBody>
          <a:bodyPr/>
          <a:lstStyle/>
          <a:p>
            <a:endParaRPr lang="en-GB"/>
          </a:p>
        </p:txBody>
      </p:sp>
      <p:sp>
        <p:nvSpPr>
          <p:cNvPr id="2" name="Title 1">
            <a:extLst>
              <a:ext uri="{FF2B5EF4-FFF2-40B4-BE49-F238E27FC236}">
                <a16:creationId xmlns:a16="http://schemas.microsoft.com/office/drawing/2014/main" id="{4D5AB824-8E31-DCCB-7816-8C043272CE1A}"/>
              </a:ext>
            </a:extLst>
          </p:cNvPr>
          <p:cNvSpPr>
            <a:spLocks noGrp="1"/>
          </p:cNvSpPr>
          <p:nvPr>
            <p:ph type="title"/>
          </p:nvPr>
        </p:nvSpPr>
        <p:spPr>
          <a:xfrm>
            <a:off x="360000" y="536576"/>
            <a:ext cx="7485623" cy="661987"/>
          </a:xfrm>
        </p:spPr>
        <p:txBody>
          <a:bodyPr/>
          <a:lstStyle/>
          <a:p>
            <a:r>
              <a:rPr lang="en-GB"/>
              <a:t>Click to edit Master title style</a:t>
            </a:r>
          </a:p>
        </p:txBody>
      </p:sp>
      <p:sp>
        <p:nvSpPr>
          <p:cNvPr id="3" name="Footer Placeholder 2">
            <a:extLst>
              <a:ext uri="{FF2B5EF4-FFF2-40B4-BE49-F238E27FC236}">
                <a16:creationId xmlns:a16="http://schemas.microsoft.com/office/drawing/2014/main" id="{304F5DB0-C987-FA9A-46F5-2520A0BA1DF6}"/>
              </a:ext>
            </a:extLst>
          </p:cNvPr>
          <p:cNvSpPr>
            <a:spLocks noGrp="1"/>
          </p:cNvSpPr>
          <p:nvPr>
            <p:ph type="ftr" sz="quarter" idx="10"/>
          </p:nvPr>
        </p:nvSpPr>
        <p:spPr>
          <a:xfrm>
            <a:off x="675937" y="6321425"/>
            <a:ext cx="7368606" cy="367612"/>
          </a:xfrm>
        </p:spPr>
        <p:txBody>
          <a:bodyPr/>
          <a:lstStyle/>
          <a:p>
            <a:endParaRPr lang="en-GB"/>
          </a:p>
        </p:txBody>
      </p:sp>
      <p:cxnSp>
        <p:nvCxnSpPr>
          <p:cNvPr id="5" name="Straight Connector 4">
            <a:extLst>
              <a:ext uri="{FF2B5EF4-FFF2-40B4-BE49-F238E27FC236}">
                <a16:creationId xmlns:a16="http://schemas.microsoft.com/office/drawing/2014/main" id="{0FF2B470-6416-ED2A-CEE1-47942FB5C702}"/>
              </a:ext>
            </a:extLst>
          </p:cNvPr>
          <p:cNvCxnSpPr/>
          <p:nvPr userDrawn="1"/>
        </p:nvCxnSpPr>
        <p:spPr bwMode="gray">
          <a:xfrm flipH="1">
            <a:off x="2743200" y="3722766"/>
            <a:ext cx="0" cy="2160911"/>
          </a:xfrm>
          <a:prstGeom prst="line">
            <a:avLst/>
          </a:prstGeom>
          <a:ln w="1270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5EF2DE82-B254-EDE8-E7C8-B2A811AE61DB}"/>
              </a:ext>
            </a:extLst>
          </p:cNvPr>
          <p:cNvCxnSpPr/>
          <p:nvPr userDrawn="1"/>
        </p:nvCxnSpPr>
        <p:spPr bwMode="gray">
          <a:xfrm flipH="1">
            <a:off x="5448300" y="3722766"/>
            <a:ext cx="0" cy="2160911"/>
          </a:xfrm>
          <a:prstGeom prst="line">
            <a:avLst/>
          </a:prstGeom>
          <a:ln w="1270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8" name="Text Placeholder 6">
            <a:extLst>
              <a:ext uri="{FF2B5EF4-FFF2-40B4-BE49-F238E27FC236}">
                <a16:creationId xmlns:a16="http://schemas.microsoft.com/office/drawing/2014/main" id="{A7D2A3A8-4263-816F-EB8C-E298B2B1CAF7}"/>
              </a:ext>
            </a:extLst>
          </p:cNvPr>
          <p:cNvSpPr>
            <a:spLocks noGrp="1"/>
          </p:cNvSpPr>
          <p:nvPr>
            <p:ph type="body" sz="quarter" idx="12" hasCustomPrompt="1"/>
          </p:nvPr>
        </p:nvSpPr>
        <p:spPr>
          <a:xfrm>
            <a:off x="360364" y="207165"/>
            <a:ext cx="7485260" cy="178593"/>
          </a:xfrm>
          <a:prstGeom prst="rect">
            <a:avLst/>
          </a:prstGeom>
        </p:spPr>
        <p:txBody>
          <a:bodyPr anchor="b"/>
          <a:lstStyle>
            <a:lvl1pPr marL="0" indent="0" rtl="0">
              <a:buNone/>
              <a:defRPr sz="1200" cap="all" baseline="0">
                <a:solidFill>
                  <a:schemeClr val="tx2">
                    <a:lumMod val="60000"/>
                    <a:lumOff val="40000"/>
                  </a:schemeClr>
                </a:solidFill>
                <a:latin typeface="+mj-lt"/>
              </a:defRPr>
            </a:lvl1pPr>
          </a:lstStyle>
          <a:p>
            <a:pPr lvl="0"/>
            <a:r>
              <a:rPr lang="en-GB"/>
              <a:t>Click to edit chapter text</a:t>
            </a:r>
          </a:p>
        </p:txBody>
      </p:sp>
      <p:sp>
        <p:nvSpPr>
          <p:cNvPr id="19" name="Text Placeholder 11">
            <a:extLst>
              <a:ext uri="{FF2B5EF4-FFF2-40B4-BE49-F238E27FC236}">
                <a16:creationId xmlns:a16="http://schemas.microsoft.com/office/drawing/2014/main" id="{2EA70141-D634-DDAE-7CDD-3D62AA17E329}"/>
              </a:ext>
            </a:extLst>
          </p:cNvPr>
          <p:cNvSpPr>
            <a:spLocks noGrp="1"/>
          </p:cNvSpPr>
          <p:nvPr>
            <p:ph type="body" sz="quarter" idx="13"/>
          </p:nvPr>
        </p:nvSpPr>
        <p:spPr>
          <a:xfrm>
            <a:off x="360364" y="1557339"/>
            <a:ext cx="7485260" cy="1577896"/>
          </a:xfrm>
          <a:prstGeom prst="rect">
            <a:avLst/>
          </a:prstGeom>
        </p:spPr>
        <p:txBody>
          <a:bodyPr/>
          <a:lstStyle>
            <a:lvl1pPr rtl="0">
              <a:defRPr/>
            </a:lvl1pPr>
            <a:lvl2pPr rtl="0">
              <a:defRPr/>
            </a:lvl2pPr>
            <a:lvl3pPr rtl="0">
              <a:defRPr/>
            </a:lvl3pPr>
            <a:lvl4pPr rtl="0">
              <a:defRPr/>
            </a:lvl4pPr>
            <a:lvl5pPr rtl="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3" name="Text Placeholder 22">
            <a:extLst>
              <a:ext uri="{FF2B5EF4-FFF2-40B4-BE49-F238E27FC236}">
                <a16:creationId xmlns:a16="http://schemas.microsoft.com/office/drawing/2014/main" id="{7A040119-EDAD-89B4-AF59-D7794C22A7A0}"/>
              </a:ext>
            </a:extLst>
          </p:cNvPr>
          <p:cNvSpPr>
            <a:spLocks noGrp="1"/>
          </p:cNvSpPr>
          <p:nvPr>
            <p:ph type="body" sz="quarter" idx="14"/>
          </p:nvPr>
        </p:nvSpPr>
        <p:spPr>
          <a:xfrm>
            <a:off x="360364" y="3357563"/>
            <a:ext cx="2107130" cy="27495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4" name="Text Placeholder 22">
            <a:extLst>
              <a:ext uri="{FF2B5EF4-FFF2-40B4-BE49-F238E27FC236}">
                <a16:creationId xmlns:a16="http://schemas.microsoft.com/office/drawing/2014/main" id="{74FCE1E1-5E79-19AD-8917-8F4D4D6BE63F}"/>
              </a:ext>
            </a:extLst>
          </p:cNvPr>
          <p:cNvSpPr>
            <a:spLocks noGrp="1"/>
          </p:cNvSpPr>
          <p:nvPr>
            <p:ph type="body" sz="quarter" idx="15"/>
          </p:nvPr>
        </p:nvSpPr>
        <p:spPr>
          <a:xfrm>
            <a:off x="3060021" y="3357563"/>
            <a:ext cx="2140374" cy="27495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5" name="Text Placeholder 22">
            <a:extLst>
              <a:ext uri="{FF2B5EF4-FFF2-40B4-BE49-F238E27FC236}">
                <a16:creationId xmlns:a16="http://schemas.microsoft.com/office/drawing/2014/main" id="{59532641-4A59-C098-AD86-DD47DC3D23C1}"/>
              </a:ext>
            </a:extLst>
          </p:cNvPr>
          <p:cNvSpPr>
            <a:spLocks noGrp="1"/>
          </p:cNvSpPr>
          <p:nvPr>
            <p:ph type="body" sz="quarter" idx="16"/>
          </p:nvPr>
        </p:nvSpPr>
        <p:spPr>
          <a:xfrm>
            <a:off x="5705249" y="3357563"/>
            <a:ext cx="2140374" cy="27495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6" name="Slide Number Placeholder 3">
            <a:extLst>
              <a:ext uri="{FF2B5EF4-FFF2-40B4-BE49-F238E27FC236}">
                <a16:creationId xmlns:a16="http://schemas.microsoft.com/office/drawing/2014/main" id="{8EAFDB7A-387F-173C-A81F-BF4D9ACD20C7}"/>
              </a:ext>
            </a:extLst>
          </p:cNvPr>
          <p:cNvSpPr>
            <a:spLocks noGrp="1"/>
          </p:cNvSpPr>
          <p:nvPr>
            <p:ph type="sldNum" sz="quarter" idx="17"/>
          </p:nvPr>
        </p:nvSpPr>
        <p:spPr>
          <a:xfrm>
            <a:off x="11126972" y="6317863"/>
            <a:ext cx="704666" cy="181362"/>
          </a:xfrm>
          <a:prstGeom prst="rect">
            <a:avLst/>
          </a:prstGeom>
          <a:noFill/>
        </p:spPr>
        <p:txBody>
          <a:bodyPr vert="horz" lIns="0" tIns="0" rIns="0" bIns="0" rtlCol="0" anchor="b">
            <a:noAutofit/>
          </a:bodyPr>
          <a:lstStyle>
            <a:defPPr>
              <a:defRPr lang="en-US"/>
            </a:defPPr>
            <a:lvl1pPr marL="0" algn="r" defTabSz="914400" rtl="0" eaLnBrk="1" latinLnBrk="0" hangingPunct="1">
              <a:defRPr sz="10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0BE2C1E-995C-4121-AD26-7DE6C74EE600}" type="slidenum">
              <a:rPr lang="en-GB" smtClean="0"/>
              <a:t>‹#›</a:t>
            </a:fld>
            <a:endParaRPr lang="en-GB"/>
          </a:p>
        </p:txBody>
      </p:sp>
    </p:spTree>
    <p:extLst>
      <p:ext uri="{BB962C8B-B14F-4D97-AF65-F5344CB8AC3E}">
        <p14:creationId xmlns:p14="http://schemas.microsoft.com/office/powerpoint/2010/main" val="1124734522"/>
      </p:ext>
    </p:extLst>
  </p:cSld>
  <p:clrMapOvr>
    <a:masterClrMapping/>
  </p:clrMapOvr>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Picture Layout - Right 1/2 ">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15091-913D-700B-D6C5-7EC0E7D4BE42}"/>
              </a:ext>
            </a:extLst>
          </p:cNvPr>
          <p:cNvSpPr>
            <a:spLocks noGrp="1"/>
          </p:cNvSpPr>
          <p:nvPr>
            <p:ph type="pic" sz="quarter" idx="14"/>
          </p:nvPr>
        </p:nvSpPr>
        <p:spPr>
          <a:xfrm>
            <a:off x="6276002" y="0"/>
            <a:ext cx="5915998" cy="6858000"/>
          </a:xfrm>
          <a:prstGeom prst="rect">
            <a:avLst/>
          </a:prstGeom>
          <a:solidFill>
            <a:schemeClr val="tx1"/>
          </a:solidFill>
        </p:spPr>
        <p:txBody>
          <a:bodyPr/>
          <a:lstStyle>
            <a:lvl1pPr marL="0" indent="0">
              <a:buNone/>
              <a:defRPr>
                <a:solidFill>
                  <a:schemeClr val="bg2"/>
                </a:solidFill>
              </a:defRPr>
            </a:lvl1pPr>
          </a:lstStyle>
          <a:p>
            <a:r>
              <a:rPr lang="en-GB"/>
              <a:t>Click icon to add picture</a:t>
            </a:r>
            <a:endParaRPr lang="en-US"/>
          </a:p>
        </p:txBody>
      </p:sp>
      <p:sp>
        <p:nvSpPr>
          <p:cNvPr id="2" name="Title 1">
            <a:extLst>
              <a:ext uri="{FF2B5EF4-FFF2-40B4-BE49-F238E27FC236}">
                <a16:creationId xmlns:a16="http://schemas.microsoft.com/office/drawing/2014/main" id="{6CE8AADD-913B-949E-D663-554B1349714E}"/>
              </a:ext>
            </a:extLst>
          </p:cNvPr>
          <p:cNvSpPr>
            <a:spLocks noGrp="1"/>
          </p:cNvSpPr>
          <p:nvPr>
            <p:ph type="title" hasCustomPrompt="1"/>
          </p:nvPr>
        </p:nvSpPr>
        <p:spPr>
          <a:xfrm>
            <a:off x="360364" y="536576"/>
            <a:ext cx="5555636" cy="661988"/>
          </a:xfrm>
          <a:prstGeom prst="rect">
            <a:avLst/>
          </a:prstGeom>
        </p:spPr>
        <p:txBody>
          <a:bodyPr vert="horz"/>
          <a:lstStyle>
            <a:lvl1pPr rtl="0">
              <a:defRPr/>
            </a:lvl1pPr>
          </a:lstStyle>
          <a:p>
            <a:r>
              <a:rPr lang="en-GB"/>
              <a:t>Click to edit action title</a:t>
            </a:r>
          </a:p>
        </p:txBody>
      </p:sp>
      <p:sp>
        <p:nvSpPr>
          <p:cNvPr id="7" name="Text Placeholder 6">
            <a:extLst>
              <a:ext uri="{FF2B5EF4-FFF2-40B4-BE49-F238E27FC236}">
                <a16:creationId xmlns:a16="http://schemas.microsoft.com/office/drawing/2014/main" id="{9AB3F6AF-ED74-5EBB-9159-83208AE07A23}"/>
              </a:ext>
            </a:extLst>
          </p:cNvPr>
          <p:cNvSpPr>
            <a:spLocks noGrp="1"/>
          </p:cNvSpPr>
          <p:nvPr>
            <p:ph type="body" sz="quarter" idx="12" hasCustomPrompt="1"/>
          </p:nvPr>
        </p:nvSpPr>
        <p:spPr>
          <a:xfrm>
            <a:off x="360364" y="207165"/>
            <a:ext cx="5555636" cy="178593"/>
          </a:xfrm>
          <a:prstGeom prst="rect">
            <a:avLst/>
          </a:prstGeom>
        </p:spPr>
        <p:txBody>
          <a:bodyPr anchor="b"/>
          <a:lstStyle>
            <a:lvl1pPr marL="0" indent="0" rtl="0">
              <a:buNone/>
              <a:defRPr sz="1200" cap="all" baseline="0">
                <a:solidFill>
                  <a:schemeClr val="tx2">
                    <a:lumMod val="60000"/>
                    <a:lumOff val="40000"/>
                  </a:schemeClr>
                </a:solidFill>
                <a:latin typeface="+mj-lt"/>
              </a:defRPr>
            </a:lvl1pPr>
          </a:lstStyle>
          <a:p>
            <a:pPr lvl="0"/>
            <a:r>
              <a:rPr lang="en-GB"/>
              <a:t>Click to edit chapter text</a:t>
            </a:r>
          </a:p>
        </p:txBody>
      </p:sp>
      <p:sp>
        <p:nvSpPr>
          <p:cNvPr id="12" name="Text Placeholder 11">
            <a:extLst>
              <a:ext uri="{FF2B5EF4-FFF2-40B4-BE49-F238E27FC236}">
                <a16:creationId xmlns:a16="http://schemas.microsoft.com/office/drawing/2014/main" id="{8282BAF1-276B-A194-EB89-47200DC6CF6B}"/>
              </a:ext>
            </a:extLst>
          </p:cNvPr>
          <p:cNvSpPr>
            <a:spLocks noGrp="1"/>
          </p:cNvSpPr>
          <p:nvPr>
            <p:ph type="body" sz="quarter" idx="13"/>
          </p:nvPr>
        </p:nvSpPr>
        <p:spPr>
          <a:xfrm>
            <a:off x="360364" y="1557338"/>
            <a:ext cx="5555636" cy="4581525"/>
          </a:xfrm>
          <a:prstGeom prst="rect">
            <a:avLst/>
          </a:prstGeom>
        </p:spPr>
        <p:txBody>
          <a:bodyPr/>
          <a:lstStyle>
            <a:lvl1pPr rtl="0">
              <a:defRPr/>
            </a:lvl1pPr>
            <a:lvl2pPr rtl="0">
              <a:defRPr/>
            </a:lvl2pPr>
            <a:lvl3pPr rtl="0">
              <a:defRPr/>
            </a:lvl3pPr>
            <a:lvl4pPr rtl="0">
              <a:defRPr/>
            </a:lvl4pPr>
            <a:lvl5pPr rtl="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Footer Placeholder 2">
            <a:extLst>
              <a:ext uri="{FF2B5EF4-FFF2-40B4-BE49-F238E27FC236}">
                <a16:creationId xmlns:a16="http://schemas.microsoft.com/office/drawing/2014/main" id="{0E395449-3998-CDAA-2BC7-214BCDF5446A}"/>
              </a:ext>
            </a:extLst>
          </p:cNvPr>
          <p:cNvSpPr>
            <a:spLocks noGrp="1"/>
          </p:cNvSpPr>
          <p:nvPr>
            <p:ph type="ftr" sz="quarter" idx="3"/>
          </p:nvPr>
        </p:nvSpPr>
        <p:spPr>
          <a:xfrm>
            <a:off x="675936" y="6321425"/>
            <a:ext cx="5240677" cy="367612"/>
          </a:xfrm>
          <a:prstGeom prst="rect">
            <a:avLst/>
          </a:prstGeom>
        </p:spPr>
        <p:txBody>
          <a:bodyPr anchor="ctr"/>
          <a:lstStyle>
            <a:lvl1pPr rtl="0">
              <a:defRPr sz="1000">
                <a:solidFill>
                  <a:schemeClr val="tx1"/>
                </a:solidFill>
              </a:defRPr>
            </a:lvl1pPr>
          </a:lstStyle>
          <a:p>
            <a:endParaRPr lang="en-GB"/>
          </a:p>
        </p:txBody>
      </p:sp>
      <p:sp>
        <p:nvSpPr>
          <p:cNvPr id="6" name="Slide Number Placeholder 3">
            <a:extLst>
              <a:ext uri="{FF2B5EF4-FFF2-40B4-BE49-F238E27FC236}">
                <a16:creationId xmlns:a16="http://schemas.microsoft.com/office/drawing/2014/main" id="{8119F505-CCC0-1D76-FA0D-06161C3D5EFF}"/>
              </a:ext>
            </a:extLst>
          </p:cNvPr>
          <p:cNvSpPr>
            <a:spLocks noGrp="1"/>
          </p:cNvSpPr>
          <p:nvPr>
            <p:ph type="sldNum" sz="quarter" idx="11"/>
          </p:nvPr>
        </p:nvSpPr>
        <p:spPr>
          <a:xfrm>
            <a:off x="11126972" y="6317863"/>
            <a:ext cx="704666" cy="181362"/>
          </a:xfrm>
          <a:prstGeom prst="rect">
            <a:avLst/>
          </a:prstGeom>
          <a:noFill/>
        </p:spPr>
        <p:txBody>
          <a:bodyPr vert="horz" lIns="0" tIns="0" rIns="0" bIns="0" rtlCol="0" anchor="b">
            <a:noAutofit/>
          </a:bodyPr>
          <a:lstStyle>
            <a:defPPr>
              <a:defRPr lang="en-US"/>
            </a:defPPr>
            <a:lvl1pPr marL="0" algn="r" defTabSz="914400" rtl="0" eaLnBrk="1" latinLnBrk="0" hangingPunct="1">
              <a:defRPr sz="10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0BE2C1E-995C-4121-AD26-7DE6C74EE600}" type="slidenum">
              <a:rPr lang="en-GB" smtClean="0"/>
              <a:t>‹#›</a:t>
            </a:fld>
            <a:endParaRPr lang="en-GB"/>
          </a:p>
        </p:txBody>
      </p:sp>
      <p:sp>
        <p:nvSpPr>
          <p:cNvPr id="10" name="TextBox 9">
            <a:extLst>
              <a:ext uri="{FF2B5EF4-FFF2-40B4-BE49-F238E27FC236}">
                <a16:creationId xmlns:a16="http://schemas.microsoft.com/office/drawing/2014/main" id="{C91EFB40-908A-B2E7-72DD-3D490605C48D}"/>
              </a:ext>
            </a:extLst>
          </p:cNvPr>
          <p:cNvSpPr txBox="1"/>
          <p:nvPr userDrawn="1"/>
        </p:nvSpPr>
        <p:spPr bwMode="gray">
          <a:xfrm flipH="1">
            <a:off x="-718457" y="6814457"/>
            <a:ext cx="0" cy="0"/>
          </a:xfrm>
          <a:prstGeom prst="rect">
            <a:avLst/>
          </a:prstGeom>
          <a:noFill/>
        </p:spPr>
        <p:txBody>
          <a:bodyPr wrap="none" lIns="0" tIns="0" rIns="0" bIns="0" rtlCol="0">
            <a:noAutofit/>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6000" indent="-216000" algn="l">
              <a:spcBef>
                <a:spcPts val="600"/>
              </a:spcBef>
              <a:buFont typeface="Arial" pitchFamily="34" charset="0"/>
              <a:buChar char="•"/>
            </a:pPr>
            <a:endParaRPr lang="en-GB" sz="1200" err="1"/>
          </a:p>
        </p:txBody>
      </p:sp>
    </p:spTree>
    <p:extLst>
      <p:ext uri="{BB962C8B-B14F-4D97-AF65-F5344CB8AC3E}">
        <p14:creationId xmlns:p14="http://schemas.microsoft.com/office/powerpoint/2010/main" val="2646027494"/>
      </p:ext>
    </p:extLst>
  </p:cSld>
  <p:clrMapOvr>
    <a:masterClrMapping/>
  </p:clrMapOvr>
  <p:transition/>
  <p:extLst>
    <p:ext uri="{DCECCB84-F9BA-43D5-87BE-67443E8EF086}">
      <p15:sldGuideLst xmlns:p15="http://schemas.microsoft.com/office/powerpoint/2012/main">
        <p15:guide id="1" pos="3727">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37CCCAD9-9256-CF6B-F4ED-9A34A4CA118B}"/>
              </a:ext>
            </a:extLst>
          </p:cNvPr>
          <p:cNvSpPr>
            <a:spLocks noGrp="1"/>
          </p:cNvSpPr>
          <p:nvPr>
            <p:ph type="pic" sz="quarter" idx="11"/>
          </p:nvPr>
        </p:nvSpPr>
        <p:spPr>
          <a:xfrm>
            <a:off x="8121330" y="0"/>
            <a:ext cx="4070667" cy="6858000"/>
          </a:xfrm>
          <a:solidFill>
            <a:schemeClr val="tx1"/>
          </a:solidFill>
        </p:spPr>
        <p:txBody>
          <a:bodyPr/>
          <a:lstStyle/>
          <a:p>
            <a:endParaRPr lang="en-GB"/>
          </a:p>
        </p:txBody>
      </p:sp>
      <p:sp>
        <p:nvSpPr>
          <p:cNvPr id="2" name="Title 1">
            <a:extLst>
              <a:ext uri="{FF2B5EF4-FFF2-40B4-BE49-F238E27FC236}">
                <a16:creationId xmlns:a16="http://schemas.microsoft.com/office/drawing/2014/main" id="{4D5AB824-8E31-DCCB-7816-8C043272CE1A}"/>
              </a:ext>
            </a:extLst>
          </p:cNvPr>
          <p:cNvSpPr>
            <a:spLocks noGrp="1"/>
          </p:cNvSpPr>
          <p:nvPr>
            <p:ph type="title"/>
          </p:nvPr>
        </p:nvSpPr>
        <p:spPr>
          <a:xfrm>
            <a:off x="360000" y="536576"/>
            <a:ext cx="7485623" cy="661987"/>
          </a:xfrm>
        </p:spPr>
        <p:txBody>
          <a:bodyPr/>
          <a:lstStyle/>
          <a:p>
            <a:r>
              <a:rPr lang="en-GB"/>
              <a:t>Click to edit Master title style</a:t>
            </a:r>
          </a:p>
        </p:txBody>
      </p:sp>
      <p:sp>
        <p:nvSpPr>
          <p:cNvPr id="3" name="Footer Placeholder 2">
            <a:extLst>
              <a:ext uri="{FF2B5EF4-FFF2-40B4-BE49-F238E27FC236}">
                <a16:creationId xmlns:a16="http://schemas.microsoft.com/office/drawing/2014/main" id="{304F5DB0-C987-FA9A-46F5-2520A0BA1DF6}"/>
              </a:ext>
            </a:extLst>
          </p:cNvPr>
          <p:cNvSpPr>
            <a:spLocks noGrp="1"/>
          </p:cNvSpPr>
          <p:nvPr>
            <p:ph type="ftr" sz="quarter" idx="10"/>
          </p:nvPr>
        </p:nvSpPr>
        <p:spPr>
          <a:xfrm>
            <a:off x="675937" y="6321425"/>
            <a:ext cx="7368606" cy="367612"/>
          </a:xfrm>
        </p:spPr>
        <p:txBody>
          <a:bodyPr/>
          <a:lstStyle/>
          <a:p>
            <a:endParaRPr lang="en-GB"/>
          </a:p>
        </p:txBody>
      </p:sp>
      <p:cxnSp>
        <p:nvCxnSpPr>
          <p:cNvPr id="5" name="Straight Connector 4">
            <a:extLst>
              <a:ext uri="{FF2B5EF4-FFF2-40B4-BE49-F238E27FC236}">
                <a16:creationId xmlns:a16="http://schemas.microsoft.com/office/drawing/2014/main" id="{0FF2B470-6416-ED2A-CEE1-47942FB5C702}"/>
              </a:ext>
            </a:extLst>
          </p:cNvPr>
          <p:cNvCxnSpPr/>
          <p:nvPr userDrawn="1"/>
        </p:nvCxnSpPr>
        <p:spPr bwMode="gray">
          <a:xfrm flipH="1">
            <a:off x="2743200" y="3722766"/>
            <a:ext cx="0" cy="2160911"/>
          </a:xfrm>
          <a:prstGeom prst="line">
            <a:avLst/>
          </a:prstGeom>
          <a:ln w="1270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5EF2DE82-B254-EDE8-E7C8-B2A811AE61DB}"/>
              </a:ext>
            </a:extLst>
          </p:cNvPr>
          <p:cNvCxnSpPr/>
          <p:nvPr userDrawn="1"/>
        </p:nvCxnSpPr>
        <p:spPr bwMode="gray">
          <a:xfrm flipH="1">
            <a:off x="5448300" y="3722766"/>
            <a:ext cx="0" cy="2160911"/>
          </a:xfrm>
          <a:prstGeom prst="line">
            <a:avLst/>
          </a:prstGeom>
          <a:ln w="1270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8" name="Text Placeholder 6">
            <a:extLst>
              <a:ext uri="{FF2B5EF4-FFF2-40B4-BE49-F238E27FC236}">
                <a16:creationId xmlns:a16="http://schemas.microsoft.com/office/drawing/2014/main" id="{A7D2A3A8-4263-816F-EB8C-E298B2B1CAF7}"/>
              </a:ext>
            </a:extLst>
          </p:cNvPr>
          <p:cNvSpPr>
            <a:spLocks noGrp="1"/>
          </p:cNvSpPr>
          <p:nvPr>
            <p:ph type="body" sz="quarter" idx="12" hasCustomPrompt="1"/>
          </p:nvPr>
        </p:nvSpPr>
        <p:spPr>
          <a:xfrm>
            <a:off x="360364" y="207165"/>
            <a:ext cx="7485260" cy="178593"/>
          </a:xfrm>
          <a:prstGeom prst="rect">
            <a:avLst/>
          </a:prstGeom>
        </p:spPr>
        <p:txBody>
          <a:bodyPr anchor="b"/>
          <a:lstStyle>
            <a:lvl1pPr marL="0" indent="0" rtl="0">
              <a:buNone/>
              <a:defRPr sz="1200" cap="all" baseline="0">
                <a:solidFill>
                  <a:schemeClr val="tx2">
                    <a:lumMod val="60000"/>
                    <a:lumOff val="40000"/>
                  </a:schemeClr>
                </a:solidFill>
                <a:latin typeface="+mj-lt"/>
              </a:defRPr>
            </a:lvl1pPr>
          </a:lstStyle>
          <a:p>
            <a:pPr lvl="0"/>
            <a:r>
              <a:rPr lang="en-GB"/>
              <a:t>Click to edit chapter text</a:t>
            </a:r>
          </a:p>
        </p:txBody>
      </p:sp>
      <p:sp>
        <p:nvSpPr>
          <p:cNvPr id="19" name="Text Placeholder 11">
            <a:extLst>
              <a:ext uri="{FF2B5EF4-FFF2-40B4-BE49-F238E27FC236}">
                <a16:creationId xmlns:a16="http://schemas.microsoft.com/office/drawing/2014/main" id="{2EA70141-D634-DDAE-7CDD-3D62AA17E329}"/>
              </a:ext>
            </a:extLst>
          </p:cNvPr>
          <p:cNvSpPr>
            <a:spLocks noGrp="1"/>
          </p:cNvSpPr>
          <p:nvPr>
            <p:ph type="body" sz="quarter" idx="13"/>
          </p:nvPr>
        </p:nvSpPr>
        <p:spPr>
          <a:xfrm>
            <a:off x="360364" y="1557339"/>
            <a:ext cx="7485260" cy="1577896"/>
          </a:xfrm>
          <a:prstGeom prst="rect">
            <a:avLst/>
          </a:prstGeom>
        </p:spPr>
        <p:txBody>
          <a:bodyPr/>
          <a:lstStyle>
            <a:lvl1pPr rtl="0">
              <a:defRPr/>
            </a:lvl1pPr>
            <a:lvl2pPr rtl="0">
              <a:defRPr/>
            </a:lvl2pPr>
            <a:lvl3pPr rtl="0">
              <a:defRPr/>
            </a:lvl3pPr>
            <a:lvl4pPr rtl="0">
              <a:defRPr/>
            </a:lvl4pPr>
            <a:lvl5pPr rtl="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3" name="Text Placeholder 22">
            <a:extLst>
              <a:ext uri="{FF2B5EF4-FFF2-40B4-BE49-F238E27FC236}">
                <a16:creationId xmlns:a16="http://schemas.microsoft.com/office/drawing/2014/main" id="{7A040119-EDAD-89B4-AF59-D7794C22A7A0}"/>
              </a:ext>
            </a:extLst>
          </p:cNvPr>
          <p:cNvSpPr>
            <a:spLocks noGrp="1"/>
          </p:cNvSpPr>
          <p:nvPr>
            <p:ph type="body" sz="quarter" idx="14"/>
          </p:nvPr>
        </p:nvSpPr>
        <p:spPr>
          <a:xfrm>
            <a:off x="360364" y="3357563"/>
            <a:ext cx="2107130" cy="27495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4" name="Text Placeholder 22">
            <a:extLst>
              <a:ext uri="{FF2B5EF4-FFF2-40B4-BE49-F238E27FC236}">
                <a16:creationId xmlns:a16="http://schemas.microsoft.com/office/drawing/2014/main" id="{74FCE1E1-5E79-19AD-8917-8F4D4D6BE63F}"/>
              </a:ext>
            </a:extLst>
          </p:cNvPr>
          <p:cNvSpPr>
            <a:spLocks noGrp="1"/>
          </p:cNvSpPr>
          <p:nvPr>
            <p:ph type="body" sz="quarter" idx="15"/>
          </p:nvPr>
        </p:nvSpPr>
        <p:spPr>
          <a:xfrm>
            <a:off x="3060021" y="3357563"/>
            <a:ext cx="2140374" cy="27495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5" name="Text Placeholder 22">
            <a:extLst>
              <a:ext uri="{FF2B5EF4-FFF2-40B4-BE49-F238E27FC236}">
                <a16:creationId xmlns:a16="http://schemas.microsoft.com/office/drawing/2014/main" id="{59532641-4A59-C098-AD86-DD47DC3D23C1}"/>
              </a:ext>
            </a:extLst>
          </p:cNvPr>
          <p:cNvSpPr>
            <a:spLocks noGrp="1"/>
          </p:cNvSpPr>
          <p:nvPr>
            <p:ph type="body" sz="quarter" idx="16"/>
          </p:nvPr>
        </p:nvSpPr>
        <p:spPr>
          <a:xfrm>
            <a:off x="5705249" y="3357563"/>
            <a:ext cx="2140374" cy="27495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6" name="Slide Number Placeholder 3">
            <a:extLst>
              <a:ext uri="{FF2B5EF4-FFF2-40B4-BE49-F238E27FC236}">
                <a16:creationId xmlns:a16="http://schemas.microsoft.com/office/drawing/2014/main" id="{8EAFDB7A-387F-173C-A81F-BF4D9ACD20C7}"/>
              </a:ext>
            </a:extLst>
          </p:cNvPr>
          <p:cNvSpPr>
            <a:spLocks noGrp="1"/>
          </p:cNvSpPr>
          <p:nvPr>
            <p:ph type="sldNum" sz="quarter" idx="17"/>
          </p:nvPr>
        </p:nvSpPr>
        <p:spPr>
          <a:xfrm>
            <a:off x="11126972" y="6317863"/>
            <a:ext cx="704666" cy="181362"/>
          </a:xfrm>
          <a:prstGeom prst="rect">
            <a:avLst/>
          </a:prstGeom>
          <a:noFill/>
        </p:spPr>
        <p:txBody>
          <a:bodyPr vert="horz" lIns="0" tIns="0" rIns="0" bIns="0" rtlCol="0" anchor="b">
            <a:noAutofit/>
          </a:bodyPr>
          <a:lstStyle>
            <a:defPPr>
              <a:defRPr lang="en-US"/>
            </a:defPPr>
            <a:lvl1pPr marL="0" algn="r" defTabSz="914400" rtl="0" eaLnBrk="1" latinLnBrk="0" hangingPunct="1">
              <a:defRPr sz="10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0BE2C1E-995C-4121-AD26-7DE6C74EE600}" type="slidenum">
              <a:rPr lang="en-GB" smtClean="0"/>
              <a:t>‹#›</a:t>
            </a:fld>
            <a:endParaRPr lang="en-GB"/>
          </a:p>
        </p:txBody>
      </p:sp>
    </p:spTree>
    <p:extLst>
      <p:ext uri="{BB962C8B-B14F-4D97-AF65-F5344CB8AC3E}">
        <p14:creationId xmlns:p14="http://schemas.microsoft.com/office/powerpoint/2010/main" val="3688923244"/>
      </p:ext>
    </p:extLst>
  </p:cSld>
  <p:clrMapOvr>
    <a:masterClrMapping/>
  </p:clrMapOvr>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Use Case">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37CCCAD9-9256-CF6B-F4ED-9A34A4CA118B}"/>
              </a:ext>
            </a:extLst>
          </p:cNvPr>
          <p:cNvSpPr>
            <a:spLocks noGrp="1"/>
          </p:cNvSpPr>
          <p:nvPr>
            <p:ph type="pic" sz="quarter" idx="11"/>
          </p:nvPr>
        </p:nvSpPr>
        <p:spPr>
          <a:xfrm>
            <a:off x="8121330" y="0"/>
            <a:ext cx="4070667" cy="6858000"/>
          </a:xfrm>
          <a:solidFill>
            <a:schemeClr val="tx1"/>
          </a:solidFill>
        </p:spPr>
        <p:txBody>
          <a:bodyPr/>
          <a:lstStyle/>
          <a:p>
            <a:endParaRPr lang="en-GB"/>
          </a:p>
        </p:txBody>
      </p:sp>
      <p:sp>
        <p:nvSpPr>
          <p:cNvPr id="2" name="Title 1">
            <a:extLst>
              <a:ext uri="{FF2B5EF4-FFF2-40B4-BE49-F238E27FC236}">
                <a16:creationId xmlns:a16="http://schemas.microsoft.com/office/drawing/2014/main" id="{4D5AB824-8E31-DCCB-7816-8C043272CE1A}"/>
              </a:ext>
            </a:extLst>
          </p:cNvPr>
          <p:cNvSpPr>
            <a:spLocks noGrp="1"/>
          </p:cNvSpPr>
          <p:nvPr>
            <p:ph type="title"/>
          </p:nvPr>
        </p:nvSpPr>
        <p:spPr>
          <a:xfrm>
            <a:off x="360000" y="536576"/>
            <a:ext cx="7485623" cy="661987"/>
          </a:xfrm>
        </p:spPr>
        <p:txBody>
          <a:bodyPr/>
          <a:lstStyle/>
          <a:p>
            <a:r>
              <a:rPr lang="en-GB"/>
              <a:t>Click to edit Master title style</a:t>
            </a:r>
          </a:p>
        </p:txBody>
      </p:sp>
      <p:sp>
        <p:nvSpPr>
          <p:cNvPr id="3" name="Footer Placeholder 2">
            <a:extLst>
              <a:ext uri="{FF2B5EF4-FFF2-40B4-BE49-F238E27FC236}">
                <a16:creationId xmlns:a16="http://schemas.microsoft.com/office/drawing/2014/main" id="{304F5DB0-C987-FA9A-46F5-2520A0BA1DF6}"/>
              </a:ext>
            </a:extLst>
          </p:cNvPr>
          <p:cNvSpPr>
            <a:spLocks noGrp="1"/>
          </p:cNvSpPr>
          <p:nvPr>
            <p:ph type="ftr" sz="quarter" idx="10"/>
          </p:nvPr>
        </p:nvSpPr>
        <p:spPr>
          <a:xfrm>
            <a:off x="675937" y="6321425"/>
            <a:ext cx="7368606" cy="367612"/>
          </a:xfrm>
        </p:spPr>
        <p:txBody>
          <a:bodyPr/>
          <a:lstStyle/>
          <a:p>
            <a:endParaRPr lang="en-GB"/>
          </a:p>
        </p:txBody>
      </p:sp>
      <p:cxnSp>
        <p:nvCxnSpPr>
          <p:cNvPr id="5" name="Straight Connector 4">
            <a:extLst>
              <a:ext uri="{FF2B5EF4-FFF2-40B4-BE49-F238E27FC236}">
                <a16:creationId xmlns:a16="http://schemas.microsoft.com/office/drawing/2014/main" id="{0FF2B470-6416-ED2A-CEE1-47942FB5C702}"/>
              </a:ext>
            </a:extLst>
          </p:cNvPr>
          <p:cNvCxnSpPr/>
          <p:nvPr userDrawn="1"/>
        </p:nvCxnSpPr>
        <p:spPr bwMode="gray">
          <a:xfrm flipH="1">
            <a:off x="2743200" y="3722766"/>
            <a:ext cx="0" cy="2160911"/>
          </a:xfrm>
          <a:prstGeom prst="line">
            <a:avLst/>
          </a:prstGeom>
          <a:ln w="1270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5EF2DE82-B254-EDE8-E7C8-B2A811AE61DB}"/>
              </a:ext>
            </a:extLst>
          </p:cNvPr>
          <p:cNvCxnSpPr/>
          <p:nvPr userDrawn="1"/>
        </p:nvCxnSpPr>
        <p:spPr bwMode="gray">
          <a:xfrm flipH="1">
            <a:off x="5448300" y="3722766"/>
            <a:ext cx="0" cy="2160911"/>
          </a:xfrm>
          <a:prstGeom prst="line">
            <a:avLst/>
          </a:prstGeom>
          <a:ln w="1270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8" name="Text Placeholder 6">
            <a:extLst>
              <a:ext uri="{FF2B5EF4-FFF2-40B4-BE49-F238E27FC236}">
                <a16:creationId xmlns:a16="http://schemas.microsoft.com/office/drawing/2014/main" id="{A7D2A3A8-4263-816F-EB8C-E298B2B1CAF7}"/>
              </a:ext>
            </a:extLst>
          </p:cNvPr>
          <p:cNvSpPr>
            <a:spLocks noGrp="1"/>
          </p:cNvSpPr>
          <p:nvPr>
            <p:ph type="body" sz="quarter" idx="12" hasCustomPrompt="1"/>
          </p:nvPr>
        </p:nvSpPr>
        <p:spPr>
          <a:xfrm>
            <a:off x="360364" y="207165"/>
            <a:ext cx="7485260" cy="178593"/>
          </a:xfrm>
          <a:prstGeom prst="rect">
            <a:avLst/>
          </a:prstGeom>
        </p:spPr>
        <p:txBody>
          <a:bodyPr anchor="b"/>
          <a:lstStyle>
            <a:lvl1pPr marL="0" indent="0" rtl="0">
              <a:buNone/>
              <a:defRPr sz="1200" cap="all" baseline="0">
                <a:solidFill>
                  <a:schemeClr val="tx2">
                    <a:lumMod val="60000"/>
                    <a:lumOff val="40000"/>
                  </a:schemeClr>
                </a:solidFill>
                <a:latin typeface="+mj-lt"/>
              </a:defRPr>
            </a:lvl1pPr>
          </a:lstStyle>
          <a:p>
            <a:pPr lvl="0"/>
            <a:r>
              <a:rPr lang="en-GB"/>
              <a:t>Click to edit chapter text</a:t>
            </a:r>
          </a:p>
        </p:txBody>
      </p:sp>
      <p:sp>
        <p:nvSpPr>
          <p:cNvPr id="19" name="Text Placeholder 11">
            <a:extLst>
              <a:ext uri="{FF2B5EF4-FFF2-40B4-BE49-F238E27FC236}">
                <a16:creationId xmlns:a16="http://schemas.microsoft.com/office/drawing/2014/main" id="{2EA70141-D634-DDAE-7CDD-3D62AA17E329}"/>
              </a:ext>
            </a:extLst>
          </p:cNvPr>
          <p:cNvSpPr>
            <a:spLocks noGrp="1"/>
          </p:cNvSpPr>
          <p:nvPr>
            <p:ph type="body" sz="quarter" idx="13"/>
          </p:nvPr>
        </p:nvSpPr>
        <p:spPr>
          <a:xfrm>
            <a:off x="360364" y="1557339"/>
            <a:ext cx="7485260" cy="1577896"/>
          </a:xfrm>
          <a:prstGeom prst="rect">
            <a:avLst/>
          </a:prstGeom>
        </p:spPr>
        <p:txBody>
          <a:bodyPr/>
          <a:lstStyle>
            <a:lvl1pPr rtl="0">
              <a:defRPr/>
            </a:lvl1pPr>
            <a:lvl2pPr rtl="0">
              <a:defRPr/>
            </a:lvl2pPr>
            <a:lvl3pPr rtl="0">
              <a:defRPr/>
            </a:lvl3pPr>
            <a:lvl4pPr rtl="0">
              <a:defRPr/>
            </a:lvl4pPr>
            <a:lvl5pPr rtl="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3" name="Text Placeholder 22">
            <a:extLst>
              <a:ext uri="{FF2B5EF4-FFF2-40B4-BE49-F238E27FC236}">
                <a16:creationId xmlns:a16="http://schemas.microsoft.com/office/drawing/2014/main" id="{7A040119-EDAD-89B4-AF59-D7794C22A7A0}"/>
              </a:ext>
            </a:extLst>
          </p:cNvPr>
          <p:cNvSpPr>
            <a:spLocks noGrp="1"/>
          </p:cNvSpPr>
          <p:nvPr>
            <p:ph type="body" sz="quarter" idx="14"/>
          </p:nvPr>
        </p:nvSpPr>
        <p:spPr>
          <a:xfrm>
            <a:off x="360364" y="3357563"/>
            <a:ext cx="2107130" cy="27495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4" name="Text Placeholder 22">
            <a:extLst>
              <a:ext uri="{FF2B5EF4-FFF2-40B4-BE49-F238E27FC236}">
                <a16:creationId xmlns:a16="http://schemas.microsoft.com/office/drawing/2014/main" id="{74FCE1E1-5E79-19AD-8917-8F4D4D6BE63F}"/>
              </a:ext>
            </a:extLst>
          </p:cNvPr>
          <p:cNvSpPr>
            <a:spLocks noGrp="1"/>
          </p:cNvSpPr>
          <p:nvPr>
            <p:ph type="body" sz="quarter" idx="15"/>
          </p:nvPr>
        </p:nvSpPr>
        <p:spPr>
          <a:xfrm>
            <a:off x="3060021" y="3357563"/>
            <a:ext cx="2140374" cy="27495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5" name="Text Placeholder 22">
            <a:extLst>
              <a:ext uri="{FF2B5EF4-FFF2-40B4-BE49-F238E27FC236}">
                <a16:creationId xmlns:a16="http://schemas.microsoft.com/office/drawing/2014/main" id="{59532641-4A59-C098-AD86-DD47DC3D23C1}"/>
              </a:ext>
            </a:extLst>
          </p:cNvPr>
          <p:cNvSpPr>
            <a:spLocks noGrp="1"/>
          </p:cNvSpPr>
          <p:nvPr>
            <p:ph type="body" sz="quarter" idx="16"/>
          </p:nvPr>
        </p:nvSpPr>
        <p:spPr>
          <a:xfrm>
            <a:off x="5705249" y="3357563"/>
            <a:ext cx="2140374" cy="27495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6" name="Slide Number Placeholder 3">
            <a:extLst>
              <a:ext uri="{FF2B5EF4-FFF2-40B4-BE49-F238E27FC236}">
                <a16:creationId xmlns:a16="http://schemas.microsoft.com/office/drawing/2014/main" id="{8EAFDB7A-387F-173C-A81F-BF4D9ACD20C7}"/>
              </a:ext>
            </a:extLst>
          </p:cNvPr>
          <p:cNvSpPr>
            <a:spLocks noGrp="1"/>
          </p:cNvSpPr>
          <p:nvPr>
            <p:ph type="sldNum" sz="quarter" idx="17"/>
          </p:nvPr>
        </p:nvSpPr>
        <p:spPr>
          <a:xfrm>
            <a:off x="11126972" y="6317863"/>
            <a:ext cx="704666" cy="181362"/>
          </a:xfrm>
          <a:prstGeom prst="rect">
            <a:avLst/>
          </a:prstGeom>
          <a:noFill/>
        </p:spPr>
        <p:txBody>
          <a:bodyPr vert="horz" lIns="0" tIns="0" rIns="0" bIns="0" rtlCol="0" anchor="b">
            <a:noAutofit/>
          </a:bodyPr>
          <a:lstStyle>
            <a:defPPr>
              <a:defRPr lang="en-US"/>
            </a:defPPr>
            <a:lvl1pPr marL="0" algn="r" defTabSz="914400" rtl="0" eaLnBrk="1" latinLnBrk="0" hangingPunct="1">
              <a:defRPr sz="10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0BE2C1E-995C-4121-AD26-7DE6C74EE600}" type="slidenum">
              <a:rPr lang="en-GB" smtClean="0"/>
              <a:t>‹#›</a:t>
            </a:fld>
            <a:endParaRPr lang="en-GB"/>
          </a:p>
        </p:txBody>
      </p:sp>
    </p:spTree>
    <p:extLst>
      <p:ext uri="{BB962C8B-B14F-4D97-AF65-F5344CB8AC3E}">
        <p14:creationId xmlns:p14="http://schemas.microsoft.com/office/powerpoint/2010/main" val="361604507"/>
      </p:ext>
    </p:extLst>
  </p:cSld>
  <p:clrMapOvr>
    <a:masterClrMapping/>
  </p:clrMapOvr>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3" name="01_Title 1 (JU-Free)">
            <a:extLst>
              <a:ext uri="{FF2B5EF4-FFF2-40B4-BE49-F238E27FC236}">
                <a16:creationId xmlns:a16="http://schemas.microsoft.com/office/drawing/2014/main" id="{31ED4592-933D-3DA3-06E4-D09D218E3C67}"/>
              </a:ext>
            </a:extLst>
          </p:cNvPr>
          <p:cNvSpPr>
            <a:spLocks noGrp="1"/>
          </p:cNvSpPr>
          <p:nvPr>
            <p:ph type="title" hasCustomPrompt="1"/>
          </p:nvPr>
        </p:nvSpPr>
        <p:spPr/>
        <p:txBody>
          <a:bodyPr/>
          <a:lstStyle>
            <a:lvl1pPr>
              <a:defRPr/>
            </a:lvl1pPr>
          </a:lstStyle>
          <a:p>
            <a:r>
              <a:rPr lang="en-GB"/>
              <a:t>[Title]</a:t>
            </a:r>
          </a:p>
        </p:txBody>
      </p:sp>
      <p:sp>
        <p:nvSpPr>
          <p:cNvPr id="5" name="Date Placeholder 4">
            <a:extLst>
              <a:ext uri="{FF2B5EF4-FFF2-40B4-BE49-F238E27FC236}">
                <a16:creationId xmlns:a16="http://schemas.microsoft.com/office/drawing/2014/main" id="{1F663D47-8804-0B7E-4825-2A44DCE82496}"/>
              </a:ext>
            </a:extLst>
          </p:cNvPr>
          <p:cNvSpPr>
            <a:spLocks noGrp="1"/>
          </p:cNvSpPr>
          <p:nvPr>
            <p:ph type="dt" sz="half" idx="10"/>
          </p:nvPr>
        </p:nvSpPr>
        <p:spPr/>
        <p:txBody>
          <a:bodyPr/>
          <a:lstStyle/>
          <a:p>
            <a:fld id="{51823651-67A0-4311-9717-8546EACC1E91}" type="datetime1">
              <a:rPr lang="en-US" sz="1200" smtClean="0"/>
              <a:t>7/9/2026</a:t>
            </a:fld>
            <a:endParaRPr lang="en-GB" sz="1200"/>
          </a:p>
        </p:txBody>
      </p:sp>
      <p:sp>
        <p:nvSpPr>
          <p:cNvPr id="7" name="Footer Placeholder 6">
            <a:extLst>
              <a:ext uri="{FF2B5EF4-FFF2-40B4-BE49-F238E27FC236}">
                <a16:creationId xmlns:a16="http://schemas.microsoft.com/office/drawing/2014/main" id="{A99C3385-3B90-87AE-1920-DA84CC87A52E}"/>
              </a:ext>
            </a:extLst>
          </p:cNvPr>
          <p:cNvSpPr>
            <a:spLocks noGrp="1"/>
          </p:cNvSpPr>
          <p:nvPr>
            <p:ph type="ftr" sz="quarter" idx="11"/>
          </p:nvPr>
        </p:nvSpPr>
        <p:spPr/>
        <p:txBody>
          <a:bodyPr/>
          <a:lstStyle/>
          <a:p>
            <a:endParaRPr lang="en-GB"/>
          </a:p>
        </p:txBody>
      </p:sp>
      <p:sp>
        <p:nvSpPr>
          <p:cNvPr id="8" name="Slide Number Placeholder 7">
            <a:extLst>
              <a:ext uri="{FF2B5EF4-FFF2-40B4-BE49-F238E27FC236}">
                <a16:creationId xmlns:a16="http://schemas.microsoft.com/office/drawing/2014/main" id="{14420310-AC07-733E-B974-6C1DC31A372C}"/>
              </a:ext>
            </a:extLst>
          </p:cNvPr>
          <p:cNvSpPr>
            <a:spLocks noGrp="1"/>
          </p:cNvSpPr>
          <p:nvPr>
            <p:ph type="sldNum" sz="quarter" idx="12"/>
          </p:nvPr>
        </p:nvSpPr>
        <p:spPr/>
        <p:txBody>
          <a:bodyPr/>
          <a:lstStyle/>
          <a:p>
            <a:fld id="{8F18802B-E4C7-4B2D-B37A-6B7CC3C134EA}" type="slidenum">
              <a:rPr lang="en-GB" smtClean="0"/>
              <a:pPr/>
              <a:t>‹#›</a:t>
            </a:fld>
            <a:endParaRPr lang="en-GB"/>
          </a:p>
        </p:txBody>
      </p:sp>
      <p:sp>
        <p:nvSpPr>
          <p:cNvPr id="2" name="Rectangle 5 [PHJU]">
            <a:extLst>
              <a:ext uri="{FF2B5EF4-FFF2-40B4-BE49-F238E27FC236}">
                <a16:creationId xmlns:a16="http://schemas.microsoft.com/office/drawing/2014/main" id="{92C71281-6A50-C56B-2CC9-FAF22AE66FA6}"/>
              </a:ext>
            </a:extLst>
          </p:cNvPr>
          <p:cNvSpPr>
            <a:spLocks noGrp="1"/>
          </p:cNvSpPr>
          <p:nvPr>
            <p:ph type="body" sz="quarter" idx="1032" hasCustomPrompt="1"/>
          </p:nvPr>
        </p:nvSpPr>
        <p:spPr>
          <a:xfrm>
            <a:off x="1219200" y="203200"/>
            <a:ext cx="7924800" cy="190500"/>
          </a:xfrm>
          <a:custGeom>
            <a:avLst/>
            <a:gdLst>
              <a:gd name="connsiteX0" fmla="*/ 0 w 7924800"/>
              <a:gd name="connsiteY0" fmla="*/ 0 h 190500"/>
              <a:gd name="connsiteX1" fmla="*/ 7924800 w 7924800"/>
              <a:gd name="connsiteY1" fmla="*/ 0 h 190500"/>
              <a:gd name="connsiteX2" fmla="*/ 7924800 w 7924800"/>
              <a:gd name="connsiteY2" fmla="*/ 190500 h 190500"/>
              <a:gd name="connsiteX3" fmla="*/ 0 w 7924800"/>
              <a:gd name="connsiteY3" fmla="*/ 190500 h 190500"/>
            </a:gdLst>
            <a:ahLst/>
            <a:cxnLst>
              <a:cxn ang="0">
                <a:pos x="connsiteX0" y="connsiteY0"/>
              </a:cxn>
              <a:cxn ang="0">
                <a:pos x="connsiteX1" y="connsiteY1"/>
              </a:cxn>
              <a:cxn ang="0">
                <a:pos x="connsiteX2" y="connsiteY2"/>
              </a:cxn>
              <a:cxn ang="0">
                <a:pos x="connsiteX3" y="connsiteY3"/>
              </a:cxn>
            </a:cxnLst>
            <a:rect l="l" t="t" r="r" b="b"/>
            <a:pathLst>
              <a:path w="7924800" h="190500">
                <a:moveTo>
                  <a:pt x="0" y="0"/>
                </a:moveTo>
                <a:lnTo>
                  <a:pt x="7924800" y="0"/>
                </a:lnTo>
                <a:lnTo>
                  <a:pt x="7924800" y="190500"/>
                </a:lnTo>
                <a:lnTo>
                  <a:pt x="0" y="190500"/>
                </a:lnTo>
                <a:close/>
              </a:path>
            </a:pathLst>
          </a:custGeom>
          <a:noFill/>
          <a:ln/>
          <a:extLst>
            <a:ext uri="{909E8E84-426E-40DD-AFC4-6F175D3DCCD1}">
              <a14:hiddenFill xmlns:a14="http://schemas.microsoft.com/office/drawing/2010/main">
                <a:solidFill>
                  <a:srgbClr val="FFFFFF"/>
                </a:solidFill>
              </a14:hiddenFill>
            </a:ext>
          </a:extLst>
        </p:spPr>
        <p:txBody>
          <a:bodyPr wrap="square" lIns="0" tIns="0" rIns="0" bIns="0">
            <a:noAutofit/>
          </a:bodyPr>
          <a:lstStyle>
            <a:lvl1pPr marL="0" indent="0">
              <a:lnSpc>
                <a:spcPct val="100000"/>
              </a:lnSpc>
              <a:spcBef>
                <a:spcPts val="0"/>
              </a:spcBef>
              <a:buNone/>
              <a:defRPr sz="1200"/>
            </a:lvl1pPr>
            <a:lvl2pPr marL="0" marR="0" indent="0" algn="l" fontAlgn="auto">
              <a:lnSpc>
                <a:spcPct val="100000"/>
              </a:lnSpc>
              <a:spcBef>
                <a:spcPts val="0"/>
              </a:spcBef>
              <a:spcAft>
                <a:spcPts val="0"/>
              </a:spcAft>
              <a:buFontTx/>
              <a:buNone/>
              <a:defRPr kumimoji="0" sz="900" b="0" i="0" u="none" baseline="0">
                <a:solidFill>
                  <a:schemeClr val="tx1">
                    <a:lumMod val="100000"/>
                  </a:schemeClr>
                </a:solidFill>
                <a:latin typeface="Ease SemiDisplay" panose="020B0604020202020204" charset="0"/>
              </a:defRPr>
            </a:lvl2pPr>
            <a:lvl3pPr marL="0" marR="0" indent="0" algn="l" fontAlgn="auto">
              <a:lnSpc>
                <a:spcPct val="100000"/>
              </a:lnSpc>
              <a:spcBef>
                <a:spcPts val="0"/>
              </a:spcBef>
              <a:spcAft>
                <a:spcPts val="0"/>
              </a:spcAft>
              <a:buFontTx/>
              <a:buNone/>
              <a:defRPr kumimoji="0" sz="900" b="0" i="0" u="none" baseline="0">
                <a:solidFill>
                  <a:schemeClr val="tx1">
                    <a:lumMod val="100000"/>
                  </a:schemeClr>
                </a:solidFill>
                <a:latin typeface="Ease SemiDisplay" panose="020B0604020202020204" charset="0"/>
              </a:defRPr>
            </a:lvl3pPr>
            <a:lvl4pPr marL="0" marR="0" indent="0" algn="l" fontAlgn="auto">
              <a:lnSpc>
                <a:spcPct val="100000"/>
              </a:lnSpc>
              <a:spcBef>
                <a:spcPts val="0"/>
              </a:spcBef>
              <a:spcAft>
                <a:spcPts val="0"/>
              </a:spcAft>
              <a:buFontTx/>
              <a:buNone/>
              <a:defRPr kumimoji="0" sz="900" b="0" i="0" u="none" baseline="0">
                <a:solidFill>
                  <a:schemeClr val="tx1">
                    <a:lumMod val="100000"/>
                  </a:schemeClr>
                </a:solidFill>
                <a:latin typeface="Ease SemiDisplay" panose="020B0604020202020204" charset="0"/>
              </a:defRPr>
            </a:lvl4pPr>
            <a:lvl5pPr marL="0" marR="0" indent="0" algn="l" fontAlgn="auto">
              <a:lnSpc>
                <a:spcPct val="100000"/>
              </a:lnSpc>
              <a:spcBef>
                <a:spcPts val="0"/>
              </a:spcBef>
              <a:spcAft>
                <a:spcPts val="0"/>
              </a:spcAft>
              <a:buFontTx/>
              <a:buNone/>
              <a:defRPr kumimoji="0" sz="900" b="0" i="0" u="none" baseline="0">
                <a:solidFill>
                  <a:schemeClr val="tx1">
                    <a:lumMod val="100000"/>
                  </a:schemeClr>
                </a:solidFill>
                <a:latin typeface="Ease SemiDisplay" panose="020B0604020202020204" charset="0"/>
              </a:defRPr>
            </a:lvl5pPr>
            <a:lvl6pPr marL="0" marR="0" indent="0" algn="l" fontAlgn="auto">
              <a:lnSpc>
                <a:spcPct val="100000"/>
              </a:lnSpc>
              <a:spcBef>
                <a:spcPts val="0"/>
              </a:spcBef>
              <a:spcAft>
                <a:spcPts val="0"/>
              </a:spcAft>
              <a:buFontTx/>
              <a:buNone/>
              <a:defRPr kumimoji="0" sz="900" b="0" i="0" u="none" baseline="0">
                <a:solidFill>
                  <a:schemeClr val="tx1">
                    <a:lumMod val="100000"/>
                  </a:schemeClr>
                </a:solidFill>
                <a:latin typeface="Ease SemiDisplay" panose="020B0604020202020204" charset="0"/>
              </a:defRPr>
            </a:lvl6pPr>
            <a:lvl7pPr marL="0" marR="0" indent="0" algn="l" fontAlgn="auto">
              <a:lnSpc>
                <a:spcPct val="100000"/>
              </a:lnSpc>
              <a:spcBef>
                <a:spcPts val="0"/>
              </a:spcBef>
              <a:spcAft>
                <a:spcPts val="0"/>
              </a:spcAft>
              <a:buFontTx/>
              <a:buNone/>
              <a:defRPr kumimoji="0" sz="900" b="0" i="0" u="none" baseline="0">
                <a:solidFill>
                  <a:schemeClr val="tx1">
                    <a:lumMod val="100000"/>
                  </a:schemeClr>
                </a:solidFill>
                <a:latin typeface="Ease SemiDisplay" panose="020B0604020202020204" charset="0"/>
              </a:defRPr>
            </a:lvl7pPr>
            <a:lvl8pPr marL="0" marR="0" indent="0" algn="l" fontAlgn="auto">
              <a:lnSpc>
                <a:spcPct val="100000"/>
              </a:lnSpc>
              <a:spcBef>
                <a:spcPts val="0"/>
              </a:spcBef>
              <a:spcAft>
                <a:spcPts val="0"/>
              </a:spcAft>
              <a:buFontTx/>
              <a:buNone/>
              <a:defRPr kumimoji="0" sz="900" b="0" i="0" u="none" baseline="0">
                <a:solidFill>
                  <a:schemeClr val="tx1">
                    <a:lumMod val="100000"/>
                  </a:schemeClr>
                </a:solidFill>
                <a:latin typeface="Ease SemiDisplay" panose="020B0604020202020204" charset="0"/>
              </a:defRPr>
            </a:lvl8pPr>
            <a:lvl9pPr marL="0" marR="0" indent="0" algn="l" fontAlgn="auto">
              <a:lnSpc>
                <a:spcPct val="100000"/>
              </a:lnSpc>
              <a:spcBef>
                <a:spcPts val="0"/>
              </a:spcBef>
              <a:spcAft>
                <a:spcPts val="0"/>
              </a:spcAft>
              <a:buFontTx/>
              <a:buNone/>
              <a:defRPr kumimoji="0" sz="1200" b="0" i="0" u="none" baseline="0">
                <a:solidFill>
                  <a:schemeClr val="tx1">
                    <a:lumMod val="100000"/>
                  </a:schemeClr>
                </a:solidFill>
                <a:latin typeface="Ease SemiDisplay" panose="020B0604020202020204" charset="0"/>
              </a:defRPr>
            </a:lvl9pPr>
          </a:lstStyle>
          <a:p>
            <a:pPr lvl="0"/>
            <a:r>
              <a:rPr lang="en-US"/>
              <a:t>[Optional Header]</a:t>
            </a:r>
          </a:p>
          <a:p>
            <a:pPr lvl="0"/>
            <a:r>
              <a:rPr lang="en-US"/>
              <a:t>JU-LEVEL1=Header)</a:t>
            </a:r>
          </a:p>
          <a:p>
            <a:pPr lvl="8"/>
            <a:endParaRPr lang="nl-NL"/>
          </a:p>
        </p:txBody>
      </p:sp>
    </p:spTree>
    <p:extLst>
      <p:ext uri="{BB962C8B-B14F-4D97-AF65-F5344CB8AC3E}">
        <p14:creationId xmlns:p14="http://schemas.microsoft.com/office/powerpoint/2010/main" val="771942112"/>
      </p:ext>
    </p:extLst>
  </p:cSld>
  <p:clrMapOvr>
    <a:masterClrMapping/>
  </p:clrMapOvr>
  <p:extLst>
    <p:ext uri="{DCECCB84-F9BA-43D5-87BE-67443E8EF086}">
      <p15:sldGuideLst xmlns:p15="http://schemas.microsoft.com/office/powerpoint/2012/main"/>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Title Slide - Picture">
    <p:bg>
      <p:bgPr>
        <a:solidFill>
          <a:schemeClr val="accent1"/>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BBF30689-BACF-220E-9869-EF4152B00165}"/>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6" name="Object 5" hidden="1">
                        <a:extLst>
                          <a:ext uri="{FF2B5EF4-FFF2-40B4-BE49-F238E27FC236}">
                            <a16:creationId xmlns:a16="http://schemas.microsoft.com/office/drawing/2014/main" id="{BBF30689-BACF-220E-9869-EF4152B0016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4" name="Picture 13" descr="A picture containing map, earth, world, space&#10;&#10;Description automatically generated">
            <a:extLst>
              <a:ext uri="{FF2B5EF4-FFF2-40B4-BE49-F238E27FC236}">
                <a16:creationId xmlns:a16="http://schemas.microsoft.com/office/drawing/2014/main" id="{E9C226ED-E6FA-8409-A6DC-0569023DA16D}"/>
              </a:ext>
            </a:extLst>
          </p:cNvPr>
          <p:cNvPicPr>
            <a:picLocks noChangeAspect="1"/>
          </p:cNvPicPr>
          <p:nvPr userDrawn="1"/>
        </p:nvPicPr>
        <p:blipFill>
          <a:blip r:embed="rId5">
            <a:duotone>
              <a:srgbClr val="3D4D55">
                <a:shade val="45000"/>
                <a:satMod val="135000"/>
              </a:srgbClr>
              <a:prstClr val="white"/>
            </a:duotone>
            <a:extLst>
              <a:ext uri="{28A0092B-C50C-407E-A947-70E740481C1C}">
                <a14:useLocalDpi xmlns:a14="http://schemas.microsoft.com/office/drawing/2010/main" val="0"/>
              </a:ext>
            </a:extLst>
          </a:blip>
          <a:srcRect t="-2"/>
          <a:stretch>
            <a:fillRect/>
          </a:stretch>
        </p:blipFill>
        <p:spPr>
          <a:xfrm>
            <a:off x="2794500" y="0"/>
            <a:ext cx="9397500" cy="6858000"/>
          </a:xfrm>
          <a:prstGeom prst="rect">
            <a:avLst/>
          </a:prstGeom>
        </p:spPr>
      </p:pic>
      <p:sp>
        <p:nvSpPr>
          <p:cNvPr id="3" name="Rectangle 2">
            <a:extLst>
              <a:ext uri="{FF2B5EF4-FFF2-40B4-BE49-F238E27FC236}">
                <a16:creationId xmlns:a16="http://schemas.microsoft.com/office/drawing/2014/main" id="{1586E056-74EB-5395-3882-1C6EEF7AE651}"/>
              </a:ext>
            </a:extLst>
          </p:cNvPr>
          <p:cNvSpPr/>
          <p:nvPr userDrawn="1"/>
        </p:nvSpPr>
        <p:spPr bwMode="gray">
          <a:xfrm flipH="1" flipV="1">
            <a:off x="0" y="3622765"/>
            <a:ext cx="12192000" cy="3243943"/>
          </a:xfrm>
          <a:prstGeom prst="rect">
            <a:avLst/>
          </a:prstGeom>
          <a:gradFill>
            <a:gsLst>
              <a:gs pos="0">
                <a:srgbClr val="3D4D55">
                  <a:alpha val="0"/>
                </a:srgbClr>
              </a:gs>
              <a:gs pos="65000">
                <a:srgbClr val="25343C"/>
              </a:gs>
            </a:gsLst>
            <a:lin ang="16200000" scaled="0"/>
          </a:gradFill>
        </p:spPr>
        <p:txBody>
          <a:bodyPr vert="horz" lIns="90000" tIns="46800" rIns="90000" bIns="4680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6000" marR="0" indent="-216000" algn="l" defTabSz="914400" eaLnBrk="1" fontAlgn="auto" latinLnBrk="0" hangingPunct="1">
              <a:lnSpc>
                <a:spcPct val="100000"/>
              </a:lnSpc>
              <a:spcBef>
                <a:spcPts val="600"/>
              </a:spcBef>
              <a:spcAft>
                <a:spcPct val="0"/>
              </a:spcAft>
              <a:buClrTx/>
              <a:buSzTx/>
              <a:buFont typeface="Arial" pitchFamily="34" charset="0"/>
              <a:buChar char="•"/>
            </a:pPr>
            <a:endParaRPr kumimoji="0" lang="en-GB" sz="1200" b="0" i="0" u="none" strike="noStrike" kern="1200" cap="none" spc="0" normalizeH="0" baseline="0" noProof="0" err="1">
              <a:ln>
                <a:noFill/>
              </a:ln>
              <a:solidFill>
                <a:srgbClr val="44463E"/>
              </a:solidFill>
              <a:effectLst/>
              <a:uLnTx/>
              <a:uFillTx/>
              <a:ea typeface="+mn-ea"/>
            </a:endParaRPr>
          </a:p>
        </p:txBody>
      </p:sp>
      <p:sp>
        <p:nvSpPr>
          <p:cNvPr id="15" name="Rectangle 14">
            <a:extLst>
              <a:ext uri="{FF2B5EF4-FFF2-40B4-BE49-F238E27FC236}">
                <a16:creationId xmlns:a16="http://schemas.microsoft.com/office/drawing/2014/main" id="{0A7CD2E6-707F-3E5B-05A0-39B45295F724}"/>
              </a:ext>
            </a:extLst>
          </p:cNvPr>
          <p:cNvSpPr/>
          <p:nvPr userDrawn="1"/>
        </p:nvSpPr>
        <p:spPr bwMode="gray">
          <a:xfrm>
            <a:off x="0" y="8708"/>
            <a:ext cx="12192000" cy="6858000"/>
          </a:xfrm>
          <a:prstGeom prst="rect">
            <a:avLst/>
          </a:prstGeom>
          <a:gradFill flip="none" rotWithShape="1">
            <a:gsLst>
              <a:gs pos="15000">
                <a:srgbClr val="3D4D55">
                  <a:alpha val="0"/>
                </a:srgbClr>
              </a:gs>
              <a:gs pos="72000">
                <a:schemeClr val="tx2">
                  <a:lumMod val="75000"/>
                </a:schemeClr>
              </a:gs>
            </a:gsLst>
            <a:lin ang="10800000" scaled="1"/>
          </a:grad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GB" sz="1400" b="0" i="0" u="none" strike="noStrike" kern="0" cap="none" spc="0" normalizeH="0" baseline="0" noProof="0">
              <a:ln>
                <a:noFill/>
              </a:ln>
              <a:solidFill>
                <a:srgbClr val="EAE7E3"/>
              </a:solidFill>
              <a:effectLst/>
              <a:uLnTx/>
              <a:uFillTx/>
              <a:latin typeface="+mj-lt"/>
              <a:ea typeface="+mn-ea"/>
              <a:cs typeface="+mn-cs"/>
            </a:endParaRPr>
          </a:p>
        </p:txBody>
      </p:sp>
      <p:sp>
        <p:nvSpPr>
          <p:cNvPr id="16" name="Text Placeholder 15">
            <a:extLst>
              <a:ext uri="{FF2B5EF4-FFF2-40B4-BE49-F238E27FC236}">
                <a16:creationId xmlns:a16="http://schemas.microsoft.com/office/drawing/2014/main" id="{D9B54094-113D-2847-B070-92BDCA336ACA}"/>
              </a:ext>
            </a:extLst>
          </p:cNvPr>
          <p:cNvSpPr>
            <a:spLocks noGrp="1"/>
          </p:cNvSpPr>
          <p:nvPr>
            <p:ph type="body" sz="quarter" idx="10"/>
          </p:nvPr>
        </p:nvSpPr>
        <p:spPr>
          <a:xfrm>
            <a:off x="360363" y="5438901"/>
            <a:ext cx="6060315" cy="699962"/>
          </a:xfrm>
          <a:prstGeom prst="rect">
            <a:avLst/>
          </a:prstGeom>
        </p:spPr>
        <p:txBody>
          <a:bodyPr wrap="square" lIns="0" tIns="0" rIns="0" bIns="0">
            <a:noAutofit/>
          </a:bodyPr>
          <a:lstStyle>
            <a:lvl1pPr marL="0" indent="0" rtl="0">
              <a:spcBef>
                <a:spcPct val="0"/>
              </a:spcBef>
              <a:buFontTx/>
              <a:buNone/>
              <a:defRPr sz="1200" cap="all" baseline="0">
                <a:solidFill>
                  <a:schemeClr val="bg1"/>
                </a:solidFill>
                <a:latin typeface="+mj-lt"/>
              </a:defRPr>
            </a:lvl1pPr>
            <a:lvl2pPr>
              <a:spcBef>
                <a:spcPct val="0"/>
              </a:spcBef>
              <a:buFontTx/>
              <a:buNone/>
              <a:defRPr>
                <a:solidFill>
                  <a:schemeClr val="bg2"/>
                </a:solidFill>
              </a:defRPr>
            </a:lvl2pPr>
            <a:lvl3pPr>
              <a:buFontTx/>
              <a:buNone/>
              <a:defRPr>
                <a:solidFill>
                  <a:schemeClr val="bg2"/>
                </a:solidFill>
              </a:defRPr>
            </a:lvl3pPr>
            <a:lvl4pPr marL="0" indent="0">
              <a:buFontTx/>
              <a:buNone/>
              <a:defRPr>
                <a:solidFill>
                  <a:schemeClr val="bg2"/>
                </a:solidFill>
              </a:defRPr>
            </a:lvl4pPr>
            <a:lvl5pPr>
              <a:buFontTx/>
              <a:buNone/>
              <a:defRPr>
                <a:solidFill>
                  <a:schemeClr val="bg2"/>
                </a:solidFill>
              </a:defRPr>
            </a:lvl5pPr>
          </a:lstStyle>
          <a:p>
            <a:pPr lvl="0"/>
            <a:r>
              <a:rPr lang="en-GB"/>
              <a:t>Click to edit Master text styles</a:t>
            </a:r>
          </a:p>
        </p:txBody>
      </p:sp>
      <p:sp>
        <p:nvSpPr>
          <p:cNvPr id="17" name="Rectangle 16">
            <a:extLst>
              <a:ext uri="{FF2B5EF4-FFF2-40B4-BE49-F238E27FC236}">
                <a16:creationId xmlns:a16="http://schemas.microsoft.com/office/drawing/2014/main" id="{C981C32C-EDE5-2BE8-788F-E1F14F6DE4A9}"/>
              </a:ext>
            </a:extLst>
          </p:cNvPr>
          <p:cNvSpPr/>
          <p:nvPr userDrawn="1"/>
        </p:nvSpPr>
        <p:spPr bwMode="gray">
          <a:xfrm>
            <a:off x="360363" y="5265387"/>
            <a:ext cx="720000" cy="54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0"/>
            <a:endParaRPr lang="en-GB" sz="1400"/>
          </a:p>
        </p:txBody>
      </p:sp>
      <p:sp>
        <p:nvSpPr>
          <p:cNvPr id="4" name="Title 1">
            <a:extLst>
              <a:ext uri="{FF2B5EF4-FFF2-40B4-BE49-F238E27FC236}">
                <a16:creationId xmlns:a16="http://schemas.microsoft.com/office/drawing/2014/main" id="{52E7401F-3DB7-5101-19C2-C7469208ED89}"/>
              </a:ext>
            </a:extLst>
          </p:cNvPr>
          <p:cNvSpPr>
            <a:spLocks noGrp="1"/>
          </p:cNvSpPr>
          <p:nvPr>
            <p:ph type="ctrTitle"/>
          </p:nvPr>
        </p:nvSpPr>
        <p:spPr bwMode="gray">
          <a:xfrm>
            <a:off x="360363" y="2600998"/>
            <a:ext cx="6060315" cy="1473743"/>
          </a:xfrm>
          <a:prstGeom prst="rect">
            <a:avLst/>
          </a:prstGeom>
        </p:spPr>
        <p:txBody>
          <a:bodyPr vert="horz" wrap="square" lIns="0" tIns="0" rIns="0" bIns="0" anchor="b" anchorCtr="0">
            <a:noAutofit/>
          </a:bodyPr>
          <a:lstStyle>
            <a:lvl1pPr algn="l" rtl="0">
              <a:lnSpc>
                <a:spcPct val="90000"/>
              </a:lnSpc>
              <a:spcBef>
                <a:spcPct val="0"/>
              </a:spcBef>
              <a:defRPr sz="3200" b="0" cap="none" spc="0" baseline="0">
                <a:solidFill>
                  <a:schemeClr val="bg1"/>
                </a:solidFill>
                <a:latin typeface="+mj-lt"/>
              </a:defRPr>
            </a:lvl1pPr>
          </a:lstStyle>
          <a:p>
            <a:r>
              <a:rPr lang="en-GB"/>
              <a:t>Click to edit Master title style</a:t>
            </a:r>
          </a:p>
        </p:txBody>
      </p:sp>
      <p:pic>
        <p:nvPicPr>
          <p:cNvPr id="2" name="Graphic 1">
            <a:extLst>
              <a:ext uri="{FF2B5EF4-FFF2-40B4-BE49-F238E27FC236}">
                <a16:creationId xmlns:a16="http://schemas.microsoft.com/office/drawing/2014/main" id="{27EC6DB6-4C7C-E19E-D026-02E98FF19C24}"/>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0363" y="537323"/>
            <a:ext cx="2967697" cy="1076555"/>
          </a:xfrm>
          <a:prstGeom prst="rect">
            <a:avLst/>
          </a:prstGeom>
        </p:spPr>
      </p:pic>
      <p:sp>
        <p:nvSpPr>
          <p:cNvPr id="8" name="Subtitle 2">
            <a:extLst>
              <a:ext uri="{FF2B5EF4-FFF2-40B4-BE49-F238E27FC236}">
                <a16:creationId xmlns:a16="http://schemas.microsoft.com/office/drawing/2014/main" id="{B1A7E542-F670-C5F8-BE90-C1AF592ED895}"/>
              </a:ext>
            </a:extLst>
          </p:cNvPr>
          <p:cNvSpPr>
            <a:spLocks noGrp="1"/>
          </p:cNvSpPr>
          <p:nvPr>
            <p:ph type="subTitle" idx="1"/>
          </p:nvPr>
        </p:nvSpPr>
        <p:spPr bwMode="gray">
          <a:xfrm>
            <a:off x="360363" y="4195518"/>
            <a:ext cx="6060315" cy="380945"/>
          </a:xfrm>
          <a:prstGeom prst="rect">
            <a:avLst/>
          </a:prstGeom>
        </p:spPr>
        <p:txBody>
          <a:bodyPr wrap="square" lIns="0" tIns="0" rIns="0" bIns="0">
            <a:noAutofit/>
          </a:bodyPr>
          <a:lstStyle>
            <a:lvl1pPr marL="0" indent="0" algn="l" rtl="0">
              <a:lnSpc>
                <a:spcPct val="100000"/>
              </a:lnSpc>
              <a:spcBef>
                <a:spcPts val="600"/>
              </a:spcBef>
              <a:buFontTx/>
              <a:buNone/>
              <a:defRPr sz="1600" cap="none" spc="100" baseline="0">
                <a:solidFill>
                  <a:schemeClr val="bg1"/>
                </a:solidFill>
                <a:latin typeface="+mj-lt"/>
              </a:defRPr>
            </a:lvl1pPr>
            <a:lvl2pPr marL="0" indent="0" algn="l">
              <a:spcBef>
                <a:spcPct val="0"/>
              </a:spcBef>
              <a:buNone/>
              <a:defRPr sz="1200">
                <a:solidFill>
                  <a:schemeClr val="bg2"/>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Tree>
    <p:extLst>
      <p:ext uri="{BB962C8B-B14F-4D97-AF65-F5344CB8AC3E}">
        <p14:creationId xmlns:p14="http://schemas.microsoft.com/office/powerpoint/2010/main" val="1068178150"/>
      </p:ext>
    </p:extLst>
  </p:cSld>
  <p:clrMapOvr>
    <a:masterClrMapping/>
  </p:clrMapOvr>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tx1"/>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BBF30689-BACF-220E-9869-EF4152B00165}"/>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6" name="Object 5" hidden="1">
                        <a:extLst>
                          <a:ext uri="{FF2B5EF4-FFF2-40B4-BE49-F238E27FC236}">
                            <a16:creationId xmlns:a16="http://schemas.microsoft.com/office/drawing/2014/main" id="{BBF30689-BACF-220E-9869-EF4152B0016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2" name="Graphic 11">
            <a:extLst>
              <a:ext uri="{FF2B5EF4-FFF2-40B4-BE49-F238E27FC236}">
                <a16:creationId xmlns:a16="http://schemas.microsoft.com/office/drawing/2014/main" id="{CD800E2F-D62F-D42E-BA48-796A49B968F5}"/>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rcRect r="34206"/>
          <a:stretch>
            <a:fillRect/>
          </a:stretch>
        </p:blipFill>
        <p:spPr>
          <a:xfrm>
            <a:off x="5112746" y="703948"/>
            <a:ext cx="7079254" cy="6154052"/>
          </a:xfrm>
          <a:custGeom>
            <a:avLst/>
            <a:gdLst>
              <a:gd name="connsiteX0" fmla="*/ 0 w 7079254"/>
              <a:gd name="connsiteY0" fmla="*/ 0 h 6154052"/>
              <a:gd name="connsiteX1" fmla="*/ 7079254 w 7079254"/>
              <a:gd name="connsiteY1" fmla="*/ 0 h 6154052"/>
              <a:gd name="connsiteX2" fmla="*/ 7079254 w 7079254"/>
              <a:gd name="connsiteY2" fmla="*/ 6154052 h 6154052"/>
              <a:gd name="connsiteX3" fmla="*/ 0 w 7079254"/>
              <a:gd name="connsiteY3" fmla="*/ 6154052 h 6154052"/>
            </a:gdLst>
            <a:ahLst/>
            <a:cxnLst>
              <a:cxn ang="0">
                <a:pos x="connsiteX0" y="connsiteY0"/>
              </a:cxn>
              <a:cxn ang="0">
                <a:pos x="connsiteX1" y="connsiteY1"/>
              </a:cxn>
              <a:cxn ang="0">
                <a:pos x="connsiteX2" y="connsiteY2"/>
              </a:cxn>
              <a:cxn ang="0">
                <a:pos x="connsiteX3" y="connsiteY3"/>
              </a:cxn>
            </a:cxnLst>
            <a:rect l="l" t="t" r="r" b="b"/>
            <a:pathLst>
              <a:path w="7079254" h="6154052">
                <a:moveTo>
                  <a:pt x="0" y="0"/>
                </a:moveTo>
                <a:lnTo>
                  <a:pt x="7079254" y="0"/>
                </a:lnTo>
                <a:lnTo>
                  <a:pt x="7079254" y="6154052"/>
                </a:lnTo>
                <a:lnTo>
                  <a:pt x="0" y="6154052"/>
                </a:lnTo>
                <a:close/>
              </a:path>
            </a:pathLst>
          </a:custGeom>
        </p:spPr>
      </p:pic>
      <p:sp>
        <p:nvSpPr>
          <p:cNvPr id="2" name="Title 1">
            <a:extLst>
              <a:ext uri="{FF2B5EF4-FFF2-40B4-BE49-F238E27FC236}">
                <a16:creationId xmlns:a16="http://schemas.microsoft.com/office/drawing/2014/main" id="{36E9A45B-10F9-487C-9A74-F7DCE0C77A42}"/>
              </a:ext>
            </a:extLst>
          </p:cNvPr>
          <p:cNvSpPr>
            <a:spLocks noGrp="1"/>
          </p:cNvSpPr>
          <p:nvPr>
            <p:ph type="ctrTitle"/>
          </p:nvPr>
        </p:nvSpPr>
        <p:spPr bwMode="gray">
          <a:xfrm>
            <a:off x="360363" y="2600998"/>
            <a:ext cx="6060315" cy="1473743"/>
          </a:xfrm>
          <a:prstGeom prst="rect">
            <a:avLst/>
          </a:prstGeom>
        </p:spPr>
        <p:txBody>
          <a:bodyPr vert="horz" wrap="square" lIns="0" tIns="0" rIns="0" bIns="0" anchor="b" anchorCtr="0">
            <a:noAutofit/>
          </a:bodyPr>
          <a:lstStyle>
            <a:lvl1pPr algn="l" rtl="0">
              <a:lnSpc>
                <a:spcPct val="90000"/>
              </a:lnSpc>
              <a:defRPr sz="3200" b="0" cap="none" spc="0" baseline="0">
                <a:solidFill>
                  <a:schemeClr val="bg1"/>
                </a:solidFill>
                <a:latin typeface="+mj-lt"/>
              </a:defRPr>
            </a:lvl1pPr>
          </a:lstStyle>
          <a:p>
            <a:r>
              <a:rPr lang="en-GB"/>
              <a:t>Click to edit Master title style</a:t>
            </a:r>
          </a:p>
        </p:txBody>
      </p:sp>
      <p:sp>
        <p:nvSpPr>
          <p:cNvPr id="3" name="Subtitle 2">
            <a:extLst>
              <a:ext uri="{FF2B5EF4-FFF2-40B4-BE49-F238E27FC236}">
                <a16:creationId xmlns:a16="http://schemas.microsoft.com/office/drawing/2014/main" id="{CBA3E240-43D7-4C56-BC1B-38BA9D4E9E21}"/>
              </a:ext>
            </a:extLst>
          </p:cNvPr>
          <p:cNvSpPr>
            <a:spLocks noGrp="1"/>
          </p:cNvSpPr>
          <p:nvPr>
            <p:ph type="subTitle" idx="1"/>
          </p:nvPr>
        </p:nvSpPr>
        <p:spPr bwMode="gray">
          <a:xfrm>
            <a:off x="360363" y="4195518"/>
            <a:ext cx="6060315" cy="380945"/>
          </a:xfrm>
          <a:prstGeom prst="rect">
            <a:avLst/>
          </a:prstGeom>
        </p:spPr>
        <p:txBody>
          <a:bodyPr wrap="square" lIns="0" tIns="0" rIns="0" bIns="0">
            <a:noAutofit/>
          </a:bodyPr>
          <a:lstStyle>
            <a:lvl1pPr marL="0" indent="0" algn="l" rtl="0">
              <a:lnSpc>
                <a:spcPct val="100000"/>
              </a:lnSpc>
              <a:spcBef>
                <a:spcPts val="600"/>
              </a:spcBef>
              <a:buFontTx/>
              <a:buNone/>
              <a:defRPr sz="1600" cap="none" spc="100" baseline="0">
                <a:solidFill>
                  <a:schemeClr val="bg1"/>
                </a:solidFill>
                <a:latin typeface="+mj-lt"/>
              </a:defRPr>
            </a:lvl1pPr>
            <a:lvl2pPr marL="0" indent="0" algn="l">
              <a:spcBef>
                <a:spcPct val="0"/>
              </a:spcBef>
              <a:buNone/>
              <a:defRPr sz="1200">
                <a:solidFill>
                  <a:schemeClr val="bg2"/>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16" name="Text Placeholder 15">
            <a:extLst>
              <a:ext uri="{FF2B5EF4-FFF2-40B4-BE49-F238E27FC236}">
                <a16:creationId xmlns:a16="http://schemas.microsoft.com/office/drawing/2014/main" id="{D9B54094-113D-2847-B070-92BDCA336ACA}"/>
              </a:ext>
            </a:extLst>
          </p:cNvPr>
          <p:cNvSpPr>
            <a:spLocks noGrp="1"/>
          </p:cNvSpPr>
          <p:nvPr>
            <p:ph type="body" sz="quarter" idx="10"/>
          </p:nvPr>
        </p:nvSpPr>
        <p:spPr>
          <a:xfrm>
            <a:off x="360363" y="5438901"/>
            <a:ext cx="6060315" cy="699962"/>
          </a:xfrm>
          <a:prstGeom prst="rect">
            <a:avLst/>
          </a:prstGeom>
        </p:spPr>
        <p:txBody>
          <a:bodyPr wrap="square" lIns="0" tIns="0" rIns="0" bIns="0">
            <a:noAutofit/>
          </a:bodyPr>
          <a:lstStyle>
            <a:lvl1pPr marL="0" indent="0" rtl="0">
              <a:spcBef>
                <a:spcPct val="0"/>
              </a:spcBef>
              <a:buFontTx/>
              <a:buNone/>
              <a:defRPr sz="1200" cap="all" baseline="0">
                <a:solidFill>
                  <a:schemeClr val="bg1"/>
                </a:solidFill>
                <a:latin typeface="+mj-lt"/>
              </a:defRPr>
            </a:lvl1pPr>
            <a:lvl2pPr>
              <a:spcBef>
                <a:spcPct val="0"/>
              </a:spcBef>
              <a:buFontTx/>
              <a:buNone/>
              <a:defRPr>
                <a:solidFill>
                  <a:schemeClr val="bg2"/>
                </a:solidFill>
              </a:defRPr>
            </a:lvl2pPr>
            <a:lvl3pPr>
              <a:buFontTx/>
              <a:buNone/>
              <a:defRPr>
                <a:solidFill>
                  <a:schemeClr val="bg2"/>
                </a:solidFill>
              </a:defRPr>
            </a:lvl3pPr>
            <a:lvl4pPr marL="0" indent="0">
              <a:buFontTx/>
              <a:buNone/>
              <a:defRPr>
                <a:solidFill>
                  <a:schemeClr val="bg2"/>
                </a:solidFill>
              </a:defRPr>
            </a:lvl4pPr>
            <a:lvl5pPr>
              <a:buFontTx/>
              <a:buNone/>
              <a:defRPr>
                <a:solidFill>
                  <a:schemeClr val="bg2"/>
                </a:solidFill>
              </a:defRPr>
            </a:lvl5pPr>
          </a:lstStyle>
          <a:p>
            <a:pPr lvl="0"/>
            <a:r>
              <a:rPr lang="en-GB"/>
              <a:t>Click to edit Master text styles</a:t>
            </a:r>
          </a:p>
        </p:txBody>
      </p:sp>
      <p:sp>
        <p:nvSpPr>
          <p:cNvPr id="17" name="Rectangle 16">
            <a:extLst>
              <a:ext uri="{FF2B5EF4-FFF2-40B4-BE49-F238E27FC236}">
                <a16:creationId xmlns:a16="http://schemas.microsoft.com/office/drawing/2014/main" id="{C981C32C-EDE5-2BE8-788F-E1F14F6DE4A9}"/>
              </a:ext>
            </a:extLst>
          </p:cNvPr>
          <p:cNvSpPr/>
          <p:nvPr userDrawn="1"/>
        </p:nvSpPr>
        <p:spPr bwMode="gray">
          <a:xfrm>
            <a:off x="360363" y="5265387"/>
            <a:ext cx="720000" cy="54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0"/>
            <a:endParaRPr lang="en-GB" sz="1400"/>
          </a:p>
        </p:txBody>
      </p:sp>
      <p:pic>
        <p:nvPicPr>
          <p:cNvPr id="4" name="Graphic 3">
            <a:extLst>
              <a:ext uri="{FF2B5EF4-FFF2-40B4-BE49-F238E27FC236}">
                <a16:creationId xmlns:a16="http://schemas.microsoft.com/office/drawing/2014/main" id="{A486FE90-240C-0722-A3B2-7FC8C877A0A4}"/>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0363" y="537323"/>
            <a:ext cx="2967697" cy="1076555"/>
          </a:xfrm>
          <a:prstGeom prst="rect">
            <a:avLst/>
          </a:prstGeom>
        </p:spPr>
      </p:pic>
    </p:spTree>
    <p:extLst>
      <p:ext uri="{BB962C8B-B14F-4D97-AF65-F5344CB8AC3E}">
        <p14:creationId xmlns:p14="http://schemas.microsoft.com/office/powerpoint/2010/main" val="173488630"/>
      </p:ext>
    </p:extLst>
  </p:cSld>
  <p:clrMapOvr>
    <a:masterClrMapping/>
  </p:clrMapOvr>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Section/Divider">
    <p:bg>
      <p:bgPr>
        <a:solidFill>
          <a:schemeClr val="tx1"/>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BBF30689-BACF-220E-9869-EF4152B00165}"/>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6" name="Object 5" hidden="1">
                        <a:extLst>
                          <a:ext uri="{FF2B5EF4-FFF2-40B4-BE49-F238E27FC236}">
                            <a16:creationId xmlns:a16="http://schemas.microsoft.com/office/drawing/2014/main" id="{BBF30689-BACF-220E-9869-EF4152B0016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4" name="Graphic 3">
            <a:extLst>
              <a:ext uri="{FF2B5EF4-FFF2-40B4-BE49-F238E27FC236}">
                <a16:creationId xmlns:a16="http://schemas.microsoft.com/office/drawing/2014/main" id="{4A064E1E-3789-252D-1117-D6AB26C776B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rcRect r="34206"/>
          <a:stretch>
            <a:fillRect/>
          </a:stretch>
        </p:blipFill>
        <p:spPr>
          <a:xfrm>
            <a:off x="5112746" y="703948"/>
            <a:ext cx="7079254" cy="6154052"/>
          </a:xfrm>
          <a:custGeom>
            <a:avLst/>
            <a:gdLst>
              <a:gd name="connsiteX0" fmla="*/ 0 w 7079254"/>
              <a:gd name="connsiteY0" fmla="*/ 0 h 6154052"/>
              <a:gd name="connsiteX1" fmla="*/ 7079254 w 7079254"/>
              <a:gd name="connsiteY1" fmla="*/ 0 h 6154052"/>
              <a:gd name="connsiteX2" fmla="*/ 7079254 w 7079254"/>
              <a:gd name="connsiteY2" fmla="*/ 6154052 h 6154052"/>
              <a:gd name="connsiteX3" fmla="*/ 0 w 7079254"/>
              <a:gd name="connsiteY3" fmla="*/ 6154052 h 6154052"/>
            </a:gdLst>
            <a:ahLst/>
            <a:cxnLst>
              <a:cxn ang="0">
                <a:pos x="connsiteX0" y="connsiteY0"/>
              </a:cxn>
              <a:cxn ang="0">
                <a:pos x="connsiteX1" y="connsiteY1"/>
              </a:cxn>
              <a:cxn ang="0">
                <a:pos x="connsiteX2" y="connsiteY2"/>
              </a:cxn>
              <a:cxn ang="0">
                <a:pos x="connsiteX3" y="connsiteY3"/>
              </a:cxn>
            </a:cxnLst>
            <a:rect l="l" t="t" r="r" b="b"/>
            <a:pathLst>
              <a:path w="7079254" h="6154052">
                <a:moveTo>
                  <a:pt x="0" y="0"/>
                </a:moveTo>
                <a:lnTo>
                  <a:pt x="7079254" y="0"/>
                </a:lnTo>
                <a:lnTo>
                  <a:pt x="7079254" y="6154052"/>
                </a:lnTo>
                <a:lnTo>
                  <a:pt x="0" y="6154052"/>
                </a:lnTo>
                <a:close/>
              </a:path>
            </a:pathLst>
          </a:custGeom>
        </p:spPr>
      </p:pic>
      <p:sp>
        <p:nvSpPr>
          <p:cNvPr id="2" name="Title 1">
            <a:extLst>
              <a:ext uri="{FF2B5EF4-FFF2-40B4-BE49-F238E27FC236}">
                <a16:creationId xmlns:a16="http://schemas.microsoft.com/office/drawing/2014/main" id="{36E9A45B-10F9-487C-9A74-F7DCE0C77A42}"/>
              </a:ext>
            </a:extLst>
          </p:cNvPr>
          <p:cNvSpPr>
            <a:spLocks noGrp="1"/>
          </p:cNvSpPr>
          <p:nvPr>
            <p:ph type="ctrTitle" hasCustomPrompt="1"/>
          </p:nvPr>
        </p:nvSpPr>
        <p:spPr bwMode="gray">
          <a:xfrm>
            <a:off x="360364" y="1921733"/>
            <a:ext cx="11471274" cy="1473743"/>
          </a:xfrm>
          <a:prstGeom prst="rect">
            <a:avLst/>
          </a:prstGeom>
        </p:spPr>
        <p:txBody>
          <a:bodyPr vert="horz" wrap="square" lIns="0" tIns="0" rIns="0" bIns="0" anchor="b" anchorCtr="0">
            <a:noAutofit/>
          </a:bodyPr>
          <a:lstStyle>
            <a:lvl1pPr algn="l" rtl="0">
              <a:lnSpc>
                <a:spcPct val="90000"/>
              </a:lnSpc>
              <a:defRPr sz="3200" b="0" cap="none" spc="0" baseline="0">
                <a:solidFill>
                  <a:schemeClr val="bg1"/>
                </a:solidFill>
                <a:latin typeface="+mj-lt"/>
              </a:defRPr>
            </a:lvl1pPr>
          </a:lstStyle>
          <a:p>
            <a:r>
              <a:rPr lang="en-GB"/>
              <a:t>Section title</a:t>
            </a:r>
          </a:p>
        </p:txBody>
      </p:sp>
      <p:sp>
        <p:nvSpPr>
          <p:cNvPr id="3" name="Subtitle 2">
            <a:extLst>
              <a:ext uri="{FF2B5EF4-FFF2-40B4-BE49-F238E27FC236}">
                <a16:creationId xmlns:a16="http://schemas.microsoft.com/office/drawing/2014/main" id="{CBA3E240-43D7-4C56-BC1B-38BA9D4E9E21}"/>
              </a:ext>
            </a:extLst>
          </p:cNvPr>
          <p:cNvSpPr>
            <a:spLocks noGrp="1"/>
          </p:cNvSpPr>
          <p:nvPr>
            <p:ph type="subTitle" idx="1" hasCustomPrompt="1"/>
          </p:nvPr>
        </p:nvSpPr>
        <p:spPr bwMode="gray">
          <a:xfrm>
            <a:off x="360364" y="3516253"/>
            <a:ext cx="11471274" cy="380945"/>
          </a:xfrm>
          <a:prstGeom prst="rect">
            <a:avLst/>
          </a:prstGeom>
        </p:spPr>
        <p:txBody>
          <a:bodyPr vert="horz" wrap="square" lIns="0" tIns="0" rIns="0" bIns="0" rtlCol="0">
            <a:noAutofit/>
          </a:bodyPr>
          <a:lstStyle>
            <a:lvl1pPr marL="0" indent="0" rtl="0">
              <a:buNone/>
              <a:defRPr lang="en-US" sz="1600" cap="none" spc="100" baseline="0">
                <a:solidFill>
                  <a:schemeClr val="bg1"/>
                </a:solidFill>
                <a:latin typeface="+mj-lt"/>
              </a:defRPr>
            </a:lvl1pPr>
          </a:lstStyle>
          <a:p>
            <a:pPr marL="216000" lvl="0" indent="-216000"/>
            <a:r>
              <a:rPr lang="en-GB"/>
              <a:t>Section subtitle</a:t>
            </a:r>
          </a:p>
        </p:txBody>
      </p:sp>
    </p:spTree>
    <p:extLst>
      <p:ext uri="{BB962C8B-B14F-4D97-AF65-F5344CB8AC3E}">
        <p14:creationId xmlns:p14="http://schemas.microsoft.com/office/powerpoint/2010/main" val="3388657745"/>
      </p:ext>
    </p:extLst>
  </p:cSld>
  <p:clrMapOvr>
    <a:masterClrMapping/>
  </p:clrMapOvr>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B56EABE-D55B-4373-F6CF-224BF43E855B}"/>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9" name="Object 8" hidden="1">
                        <a:extLst>
                          <a:ext uri="{FF2B5EF4-FFF2-40B4-BE49-F238E27FC236}">
                            <a16:creationId xmlns:a16="http://schemas.microsoft.com/office/drawing/2014/main" id="{1B56EABE-D55B-4373-F6CF-224BF43E855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CE8AADD-913B-949E-D663-554B1349714E}"/>
              </a:ext>
            </a:extLst>
          </p:cNvPr>
          <p:cNvSpPr>
            <a:spLocks noGrp="1"/>
          </p:cNvSpPr>
          <p:nvPr>
            <p:ph type="title" hasCustomPrompt="1"/>
          </p:nvPr>
        </p:nvSpPr>
        <p:spPr>
          <a:xfrm>
            <a:off x="360363" y="536576"/>
            <a:ext cx="11471275" cy="661988"/>
          </a:xfrm>
          <a:prstGeom prst="rect">
            <a:avLst/>
          </a:prstGeom>
        </p:spPr>
        <p:txBody>
          <a:bodyPr vert="horz"/>
          <a:lstStyle>
            <a:lvl1pPr rtl="0">
              <a:defRPr>
                <a:solidFill>
                  <a:schemeClr val="tx1"/>
                </a:solidFill>
              </a:defRPr>
            </a:lvl1pPr>
          </a:lstStyle>
          <a:p>
            <a:pPr lvl="0"/>
            <a:r>
              <a:rPr lang="en-GB"/>
              <a:t>Click to edit action title</a:t>
            </a:r>
          </a:p>
        </p:txBody>
      </p:sp>
      <p:sp>
        <p:nvSpPr>
          <p:cNvPr id="7" name="Text Placeholder 6">
            <a:extLst>
              <a:ext uri="{FF2B5EF4-FFF2-40B4-BE49-F238E27FC236}">
                <a16:creationId xmlns:a16="http://schemas.microsoft.com/office/drawing/2014/main" id="{9AB3F6AF-ED74-5EBB-9159-83208AE07A23}"/>
              </a:ext>
            </a:extLst>
          </p:cNvPr>
          <p:cNvSpPr>
            <a:spLocks noGrp="1"/>
          </p:cNvSpPr>
          <p:nvPr>
            <p:ph type="body" sz="quarter" idx="12" hasCustomPrompt="1"/>
          </p:nvPr>
        </p:nvSpPr>
        <p:spPr>
          <a:xfrm>
            <a:off x="360363" y="207165"/>
            <a:ext cx="11471275" cy="178593"/>
          </a:xfrm>
          <a:prstGeom prst="rect">
            <a:avLst/>
          </a:prstGeom>
        </p:spPr>
        <p:txBody>
          <a:bodyPr anchor="b"/>
          <a:lstStyle>
            <a:lvl1pPr marL="0" indent="0" rtl="0">
              <a:buNone/>
              <a:defRPr sz="1200" cap="all" baseline="0">
                <a:solidFill>
                  <a:schemeClr val="tx2">
                    <a:lumMod val="60000"/>
                    <a:lumOff val="40000"/>
                  </a:schemeClr>
                </a:solidFill>
                <a:latin typeface="+mj-lt"/>
              </a:defRPr>
            </a:lvl1pPr>
          </a:lstStyle>
          <a:p>
            <a:pPr lvl="0"/>
            <a:r>
              <a:rPr lang="en-GB"/>
              <a:t>Click to edit chapter text</a:t>
            </a:r>
          </a:p>
        </p:txBody>
      </p:sp>
      <p:sp>
        <p:nvSpPr>
          <p:cNvPr id="8" name="Footer Placeholder 2">
            <a:extLst>
              <a:ext uri="{FF2B5EF4-FFF2-40B4-BE49-F238E27FC236}">
                <a16:creationId xmlns:a16="http://schemas.microsoft.com/office/drawing/2014/main" id="{479BF71E-D350-F7CD-EB30-FEBBECE0A545}"/>
              </a:ext>
            </a:extLst>
          </p:cNvPr>
          <p:cNvSpPr>
            <a:spLocks noGrp="1"/>
          </p:cNvSpPr>
          <p:nvPr>
            <p:ph type="ftr" sz="quarter" idx="3"/>
          </p:nvPr>
        </p:nvSpPr>
        <p:spPr>
          <a:xfrm>
            <a:off x="675936" y="6321425"/>
            <a:ext cx="10087857" cy="367612"/>
          </a:xfrm>
          <a:prstGeom prst="rect">
            <a:avLst/>
          </a:prstGeom>
        </p:spPr>
        <p:txBody>
          <a:bodyPr anchor="ctr"/>
          <a:lstStyle>
            <a:lvl1pPr rtl="0">
              <a:defRPr sz="1000">
                <a:solidFill>
                  <a:schemeClr val="tx1"/>
                </a:solidFill>
              </a:defRPr>
            </a:lvl1pPr>
          </a:lstStyle>
          <a:p>
            <a:endParaRPr lang="en-GB"/>
          </a:p>
        </p:txBody>
      </p:sp>
    </p:spTree>
    <p:extLst>
      <p:ext uri="{BB962C8B-B14F-4D97-AF65-F5344CB8AC3E}">
        <p14:creationId xmlns:p14="http://schemas.microsoft.com/office/powerpoint/2010/main" val="2948582066"/>
      </p:ext>
    </p:extLst>
  </p:cSld>
  <p:clrMapOvr>
    <a:masterClrMapping/>
  </p:clrMapOvr>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B56EABE-D55B-4373-F6CF-224BF43E855B}"/>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9" name="Object 8" hidden="1">
                        <a:extLst>
                          <a:ext uri="{FF2B5EF4-FFF2-40B4-BE49-F238E27FC236}">
                            <a16:creationId xmlns:a16="http://schemas.microsoft.com/office/drawing/2014/main" id="{1B56EABE-D55B-4373-F6CF-224BF43E855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CE8AADD-913B-949E-D663-554B1349714E}"/>
              </a:ext>
            </a:extLst>
          </p:cNvPr>
          <p:cNvSpPr>
            <a:spLocks noGrp="1"/>
          </p:cNvSpPr>
          <p:nvPr>
            <p:ph type="title" hasCustomPrompt="1"/>
          </p:nvPr>
        </p:nvSpPr>
        <p:spPr>
          <a:xfrm>
            <a:off x="360363" y="536576"/>
            <a:ext cx="11471275" cy="661988"/>
          </a:xfrm>
          <a:prstGeom prst="rect">
            <a:avLst/>
          </a:prstGeom>
        </p:spPr>
        <p:txBody>
          <a:bodyPr vert="horz"/>
          <a:lstStyle>
            <a:lvl1pPr rtl="0">
              <a:defRPr/>
            </a:lvl1pPr>
          </a:lstStyle>
          <a:p>
            <a:r>
              <a:rPr lang="en-GB"/>
              <a:t>Click to edit action title</a:t>
            </a:r>
          </a:p>
        </p:txBody>
      </p:sp>
      <p:sp>
        <p:nvSpPr>
          <p:cNvPr id="7" name="Text Placeholder 6">
            <a:extLst>
              <a:ext uri="{FF2B5EF4-FFF2-40B4-BE49-F238E27FC236}">
                <a16:creationId xmlns:a16="http://schemas.microsoft.com/office/drawing/2014/main" id="{9AB3F6AF-ED74-5EBB-9159-83208AE07A23}"/>
              </a:ext>
            </a:extLst>
          </p:cNvPr>
          <p:cNvSpPr>
            <a:spLocks noGrp="1"/>
          </p:cNvSpPr>
          <p:nvPr>
            <p:ph type="body" sz="quarter" idx="12" hasCustomPrompt="1"/>
          </p:nvPr>
        </p:nvSpPr>
        <p:spPr>
          <a:xfrm>
            <a:off x="360363" y="207165"/>
            <a:ext cx="11471275" cy="178593"/>
          </a:xfrm>
          <a:prstGeom prst="rect">
            <a:avLst/>
          </a:prstGeom>
        </p:spPr>
        <p:txBody>
          <a:bodyPr anchor="b"/>
          <a:lstStyle>
            <a:lvl1pPr marL="0" indent="0" rtl="0">
              <a:buNone/>
              <a:defRPr sz="1200" cap="all" baseline="0">
                <a:solidFill>
                  <a:schemeClr val="tx2">
                    <a:lumMod val="60000"/>
                    <a:lumOff val="40000"/>
                  </a:schemeClr>
                </a:solidFill>
                <a:latin typeface="+mj-lt"/>
              </a:defRPr>
            </a:lvl1pPr>
          </a:lstStyle>
          <a:p>
            <a:pPr lvl="0"/>
            <a:r>
              <a:rPr lang="en-GB"/>
              <a:t>Click to edit chapter text</a:t>
            </a:r>
          </a:p>
        </p:txBody>
      </p:sp>
      <p:sp>
        <p:nvSpPr>
          <p:cNvPr id="12" name="Text Placeholder 11">
            <a:extLst>
              <a:ext uri="{FF2B5EF4-FFF2-40B4-BE49-F238E27FC236}">
                <a16:creationId xmlns:a16="http://schemas.microsoft.com/office/drawing/2014/main" id="{8282BAF1-276B-A194-EB89-47200DC6CF6B}"/>
              </a:ext>
            </a:extLst>
          </p:cNvPr>
          <p:cNvSpPr>
            <a:spLocks noGrp="1"/>
          </p:cNvSpPr>
          <p:nvPr>
            <p:ph type="body" sz="quarter" idx="13"/>
          </p:nvPr>
        </p:nvSpPr>
        <p:spPr>
          <a:xfrm>
            <a:off x="360363" y="1557338"/>
            <a:ext cx="11471275" cy="4581525"/>
          </a:xfrm>
          <a:prstGeom prst="rect">
            <a:avLst/>
          </a:prstGeom>
        </p:spPr>
        <p:txBody>
          <a:bodyPr lIns="0" tIns="0" rIns="0" bIns="0"/>
          <a:lstStyle>
            <a:lvl1pPr rtl="0">
              <a:defRPr/>
            </a:lvl1pPr>
            <a:lvl2pPr rtl="0">
              <a:defRPr/>
            </a:lvl2pPr>
            <a:lvl3pPr rtl="0">
              <a:defRPr/>
            </a:lvl3pPr>
            <a:lvl4pPr rtl="0">
              <a:defRPr/>
            </a:lvl4pPr>
            <a:lvl5pPr rtl="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2">
            <a:extLst>
              <a:ext uri="{FF2B5EF4-FFF2-40B4-BE49-F238E27FC236}">
                <a16:creationId xmlns:a16="http://schemas.microsoft.com/office/drawing/2014/main" id="{6C423670-CCD5-5DCA-1D29-0D7EC8484860}"/>
              </a:ext>
            </a:extLst>
          </p:cNvPr>
          <p:cNvSpPr>
            <a:spLocks noGrp="1"/>
          </p:cNvSpPr>
          <p:nvPr>
            <p:ph type="ftr" sz="quarter" idx="3"/>
          </p:nvPr>
        </p:nvSpPr>
        <p:spPr>
          <a:xfrm>
            <a:off x="675936" y="6321425"/>
            <a:ext cx="10087857" cy="367612"/>
          </a:xfrm>
          <a:prstGeom prst="rect">
            <a:avLst/>
          </a:prstGeom>
        </p:spPr>
        <p:txBody>
          <a:bodyPr anchor="ctr"/>
          <a:lstStyle>
            <a:lvl1pPr rtl="0">
              <a:defRPr sz="1000">
                <a:solidFill>
                  <a:schemeClr val="accent2">
                    <a:lumMod val="75000"/>
                  </a:schemeClr>
                </a:solidFill>
              </a:defRPr>
            </a:lvl1pPr>
          </a:lstStyle>
          <a:p>
            <a:endParaRPr lang="en-GB"/>
          </a:p>
        </p:txBody>
      </p:sp>
    </p:spTree>
    <p:extLst>
      <p:ext uri="{BB962C8B-B14F-4D97-AF65-F5344CB8AC3E}">
        <p14:creationId xmlns:p14="http://schemas.microsoft.com/office/powerpoint/2010/main" val="3025283995"/>
      </p:ext>
    </p:extLst>
  </p:cSld>
  <p:clrMapOvr>
    <a:masterClrMapping/>
  </p:clrMapOvr>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 Columns">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B56EABE-D55B-4373-F6CF-224BF43E855B}"/>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9" name="Object 8" hidden="1">
                        <a:extLst>
                          <a:ext uri="{FF2B5EF4-FFF2-40B4-BE49-F238E27FC236}">
                            <a16:creationId xmlns:a16="http://schemas.microsoft.com/office/drawing/2014/main" id="{1B56EABE-D55B-4373-F6CF-224BF43E855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CE8AADD-913B-949E-D663-554B1349714E}"/>
              </a:ext>
            </a:extLst>
          </p:cNvPr>
          <p:cNvSpPr>
            <a:spLocks noGrp="1"/>
          </p:cNvSpPr>
          <p:nvPr>
            <p:ph type="title" hasCustomPrompt="1"/>
          </p:nvPr>
        </p:nvSpPr>
        <p:spPr>
          <a:xfrm>
            <a:off x="360363" y="536576"/>
            <a:ext cx="11471275" cy="661988"/>
          </a:xfrm>
          <a:prstGeom prst="rect">
            <a:avLst/>
          </a:prstGeom>
        </p:spPr>
        <p:txBody>
          <a:bodyPr vert="horz"/>
          <a:lstStyle>
            <a:lvl1pPr rtl="0">
              <a:defRPr/>
            </a:lvl1pPr>
          </a:lstStyle>
          <a:p>
            <a:r>
              <a:rPr lang="en-GB"/>
              <a:t>Click to edit action title</a:t>
            </a:r>
          </a:p>
        </p:txBody>
      </p:sp>
      <p:sp>
        <p:nvSpPr>
          <p:cNvPr id="7" name="Text Placeholder 6">
            <a:extLst>
              <a:ext uri="{FF2B5EF4-FFF2-40B4-BE49-F238E27FC236}">
                <a16:creationId xmlns:a16="http://schemas.microsoft.com/office/drawing/2014/main" id="{9AB3F6AF-ED74-5EBB-9159-83208AE07A23}"/>
              </a:ext>
            </a:extLst>
          </p:cNvPr>
          <p:cNvSpPr>
            <a:spLocks noGrp="1"/>
          </p:cNvSpPr>
          <p:nvPr>
            <p:ph type="body" sz="quarter" idx="12" hasCustomPrompt="1"/>
          </p:nvPr>
        </p:nvSpPr>
        <p:spPr>
          <a:xfrm>
            <a:off x="360363" y="207165"/>
            <a:ext cx="11471275" cy="178593"/>
          </a:xfrm>
          <a:prstGeom prst="rect">
            <a:avLst/>
          </a:prstGeom>
        </p:spPr>
        <p:txBody>
          <a:bodyPr anchor="b"/>
          <a:lstStyle>
            <a:lvl1pPr marL="0" indent="0" rtl="0">
              <a:buNone/>
              <a:defRPr sz="1200" cap="all" baseline="0">
                <a:solidFill>
                  <a:schemeClr val="tx2">
                    <a:lumMod val="60000"/>
                    <a:lumOff val="40000"/>
                  </a:schemeClr>
                </a:solidFill>
                <a:latin typeface="+mj-lt"/>
              </a:defRPr>
            </a:lvl1pPr>
          </a:lstStyle>
          <a:p>
            <a:pPr lvl="0"/>
            <a:r>
              <a:rPr lang="en-GB"/>
              <a:t>Click to edit chapter text</a:t>
            </a:r>
          </a:p>
        </p:txBody>
      </p:sp>
      <p:sp>
        <p:nvSpPr>
          <p:cNvPr id="12" name="Text Placeholder 11">
            <a:extLst>
              <a:ext uri="{FF2B5EF4-FFF2-40B4-BE49-F238E27FC236}">
                <a16:creationId xmlns:a16="http://schemas.microsoft.com/office/drawing/2014/main" id="{8282BAF1-276B-A194-EB89-47200DC6CF6B}"/>
              </a:ext>
            </a:extLst>
          </p:cNvPr>
          <p:cNvSpPr>
            <a:spLocks noGrp="1"/>
          </p:cNvSpPr>
          <p:nvPr>
            <p:ph type="body" sz="quarter" idx="13"/>
          </p:nvPr>
        </p:nvSpPr>
        <p:spPr>
          <a:xfrm>
            <a:off x="360364" y="1557338"/>
            <a:ext cx="5555636" cy="4581525"/>
          </a:xfrm>
          <a:prstGeom prst="rect">
            <a:avLst/>
          </a:prstGeom>
        </p:spPr>
        <p:txBody>
          <a:bodyPr/>
          <a:lstStyle>
            <a:lvl1pPr rtl="0">
              <a:defRPr/>
            </a:lvl1pPr>
            <a:lvl2pPr rtl="0">
              <a:defRPr/>
            </a:lvl2pPr>
            <a:lvl3pPr rtl="0">
              <a:defRPr/>
            </a:lvl3pPr>
            <a:lvl4pPr rtl="0">
              <a:defRPr/>
            </a:lvl4pPr>
            <a:lvl5pPr rtl="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Text Placeholder 11">
            <a:extLst>
              <a:ext uri="{FF2B5EF4-FFF2-40B4-BE49-F238E27FC236}">
                <a16:creationId xmlns:a16="http://schemas.microsoft.com/office/drawing/2014/main" id="{AA0D52EB-632D-88E7-6317-C688F978D8CD}"/>
              </a:ext>
            </a:extLst>
          </p:cNvPr>
          <p:cNvSpPr>
            <a:spLocks noGrp="1"/>
          </p:cNvSpPr>
          <p:nvPr>
            <p:ph type="body" sz="quarter" idx="14"/>
          </p:nvPr>
        </p:nvSpPr>
        <p:spPr>
          <a:xfrm>
            <a:off x="6276002" y="1557338"/>
            <a:ext cx="5555636" cy="4581525"/>
          </a:xfrm>
          <a:prstGeom prst="rect">
            <a:avLst/>
          </a:prstGeom>
        </p:spPr>
        <p:txBody>
          <a:bodyPr/>
          <a:lstStyle>
            <a:lvl1pPr rtl="0">
              <a:defRPr/>
            </a:lvl1pPr>
            <a:lvl2pPr rtl="0">
              <a:defRPr/>
            </a:lvl2pPr>
            <a:lvl3pPr rtl="0">
              <a:defRPr/>
            </a:lvl3pPr>
            <a:lvl4pPr rtl="0">
              <a:defRPr/>
            </a:lvl4pPr>
            <a:lvl5pPr rtl="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cxnSp>
        <p:nvCxnSpPr>
          <p:cNvPr id="11" name="Straight Connector 10">
            <a:extLst>
              <a:ext uri="{FF2B5EF4-FFF2-40B4-BE49-F238E27FC236}">
                <a16:creationId xmlns:a16="http://schemas.microsoft.com/office/drawing/2014/main" id="{53EB1BCA-6BD5-247C-67BB-74FF5B9E096A}"/>
              </a:ext>
            </a:extLst>
          </p:cNvPr>
          <p:cNvCxnSpPr/>
          <p:nvPr userDrawn="1"/>
        </p:nvCxnSpPr>
        <p:spPr bwMode="gray">
          <a:xfrm flipH="1">
            <a:off x="6096000" y="1557338"/>
            <a:ext cx="0" cy="4581525"/>
          </a:xfrm>
          <a:prstGeom prst="line">
            <a:avLst/>
          </a:prstGeom>
          <a:ln w="9525">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2">
            <a:extLst>
              <a:ext uri="{FF2B5EF4-FFF2-40B4-BE49-F238E27FC236}">
                <a16:creationId xmlns:a16="http://schemas.microsoft.com/office/drawing/2014/main" id="{FD394BFE-4996-FB35-0C7B-6936CA83F796}"/>
              </a:ext>
            </a:extLst>
          </p:cNvPr>
          <p:cNvSpPr>
            <a:spLocks noGrp="1"/>
          </p:cNvSpPr>
          <p:nvPr>
            <p:ph type="ftr" sz="quarter" idx="3"/>
          </p:nvPr>
        </p:nvSpPr>
        <p:spPr>
          <a:xfrm>
            <a:off x="675936" y="6321425"/>
            <a:ext cx="10087857" cy="367612"/>
          </a:xfrm>
          <a:prstGeom prst="rect">
            <a:avLst/>
          </a:prstGeom>
        </p:spPr>
        <p:txBody>
          <a:bodyPr anchor="ctr"/>
          <a:lstStyle>
            <a:lvl1pPr rtl="0">
              <a:defRPr sz="1000">
                <a:solidFill>
                  <a:schemeClr val="tx1"/>
                </a:solidFill>
              </a:defRPr>
            </a:lvl1pPr>
          </a:lstStyle>
          <a:p>
            <a:endParaRPr lang="en-GB"/>
          </a:p>
        </p:txBody>
      </p:sp>
    </p:spTree>
    <p:extLst>
      <p:ext uri="{BB962C8B-B14F-4D97-AF65-F5344CB8AC3E}">
        <p14:creationId xmlns:p14="http://schemas.microsoft.com/office/powerpoint/2010/main" val="41082018"/>
      </p:ext>
    </p:extLst>
  </p:cSld>
  <p:clrMapOvr>
    <a:masterClrMapping/>
  </p:clrMapOvr>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3 Columns">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B56EABE-D55B-4373-F6CF-224BF43E855B}"/>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9" name="Object 8" hidden="1">
                        <a:extLst>
                          <a:ext uri="{FF2B5EF4-FFF2-40B4-BE49-F238E27FC236}">
                            <a16:creationId xmlns:a16="http://schemas.microsoft.com/office/drawing/2014/main" id="{1B56EABE-D55B-4373-F6CF-224BF43E855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CE8AADD-913B-949E-D663-554B1349714E}"/>
              </a:ext>
            </a:extLst>
          </p:cNvPr>
          <p:cNvSpPr>
            <a:spLocks noGrp="1"/>
          </p:cNvSpPr>
          <p:nvPr>
            <p:ph type="title" hasCustomPrompt="1"/>
          </p:nvPr>
        </p:nvSpPr>
        <p:spPr>
          <a:xfrm>
            <a:off x="360363" y="536576"/>
            <a:ext cx="11471275" cy="661988"/>
          </a:xfrm>
          <a:prstGeom prst="rect">
            <a:avLst/>
          </a:prstGeom>
        </p:spPr>
        <p:txBody>
          <a:bodyPr vert="horz"/>
          <a:lstStyle>
            <a:lvl1pPr rtl="0">
              <a:defRPr/>
            </a:lvl1pPr>
          </a:lstStyle>
          <a:p>
            <a:r>
              <a:rPr lang="en-GB"/>
              <a:t>Click to edit action title</a:t>
            </a:r>
          </a:p>
        </p:txBody>
      </p:sp>
      <p:sp>
        <p:nvSpPr>
          <p:cNvPr id="7" name="Text Placeholder 6">
            <a:extLst>
              <a:ext uri="{FF2B5EF4-FFF2-40B4-BE49-F238E27FC236}">
                <a16:creationId xmlns:a16="http://schemas.microsoft.com/office/drawing/2014/main" id="{9AB3F6AF-ED74-5EBB-9159-83208AE07A23}"/>
              </a:ext>
            </a:extLst>
          </p:cNvPr>
          <p:cNvSpPr>
            <a:spLocks noGrp="1"/>
          </p:cNvSpPr>
          <p:nvPr>
            <p:ph type="body" sz="quarter" idx="12" hasCustomPrompt="1"/>
          </p:nvPr>
        </p:nvSpPr>
        <p:spPr>
          <a:xfrm>
            <a:off x="360363" y="207165"/>
            <a:ext cx="11471275" cy="178593"/>
          </a:xfrm>
          <a:prstGeom prst="rect">
            <a:avLst/>
          </a:prstGeom>
        </p:spPr>
        <p:txBody>
          <a:bodyPr anchor="b"/>
          <a:lstStyle>
            <a:lvl1pPr marL="0" indent="0" rtl="0">
              <a:buNone/>
              <a:defRPr sz="1200" cap="all" baseline="0">
                <a:solidFill>
                  <a:schemeClr val="tx2">
                    <a:lumMod val="60000"/>
                    <a:lumOff val="40000"/>
                  </a:schemeClr>
                </a:solidFill>
                <a:latin typeface="+mj-lt"/>
              </a:defRPr>
            </a:lvl1pPr>
          </a:lstStyle>
          <a:p>
            <a:pPr lvl="0"/>
            <a:r>
              <a:rPr lang="en-GB"/>
              <a:t>Click to edit chapter text</a:t>
            </a:r>
          </a:p>
        </p:txBody>
      </p:sp>
      <p:sp>
        <p:nvSpPr>
          <p:cNvPr id="12" name="Text Placeholder 11">
            <a:extLst>
              <a:ext uri="{FF2B5EF4-FFF2-40B4-BE49-F238E27FC236}">
                <a16:creationId xmlns:a16="http://schemas.microsoft.com/office/drawing/2014/main" id="{8282BAF1-276B-A194-EB89-47200DC6CF6B}"/>
              </a:ext>
            </a:extLst>
          </p:cNvPr>
          <p:cNvSpPr>
            <a:spLocks noGrp="1"/>
          </p:cNvSpPr>
          <p:nvPr>
            <p:ph type="body" sz="quarter" idx="13"/>
          </p:nvPr>
        </p:nvSpPr>
        <p:spPr>
          <a:xfrm>
            <a:off x="360364" y="1557338"/>
            <a:ext cx="3585600" cy="4581525"/>
          </a:xfrm>
          <a:prstGeom prst="rect">
            <a:avLst/>
          </a:prstGeom>
        </p:spPr>
        <p:txBody>
          <a:bodyPr/>
          <a:lstStyle>
            <a:lvl1pPr rtl="0">
              <a:defRPr/>
            </a:lvl1pPr>
            <a:lvl2pPr rtl="0">
              <a:defRPr/>
            </a:lvl2pPr>
            <a:lvl3pPr rtl="0">
              <a:defRPr/>
            </a:lvl3pPr>
            <a:lvl4pPr rtl="0">
              <a:defRPr/>
            </a:lvl4pPr>
            <a:lvl5pPr rtl="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Text Placeholder 11">
            <a:extLst>
              <a:ext uri="{FF2B5EF4-FFF2-40B4-BE49-F238E27FC236}">
                <a16:creationId xmlns:a16="http://schemas.microsoft.com/office/drawing/2014/main" id="{AA0D52EB-632D-88E7-6317-C688F978D8CD}"/>
              </a:ext>
            </a:extLst>
          </p:cNvPr>
          <p:cNvSpPr>
            <a:spLocks noGrp="1"/>
          </p:cNvSpPr>
          <p:nvPr>
            <p:ph type="body" sz="quarter" idx="14"/>
          </p:nvPr>
        </p:nvSpPr>
        <p:spPr>
          <a:xfrm>
            <a:off x="4303202" y="1557338"/>
            <a:ext cx="3585600" cy="4581525"/>
          </a:xfrm>
          <a:prstGeom prst="rect">
            <a:avLst/>
          </a:prstGeom>
        </p:spPr>
        <p:txBody>
          <a:bodyPr/>
          <a:lstStyle>
            <a:lvl1pPr rtl="0">
              <a:defRPr/>
            </a:lvl1pPr>
            <a:lvl2pPr rtl="0">
              <a:defRPr/>
            </a:lvl2pPr>
            <a:lvl3pPr rtl="0">
              <a:defRPr/>
            </a:lvl3pPr>
            <a:lvl4pPr rtl="0">
              <a:defRPr/>
            </a:lvl4pPr>
            <a:lvl5pPr rtl="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11">
            <a:extLst>
              <a:ext uri="{FF2B5EF4-FFF2-40B4-BE49-F238E27FC236}">
                <a16:creationId xmlns:a16="http://schemas.microsoft.com/office/drawing/2014/main" id="{A4F8645A-4C8F-B5EF-ABBE-0A7944FB9652}"/>
              </a:ext>
            </a:extLst>
          </p:cNvPr>
          <p:cNvSpPr>
            <a:spLocks noGrp="1"/>
          </p:cNvSpPr>
          <p:nvPr>
            <p:ph type="body" sz="quarter" idx="15"/>
          </p:nvPr>
        </p:nvSpPr>
        <p:spPr>
          <a:xfrm>
            <a:off x="8246038" y="1557338"/>
            <a:ext cx="3585600" cy="4581525"/>
          </a:xfrm>
          <a:prstGeom prst="rect">
            <a:avLst/>
          </a:prstGeom>
        </p:spPr>
        <p:txBody>
          <a:bodyPr/>
          <a:lstStyle>
            <a:lvl1pPr rtl="0">
              <a:defRPr/>
            </a:lvl1pPr>
            <a:lvl2pPr rtl="0">
              <a:defRPr/>
            </a:lvl2pPr>
            <a:lvl3pPr rtl="0">
              <a:defRPr/>
            </a:lvl3pPr>
            <a:lvl4pPr rtl="0">
              <a:defRPr/>
            </a:lvl4pPr>
            <a:lvl5pPr rtl="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cxnSp>
        <p:nvCxnSpPr>
          <p:cNvPr id="8" name="Straight Connector 7">
            <a:extLst>
              <a:ext uri="{FF2B5EF4-FFF2-40B4-BE49-F238E27FC236}">
                <a16:creationId xmlns:a16="http://schemas.microsoft.com/office/drawing/2014/main" id="{077A0E30-9124-5E6A-F7CB-DA7136515E2A}"/>
              </a:ext>
            </a:extLst>
          </p:cNvPr>
          <p:cNvCxnSpPr/>
          <p:nvPr userDrawn="1"/>
        </p:nvCxnSpPr>
        <p:spPr bwMode="gray">
          <a:xfrm flipH="1">
            <a:off x="4124583" y="1557338"/>
            <a:ext cx="0" cy="458152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752DA0A-4663-C15E-45D1-287C660996D3}"/>
              </a:ext>
            </a:extLst>
          </p:cNvPr>
          <p:cNvCxnSpPr/>
          <p:nvPr userDrawn="1"/>
        </p:nvCxnSpPr>
        <p:spPr bwMode="gray">
          <a:xfrm flipH="1">
            <a:off x="8067421" y="1557338"/>
            <a:ext cx="0" cy="458152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2">
            <a:extLst>
              <a:ext uri="{FF2B5EF4-FFF2-40B4-BE49-F238E27FC236}">
                <a16:creationId xmlns:a16="http://schemas.microsoft.com/office/drawing/2014/main" id="{03B40352-4AB6-C52B-44D6-EC669C4E2C3F}"/>
              </a:ext>
            </a:extLst>
          </p:cNvPr>
          <p:cNvSpPr>
            <a:spLocks noGrp="1"/>
          </p:cNvSpPr>
          <p:nvPr>
            <p:ph type="ftr" sz="quarter" idx="3"/>
          </p:nvPr>
        </p:nvSpPr>
        <p:spPr>
          <a:xfrm>
            <a:off x="675936" y="6321425"/>
            <a:ext cx="10087857" cy="367612"/>
          </a:xfrm>
          <a:prstGeom prst="rect">
            <a:avLst/>
          </a:prstGeom>
        </p:spPr>
        <p:txBody>
          <a:bodyPr anchor="ctr"/>
          <a:lstStyle>
            <a:lvl1pPr rtl="0">
              <a:defRPr sz="1000">
                <a:solidFill>
                  <a:schemeClr val="tx1"/>
                </a:solidFill>
              </a:defRPr>
            </a:lvl1pPr>
          </a:lstStyle>
          <a:p>
            <a:endParaRPr lang="en-GB"/>
          </a:p>
        </p:txBody>
      </p:sp>
    </p:spTree>
    <p:extLst>
      <p:ext uri="{BB962C8B-B14F-4D97-AF65-F5344CB8AC3E}">
        <p14:creationId xmlns:p14="http://schemas.microsoft.com/office/powerpoint/2010/main" val="667675288"/>
      </p:ext>
    </p:extLst>
  </p:cSld>
  <p:clrMapOvr>
    <a:masterClrMapping/>
  </p:clrMapOvr>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Picture Layout - Right 1/2 ">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B56EABE-D55B-4373-F6CF-224BF43E855B}"/>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9" name="Object 8" hidden="1">
                        <a:extLst>
                          <a:ext uri="{FF2B5EF4-FFF2-40B4-BE49-F238E27FC236}">
                            <a16:creationId xmlns:a16="http://schemas.microsoft.com/office/drawing/2014/main" id="{1B56EABE-D55B-4373-F6CF-224BF43E855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id="{3AA15091-913D-700B-D6C5-7EC0E7D4BE42}"/>
              </a:ext>
            </a:extLst>
          </p:cNvPr>
          <p:cNvSpPr>
            <a:spLocks noGrp="1"/>
          </p:cNvSpPr>
          <p:nvPr>
            <p:ph type="pic" sz="quarter" idx="14"/>
          </p:nvPr>
        </p:nvSpPr>
        <p:spPr>
          <a:xfrm>
            <a:off x="6276002" y="0"/>
            <a:ext cx="5915998" cy="6858000"/>
          </a:xfrm>
          <a:prstGeom prst="rect">
            <a:avLst/>
          </a:prstGeom>
          <a:solidFill>
            <a:schemeClr val="tx1"/>
          </a:solidFill>
        </p:spPr>
        <p:txBody>
          <a:bodyPr/>
          <a:lstStyle>
            <a:lvl1pPr marL="0" indent="0">
              <a:buNone/>
              <a:defRPr>
                <a:solidFill>
                  <a:schemeClr val="bg2"/>
                </a:solidFill>
              </a:defRPr>
            </a:lvl1pPr>
          </a:lstStyle>
          <a:p>
            <a:r>
              <a:rPr lang="en-GB"/>
              <a:t>Click icon to add picture</a:t>
            </a:r>
            <a:endParaRPr lang="en-US"/>
          </a:p>
        </p:txBody>
      </p:sp>
      <p:sp>
        <p:nvSpPr>
          <p:cNvPr id="2" name="Title 1">
            <a:extLst>
              <a:ext uri="{FF2B5EF4-FFF2-40B4-BE49-F238E27FC236}">
                <a16:creationId xmlns:a16="http://schemas.microsoft.com/office/drawing/2014/main" id="{6CE8AADD-913B-949E-D663-554B1349714E}"/>
              </a:ext>
            </a:extLst>
          </p:cNvPr>
          <p:cNvSpPr>
            <a:spLocks noGrp="1"/>
          </p:cNvSpPr>
          <p:nvPr>
            <p:ph type="title" hasCustomPrompt="1"/>
          </p:nvPr>
        </p:nvSpPr>
        <p:spPr>
          <a:xfrm>
            <a:off x="360364" y="536576"/>
            <a:ext cx="5555636" cy="661988"/>
          </a:xfrm>
          <a:prstGeom prst="rect">
            <a:avLst/>
          </a:prstGeom>
        </p:spPr>
        <p:txBody>
          <a:bodyPr vert="horz"/>
          <a:lstStyle>
            <a:lvl1pPr rtl="0">
              <a:defRPr/>
            </a:lvl1pPr>
          </a:lstStyle>
          <a:p>
            <a:r>
              <a:rPr lang="en-GB"/>
              <a:t>Click to edit action title</a:t>
            </a:r>
          </a:p>
        </p:txBody>
      </p:sp>
      <p:sp>
        <p:nvSpPr>
          <p:cNvPr id="7" name="Text Placeholder 6">
            <a:extLst>
              <a:ext uri="{FF2B5EF4-FFF2-40B4-BE49-F238E27FC236}">
                <a16:creationId xmlns:a16="http://schemas.microsoft.com/office/drawing/2014/main" id="{9AB3F6AF-ED74-5EBB-9159-83208AE07A23}"/>
              </a:ext>
            </a:extLst>
          </p:cNvPr>
          <p:cNvSpPr>
            <a:spLocks noGrp="1"/>
          </p:cNvSpPr>
          <p:nvPr>
            <p:ph type="body" sz="quarter" idx="12" hasCustomPrompt="1"/>
          </p:nvPr>
        </p:nvSpPr>
        <p:spPr>
          <a:xfrm>
            <a:off x="360364" y="207165"/>
            <a:ext cx="5555636" cy="178593"/>
          </a:xfrm>
          <a:prstGeom prst="rect">
            <a:avLst/>
          </a:prstGeom>
        </p:spPr>
        <p:txBody>
          <a:bodyPr anchor="b"/>
          <a:lstStyle>
            <a:lvl1pPr marL="0" indent="0" rtl="0">
              <a:buNone/>
              <a:defRPr sz="1200" cap="all" baseline="0">
                <a:solidFill>
                  <a:schemeClr val="tx2">
                    <a:lumMod val="60000"/>
                    <a:lumOff val="40000"/>
                  </a:schemeClr>
                </a:solidFill>
                <a:latin typeface="+mj-lt"/>
              </a:defRPr>
            </a:lvl1pPr>
          </a:lstStyle>
          <a:p>
            <a:pPr lvl="0"/>
            <a:r>
              <a:rPr lang="en-GB"/>
              <a:t>Click to edit chapter text</a:t>
            </a:r>
          </a:p>
        </p:txBody>
      </p:sp>
      <p:sp>
        <p:nvSpPr>
          <p:cNvPr id="12" name="Text Placeholder 11">
            <a:extLst>
              <a:ext uri="{FF2B5EF4-FFF2-40B4-BE49-F238E27FC236}">
                <a16:creationId xmlns:a16="http://schemas.microsoft.com/office/drawing/2014/main" id="{8282BAF1-276B-A194-EB89-47200DC6CF6B}"/>
              </a:ext>
            </a:extLst>
          </p:cNvPr>
          <p:cNvSpPr>
            <a:spLocks noGrp="1"/>
          </p:cNvSpPr>
          <p:nvPr>
            <p:ph type="body" sz="quarter" idx="13"/>
          </p:nvPr>
        </p:nvSpPr>
        <p:spPr>
          <a:xfrm>
            <a:off x="360364" y="1557338"/>
            <a:ext cx="5555636" cy="4581525"/>
          </a:xfrm>
          <a:prstGeom prst="rect">
            <a:avLst/>
          </a:prstGeom>
        </p:spPr>
        <p:txBody>
          <a:bodyPr/>
          <a:lstStyle>
            <a:lvl1pPr rtl="0">
              <a:defRPr/>
            </a:lvl1pPr>
            <a:lvl2pPr rtl="0">
              <a:defRPr/>
            </a:lvl2pPr>
            <a:lvl3pPr rtl="0">
              <a:defRPr/>
            </a:lvl3pPr>
            <a:lvl4pPr rtl="0">
              <a:defRPr/>
            </a:lvl4pPr>
            <a:lvl5pPr rtl="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Footer Placeholder 2">
            <a:extLst>
              <a:ext uri="{FF2B5EF4-FFF2-40B4-BE49-F238E27FC236}">
                <a16:creationId xmlns:a16="http://schemas.microsoft.com/office/drawing/2014/main" id="{0E395449-3998-CDAA-2BC7-214BCDF5446A}"/>
              </a:ext>
            </a:extLst>
          </p:cNvPr>
          <p:cNvSpPr>
            <a:spLocks noGrp="1"/>
          </p:cNvSpPr>
          <p:nvPr>
            <p:ph type="ftr" sz="quarter" idx="3"/>
          </p:nvPr>
        </p:nvSpPr>
        <p:spPr>
          <a:xfrm>
            <a:off x="675936" y="6321425"/>
            <a:ext cx="5240677" cy="367612"/>
          </a:xfrm>
          <a:prstGeom prst="rect">
            <a:avLst/>
          </a:prstGeom>
        </p:spPr>
        <p:txBody>
          <a:bodyPr anchor="ctr"/>
          <a:lstStyle>
            <a:lvl1pPr rtl="0">
              <a:defRPr sz="1000">
                <a:solidFill>
                  <a:schemeClr val="tx1"/>
                </a:solidFill>
              </a:defRPr>
            </a:lvl1pPr>
          </a:lstStyle>
          <a:p>
            <a:endParaRPr lang="en-GB"/>
          </a:p>
        </p:txBody>
      </p:sp>
      <p:sp>
        <p:nvSpPr>
          <p:cNvPr id="6" name="Slide Number Placeholder 3">
            <a:extLst>
              <a:ext uri="{FF2B5EF4-FFF2-40B4-BE49-F238E27FC236}">
                <a16:creationId xmlns:a16="http://schemas.microsoft.com/office/drawing/2014/main" id="{8119F505-CCC0-1D76-FA0D-06161C3D5EFF}"/>
              </a:ext>
            </a:extLst>
          </p:cNvPr>
          <p:cNvSpPr>
            <a:spLocks noGrp="1"/>
          </p:cNvSpPr>
          <p:nvPr>
            <p:ph type="sldNum" sz="quarter" idx="11"/>
          </p:nvPr>
        </p:nvSpPr>
        <p:spPr>
          <a:xfrm>
            <a:off x="11126972" y="6317863"/>
            <a:ext cx="704666" cy="181362"/>
          </a:xfrm>
          <a:prstGeom prst="rect">
            <a:avLst/>
          </a:prstGeom>
          <a:noFill/>
        </p:spPr>
        <p:txBody>
          <a:bodyPr vert="horz" lIns="0" tIns="0" rIns="0" bIns="0" rtlCol="0" anchor="b">
            <a:noAutofit/>
          </a:bodyPr>
          <a:lstStyle>
            <a:defPPr>
              <a:defRPr lang="en-US"/>
            </a:defPPr>
            <a:lvl1pPr marL="0" algn="r" defTabSz="914400" rtl="0" eaLnBrk="1" latinLnBrk="0" hangingPunct="1">
              <a:defRPr sz="10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0BE2C1E-995C-4121-AD26-7DE6C74EE600}" type="slidenum">
              <a:rPr lang="en-GB" smtClean="0"/>
              <a:t>‹#›</a:t>
            </a:fld>
            <a:endParaRPr lang="en-GB"/>
          </a:p>
        </p:txBody>
      </p:sp>
      <p:sp>
        <p:nvSpPr>
          <p:cNvPr id="10" name="TextBox 9">
            <a:extLst>
              <a:ext uri="{FF2B5EF4-FFF2-40B4-BE49-F238E27FC236}">
                <a16:creationId xmlns:a16="http://schemas.microsoft.com/office/drawing/2014/main" id="{C91EFB40-908A-B2E7-72DD-3D490605C48D}"/>
              </a:ext>
            </a:extLst>
          </p:cNvPr>
          <p:cNvSpPr txBox="1"/>
          <p:nvPr userDrawn="1"/>
        </p:nvSpPr>
        <p:spPr bwMode="gray">
          <a:xfrm flipH="1">
            <a:off x="-718457" y="6814457"/>
            <a:ext cx="0" cy="0"/>
          </a:xfrm>
          <a:prstGeom prst="rect">
            <a:avLst/>
          </a:prstGeom>
          <a:noFill/>
        </p:spPr>
        <p:txBody>
          <a:bodyPr wrap="non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6000" indent="-216000" algn="l">
              <a:spcBef>
                <a:spcPts val="600"/>
              </a:spcBef>
              <a:buFont typeface="Arial" pitchFamily="34" charset="0"/>
              <a:buChar char="•"/>
            </a:pPr>
            <a:endParaRPr lang="en-GB" sz="1200" err="1"/>
          </a:p>
        </p:txBody>
      </p:sp>
    </p:spTree>
    <p:extLst>
      <p:ext uri="{BB962C8B-B14F-4D97-AF65-F5344CB8AC3E}">
        <p14:creationId xmlns:p14="http://schemas.microsoft.com/office/powerpoint/2010/main" val="3252564130"/>
      </p:ext>
    </p:extLst>
  </p:cSld>
  <p:clrMapOvr>
    <a:masterClrMapping/>
  </p:clrMapOvr>
  <p:transition/>
  <p:extLst>
    <p:ext uri="{DCECCB84-F9BA-43D5-87BE-67443E8EF086}">
      <p15:sldGuideLst xmlns:p15="http://schemas.microsoft.com/office/powerpoint/2012/main">
        <p15:guide id="1" pos="3727">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37CCCAD9-9256-CF6B-F4ED-9A34A4CA118B}"/>
              </a:ext>
            </a:extLst>
          </p:cNvPr>
          <p:cNvSpPr>
            <a:spLocks noGrp="1"/>
          </p:cNvSpPr>
          <p:nvPr>
            <p:ph type="pic" sz="quarter" idx="11"/>
          </p:nvPr>
        </p:nvSpPr>
        <p:spPr>
          <a:xfrm>
            <a:off x="8121330" y="0"/>
            <a:ext cx="4070667" cy="6858000"/>
          </a:xfrm>
          <a:solidFill>
            <a:schemeClr val="tx1"/>
          </a:solidFill>
        </p:spPr>
        <p:txBody>
          <a:bodyPr/>
          <a:lstStyle/>
          <a:p>
            <a:r>
              <a:rPr lang="en-GB"/>
              <a:t>Click icon to add picture</a:t>
            </a:r>
          </a:p>
        </p:txBody>
      </p:sp>
      <p:sp>
        <p:nvSpPr>
          <p:cNvPr id="2" name="Title 1">
            <a:extLst>
              <a:ext uri="{FF2B5EF4-FFF2-40B4-BE49-F238E27FC236}">
                <a16:creationId xmlns:a16="http://schemas.microsoft.com/office/drawing/2014/main" id="{4D5AB824-8E31-DCCB-7816-8C043272CE1A}"/>
              </a:ext>
            </a:extLst>
          </p:cNvPr>
          <p:cNvSpPr>
            <a:spLocks noGrp="1"/>
          </p:cNvSpPr>
          <p:nvPr>
            <p:ph type="title"/>
          </p:nvPr>
        </p:nvSpPr>
        <p:spPr>
          <a:xfrm>
            <a:off x="360000" y="536576"/>
            <a:ext cx="7485623" cy="661987"/>
          </a:xfrm>
        </p:spPr>
        <p:txBody>
          <a:bodyPr/>
          <a:lstStyle/>
          <a:p>
            <a:r>
              <a:rPr lang="en-GB"/>
              <a:t>Click to edit Master title style</a:t>
            </a:r>
          </a:p>
        </p:txBody>
      </p:sp>
      <p:sp>
        <p:nvSpPr>
          <p:cNvPr id="3" name="Footer Placeholder 2">
            <a:extLst>
              <a:ext uri="{FF2B5EF4-FFF2-40B4-BE49-F238E27FC236}">
                <a16:creationId xmlns:a16="http://schemas.microsoft.com/office/drawing/2014/main" id="{304F5DB0-C987-FA9A-46F5-2520A0BA1DF6}"/>
              </a:ext>
            </a:extLst>
          </p:cNvPr>
          <p:cNvSpPr>
            <a:spLocks noGrp="1"/>
          </p:cNvSpPr>
          <p:nvPr>
            <p:ph type="ftr" sz="quarter" idx="10"/>
          </p:nvPr>
        </p:nvSpPr>
        <p:spPr>
          <a:xfrm>
            <a:off x="675937" y="6321425"/>
            <a:ext cx="7368606" cy="367612"/>
          </a:xfrm>
        </p:spPr>
        <p:txBody>
          <a:bodyPr/>
          <a:lstStyle/>
          <a:p>
            <a:endParaRPr lang="en-GB"/>
          </a:p>
        </p:txBody>
      </p:sp>
      <p:cxnSp>
        <p:nvCxnSpPr>
          <p:cNvPr id="5" name="Straight Connector 4">
            <a:extLst>
              <a:ext uri="{FF2B5EF4-FFF2-40B4-BE49-F238E27FC236}">
                <a16:creationId xmlns:a16="http://schemas.microsoft.com/office/drawing/2014/main" id="{0FF2B470-6416-ED2A-CEE1-47942FB5C702}"/>
              </a:ext>
            </a:extLst>
          </p:cNvPr>
          <p:cNvCxnSpPr/>
          <p:nvPr userDrawn="1"/>
        </p:nvCxnSpPr>
        <p:spPr bwMode="gray">
          <a:xfrm flipH="1">
            <a:off x="2743200" y="3722766"/>
            <a:ext cx="0" cy="2160911"/>
          </a:xfrm>
          <a:prstGeom prst="line">
            <a:avLst/>
          </a:prstGeom>
          <a:ln w="1270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5EF2DE82-B254-EDE8-E7C8-B2A811AE61DB}"/>
              </a:ext>
            </a:extLst>
          </p:cNvPr>
          <p:cNvCxnSpPr/>
          <p:nvPr userDrawn="1"/>
        </p:nvCxnSpPr>
        <p:spPr bwMode="gray">
          <a:xfrm flipH="1">
            <a:off x="5448300" y="3722766"/>
            <a:ext cx="0" cy="2160911"/>
          </a:xfrm>
          <a:prstGeom prst="line">
            <a:avLst/>
          </a:prstGeom>
          <a:ln w="1270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8" name="Text Placeholder 6">
            <a:extLst>
              <a:ext uri="{FF2B5EF4-FFF2-40B4-BE49-F238E27FC236}">
                <a16:creationId xmlns:a16="http://schemas.microsoft.com/office/drawing/2014/main" id="{A7D2A3A8-4263-816F-EB8C-E298B2B1CAF7}"/>
              </a:ext>
            </a:extLst>
          </p:cNvPr>
          <p:cNvSpPr>
            <a:spLocks noGrp="1"/>
          </p:cNvSpPr>
          <p:nvPr>
            <p:ph type="body" sz="quarter" idx="12" hasCustomPrompt="1"/>
          </p:nvPr>
        </p:nvSpPr>
        <p:spPr>
          <a:xfrm>
            <a:off x="360364" y="207165"/>
            <a:ext cx="7485260" cy="178593"/>
          </a:xfrm>
          <a:prstGeom prst="rect">
            <a:avLst/>
          </a:prstGeom>
        </p:spPr>
        <p:txBody>
          <a:bodyPr anchor="b"/>
          <a:lstStyle>
            <a:lvl1pPr marL="0" indent="0" rtl="0">
              <a:buNone/>
              <a:defRPr sz="1200" cap="all" baseline="0">
                <a:solidFill>
                  <a:schemeClr val="tx2">
                    <a:lumMod val="60000"/>
                    <a:lumOff val="40000"/>
                  </a:schemeClr>
                </a:solidFill>
                <a:latin typeface="+mj-lt"/>
              </a:defRPr>
            </a:lvl1pPr>
          </a:lstStyle>
          <a:p>
            <a:pPr lvl="0"/>
            <a:r>
              <a:rPr lang="en-GB"/>
              <a:t>Click to edit chapter text</a:t>
            </a:r>
          </a:p>
        </p:txBody>
      </p:sp>
      <p:sp>
        <p:nvSpPr>
          <p:cNvPr id="19" name="Text Placeholder 11">
            <a:extLst>
              <a:ext uri="{FF2B5EF4-FFF2-40B4-BE49-F238E27FC236}">
                <a16:creationId xmlns:a16="http://schemas.microsoft.com/office/drawing/2014/main" id="{2EA70141-D634-DDAE-7CDD-3D62AA17E329}"/>
              </a:ext>
            </a:extLst>
          </p:cNvPr>
          <p:cNvSpPr>
            <a:spLocks noGrp="1"/>
          </p:cNvSpPr>
          <p:nvPr>
            <p:ph type="body" sz="quarter" idx="13"/>
          </p:nvPr>
        </p:nvSpPr>
        <p:spPr>
          <a:xfrm>
            <a:off x="360364" y="1557339"/>
            <a:ext cx="7485260" cy="1577896"/>
          </a:xfrm>
          <a:prstGeom prst="rect">
            <a:avLst/>
          </a:prstGeom>
        </p:spPr>
        <p:txBody>
          <a:bodyPr/>
          <a:lstStyle>
            <a:lvl1pPr rtl="0">
              <a:defRPr/>
            </a:lvl1pPr>
            <a:lvl2pPr rtl="0">
              <a:defRPr/>
            </a:lvl2pPr>
            <a:lvl3pPr rtl="0">
              <a:defRPr/>
            </a:lvl3pPr>
            <a:lvl4pPr rtl="0">
              <a:defRPr/>
            </a:lvl4pPr>
            <a:lvl5pPr rtl="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3" name="Text Placeholder 22">
            <a:extLst>
              <a:ext uri="{FF2B5EF4-FFF2-40B4-BE49-F238E27FC236}">
                <a16:creationId xmlns:a16="http://schemas.microsoft.com/office/drawing/2014/main" id="{7A040119-EDAD-89B4-AF59-D7794C22A7A0}"/>
              </a:ext>
            </a:extLst>
          </p:cNvPr>
          <p:cNvSpPr>
            <a:spLocks noGrp="1"/>
          </p:cNvSpPr>
          <p:nvPr>
            <p:ph type="body" sz="quarter" idx="14"/>
          </p:nvPr>
        </p:nvSpPr>
        <p:spPr>
          <a:xfrm>
            <a:off x="360364" y="3357563"/>
            <a:ext cx="2107130" cy="27495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4" name="Text Placeholder 22">
            <a:extLst>
              <a:ext uri="{FF2B5EF4-FFF2-40B4-BE49-F238E27FC236}">
                <a16:creationId xmlns:a16="http://schemas.microsoft.com/office/drawing/2014/main" id="{74FCE1E1-5E79-19AD-8917-8F4D4D6BE63F}"/>
              </a:ext>
            </a:extLst>
          </p:cNvPr>
          <p:cNvSpPr>
            <a:spLocks noGrp="1"/>
          </p:cNvSpPr>
          <p:nvPr>
            <p:ph type="body" sz="quarter" idx="15"/>
          </p:nvPr>
        </p:nvSpPr>
        <p:spPr>
          <a:xfrm>
            <a:off x="3060021" y="3357563"/>
            <a:ext cx="2140374" cy="27495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5" name="Text Placeholder 22">
            <a:extLst>
              <a:ext uri="{FF2B5EF4-FFF2-40B4-BE49-F238E27FC236}">
                <a16:creationId xmlns:a16="http://schemas.microsoft.com/office/drawing/2014/main" id="{59532641-4A59-C098-AD86-DD47DC3D23C1}"/>
              </a:ext>
            </a:extLst>
          </p:cNvPr>
          <p:cNvSpPr>
            <a:spLocks noGrp="1"/>
          </p:cNvSpPr>
          <p:nvPr>
            <p:ph type="body" sz="quarter" idx="16"/>
          </p:nvPr>
        </p:nvSpPr>
        <p:spPr>
          <a:xfrm>
            <a:off x="5705249" y="3357563"/>
            <a:ext cx="2140374" cy="27495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6" name="Slide Number Placeholder 3">
            <a:extLst>
              <a:ext uri="{FF2B5EF4-FFF2-40B4-BE49-F238E27FC236}">
                <a16:creationId xmlns:a16="http://schemas.microsoft.com/office/drawing/2014/main" id="{8EAFDB7A-387F-173C-A81F-BF4D9ACD20C7}"/>
              </a:ext>
            </a:extLst>
          </p:cNvPr>
          <p:cNvSpPr>
            <a:spLocks noGrp="1"/>
          </p:cNvSpPr>
          <p:nvPr>
            <p:ph type="sldNum" sz="quarter" idx="17"/>
          </p:nvPr>
        </p:nvSpPr>
        <p:spPr>
          <a:xfrm>
            <a:off x="11126972" y="6317863"/>
            <a:ext cx="704666" cy="181362"/>
          </a:xfrm>
          <a:prstGeom prst="rect">
            <a:avLst/>
          </a:prstGeom>
          <a:noFill/>
        </p:spPr>
        <p:txBody>
          <a:bodyPr vert="horz" lIns="0" tIns="0" rIns="0" bIns="0" rtlCol="0" anchor="b">
            <a:noAutofit/>
          </a:bodyPr>
          <a:lstStyle>
            <a:defPPr>
              <a:defRPr lang="en-US"/>
            </a:defPPr>
            <a:lvl1pPr marL="0" algn="r" defTabSz="914400" rtl="0" eaLnBrk="1" latinLnBrk="0" hangingPunct="1">
              <a:defRPr sz="10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0BE2C1E-995C-4121-AD26-7DE6C74EE600}" type="slidenum">
              <a:rPr lang="en-GB" smtClean="0"/>
              <a:t>‹#›</a:t>
            </a:fld>
            <a:endParaRPr lang="en-GB"/>
          </a:p>
        </p:txBody>
      </p:sp>
    </p:spTree>
    <p:extLst>
      <p:ext uri="{BB962C8B-B14F-4D97-AF65-F5344CB8AC3E}">
        <p14:creationId xmlns:p14="http://schemas.microsoft.com/office/powerpoint/2010/main" val="1956571424"/>
      </p:ext>
    </p:extLst>
  </p:cSld>
  <p:clrMapOvr>
    <a:masterClrMapping/>
  </p:clrMapOvr>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CV">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FC6C5F2-0587-E71A-6AF6-1C672CE4AFE7}"/>
              </a:ext>
            </a:extLst>
          </p:cNvPr>
          <p:cNvSpPr/>
          <p:nvPr userDrawn="1"/>
        </p:nvSpPr>
        <p:spPr bwMode="gray">
          <a:xfrm>
            <a:off x="-5419" y="0"/>
            <a:ext cx="383120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GB" sz="1400"/>
          </a:p>
        </p:txBody>
      </p:sp>
      <p:sp>
        <p:nvSpPr>
          <p:cNvPr id="5" name="Footer Placeholder 5">
            <a:extLst>
              <a:ext uri="{FF2B5EF4-FFF2-40B4-BE49-F238E27FC236}">
                <a16:creationId xmlns:a16="http://schemas.microsoft.com/office/drawing/2014/main" id="{E8D38161-7E77-5DB9-F2CC-E33C2846AECE}"/>
              </a:ext>
            </a:extLst>
          </p:cNvPr>
          <p:cNvSpPr>
            <a:spLocks noGrp="1"/>
          </p:cNvSpPr>
          <p:nvPr>
            <p:ph type="ftr" sz="quarter" idx="11"/>
          </p:nvPr>
        </p:nvSpPr>
        <p:spPr>
          <a:xfrm>
            <a:off x="4045397" y="6321425"/>
            <a:ext cx="6718396" cy="367612"/>
          </a:xfrm>
        </p:spPr>
        <p:txBody>
          <a:bodyPr/>
          <a:lstStyle/>
          <a:p>
            <a:endParaRPr lang="en-US"/>
          </a:p>
        </p:txBody>
      </p:sp>
      <p:pic>
        <p:nvPicPr>
          <p:cNvPr id="6" name="Logo-white">
            <a:extLst>
              <a:ext uri="{FF2B5EF4-FFF2-40B4-BE49-F238E27FC236}">
                <a16:creationId xmlns:a16="http://schemas.microsoft.com/office/drawing/2014/main" id="{47D0D993-0553-6A5C-25AB-EFCBE9B5B82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1334902" y="216000"/>
            <a:ext cx="646728" cy="763199"/>
          </a:xfrm>
          <a:prstGeom prst="rect">
            <a:avLst/>
          </a:prstGeom>
        </p:spPr>
      </p:pic>
      <p:sp>
        <p:nvSpPr>
          <p:cNvPr id="7" name="Picture Placeholder 14">
            <a:extLst>
              <a:ext uri="{FF2B5EF4-FFF2-40B4-BE49-F238E27FC236}">
                <a16:creationId xmlns:a16="http://schemas.microsoft.com/office/drawing/2014/main" id="{EBE17BB3-EF85-EA2E-4187-BC13B34E4A47}"/>
              </a:ext>
            </a:extLst>
          </p:cNvPr>
          <p:cNvSpPr>
            <a:spLocks noGrp="1"/>
          </p:cNvSpPr>
          <p:nvPr>
            <p:ph type="pic" sz="quarter" idx="13" hasCustomPrompt="1"/>
          </p:nvPr>
        </p:nvSpPr>
        <p:spPr>
          <a:xfrm>
            <a:off x="360000" y="360000"/>
            <a:ext cx="827999" cy="827999"/>
          </a:xfrm>
          <a:prstGeom prst="ellipse">
            <a:avLst/>
          </a:prstGeom>
          <a:solidFill>
            <a:schemeClr val="bg1"/>
          </a:solidFill>
        </p:spPr>
        <p:txBody>
          <a:bodyPr/>
          <a:lstStyle>
            <a:lvl1pPr marL="0" indent="0" algn="ctr">
              <a:buNone/>
              <a:defRPr sz="1200"/>
            </a:lvl1pPr>
          </a:lstStyle>
          <a:p>
            <a:r>
              <a:rPr lang="en-GB"/>
              <a:t>Profile Picture</a:t>
            </a:r>
          </a:p>
        </p:txBody>
      </p:sp>
      <p:sp>
        <p:nvSpPr>
          <p:cNvPr id="11" name="Text Placeholder 28">
            <a:extLst>
              <a:ext uri="{FF2B5EF4-FFF2-40B4-BE49-F238E27FC236}">
                <a16:creationId xmlns:a16="http://schemas.microsoft.com/office/drawing/2014/main" id="{FFA551A1-BF35-C39C-8697-CB1E9345E642}"/>
              </a:ext>
            </a:extLst>
          </p:cNvPr>
          <p:cNvSpPr>
            <a:spLocks noGrp="1"/>
          </p:cNvSpPr>
          <p:nvPr>
            <p:ph type="body" sz="quarter" idx="15" hasCustomPrompt="1"/>
          </p:nvPr>
        </p:nvSpPr>
        <p:spPr>
          <a:xfrm>
            <a:off x="360000" y="1702992"/>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12" name="TextBox 11">
            <a:extLst>
              <a:ext uri="{FF2B5EF4-FFF2-40B4-BE49-F238E27FC236}">
                <a16:creationId xmlns:a16="http://schemas.microsoft.com/office/drawing/2014/main" id="{5DD36D57-5269-61F2-B19F-1F6BB9536DE8}"/>
              </a:ext>
            </a:extLst>
          </p:cNvPr>
          <p:cNvSpPr txBox="1"/>
          <p:nvPr userDrawn="1"/>
        </p:nvSpPr>
        <p:spPr bwMode="gray">
          <a:xfrm>
            <a:off x="360000" y="1423646"/>
            <a:ext cx="1728192" cy="21409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GB" sz="1050">
                <a:solidFill>
                  <a:schemeClr val="bg1"/>
                </a:solidFill>
                <a:latin typeface="+mj-lt"/>
              </a:rPr>
              <a:t>Experience</a:t>
            </a:r>
            <a:endParaRPr lang="en-GB" sz="1400">
              <a:solidFill>
                <a:schemeClr val="bg1"/>
              </a:solidFill>
              <a:latin typeface="+mj-lt"/>
            </a:endParaRPr>
          </a:p>
        </p:txBody>
      </p:sp>
      <p:sp>
        <p:nvSpPr>
          <p:cNvPr id="13" name="Text Placeholder 28">
            <a:extLst>
              <a:ext uri="{FF2B5EF4-FFF2-40B4-BE49-F238E27FC236}">
                <a16:creationId xmlns:a16="http://schemas.microsoft.com/office/drawing/2014/main" id="{95C386AA-BD58-3018-CD73-1889351A6020}"/>
              </a:ext>
            </a:extLst>
          </p:cNvPr>
          <p:cNvSpPr>
            <a:spLocks noGrp="1"/>
          </p:cNvSpPr>
          <p:nvPr>
            <p:ph type="body" sz="quarter" idx="16" hasCustomPrompt="1"/>
          </p:nvPr>
        </p:nvSpPr>
        <p:spPr>
          <a:xfrm>
            <a:off x="1318063" y="1698131"/>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r>
              <a:rPr lang="en-US"/>
              <a:t>Company</a:t>
            </a:r>
            <a:endParaRPr lang="en-GB"/>
          </a:p>
        </p:txBody>
      </p:sp>
      <p:sp>
        <p:nvSpPr>
          <p:cNvPr id="14" name="Text Placeholder 28">
            <a:extLst>
              <a:ext uri="{FF2B5EF4-FFF2-40B4-BE49-F238E27FC236}">
                <a16:creationId xmlns:a16="http://schemas.microsoft.com/office/drawing/2014/main" id="{8A736D33-7C4D-BC9E-6A16-FE42C1380200}"/>
              </a:ext>
            </a:extLst>
          </p:cNvPr>
          <p:cNvSpPr>
            <a:spLocks noGrp="1"/>
          </p:cNvSpPr>
          <p:nvPr>
            <p:ph type="body" sz="quarter" idx="17" hasCustomPrompt="1"/>
          </p:nvPr>
        </p:nvSpPr>
        <p:spPr>
          <a:xfrm>
            <a:off x="1318063" y="1883242"/>
            <a:ext cx="2412000" cy="180000"/>
          </a:xfrm>
        </p:spPr>
        <p:txBody>
          <a:bodyPr anchor="ctr"/>
          <a:lstStyle>
            <a:lvl1pPr marL="0" indent="0">
              <a:lnSpc>
                <a:spcPct val="100000"/>
              </a:lnSpc>
              <a:spcBef>
                <a:spcPct val="0"/>
              </a:spcBef>
              <a:buNone/>
              <a:defRPr sz="1000" i="0">
                <a:solidFill>
                  <a:schemeClr val="bg1"/>
                </a:solidFill>
              </a:defRPr>
            </a:lvl1pPr>
          </a:lstStyle>
          <a:p>
            <a:pPr lvl="0"/>
            <a:r>
              <a:rPr lang="en-US"/>
              <a:t>Position</a:t>
            </a:r>
            <a:endParaRPr lang="en-GB"/>
          </a:p>
        </p:txBody>
      </p:sp>
      <p:sp>
        <p:nvSpPr>
          <p:cNvPr id="15" name="Text Placeholder 28">
            <a:extLst>
              <a:ext uri="{FF2B5EF4-FFF2-40B4-BE49-F238E27FC236}">
                <a16:creationId xmlns:a16="http://schemas.microsoft.com/office/drawing/2014/main" id="{61A79F10-4485-A613-9A8B-563723845ED9}"/>
              </a:ext>
            </a:extLst>
          </p:cNvPr>
          <p:cNvSpPr>
            <a:spLocks noGrp="1"/>
          </p:cNvSpPr>
          <p:nvPr>
            <p:ph type="body" sz="quarter" idx="18" hasCustomPrompt="1"/>
          </p:nvPr>
        </p:nvSpPr>
        <p:spPr>
          <a:xfrm>
            <a:off x="1435999" y="537937"/>
            <a:ext cx="2304000" cy="180000"/>
          </a:xfrm>
        </p:spPr>
        <p:txBody>
          <a:bodyPr anchor="ctr"/>
          <a:lstStyle>
            <a:lvl1pPr marL="0" indent="0">
              <a:lnSpc>
                <a:spcPct val="100000"/>
              </a:lnSpc>
              <a:spcBef>
                <a:spcPct val="0"/>
              </a:spcBef>
              <a:buNone/>
              <a:defRPr sz="1200" cap="all" baseline="0">
                <a:solidFill>
                  <a:schemeClr val="bg1"/>
                </a:solidFill>
                <a:latin typeface="+mj-lt"/>
              </a:defRPr>
            </a:lvl1pPr>
          </a:lstStyle>
          <a:p>
            <a:pPr lvl="0"/>
            <a:r>
              <a:rPr lang="en-US"/>
              <a:t>Name</a:t>
            </a:r>
            <a:endParaRPr lang="en-GB"/>
          </a:p>
        </p:txBody>
      </p:sp>
      <p:sp>
        <p:nvSpPr>
          <p:cNvPr id="16" name="Text Placeholder 28">
            <a:extLst>
              <a:ext uri="{FF2B5EF4-FFF2-40B4-BE49-F238E27FC236}">
                <a16:creationId xmlns:a16="http://schemas.microsoft.com/office/drawing/2014/main" id="{270F4BB3-DCE3-9B02-3232-62F61B331EAC}"/>
              </a:ext>
            </a:extLst>
          </p:cNvPr>
          <p:cNvSpPr>
            <a:spLocks noGrp="1"/>
          </p:cNvSpPr>
          <p:nvPr>
            <p:ph type="body" sz="quarter" idx="19" hasCustomPrompt="1"/>
          </p:nvPr>
        </p:nvSpPr>
        <p:spPr>
          <a:xfrm>
            <a:off x="1435999" y="791602"/>
            <a:ext cx="2304000" cy="180000"/>
          </a:xfrm>
        </p:spPr>
        <p:txBody>
          <a:bodyPr anchor="ctr"/>
          <a:lstStyle>
            <a:lvl1pPr marL="0" indent="0">
              <a:lnSpc>
                <a:spcPct val="100000"/>
              </a:lnSpc>
              <a:spcBef>
                <a:spcPct val="0"/>
              </a:spcBef>
              <a:buNone/>
              <a:defRPr sz="1050">
                <a:solidFill>
                  <a:schemeClr val="bg1"/>
                </a:solidFill>
              </a:defRPr>
            </a:lvl1pPr>
          </a:lstStyle>
          <a:p>
            <a:pPr lvl="0"/>
            <a:r>
              <a:rPr lang="en-US"/>
              <a:t>Position</a:t>
            </a:r>
            <a:endParaRPr lang="en-GB"/>
          </a:p>
        </p:txBody>
      </p:sp>
      <p:sp>
        <p:nvSpPr>
          <p:cNvPr id="17" name="Text Placeholder 28">
            <a:extLst>
              <a:ext uri="{FF2B5EF4-FFF2-40B4-BE49-F238E27FC236}">
                <a16:creationId xmlns:a16="http://schemas.microsoft.com/office/drawing/2014/main" id="{D000A76F-39EB-4717-E0DF-0035401C2A75}"/>
              </a:ext>
            </a:extLst>
          </p:cNvPr>
          <p:cNvSpPr>
            <a:spLocks noGrp="1"/>
          </p:cNvSpPr>
          <p:nvPr>
            <p:ph type="body" sz="quarter" idx="20" hasCustomPrompt="1"/>
          </p:nvPr>
        </p:nvSpPr>
        <p:spPr>
          <a:xfrm>
            <a:off x="360000" y="2127609"/>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18" name="Text Placeholder 28">
            <a:extLst>
              <a:ext uri="{FF2B5EF4-FFF2-40B4-BE49-F238E27FC236}">
                <a16:creationId xmlns:a16="http://schemas.microsoft.com/office/drawing/2014/main" id="{10BE93CF-7A28-8287-E2C8-BEEFF2A3D430}"/>
              </a:ext>
            </a:extLst>
          </p:cNvPr>
          <p:cNvSpPr>
            <a:spLocks noGrp="1"/>
          </p:cNvSpPr>
          <p:nvPr>
            <p:ph type="body" sz="quarter" idx="21" hasCustomPrompt="1"/>
          </p:nvPr>
        </p:nvSpPr>
        <p:spPr>
          <a:xfrm>
            <a:off x="1318063" y="2123699"/>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r>
              <a:rPr lang="en-US"/>
              <a:t>Company</a:t>
            </a:r>
            <a:endParaRPr lang="en-GB"/>
          </a:p>
        </p:txBody>
      </p:sp>
      <p:sp>
        <p:nvSpPr>
          <p:cNvPr id="19" name="Text Placeholder 28">
            <a:extLst>
              <a:ext uri="{FF2B5EF4-FFF2-40B4-BE49-F238E27FC236}">
                <a16:creationId xmlns:a16="http://schemas.microsoft.com/office/drawing/2014/main" id="{5DF6128E-43D9-ADFD-6D9D-FBB0DE71CB3B}"/>
              </a:ext>
            </a:extLst>
          </p:cNvPr>
          <p:cNvSpPr>
            <a:spLocks noGrp="1"/>
          </p:cNvSpPr>
          <p:nvPr>
            <p:ph type="body" sz="quarter" idx="22" hasCustomPrompt="1"/>
          </p:nvPr>
        </p:nvSpPr>
        <p:spPr>
          <a:xfrm>
            <a:off x="1318063" y="2306603"/>
            <a:ext cx="2412000" cy="180000"/>
          </a:xfrm>
        </p:spPr>
        <p:txBody>
          <a:bodyPr anchor="ctr"/>
          <a:lstStyle>
            <a:lvl1pPr marL="0" indent="0">
              <a:lnSpc>
                <a:spcPct val="100000"/>
              </a:lnSpc>
              <a:spcBef>
                <a:spcPct val="0"/>
              </a:spcBef>
              <a:buNone/>
              <a:defRPr sz="1000" i="0">
                <a:solidFill>
                  <a:schemeClr val="bg1"/>
                </a:solidFill>
              </a:defRPr>
            </a:lvl1pPr>
          </a:lstStyle>
          <a:p>
            <a:pPr lvl="0"/>
            <a:r>
              <a:rPr lang="en-US"/>
              <a:t>Position</a:t>
            </a:r>
            <a:endParaRPr lang="en-GB"/>
          </a:p>
        </p:txBody>
      </p:sp>
      <p:sp>
        <p:nvSpPr>
          <p:cNvPr id="20" name="Text Placeholder 28">
            <a:extLst>
              <a:ext uri="{FF2B5EF4-FFF2-40B4-BE49-F238E27FC236}">
                <a16:creationId xmlns:a16="http://schemas.microsoft.com/office/drawing/2014/main" id="{A9C99A24-736F-B0C4-D508-E38BEEF31087}"/>
              </a:ext>
            </a:extLst>
          </p:cNvPr>
          <p:cNvSpPr>
            <a:spLocks noGrp="1"/>
          </p:cNvSpPr>
          <p:nvPr>
            <p:ph type="body" sz="quarter" idx="23" hasCustomPrompt="1"/>
          </p:nvPr>
        </p:nvSpPr>
        <p:spPr>
          <a:xfrm>
            <a:off x="360000" y="2552226"/>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21" name="Text Placeholder 28">
            <a:extLst>
              <a:ext uri="{FF2B5EF4-FFF2-40B4-BE49-F238E27FC236}">
                <a16:creationId xmlns:a16="http://schemas.microsoft.com/office/drawing/2014/main" id="{D26F8804-7260-2EE7-762E-88F6FFED7F58}"/>
              </a:ext>
            </a:extLst>
          </p:cNvPr>
          <p:cNvSpPr>
            <a:spLocks noGrp="1"/>
          </p:cNvSpPr>
          <p:nvPr>
            <p:ph type="body" sz="quarter" idx="24" hasCustomPrompt="1"/>
          </p:nvPr>
        </p:nvSpPr>
        <p:spPr>
          <a:xfrm>
            <a:off x="1318063" y="2548316"/>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r>
              <a:rPr lang="en-US"/>
              <a:t>Company</a:t>
            </a:r>
            <a:endParaRPr lang="en-GB"/>
          </a:p>
        </p:txBody>
      </p:sp>
      <p:sp>
        <p:nvSpPr>
          <p:cNvPr id="22" name="Text Placeholder 28">
            <a:extLst>
              <a:ext uri="{FF2B5EF4-FFF2-40B4-BE49-F238E27FC236}">
                <a16:creationId xmlns:a16="http://schemas.microsoft.com/office/drawing/2014/main" id="{222390F0-B5A4-FAA4-9BA3-B36823B00F0C}"/>
              </a:ext>
            </a:extLst>
          </p:cNvPr>
          <p:cNvSpPr>
            <a:spLocks noGrp="1"/>
          </p:cNvSpPr>
          <p:nvPr>
            <p:ph type="body" sz="quarter" idx="25" hasCustomPrompt="1"/>
          </p:nvPr>
        </p:nvSpPr>
        <p:spPr>
          <a:xfrm>
            <a:off x="1318063" y="2732885"/>
            <a:ext cx="2412000" cy="180000"/>
          </a:xfrm>
        </p:spPr>
        <p:txBody>
          <a:bodyPr anchor="ctr"/>
          <a:lstStyle>
            <a:lvl1pPr marL="0" indent="0">
              <a:lnSpc>
                <a:spcPct val="100000"/>
              </a:lnSpc>
              <a:spcBef>
                <a:spcPct val="0"/>
              </a:spcBef>
              <a:buNone/>
              <a:defRPr sz="1000" i="0">
                <a:solidFill>
                  <a:schemeClr val="bg1"/>
                </a:solidFill>
              </a:defRPr>
            </a:lvl1pPr>
          </a:lstStyle>
          <a:p>
            <a:pPr lvl="0"/>
            <a:r>
              <a:rPr lang="en-US"/>
              <a:t>Position</a:t>
            </a:r>
            <a:endParaRPr lang="en-GB"/>
          </a:p>
        </p:txBody>
      </p:sp>
      <p:sp>
        <p:nvSpPr>
          <p:cNvPr id="23" name="Text Placeholder 28">
            <a:extLst>
              <a:ext uri="{FF2B5EF4-FFF2-40B4-BE49-F238E27FC236}">
                <a16:creationId xmlns:a16="http://schemas.microsoft.com/office/drawing/2014/main" id="{4C68694E-316F-1EAB-24F0-1A922F5B2ED3}"/>
              </a:ext>
            </a:extLst>
          </p:cNvPr>
          <p:cNvSpPr>
            <a:spLocks noGrp="1"/>
          </p:cNvSpPr>
          <p:nvPr>
            <p:ph type="body" sz="quarter" idx="26" hasCustomPrompt="1"/>
          </p:nvPr>
        </p:nvSpPr>
        <p:spPr>
          <a:xfrm>
            <a:off x="360000" y="2976843"/>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24" name="Text Placeholder 28">
            <a:extLst>
              <a:ext uri="{FF2B5EF4-FFF2-40B4-BE49-F238E27FC236}">
                <a16:creationId xmlns:a16="http://schemas.microsoft.com/office/drawing/2014/main" id="{11E85670-20E0-B0D6-67DE-B1377961E2A4}"/>
              </a:ext>
            </a:extLst>
          </p:cNvPr>
          <p:cNvSpPr>
            <a:spLocks noGrp="1"/>
          </p:cNvSpPr>
          <p:nvPr>
            <p:ph type="body" sz="quarter" idx="27" hasCustomPrompt="1"/>
          </p:nvPr>
        </p:nvSpPr>
        <p:spPr>
          <a:xfrm>
            <a:off x="1318063" y="2972933"/>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r>
              <a:rPr lang="en-US"/>
              <a:t>Company</a:t>
            </a:r>
            <a:endParaRPr lang="en-GB"/>
          </a:p>
        </p:txBody>
      </p:sp>
      <p:sp>
        <p:nvSpPr>
          <p:cNvPr id="25" name="Text Placeholder 28">
            <a:extLst>
              <a:ext uri="{FF2B5EF4-FFF2-40B4-BE49-F238E27FC236}">
                <a16:creationId xmlns:a16="http://schemas.microsoft.com/office/drawing/2014/main" id="{EED7AD66-D019-5E6F-7A97-70CE93096925}"/>
              </a:ext>
            </a:extLst>
          </p:cNvPr>
          <p:cNvSpPr>
            <a:spLocks noGrp="1"/>
          </p:cNvSpPr>
          <p:nvPr>
            <p:ph type="body" sz="quarter" idx="28" hasCustomPrompt="1"/>
          </p:nvPr>
        </p:nvSpPr>
        <p:spPr>
          <a:xfrm>
            <a:off x="1318063" y="3154827"/>
            <a:ext cx="2412000" cy="180000"/>
          </a:xfrm>
        </p:spPr>
        <p:txBody>
          <a:bodyPr anchor="ctr"/>
          <a:lstStyle>
            <a:lvl1pPr marL="0" indent="0">
              <a:lnSpc>
                <a:spcPct val="100000"/>
              </a:lnSpc>
              <a:spcBef>
                <a:spcPct val="0"/>
              </a:spcBef>
              <a:buNone/>
              <a:defRPr sz="1000" i="0">
                <a:solidFill>
                  <a:schemeClr val="bg1"/>
                </a:solidFill>
              </a:defRPr>
            </a:lvl1pPr>
          </a:lstStyle>
          <a:p>
            <a:pPr lvl="0"/>
            <a:r>
              <a:rPr lang="en-US"/>
              <a:t>Position</a:t>
            </a:r>
            <a:endParaRPr lang="en-GB"/>
          </a:p>
        </p:txBody>
      </p:sp>
      <p:sp>
        <p:nvSpPr>
          <p:cNvPr id="26" name="Text Placeholder 28">
            <a:extLst>
              <a:ext uri="{FF2B5EF4-FFF2-40B4-BE49-F238E27FC236}">
                <a16:creationId xmlns:a16="http://schemas.microsoft.com/office/drawing/2014/main" id="{2B8FBF66-DFFE-251C-9E2A-4586984D28D1}"/>
              </a:ext>
            </a:extLst>
          </p:cNvPr>
          <p:cNvSpPr>
            <a:spLocks noGrp="1"/>
          </p:cNvSpPr>
          <p:nvPr>
            <p:ph type="body" sz="quarter" idx="29" hasCustomPrompt="1"/>
          </p:nvPr>
        </p:nvSpPr>
        <p:spPr>
          <a:xfrm>
            <a:off x="360000" y="3401460"/>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27" name="Text Placeholder 28">
            <a:extLst>
              <a:ext uri="{FF2B5EF4-FFF2-40B4-BE49-F238E27FC236}">
                <a16:creationId xmlns:a16="http://schemas.microsoft.com/office/drawing/2014/main" id="{4C5DA838-4784-63F5-90D3-F935B5EC2526}"/>
              </a:ext>
            </a:extLst>
          </p:cNvPr>
          <p:cNvSpPr>
            <a:spLocks noGrp="1"/>
          </p:cNvSpPr>
          <p:nvPr>
            <p:ph type="body" sz="quarter" idx="30" hasCustomPrompt="1"/>
          </p:nvPr>
        </p:nvSpPr>
        <p:spPr>
          <a:xfrm>
            <a:off x="1318063" y="3397550"/>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r>
              <a:rPr lang="en-US"/>
              <a:t>Company</a:t>
            </a:r>
            <a:endParaRPr lang="en-GB"/>
          </a:p>
        </p:txBody>
      </p:sp>
      <p:sp>
        <p:nvSpPr>
          <p:cNvPr id="28" name="Text Placeholder 28">
            <a:extLst>
              <a:ext uri="{FF2B5EF4-FFF2-40B4-BE49-F238E27FC236}">
                <a16:creationId xmlns:a16="http://schemas.microsoft.com/office/drawing/2014/main" id="{D3AA768A-2A3D-272F-11D7-C36415A148D0}"/>
              </a:ext>
            </a:extLst>
          </p:cNvPr>
          <p:cNvSpPr>
            <a:spLocks noGrp="1"/>
          </p:cNvSpPr>
          <p:nvPr>
            <p:ph type="body" sz="quarter" idx="31" hasCustomPrompt="1"/>
          </p:nvPr>
        </p:nvSpPr>
        <p:spPr>
          <a:xfrm>
            <a:off x="1318063" y="3579442"/>
            <a:ext cx="2412000" cy="180000"/>
          </a:xfrm>
        </p:spPr>
        <p:txBody>
          <a:bodyPr anchor="ctr"/>
          <a:lstStyle>
            <a:lvl1pPr marL="0" indent="0">
              <a:lnSpc>
                <a:spcPct val="100000"/>
              </a:lnSpc>
              <a:spcBef>
                <a:spcPct val="0"/>
              </a:spcBef>
              <a:buNone/>
              <a:defRPr sz="1000" i="0">
                <a:solidFill>
                  <a:schemeClr val="bg1"/>
                </a:solidFill>
              </a:defRPr>
            </a:lvl1pPr>
          </a:lstStyle>
          <a:p>
            <a:pPr lvl="0"/>
            <a:r>
              <a:rPr lang="en-US"/>
              <a:t>Position</a:t>
            </a:r>
            <a:endParaRPr lang="en-GB"/>
          </a:p>
        </p:txBody>
      </p:sp>
      <p:sp>
        <p:nvSpPr>
          <p:cNvPr id="29" name="TextBox 28">
            <a:extLst>
              <a:ext uri="{FF2B5EF4-FFF2-40B4-BE49-F238E27FC236}">
                <a16:creationId xmlns:a16="http://schemas.microsoft.com/office/drawing/2014/main" id="{81F33A88-0CC6-6AC9-55DE-40131965FD14}"/>
              </a:ext>
            </a:extLst>
          </p:cNvPr>
          <p:cNvSpPr txBox="1"/>
          <p:nvPr userDrawn="1"/>
        </p:nvSpPr>
        <p:spPr bwMode="gray">
          <a:xfrm>
            <a:off x="360000" y="4255608"/>
            <a:ext cx="1728192" cy="21409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GB" sz="1050">
                <a:solidFill>
                  <a:schemeClr val="bg1"/>
                </a:solidFill>
                <a:latin typeface="+mj-lt"/>
              </a:rPr>
              <a:t>Education</a:t>
            </a:r>
            <a:endParaRPr lang="en-GB" sz="1400">
              <a:solidFill>
                <a:schemeClr val="bg1"/>
              </a:solidFill>
              <a:latin typeface="+mj-lt"/>
            </a:endParaRPr>
          </a:p>
        </p:txBody>
      </p:sp>
      <p:sp>
        <p:nvSpPr>
          <p:cNvPr id="30" name="Text Placeholder 28">
            <a:extLst>
              <a:ext uri="{FF2B5EF4-FFF2-40B4-BE49-F238E27FC236}">
                <a16:creationId xmlns:a16="http://schemas.microsoft.com/office/drawing/2014/main" id="{D528D76E-A573-F9D9-C601-5FA53C4BBC67}"/>
              </a:ext>
            </a:extLst>
          </p:cNvPr>
          <p:cNvSpPr>
            <a:spLocks noGrp="1"/>
          </p:cNvSpPr>
          <p:nvPr>
            <p:ph type="body" sz="quarter" idx="32" hasCustomPrompt="1"/>
          </p:nvPr>
        </p:nvSpPr>
        <p:spPr>
          <a:xfrm>
            <a:off x="360000" y="3826075"/>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31" name="Text Placeholder 28">
            <a:extLst>
              <a:ext uri="{FF2B5EF4-FFF2-40B4-BE49-F238E27FC236}">
                <a16:creationId xmlns:a16="http://schemas.microsoft.com/office/drawing/2014/main" id="{9D50B0BE-C016-444A-17C9-6E35F13BE504}"/>
              </a:ext>
            </a:extLst>
          </p:cNvPr>
          <p:cNvSpPr>
            <a:spLocks noGrp="1"/>
          </p:cNvSpPr>
          <p:nvPr>
            <p:ph type="body" sz="quarter" idx="33" hasCustomPrompt="1"/>
          </p:nvPr>
        </p:nvSpPr>
        <p:spPr>
          <a:xfrm>
            <a:off x="1318063" y="3822165"/>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r>
              <a:rPr lang="en-US"/>
              <a:t>Company</a:t>
            </a:r>
            <a:endParaRPr lang="en-GB"/>
          </a:p>
        </p:txBody>
      </p:sp>
      <p:sp>
        <p:nvSpPr>
          <p:cNvPr id="32" name="Text Placeholder 28">
            <a:extLst>
              <a:ext uri="{FF2B5EF4-FFF2-40B4-BE49-F238E27FC236}">
                <a16:creationId xmlns:a16="http://schemas.microsoft.com/office/drawing/2014/main" id="{526D5D41-1C3C-76EB-C05D-7E16921435F8}"/>
              </a:ext>
            </a:extLst>
          </p:cNvPr>
          <p:cNvSpPr>
            <a:spLocks noGrp="1"/>
          </p:cNvSpPr>
          <p:nvPr>
            <p:ph type="body" sz="quarter" idx="34" hasCustomPrompt="1"/>
          </p:nvPr>
        </p:nvSpPr>
        <p:spPr>
          <a:xfrm>
            <a:off x="1318063" y="4004435"/>
            <a:ext cx="2412000" cy="180000"/>
          </a:xfrm>
        </p:spPr>
        <p:txBody>
          <a:bodyPr anchor="ctr"/>
          <a:lstStyle>
            <a:lvl1pPr marL="0" indent="0">
              <a:lnSpc>
                <a:spcPct val="100000"/>
              </a:lnSpc>
              <a:spcBef>
                <a:spcPct val="0"/>
              </a:spcBef>
              <a:buNone/>
              <a:defRPr sz="1000" i="0">
                <a:solidFill>
                  <a:schemeClr val="bg1"/>
                </a:solidFill>
              </a:defRPr>
            </a:lvl1pPr>
          </a:lstStyle>
          <a:p>
            <a:pPr lvl="0"/>
            <a:r>
              <a:rPr lang="en-US"/>
              <a:t>Position</a:t>
            </a:r>
            <a:endParaRPr lang="en-GB"/>
          </a:p>
        </p:txBody>
      </p:sp>
      <p:sp>
        <p:nvSpPr>
          <p:cNvPr id="33" name="Text Placeholder 28">
            <a:extLst>
              <a:ext uri="{FF2B5EF4-FFF2-40B4-BE49-F238E27FC236}">
                <a16:creationId xmlns:a16="http://schemas.microsoft.com/office/drawing/2014/main" id="{1DC02364-A753-EDBC-CABA-1B1CC5DC5D2C}"/>
              </a:ext>
            </a:extLst>
          </p:cNvPr>
          <p:cNvSpPr>
            <a:spLocks noGrp="1"/>
          </p:cNvSpPr>
          <p:nvPr>
            <p:ph type="body" sz="quarter" idx="35" hasCustomPrompt="1"/>
          </p:nvPr>
        </p:nvSpPr>
        <p:spPr>
          <a:xfrm>
            <a:off x="360000" y="4534436"/>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34" name="Text Placeholder 28">
            <a:extLst>
              <a:ext uri="{FF2B5EF4-FFF2-40B4-BE49-F238E27FC236}">
                <a16:creationId xmlns:a16="http://schemas.microsoft.com/office/drawing/2014/main" id="{6621A6E0-57E5-2079-BCA4-F78EBDDAF1DA}"/>
              </a:ext>
            </a:extLst>
          </p:cNvPr>
          <p:cNvSpPr>
            <a:spLocks noGrp="1"/>
          </p:cNvSpPr>
          <p:nvPr>
            <p:ph type="body" sz="quarter" idx="36" hasCustomPrompt="1"/>
          </p:nvPr>
        </p:nvSpPr>
        <p:spPr>
          <a:xfrm>
            <a:off x="1301726" y="4530526"/>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r>
              <a:rPr lang="en-US"/>
              <a:t>Degree</a:t>
            </a:r>
            <a:endParaRPr lang="en-GB"/>
          </a:p>
        </p:txBody>
      </p:sp>
      <p:sp>
        <p:nvSpPr>
          <p:cNvPr id="35" name="Text Placeholder 28">
            <a:extLst>
              <a:ext uri="{FF2B5EF4-FFF2-40B4-BE49-F238E27FC236}">
                <a16:creationId xmlns:a16="http://schemas.microsoft.com/office/drawing/2014/main" id="{4DF38E78-DB04-460D-4CAA-F0E43B0D3B42}"/>
              </a:ext>
            </a:extLst>
          </p:cNvPr>
          <p:cNvSpPr>
            <a:spLocks noGrp="1"/>
          </p:cNvSpPr>
          <p:nvPr>
            <p:ph type="body" sz="quarter" idx="37" hasCustomPrompt="1"/>
          </p:nvPr>
        </p:nvSpPr>
        <p:spPr>
          <a:xfrm>
            <a:off x="1301726" y="4712796"/>
            <a:ext cx="2412000" cy="180000"/>
          </a:xfrm>
        </p:spPr>
        <p:txBody>
          <a:bodyPr anchor="ctr"/>
          <a:lstStyle>
            <a:lvl1pPr marL="0" indent="0">
              <a:lnSpc>
                <a:spcPct val="100000"/>
              </a:lnSpc>
              <a:spcBef>
                <a:spcPct val="0"/>
              </a:spcBef>
              <a:buNone/>
              <a:defRPr sz="1000" i="0">
                <a:solidFill>
                  <a:schemeClr val="bg1"/>
                </a:solidFill>
              </a:defRPr>
            </a:lvl1pPr>
          </a:lstStyle>
          <a:p>
            <a:pPr lvl="0"/>
            <a:r>
              <a:rPr lang="en-US"/>
              <a:t>University</a:t>
            </a:r>
            <a:endParaRPr lang="en-GB"/>
          </a:p>
        </p:txBody>
      </p:sp>
      <p:sp>
        <p:nvSpPr>
          <p:cNvPr id="36" name="Text Placeholder 28">
            <a:extLst>
              <a:ext uri="{FF2B5EF4-FFF2-40B4-BE49-F238E27FC236}">
                <a16:creationId xmlns:a16="http://schemas.microsoft.com/office/drawing/2014/main" id="{86F60684-9E1F-4490-3925-5D10C5CE8B08}"/>
              </a:ext>
            </a:extLst>
          </p:cNvPr>
          <p:cNvSpPr>
            <a:spLocks noGrp="1"/>
          </p:cNvSpPr>
          <p:nvPr>
            <p:ph type="body" sz="quarter" idx="38" hasCustomPrompt="1"/>
          </p:nvPr>
        </p:nvSpPr>
        <p:spPr>
          <a:xfrm>
            <a:off x="360000" y="4950211"/>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37" name="Text Placeholder 28">
            <a:extLst>
              <a:ext uri="{FF2B5EF4-FFF2-40B4-BE49-F238E27FC236}">
                <a16:creationId xmlns:a16="http://schemas.microsoft.com/office/drawing/2014/main" id="{8F941659-E09F-20AE-4C67-4EA79AD8B15D}"/>
              </a:ext>
            </a:extLst>
          </p:cNvPr>
          <p:cNvSpPr>
            <a:spLocks noGrp="1"/>
          </p:cNvSpPr>
          <p:nvPr>
            <p:ph type="body" sz="quarter" idx="39" hasCustomPrompt="1"/>
          </p:nvPr>
        </p:nvSpPr>
        <p:spPr>
          <a:xfrm>
            <a:off x="1301726" y="4950211"/>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r>
              <a:rPr lang="en-US"/>
              <a:t>Degree</a:t>
            </a:r>
            <a:endParaRPr lang="en-GB"/>
          </a:p>
        </p:txBody>
      </p:sp>
      <p:sp>
        <p:nvSpPr>
          <p:cNvPr id="38" name="Text Placeholder 28">
            <a:extLst>
              <a:ext uri="{FF2B5EF4-FFF2-40B4-BE49-F238E27FC236}">
                <a16:creationId xmlns:a16="http://schemas.microsoft.com/office/drawing/2014/main" id="{39D0EA40-1271-49EB-AC44-94CD65A31385}"/>
              </a:ext>
            </a:extLst>
          </p:cNvPr>
          <p:cNvSpPr>
            <a:spLocks noGrp="1"/>
          </p:cNvSpPr>
          <p:nvPr>
            <p:ph type="body" sz="quarter" idx="40" hasCustomPrompt="1"/>
          </p:nvPr>
        </p:nvSpPr>
        <p:spPr>
          <a:xfrm>
            <a:off x="1301726" y="5132481"/>
            <a:ext cx="2412000" cy="180000"/>
          </a:xfrm>
        </p:spPr>
        <p:txBody>
          <a:bodyPr anchor="ctr"/>
          <a:lstStyle>
            <a:lvl1pPr marL="0" indent="0">
              <a:lnSpc>
                <a:spcPct val="100000"/>
              </a:lnSpc>
              <a:spcBef>
                <a:spcPct val="0"/>
              </a:spcBef>
              <a:buNone/>
              <a:defRPr sz="1000" i="0">
                <a:solidFill>
                  <a:schemeClr val="bg1"/>
                </a:solidFill>
              </a:defRPr>
            </a:lvl1pPr>
          </a:lstStyle>
          <a:p>
            <a:pPr lvl="0"/>
            <a:r>
              <a:rPr lang="en-US"/>
              <a:t>University</a:t>
            </a:r>
            <a:endParaRPr lang="en-GB"/>
          </a:p>
        </p:txBody>
      </p:sp>
      <p:sp>
        <p:nvSpPr>
          <p:cNvPr id="39" name="Text Placeholder 28">
            <a:extLst>
              <a:ext uri="{FF2B5EF4-FFF2-40B4-BE49-F238E27FC236}">
                <a16:creationId xmlns:a16="http://schemas.microsoft.com/office/drawing/2014/main" id="{D4823A69-87F2-24AF-79E6-6E01DA864357}"/>
              </a:ext>
            </a:extLst>
          </p:cNvPr>
          <p:cNvSpPr>
            <a:spLocks noGrp="1"/>
          </p:cNvSpPr>
          <p:nvPr>
            <p:ph type="body" sz="quarter" idx="41" hasCustomPrompt="1"/>
          </p:nvPr>
        </p:nvSpPr>
        <p:spPr>
          <a:xfrm>
            <a:off x="360000" y="5379382"/>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40" name="Text Placeholder 28">
            <a:extLst>
              <a:ext uri="{FF2B5EF4-FFF2-40B4-BE49-F238E27FC236}">
                <a16:creationId xmlns:a16="http://schemas.microsoft.com/office/drawing/2014/main" id="{BD78FA25-8EEB-1349-AF53-5FB24D7C7604}"/>
              </a:ext>
            </a:extLst>
          </p:cNvPr>
          <p:cNvSpPr>
            <a:spLocks noGrp="1"/>
          </p:cNvSpPr>
          <p:nvPr>
            <p:ph type="body" sz="quarter" idx="42" hasCustomPrompt="1"/>
          </p:nvPr>
        </p:nvSpPr>
        <p:spPr>
          <a:xfrm>
            <a:off x="1301771" y="5379382"/>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r>
              <a:rPr lang="en-US"/>
              <a:t>Degree</a:t>
            </a:r>
            <a:endParaRPr lang="en-GB"/>
          </a:p>
        </p:txBody>
      </p:sp>
      <p:sp>
        <p:nvSpPr>
          <p:cNvPr id="41" name="Text Placeholder 28">
            <a:extLst>
              <a:ext uri="{FF2B5EF4-FFF2-40B4-BE49-F238E27FC236}">
                <a16:creationId xmlns:a16="http://schemas.microsoft.com/office/drawing/2014/main" id="{01C96766-647A-B828-DF52-E9C648145114}"/>
              </a:ext>
            </a:extLst>
          </p:cNvPr>
          <p:cNvSpPr>
            <a:spLocks noGrp="1"/>
          </p:cNvSpPr>
          <p:nvPr>
            <p:ph type="body" sz="quarter" idx="43" hasCustomPrompt="1"/>
          </p:nvPr>
        </p:nvSpPr>
        <p:spPr>
          <a:xfrm>
            <a:off x="1301771" y="5561652"/>
            <a:ext cx="2412000" cy="180000"/>
          </a:xfrm>
        </p:spPr>
        <p:txBody>
          <a:bodyPr anchor="ctr"/>
          <a:lstStyle>
            <a:lvl1pPr marL="0" indent="0">
              <a:lnSpc>
                <a:spcPct val="100000"/>
              </a:lnSpc>
              <a:spcBef>
                <a:spcPct val="0"/>
              </a:spcBef>
              <a:buNone/>
              <a:defRPr sz="1000" i="0">
                <a:solidFill>
                  <a:schemeClr val="bg1"/>
                </a:solidFill>
              </a:defRPr>
            </a:lvl1pPr>
          </a:lstStyle>
          <a:p>
            <a:pPr lvl="0"/>
            <a:r>
              <a:rPr lang="en-US"/>
              <a:t>University</a:t>
            </a:r>
            <a:endParaRPr lang="en-GB"/>
          </a:p>
        </p:txBody>
      </p:sp>
      <p:sp>
        <p:nvSpPr>
          <p:cNvPr id="42" name="Text Placeholder 28">
            <a:extLst>
              <a:ext uri="{FF2B5EF4-FFF2-40B4-BE49-F238E27FC236}">
                <a16:creationId xmlns:a16="http://schemas.microsoft.com/office/drawing/2014/main" id="{AFD2DE3F-C928-B96B-283E-E0541DA833E6}"/>
              </a:ext>
            </a:extLst>
          </p:cNvPr>
          <p:cNvSpPr>
            <a:spLocks noGrp="1"/>
          </p:cNvSpPr>
          <p:nvPr>
            <p:ph type="body" sz="quarter" idx="44" hasCustomPrompt="1"/>
          </p:nvPr>
        </p:nvSpPr>
        <p:spPr>
          <a:xfrm>
            <a:off x="360000" y="5803034"/>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43" name="Text Placeholder 28">
            <a:extLst>
              <a:ext uri="{FF2B5EF4-FFF2-40B4-BE49-F238E27FC236}">
                <a16:creationId xmlns:a16="http://schemas.microsoft.com/office/drawing/2014/main" id="{C7FE8ED1-E3CB-04AA-A14E-44D0612C409E}"/>
              </a:ext>
            </a:extLst>
          </p:cNvPr>
          <p:cNvSpPr>
            <a:spLocks noGrp="1"/>
          </p:cNvSpPr>
          <p:nvPr>
            <p:ph type="body" sz="quarter" idx="45" hasCustomPrompt="1"/>
          </p:nvPr>
        </p:nvSpPr>
        <p:spPr>
          <a:xfrm>
            <a:off x="1301726" y="5803034"/>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r>
              <a:rPr lang="en-US"/>
              <a:t>Degree</a:t>
            </a:r>
            <a:endParaRPr lang="en-GB"/>
          </a:p>
        </p:txBody>
      </p:sp>
      <p:sp>
        <p:nvSpPr>
          <p:cNvPr id="44" name="Text Placeholder 28">
            <a:extLst>
              <a:ext uri="{FF2B5EF4-FFF2-40B4-BE49-F238E27FC236}">
                <a16:creationId xmlns:a16="http://schemas.microsoft.com/office/drawing/2014/main" id="{419D92B9-7B14-9DD5-1D8D-6F4998979748}"/>
              </a:ext>
            </a:extLst>
          </p:cNvPr>
          <p:cNvSpPr>
            <a:spLocks noGrp="1"/>
          </p:cNvSpPr>
          <p:nvPr>
            <p:ph type="body" sz="quarter" idx="46" hasCustomPrompt="1"/>
          </p:nvPr>
        </p:nvSpPr>
        <p:spPr>
          <a:xfrm>
            <a:off x="1301726" y="5985304"/>
            <a:ext cx="2412000" cy="180000"/>
          </a:xfrm>
        </p:spPr>
        <p:txBody>
          <a:bodyPr anchor="ctr"/>
          <a:lstStyle>
            <a:lvl1pPr marL="0" indent="0">
              <a:lnSpc>
                <a:spcPct val="100000"/>
              </a:lnSpc>
              <a:spcBef>
                <a:spcPct val="0"/>
              </a:spcBef>
              <a:buNone/>
              <a:defRPr sz="1000" i="0">
                <a:solidFill>
                  <a:schemeClr val="bg1"/>
                </a:solidFill>
              </a:defRPr>
            </a:lvl1pPr>
          </a:lstStyle>
          <a:p>
            <a:pPr lvl="0"/>
            <a:r>
              <a:rPr lang="en-US"/>
              <a:t>University</a:t>
            </a:r>
            <a:endParaRPr lang="en-GB"/>
          </a:p>
        </p:txBody>
      </p:sp>
      <p:cxnSp>
        <p:nvCxnSpPr>
          <p:cNvPr id="47" name="Straight Connector 46">
            <a:extLst>
              <a:ext uri="{FF2B5EF4-FFF2-40B4-BE49-F238E27FC236}">
                <a16:creationId xmlns:a16="http://schemas.microsoft.com/office/drawing/2014/main" id="{315F8357-43DD-1A1D-1A89-5E88624679A6}"/>
              </a:ext>
            </a:extLst>
          </p:cNvPr>
          <p:cNvCxnSpPr/>
          <p:nvPr userDrawn="1"/>
        </p:nvCxnSpPr>
        <p:spPr bwMode="gray">
          <a:xfrm flipH="1">
            <a:off x="6603203" y="1714748"/>
            <a:ext cx="0" cy="3327789"/>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1D82318C-C484-CDFD-1065-148C3A6F1227}"/>
              </a:ext>
            </a:extLst>
          </p:cNvPr>
          <p:cNvSpPr txBox="1"/>
          <p:nvPr userDrawn="1"/>
        </p:nvSpPr>
        <p:spPr bwMode="gray">
          <a:xfrm>
            <a:off x="4045397" y="1431471"/>
            <a:ext cx="1728192" cy="24833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GB" sz="1200">
                <a:solidFill>
                  <a:schemeClr val="tx1">
                    <a:lumMod val="60000"/>
                    <a:lumOff val="40000"/>
                  </a:schemeClr>
                </a:solidFill>
                <a:latin typeface="+mj-lt"/>
              </a:rPr>
              <a:t>Introduction</a:t>
            </a:r>
          </a:p>
        </p:txBody>
      </p:sp>
      <p:sp>
        <p:nvSpPr>
          <p:cNvPr id="49" name="TextBox 48">
            <a:extLst>
              <a:ext uri="{FF2B5EF4-FFF2-40B4-BE49-F238E27FC236}">
                <a16:creationId xmlns:a16="http://schemas.microsoft.com/office/drawing/2014/main" id="{AF053DF0-2CC7-2581-167F-81441EC1B378}"/>
              </a:ext>
            </a:extLst>
          </p:cNvPr>
          <p:cNvSpPr txBox="1"/>
          <p:nvPr userDrawn="1"/>
        </p:nvSpPr>
        <p:spPr bwMode="gray">
          <a:xfrm>
            <a:off x="6713009" y="1431471"/>
            <a:ext cx="1728192" cy="24833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GB" sz="1200">
                <a:solidFill>
                  <a:schemeClr val="tx1">
                    <a:lumMod val="60000"/>
                    <a:lumOff val="40000"/>
                  </a:schemeClr>
                </a:solidFill>
                <a:latin typeface="+mj-lt"/>
              </a:rPr>
              <a:t>Experience</a:t>
            </a:r>
          </a:p>
        </p:txBody>
      </p:sp>
      <p:sp>
        <p:nvSpPr>
          <p:cNvPr id="50" name="TextBox 49">
            <a:extLst>
              <a:ext uri="{FF2B5EF4-FFF2-40B4-BE49-F238E27FC236}">
                <a16:creationId xmlns:a16="http://schemas.microsoft.com/office/drawing/2014/main" id="{DAE1FE77-4203-3A77-1DF0-64E55114371C}"/>
              </a:ext>
            </a:extLst>
          </p:cNvPr>
          <p:cNvSpPr txBox="1"/>
          <p:nvPr userDrawn="1"/>
        </p:nvSpPr>
        <p:spPr bwMode="gray">
          <a:xfrm>
            <a:off x="9380620" y="1431471"/>
            <a:ext cx="1728192" cy="24833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GB" sz="1200">
                <a:solidFill>
                  <a:schemeClr val="tx1">
                    <a:lumMod val="60000"/>
                    <a:lumOff val="40000"/>
                  </a:schemeClr>
                </a:solidFill>
                <a:latin typeface="+mj-lt"/>
              </a:rPr>
              <a:t>Previous Clients</a:t>
            </a:r>
          </a:p>
        </p:txBody>
      </p:sp>
      <p:sp>
        <p:nvSpPr>
          <p:cNvPr id="51" name="Text Placeholder 78">
            <a:extLst>
              <a:ext uri="{FF2B5EF4-FFF2-40B4-BE49-F238E27FC236}">
                <a16:creationId xmlns:a16="http://schemas.microsoft.com/office/drawing/2014/main" id="{345D3BD3-E93F-2AA0-6CEF-F4F22AB6966F}"/>
              </a:ext>
            </a:extLst>
          </p:cNvPr>
          <p:cNvSpPr>
            <a:spLocks noGrp="1"/>
          </p:cNvSpPr>
          <p:nvPr>
            <p:ph type="body" sz="quarter" idx="48"/>
          </p:nvPr>
        </p:nvSpPr>
        <p:spPr>
          <a:xfrm>
            <a:off x="4045397" y="1714749"/>
            <a:ext cx="2448000" cy="3370436"/>
          </a:xfrm>
        </p:spPr>
        <p:txBody>
          <a:bodyPr/>
          <a:lstStyle>
            <a:lvl1pPr marL="0" indent="0">
              <a:lnSpc>
                <a:spcPct val="100000"/>
              </a:lnSpc>
              <a:spcBef>
                <a:spcPts val="600"/>
              </a:spcBef>
              <a:buNone/>
              <a:defRPr sz="1050">
                <a:solidFill>
                  <a:schemeClr val="tx1"/>
                </a:solidFill>
              </a:defRPr>
            </a:lvl1pPr>
          </a:lstStyle>
          <a:p>
            <a:pPr lvl="0"/>
            <a:r>
              <a:rPr lang="en-GB"/>
              <a:t>Click to edit Master text styles</a:t>
            </a:r>
          </a:p>
        </p:txBody>
      </p:sp>
      <p:sp>
        <p:nvSpPr>
          <p:cNvPr id="52" name="Text Placeholder 78">
            <a:extLst>
              <a:ext uri="{FF2B5EF4-FFF2-40B4-BE49-F238E27FC236}">
                <a16:creationId xmlns:a16="http://schemas.microsoft.com/office/drawing/2014/main" id="{DC489207-8832-E637-CADE-E780786A43F2}"/>
              </a:ext>
            </a:extLst>
          </p:cNvPr>
          <p:cNvSpPr>
            <a:spLocks noGrp="1"/>
          </p:cNvSpPr>
          <p:nvPr>
            <p:ph type="body" sz="quarter" idx="49"/>
          </p:nvPr>
        </p:nvSpPr>
        <p:spPr>
          <a:xfrm>
            <a:off x="6713009" y="1714749"/>
            <a:ext cx="2448000" cy="3370436"/>
          </a:xfrm>
        </p:spPr>
        <p:txBody>
          <a:bodyPr/>
          <a:lstStyle>
            <a:lvl1pPr marL="0" indent="0">
              <a:lnSpc>
                <a:spcPct val="100000"/>
              </a:lnSpc>
              <a:spcBef>
                <a:spcPts val="600"/>
              </a:spcBef>
              <a:buNone/>
              <a:defRPr sz="1050">
                <a:solidFill>
                  <a:schemeClr val="tx1"/>
                </a:solidFill>
              </a:defRPr>
            </a:lvl1pPr>
          </a:lstStyle>
          <a:p>
            <a:pPr lvl="0"/>
            <a:r>
              <a:rPr lang="en-GB"/>
              <a:t>Click to edit Master text styles</a:t>
            </a:r>
          </a:p>
        </p:txBody>
      </p:sp>
      <p:sp>
        <p:nvSpPr>
          <p:cNvPr id="53" name="Text Placeholder 84">
            <a:extLst>
              <a:ext uri="{FF2B5EF4-FFF2-40B4-BE49-F238E27FC236}">
                <a16:creationId xmlns:a16="http://schemas.microsoft.com/office/drawing/2014/main" id="{5EDE2799-0BFA-DE06-8453-0243AE60F7DD}"/>
              </a:ext>
            </a:extLst>
          </p:cNvPr>
          <p:cNvSpPr>
            <a:spLocks noGrp="1"/>
          </p:cNvSpPr>
          <p:nvPr>
            <p:ph type="body" sz="quarter" idx="51" hasCustomPrompt="1"/>
          </p:nvPr>
        </p:nvSpPr>
        <p:spPr>
          <a:xfrm>
            <a:off x="9380620" y="1714748"/>
            <a:ext cx="2448000" cy="3370436"/>
          </a:xfrm>
        </p:spPr>
        <p:txBody>
          <a:bodyPr/>
          <a:lstStyle>
            <a:lvl1pPr marL="0" indent="0">
              <a:lnSpc>
                <a:spcPct val="100000"/>
              </a:lnSpc>
              <a:buNone/>
              <a:defRPr sz="1050">
                <a:solidFill>
                  <a:schemeClr val="tx1"/>
                </a:solidFill>
              </a:defRPr>
            </a:lvl1pPr>
          </a:lstStyle>
          <a:p>
            <a:pPr lvl="0"/>
            <a:r>
              <a:rPr lang="en-US"/>
              <a:t>Clients</a:t>
            </a:r>
          </a:p>
        </p:txBody>
      </p:sp>
      <p:sp>
        <p:nvSpPr>
          <p:cNvPr id="54" name="TextBox 53">
            <a:extLst>
              <a:ext uri="{FF2B5EF4-FFF2-40B4-BE49-F238E27FC236}">
                <a16:creationId xmlns:a16="http://schemas.microsoft.com/office/drawing/2014/main" id="{05EF81C3-C106-72C6-708F-A4EAF1D82778}"/>
              </a:ext>
            </a:extLst>
          </p:cNvPr>
          <p:cNvSpPr txBox="1"/>
          <p:nvPr userDrawn="1"/>
        </p:nvSpPr>
        <p:spPr bwMode="gray">
          <a:xfrm>
            <a:off x="4068405" y="283262"/>
            <a:ext cx="1728192" cy="24833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GB" sz="1200">
                <a:solidFill>
                  <a:schemeClr val="tx1">
                    <a:lumMod val="60000"/>
                    <a:lumOff val="40000"/>
                  </a:schemeClr>
                </a:solidFill>
                <a:latin typeface="+mj-lt"/>
              </a:rPr>
              <a:t>Contact</a:t>
            </a:r>
          </a:p>
        </p:txBody>
      </p:sp>
      <p:sp>
        <p:nvSpPr>
          <p:cNvPr id="55" name="Text Placeholder 28">
            <a:extLst>
              <a:ext uri="{FF2B5EF4-FFF2-40B4-BE49-F238E27FC236}">
                <a16:creationId xmlns:a16="http://schemas.microsoft.com/office/drawing/2014/main" id="{83159BD0-29EF-BB05-0108-C079B08252BE}"/>
              </a:ext>
            </a:extLst>
          </p:cNvPr>
          <p:cNvSpPr>
            <a:spLocks noGrp="1"/>
          </p:cNvSpPr>
          <p:nvPr>
            <p:ph type="body" sz="quarter" idx="52" hasCustomPrompt="1"/>
          </p:nvPr>
        </p:nvSpPr>
        <p:spPr>
          <a:xfrm>
            <a:off x="4068405" y="542083"/>
            <a:ext cx="2592000" cy="180000"/>
          </a:xfrm>
        </p:spPr>
        <p:txBody>
          <a:bodyPr anchor="ctr"/>
          <a:lstStyle>
            <a:lvl1pPr marL="0" indent="0">
              <a:lnSpc>
                <a:spcPct val="100000"/>
              </a:lnSpc>
              <a:spcBef>
                <a:spcPct val="0"/>
              </a:spcBef>
              <a:buNone/>
              <a:defRPr sz="1000">
                <a:solidFill>
                  <a:schemeClr val="tx1"/>
                </a:solidFill>
              </a:defRPr>
            </a:lvl1pPr>
          </a:lstStyle>
          <a:p>
            <a:pPr lvl="0"/>
            <a:r>
              <a:rPr lang="en-US"/>
              <a:t>Email</a:t>
            </a:r>
            <a:endParaRPr lang="en-GB"/>
          </a:p>
        </p:txBody>
      </p:sp>
      <p:sp>
        <p:nvSpPr>
          <p:cNvPr id="56" name="Text Placeholder 28">
            <a:extLst>
              <a:ext uri="{FF2B5EF4-FFF2-40B4-BE49-F238E27FC236}">
                <a16:creationId xmlns:a16="http://schemas.microsoft.com/office/drawing/2014/main" id="{A0F02E58-1FF0-CD9F-A774-F5F24E67DF13}"/>
              </a:ext>
            </a:extLst>
          </p:cNvPr>
          <p:cNvSpPr>
            <a:spLocks noGrp="1"/>
          </p:cNvSpPr>
          <p:nvPr>
            <p:ph type="body" sz="quarter" idx="53" hasCustomPrompt="1"/>
          </p:nvPr>
        </p:nvSpPr>
        <p:spPr>
          <a:xfrm>
            <a:off x="4068405" y="791602"/>
            <a:ext cx="2592000" cy="180000"/>
          </a:xfrm>
        </p:spPr>
        <p:txBody>
          <a:bodyPr anchor="ctr"/>
          <a:lstStyle>
            <a:lvl1pPr marL="0" indent="0">
              <a:lnSpc>
                <a:spcPct val="100000"/>
              </a:lnSpc>
              <a:spcBef>
                <a:spcPct val="0"/>
              </a:spcBef>
              <a:buNone/>
              <a:defRPr sz="1000">
                <a:solidFill>
                  <a:schemeClr val="tx1"/>
                </a:solidFill>
              </a:defRPr>
            </a:lvl1pPr>
          </a:lstStyle>
          <a:p>
            <a:pPr lvl="0"/>
            <a:r>
              <a:rPr lang="en-US"/>
              <a:t>Mobile</a:t>
            </a:r>
            <a:endParaRPr lang="en-GB"/>
          </a:p>
        </p:txBody>
      </p:sp>
      <p:sp>
        <p:nvSpPr>
          <p:cNvPr id="57" name="TextBox 56">
            <a:extLst>
              <a:ext uri="{FF2B5EF4-FFF2-40B4-BE49-F238E27FC236}">
                <a16:creationId xmlns:a16="http://schemas.microsoft.com/office/drawing/2014/main" id="{96A17AEF-29BE-C4B1-CFF9-86758165BB35}"/>
              </a:ext>
            </a:extLst>
          </p:cNvPr>
          <p:cNvSpPr txBox="1"/>
          <p:nvPr userDrawn="1"/>
        </p:nvSpPr>
        <p:spPr bwMode="gray">
          <a:xfrm>
            <a:off x="4045397" y="5221764"/>
            <a:ext cx="1728192" cy="24833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GB" sz="1200">
                <a:solidFill>
                  <a:schemeClr val="tx1">
                    <a:lumMod val="60000"/>
                    <a:lumOff val="40000"/>
                  </a:schemeClr>
                </a:solidFill>
                <a:latin typeface="+mj-lt"/>
              </a:rPr>
              <a:t>Additional information</a:t>
            </a:r>
          </a:p>
        </p:txBody>
      </p:sp>
      <p:sp>
        <p:nvSpPr>
          <p:cNvPr id="59" name="TextBox 58">
            <a:extLst>
              <a:ext uri="{FF2B5EF4-FFF2-40B4-BE49-F238E27FC236}">
                <a16:creationId xmlns:a16="http://schemas.microsoft.com/office/drawing/2014/main" id="{068EB7D2-87CD-0014-C35D-510CECB65861}"/>
              </a:ext>
            </a:extLst>
          </p:cNvPr>
          <p:cNvSpPr txBox="1"/>
          <p:nvPr userDrawn="1"/>
        </p:nvSpPr>
        <p:spPr bwMode="gray">
          <a:xfrm>
            <a:off x="4045397" y="5741933"/>
            <a:ext cx="740216" cy="161583"/>
          </a:xfrm>
          <a:prstGeom prst="rect">
            <a:avLst/>
          </a:prstGeom>
          <a:no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pPr>
            <a:r>
              <a:rPr lang="en-GB" sz="1050">
                <a:solidFill>
                  <a:schemeClr val="tx1">
                    <a:lumMod val="60000"/>
                    <a:lumOff val="40000"/>
                  </a:schemeClr>
                </a:solidFill>
                <a:latin typeface="+mn-lt"/>
              </a:rPr>
              <a:t>Interests:</a:t>
            </a:r>
            <a:endParaRPr lang="en-GB" sz="1400">
              <a:solidFill>
                <a:schemeClr val="tx1">
                  <a:lumMod val="60000"/>
                  <a:lumOff val="40000"/>
                </a:schemeClr>
              </a:solidFill>
              <a:latin typeface="+mn-lt"/>
            </a:endParaRPr>
          </a:p>
        </p:txBody>
      </p:sp>
      <p:sp>
        <p:nvSpPr>
          <p:cNvPr id="60" name="Text Placeholder 78">
            <a:extLst>
              <a:ext uri="{FF2B5EF4-FFF2-40B4-BE49-F238E27FC236}">
                <a16:creationId xmlns:a16="http://schemas.microsoft.com/office/drawing/2014/main" id="{CA8885F2-D4A0-6CE2-F6E0-436C48D9CD39}"/>
              </a:ext>
            </a:extLst>
          </p:cNvPr>
          <p:cNvSpPr>
            <a:spLocks noGrp="1"/>
          </p:cNvSpPr>
          <p:nvPr>
            <p:ph type="body" sz="quarter" idx="54" hasCustomPrompt="1"/>
          </p:nvPr>
        </p:nvSpPr>
        <p:spPr>
          <a:xfrm>
            <a:off x="4808620" y="5527848"/>
            <a:ext cx="7020000" cy="180000"/>
          </a:xfrm>
        </p:spPr>
        <p:txBody>
          <a:bodyPr anchor="t"/>
          <a:lstStyle>
            <a:lvl1pPr marL="0" indent="0">
              <a:lnSpc>
                <a:spcPct val="100000"/>
              </a:lnSpc>
              <a:spcBef>
                <a:spcPct val="0"/>
              </a:spcBef>
              <a:buNone/>
              <a:defRPr sz="1050"/>
            </a:lvl1pPr>
          </a:lstStyle>
          <a:p>
            <a:pPr lvl="0"/>
            <a:r>
              <a:rPr lang="en-US"/>
              <a:t>Share your computer skills, such as level of Python, Java etc.</a:t>
            </a:r>
          </a:p>
        </p:txBody>
      </p:sp>
      <p:sp>
        <p:nvSpPr>
          <p:cNvPr id="61" name="Text Placeholder 78">
            <a:extLst>
              <a:ext uri="{FF2B5EF4-FFF2-40B4-BE49-F238E27FC236}">
                <a16:creationId xmlns:a16="http://schemas.microsoft.com/office/drawing/2014/main" id="{EF18ED78-44AC-AAE9-6C97-778B3B0D0D0A}"/>
              </a:ext>
            </a:extLst>
          </p:cNvPr>
          <p:cNvSpPr>
            <a:spLocks noGrp="1"/>
          </p:cNvSpPr>
          <p:nvPr>
            <p:ph type="body" sz="quarter" idx="55" hasCustomPrompt="1"/>
          </p:nvPr>
        </p:nvSpPr>
        <p:spPr>
          <a:xfrm>
            <a:off x="4813404" y="5741933"/>
            <a:ext cx="7015216" cy="164036"/>
          </a:xfrm>
        </p:spPr>
        <p:txBody>
          <a:bodyPr anchor="t"/>
          <a:lstStyle>
            <a:lvl1pPr marL="0" indent="0">
              <a:lnSpc>
                <a:spcPct val="100000"/>
              </a:lnSpc>
              <a:spcBef>
                <a:spcPct val="0"/>
              </a:spcBef>
              <a:buNone/>
              <a:defRPr sz="1050"/>
            </a:lvl1pPr>
          </a:lstStyle>
          <a:p>
            <a:pPr lvl="0"/>
            <a:r>
              <a:rPr lang="en-US"/>
              <a:t>Share your hobbies</a:t>
            </a:r>
          </a:p>
        </p:txBody>
      </p:sp>
      <p:cxnSp>
        <p:nvCxnSpPr>
          <p:cNvPr id="62" name="Straight Connector 61">
            <a:extLst>
              <a:ext uri="{FF2B5EF4-FFF2-40B4-BE49-F238E27FC236}">
                <a16:creationId xmlns:a16="http://schemas.microsoft.com/office/drawing/2014/main" id="{7104B1B1-5133-3B89-0246-F2A6A79D9881}"/>
              </a:ext>
            </a:extLst>
          </p:cNvPr>
          <p:cNvCxnSpPr/>
          <p:nvPr userDrawn="1"/>
        </p:nvCxnSpPr>
        <p:spPr bwMode="gray">
          <a:xfrm flipH="1">
            <a:off x="9276065" y="1714748"/>
            <a:ext cx="0" cy="3327789"/>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919C8517-26DF-26CC-0872-82F4EACF1FC0}"/>
              </a:ext>
            </a:extLst>
          </p:cNvPr>
          <p:cNvSpPr txBox="1"/>
          <p:nvPr userDrawn="1"/>
        </p:nvSpPr>
        <p:spPr bwMode="gray">
          <a:xfrm>
            <a:off x="4045397" y="5527848"/>
            <a:ext cx="740216" cy="161583"/>
          </a:xfrm>
          <a:prstGeom prst="rect">
            <a:avLst/>
          </a:prstGeom>
          <a:no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pPr>
            <a:r>
              <a:rPr lang="en-GB" sz="1050">
                <a:solidFill>
                  <a:schemeClr val="tx1">
                    <a:lumMod val="60000"/>
                    <a:lumOff val="40000"/>
                  </a:schemeClr>
                </a:solidFill>
                <a:latin typeface="+mn-lt"/>
              </a:rPr>
              <a:t>Computer:</a:t>
            </a:r>
            <a:endParaRPr lang="en-GB" sz="1400">
              <a:solidFill>
                <a:schemeClr val="tx1">
                  <a:lumMod val="60000"/>
                  <a:lumOff val="40000"/>
                </a:schemeClr>
              </a:solidFill>
              <a:latin typeface="+mn-lt"/>
            </a:endParaRPr>
          </a:p>
        </p:txBody>
      </p:sp>
      <p:sp>
        <p:nvSpPr>
          <p:cNvPr id="3" name="TextBox 2">
            <a:extLst>
              <a:ext uri="{FF2B5EF4-FFF2-40B4-BE49-F238E27FC236}">
                <a16:creationId xmlns:a16="http://schemas.microsoft.com/office/drawing/2014/main" id="{2B1F94C1-67C2-D813-5155-1BB1043A727A}"/>
              </a:ext>
            </a:extLst>
          </p:cNvPr>
          <p:cNvSpPr txBox="1"/>
          <p:nvPr userDrawn="1"/>
        </p:nvSpPr>
        <p:spPr bwMode="gray">
          <a:xfrm>
            <a:off x="4045397" y="5956019"/>
            <a:ext cx="740216" cy="161583"/>
          </a:xfrm>
          <a:prstGeom prst="rect">
            <a:avLst/>
          </a:prstGeom>
          <a:no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pPr>
            <a:r>
              <a:rPr lang="en-GB" sz="1050">
                <a:solidFill>
                  <a:schemeClr val="tx1">
                    <a:lumMod val="60000"/>
                    <a:lumOff val="40000"/>
                  </a:schemeClr>
                </a:solidFill>
                <a:latin typeface="+mn-lt"/>
              </a:rPr>
              <a:t>Languages:</a:t>
            </a:r>
            <a:endParaRPr lang="en-GB" sz="1400">
              <a:solidFill>
                <a:schemeClr val="tx1">
                  <a:lumMod val="60000"/>
                  <a:lumOff val="40000"/>
                </a:schemeClr>
              </a:solidFill>
              <a:latin typeface="+mn-lt"/>
            </a:endParaRPr>
          </a:p>
        </p:txBody>
      </p:sp>
      <p:sp>
        <p:nvSpPr>
          <p:cNvPr id="63" name="Text Placeholder 78">
            <a:extLst>
              <a:ext uri="{FF2B5EF4-FFF2-40B4-BE49-F238E27FC236}">
                <a16:creationId xmlns:a16="http://schemas.microsoft.com/office/drawing/2014/main" id="{3B34B754-13E8-CA7E-5ED1-9AF974404281}"/>
              </a:ext>
            </a:extLst>
          </p:cNvPr>
          <p:cNvSpPr>
            <a:spLocks noGrp="1"/>
          </p:cNvSpPr>
          <p:nvPr>
            <p:ph type="body" sz="quarter" idx="56" hasCustomPrompt="1"/>
          </p:nvPr>
        </p:nvSpPr>
        <p:spPr>
          <a:xfrm>
            <a:off x="4813404" y="5956019"/>
            <a:ext cx="7015216" cy="164036"/>
          </a:xfrm>
        </p:spPr>
        <p:txBody>
          <a:bodyPr anchor="t"/>
          <a:lstStyle>
            <a:lvl1pPr marL="0" indent="0">
              <a:lnSpc>
                <a:spcPct val="100000"/>
              </a:lnSpc>
              <a:spcBef>
                <a:spcPct val="0"/>
              </a:spcBef>
              <a:buNone/>
              <a:defRPr sz="1050"/>
            </a:lvl1pPr>
          </a:lstStyle>
          <a:p>
            <a:pPr lvl="0"/>
            <a:r>
              <a:rPr lang="en-US"/>
              <a:t>Share your Languages</a:t>
            </a:r>
          </a:p>
        </p:txBody>
      </p:sp>
      <p:sp>
        <p:nvSpPr>
          <p:cNvPr id="64" name="TextBox 63">
            <a:extLst>
              <a:ext uri="{FF2B5EF4-FFF2-40B4-BE49-F238E27FC236}">
                <a16:creationId xmlns:a16="http://schemas.microsoft.com/office/drawing/2014/main" id="{D67FDAD8-57FE-F0CF-6AD0-35D0B6C47E8B}"/>
              </a:ext>
            </a:extLst>
          </p:cNvPr>
          <p:cNvSpPr txBox="1"/>
          <p:nvPr userDrawn="1"/>
        </p:nvSpPr>
        <p:spPr bwMode="gray">
          <a:xfrm flipH="1">
            <a:off x="544286" y="6589486"/>
            <a:ext cx="0" cy="0"/>
          </a:xfrm>
          <a:prstGeom prst="rect">
            <a:avLst/>
          </a:prstGeom>
          <a:noFill/>
        </p:spPr>
        <p:txBody>
          <a:bodyPr wrap="non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6000" indent="-216000" algn="l">
              <a:spcBef>
                <a:spcPts val="600"/>
              </a:spcBef>
              <a:buFont typeface="Arial" pitchFamily="34" charset="0"/>
              <a:buChar char="•"/>
            </a:pPr>
            <a:endParaRPr lang="en-GB" sz="1200" err="1"/>
          </a:p>
        </p:txBody>
      </p:sp>
      <p:pic>
        <p:nvPicPr>
          <p:cNvPr id="66" name="Picture 65" descr="A white text on a black background&#10;&#10;Description automatically generated">
            <a:extLst>
              <a:ext uri="{FF2B5EF4-FFF2-40B4-BE49-F238E27FC236}">
                <a16:creationId xmlns:a16="http://schemas.microsoft.com/office/drawing/2014/main" id="{97A5B77D-D2F6-4CEF-0131-80ADE79BE8B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68711" y="6330346"/>
            <a:ext cx="310560" cy="386522"/>
          </a:xfrm>
          <a:prstGeom prst="rect">
            <a:avLst/>
          </a:prstGeom>
        </p:spPr>
      </p:pic>
    </p:spTree>
    <p:extLst>
      <p:ext uri="{BB962C8B-B14F-4D97-AF65-F5344CB8AC3E}">
        <p14:creationId xmlns:p14="http://schemas.microsoft.com/office/powerpoint/2010/main" val="3348408026"/>
      </p:ext>
    </p:extLst>
  </p:cSld>
  <p:clrMapOvr>
    <a:masterClrMapping/>
  </p:clrMapOvr>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B56EABE-D55B-4373-F6CF-224BF43E855B}"/>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9" name="Object 8" hidden="1">
                        <a:extLst>
                          <a:ext uri="{FF2B5EF4-FFF2-40B4-BE49-F238E27FC236}">
                            <a16:creationId xmlns:a16="http://schemas.microsoft.com/office/drawing/2014/main" id="{1B56EABE-D55B-4373-F6CF-224BF43E855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Footer Placeholder 2">
            <a:extLst>
              <a:ext uri="{FF2B5EF4-FFF2-40B4-BE49-F238E27FC236}">
                <a16:creationId xmlns:a16="http://schemas.microsoft.com/office/drawing/2014/main" id="{8F49937A-B7FC-BEF8-D201-FD47BD9953A4}"/>
              </a:ext>
            </a:extLst>
          </p:cNvPr>
          <p:cNvSpPr>
            <a:spLocks noGrp="1"/>
          </p:cNvSpPr>
          <p:nvPr>
            <p:ph type="ftr" sz="quarter" idx="3"/>
          </p:nvPr>
        </p:nvSpPr>
        <p:spPr>
          <a:xfrm>
            <a:off x="675936" y="6321425"/>
            <a:ext cx="10087857" cy="367612"/>
          </a:xfrm>
          <a:prstGeom prst="rect">
            <a:avLst/>
          </a:prstGeom>
        </p:spPr>
        <p:txBody>
          <a:bodyPr anchor="ctr"/>
          <a:lstStyle>
            <a:lvl1pPr rtl="0">
              <a:defRPr sz="1000">
                <a:solidFill>
                  <a:schemeClr val="tx1"/>
                </a:solidFill>
              </a:defRPr>
            </a:lvl1pPr>
          </a:lstStyle>
          <a:p>
            <a:endParaRPr lang="en-GB"/>
          </a:p>
        </p:txBody>
      </p:sp>
    </p:spTree>
    <p:extLst>
      <p:ext uri="{BB962C8B-B14F-4D97-AF65-F5344CB8AC3E}">
        <p14:creationId xmlns:p14="http://schemas.microsoft.com/office/powerpoint/2010/main" val="285832519"/>
      </p:ext>
    </p:extLst>
  </p:cSld>
  <p:clrMapOvr>
    <a:masterClrMapping/>
  </p:clrMapOvr>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11D0870-4C4D-D254-0047-0E53AB85BE7F}"/>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3" name="Object 2" hidden="1">
                        <a:extLst>
                          <a:ext uri="{FF2B5EF4-FFF2-40B4-BE49-F238E27FC236}">
                            <a16:creationId xmlns:a16="http://schemas.microsoft.com/office/drawing/2014/main" id="{911D0870-4C4D-D254-0047-0E53AB85BE7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4" name="Picture 3">
            <a:extLst>
              <a:ext uri="{FF2B5EF4-FFF2-40B4-BE49-F238E27FC236}">
                <a16:creationId xmlns:a16="http://schemas.microsoft.com/office/drawing/2014/main" id="{E7D51B20-4026-05E8-76F6-105B6B958226}"/>
              </a:ext>
            </a:extLst>
          </p:cNvPr>
          <p:cNvPicPr>
            <a:picLocks noChangeAspect="1"/>
          </p:cNvPicPr>
          <p:nvPr userDrawn="1"/>
        </p:nvPicPr>
        <p:blipFill>
          <a:blip r:embed="rId5">
            <a:duotone>
              <a:srgbClr val="3D4D55">
                <a:shade val="45000"/>
                <a:satMod val="135000"/>
              </a:srgbClr>
              <a:prstClr val="white"/>
            </a:duotone>
          </a:blip>
          <a:stretch>
            <a:fillRect/>
          </a:stretch>
        </p:blipFill>
        <p:spPr>
          <a:xfrm>
            <a:off x="0" y="8709"/>
            <a:ext cx="12192000" cy="6858000"/>
          </a:xfrm>
          <a:prstGeom prst="rect">
            <a:avLst/>
          </a:prstGeom>
        </p:spPr>
      </p:pic>
      <p:sp>
        <p:nvSpPr>
          <p:cNvPr id="13" name="TextBox 12">
            <a:extLst>
              <a:ext uri="{FF2B5EF4-FFF2-40B4-BE49-F238E27FC236}">
                <a16:creationId xmlns:a16="http://schemas.microsoft.com/office/drawing/2014/main" id="{EA898D02-52EF-043A-9274-CBA01060A9F5}"/>
              </a:ext>
            </a:extLst>
          </p:cNvPr>
          <p:cNvSpPr txBox="1"/>
          <p:nvPr userDrawn="1"/>
        </p:nvSpPr>
        <p:spPr bwMode="ltGray">
          <a:xfrm>
            <a:off x="360363" y="1557338"/>
            <a:ext cx="4983163" cy="1435454"/>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en-GB" sz="3200">
                <a:solidFill>
                  <a:srgbClr val="EAE7E3"/>
                </a:solidFill>
                <a:latin typeface="+mj-lt"/>
              </a:rPr>
              <a:t>where it all </a:t>
            </a:r>
            <a:r>
              <a:rPr lang="en-GB" sz="3200">
                <a:solidFill>
                  <a:schemeClr val="tx1">
                    <a:lumMod val="60000"/>
                    <a:lumOff val="40000"/>
                  </a:schemeClr>
                </a:solidFill>
                <a:latin typeface="+mj-lt"/>
              </a:rPr>
              <a:t>adds up</a:t>
            </a:r>
          </a:p>
        </p:txBody>
      </p:sp>
      <p:pic>
        <p:nvPicPr>
          <p:cNvPr id="15" name="Graphic 14">
            <a:extLst>
              <a:ext uri="{FF2B5EF4-FFF2-40B4-BE49-F238E27FC236}">
                <a16:creationId xmlns:a16="http://schemas.microsoft.com/office/drawing/2014/main" id="{D144B9D2-97BD-5D2E-7DAB-732240DB19A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0363" y="529362"/>
            <a:ext cx="2356712" cy="854916"/>
          </a:xfrm>
          <a:prstGeom prst="rect">
            <a:avLst/>
          </a:prstGeom>
        </p:spPr>
      </p:pic>
      <p:sp>
        <p:nvSpPr>
          <p:cNvPr id="2" name="Rectangle 1">
            <a:extLst>
              <a:ext uri="{FF2B5EF4-FFF2-40B4-BE49-F238E27FC236}">
                <a16:creationId xmlns:a16="http://schemas.microsoft.com/office/drawing/2014/main" id="{DA228619-3496-ED52-BC08-FA87C0B58065}"/>
              </a:ext>
            </a:extLst>
          </p:cNvPr>
          <p:cNvSpPr/>
          <p:nvPr userDrawn="1"/>
        </p:nvSpPr>
        <p:spPr bwMode="gray">
          <a:xfrm flipH="1" flipV="1">
            <a:off x="0" y="3622765"/>
            <a:ext cx="12192000" cy="3243943"/>
          </a:xfrm>
          <a:prstGeom prst="rect">
            <a:avLst/>
          </a:prstGeom>
          <a:gradFill>
            <a:gsLst>
              <a:gs pos="0">
                <a:srgbClr val="3D4D55">
                  <a:alpha val="0"/>
                </a:srgbClr>
              </a:gs>
              <a:gs pos="65000">
                <a:srgbClr val="25343C"/>
              </a:gs>
            </a:gsLst>
            <a:lin ang="16200000" scaled="0"/>
          </a:gradFill>
        </p:spPr>
        <p:txBody>
          <a:bodyPr vert="horz" lIns="90000" tIns="46800" rIns="90000" bIns="4680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6000" marR="0" indent="-216000" algn="l" defTabSz="914400" eaLnBrk="1" fontAlgn="auto" latinLnBrk="0" hangingPunct="1">
              <a:lnSpc>
                <a:spcPct val="100000"/>
              </a:lnSpc>
              <a:spcBef>
                <a:spcPts val="600"/>
              </a:spcBef>
              <a:spcAft>
                <a:spcPct val="0"/>
              </a:spcAft>
              <a:buClrTx/>
              <a:buSzTx/>
              <a:buFont typeface="Arial" pitchFamily="34" charset="0"/>
              <a:buChar char="•"/>
            </a:pPr>
            <a:endParaRPr kumimoji="0" lang="en-GB" sz="1200" b="0" i="0" u="none" strike="noStrike" kern="1200" cap="none" spc="0" normalizeH="0" baseline="0" noProof="0" err="1">
              <a:ln>
                <a:noFill/>
              </a:ln>
              <a:solidFill>
                <a:srgbClr val="44463E"/>
              </a:solidFill>
              <a:effectLst/>
              <a:uLnTx/>
              <a:uFillTx/>
              <a:ea typeface="+mn-ea"/>
            </a:endParaRPr>
          </a:p>
        </p:txBody>
      </p:sp>
      <p:sp>
        <p:nvSpPr>
          <p:cNvPr id="20" name="TextBox 19">
            <a:extLst>
              <a:ext uri="{FF2B5EF4-FFF2-40B4-BE49-F238E27FC236}">
                <a16:creationId xmlns:a16="http://schemas.microsoft.com/office/drawing/2014/main" id="{209FCE8E-B1DB-C5B4-BDB7-B078AEB852E4}"/>
              </a:ext>
            </a:extLst>
          </p:cNvPr>
          <p:cNvSpPr txBox="1"/>
          <p:nvPr userDrawn="1"/>
        </p:nvSpPr>
        <p:spPr bwMode="ltGray">
          <a:xfrm>
            <a:off x="8999145" y="5196802"/>
            <a:ext cx="2832863" cy="252000"/>
          </a:xfrm>
          <a:prstGeom prst="rect">
            <a:avLst/>
          </a:prstGeom>
          <a:noFill/>
        </p:spPr>
        <p:txBody>
          <a:bodyPr wrap="square" lIns="0" tIns="0" rIns="0" bIns="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en-GB" sz="1200" spc="100">
                <a:solidFill>
                  <a:schemeClr val="bg2"/>
                </a:solidFill>
                <a:latin typeface="+mj-lt"/>
              </a:rPr>
              <a:t>Contact</a:t>
            </a:r>
          </a:p>
        </p:txBody>
      </p:sp>
      <p:grpSp>
        <p:nvGrpSpPr>
          <p:cNvPr id="21" name="Group 20">
            <a:extLst>
              <a:ext uri="{FF2B5EF4-FFF2-40B4-BE49-F238E27FC236}">
                <a16:creationId xmlns:a16="http://schemas.microsoft.com/office/drawing/2014/main" id="{4D916EEE-8768-BF2F-4E95-7851A39AF713}"/>
              </a:ext>
            </a:extLst>
          </p:cNvPr>
          <p:cNvGrpSpPr/>
          <p:nvPr userDrawn="1"/>
        </p:nvGrpSpPr>
        <p:grpSpPr>
          <a:xfrm>
            <a:off x="6119550" y="5196802"/>
            <a:ext cx="2677054" cy="1131836"/>
            <a:chOff x="5343524" y="4700408"/>
            <a:chExt cx="3014239" cy="1131836"/>
          </a:xfrm>
        </p:grpSpPr>
        <p:sp>
          <p:nvSpPr>
            <p:cNvPr id="22" name="TextBox 21">
              <a:extLst>
                <a:ext uri="{FF2B5EF4-FFF2-40B4-BE49-F238E27FC236}">
                  <a16:creationId xmlns:a16="http://schemas.microsoft.com/office/drawing/2014/main" id="{F94359B7-7ECB-A98C-8767-14A63BDFC86C}"/>
                </a:ext>
              </a:extLst>
            </p:cNvPr>
            <p:cNvSpPr txBox="1"/>
            <p:nvPr userDrawn="1"/>
          </p:nvSpPr>
          <p:spPr bwMode="ltGray">
            <a:xfrm>
              <a:off x="5343524" y="4700408"/>
              <a:ext cx="3014239" cy="252000"/>
            </a:xfrm>
            <a:prstGeom prst="rect">
              <a:avLst/>
            </a:prstGeom>
            <a:noFill/>
          </p:spPr>
          <p:txBody>
            <a:bodyPr wrap="square" lIns="0" tIns="0" rIns="0" bIns="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ct val="0"/>
                </a:spcBef>
                <a:spcAft>
                  <a:spcPct val="0"/>
                </a:spcAft>
                <a:buClrTx/>
                <a:buSzTx/>
                <a:buFontTx/>
                <a:buNone/>
                <a:defRPr/>
              </a:pPr>
              <a:r>
                <a:rPr kumimoji="0" lang="en-GB" sz="1200" b="0" i="0" u="none" strike="noStrike" kern="0" cap="none" spc="0" normalizeH="0" baseline="0" noProof="0">
                  <a:ln>
                    <a:noFill/>
                  </a:ln>
                  <a:solidFill>
                    <a:srgbClr val="FFFFFF"/>
                  </a:solidFill>
                  <a:effectLst/>
                  <a:uLnTx/>
                  <a:uFillTx/>
                  <a:latin typeface="+mj-lt"/>
                </a:rPr>
                <a:t>Amsterdam</a:t>
              </a:r>
            </a:p>
          </p:txBody>
        </p:sp>
        <p:sp>
          <p:nvSpPr>
            <p:cNvPr id="27" name="TextBox 26">
              <a:extLst>
                <a:ext uri="{FF2B5EF4-FFF2-40B4-BE49-F238E27FC236}">
                  <a16:creationId xmlns:a16="http://schemas.microsoft.com/office/drawing/2014/main" id="{970BDB6E-D354-152B-B6A4-3855023F4F70}"/>
                </a:ext>
              </a:extLst>
            </p:cNvPr>
            <p:cNvSpPr txBox="1"/>
            <p:nvPr userDrawn="1"/>
          </p:nvSpPr>
          <p:spPr bwMode="ltGray">
            <a:xfrm>
              <a:off x="5343524" y="5123766"/>
              <a:ext cx="3014239" cy="252000"/>
            </a:xfrm>
            <a:prstGeom prst="rect">
              <a:avLst/>
            </a:prstGeom>
            <a:noFill/>
          </p:spPr>
          <p:txBody>
            <a:bodyPr vert="horz" lIns="0" tIns="0" rIns="0" bIns="0" rtlCol="0" anchor="ctr">
              <a:noAutofit/>
            </a:bodyPr>
            <a:lstStyle>
              <a:defPPr>
                <a:defRPr lang="en-US"/>
              </a:defPPr>
              <a:lvl1pPr marL="0" lvl="0" indent="0" algn="l" defTabSz="914400" rtl="0" eaLnBrk="1" latinLnBrk="0" hangingPunct="1">
                <a:lnSpc>
                  <a:spcPct val="100000"/>
                </a:lnSpc>
                <a:spcBef>
                  <a:spcPct val="0"/>
                </a:spcBef>
                <a:buSzTx/>
                <a:buFont typeface="Arial" pitchFamily="34" charset="0"/>
                <a:buNone/>
                <a:defRPr lang="en-US" sz="1050" b="0" kern="1200" spc="0">
                  <a:solidFill>
                    <a:schemeClr val="bg2"/>
                  </a:solidFill>
                  <a:latin typeface="+mn-lt"/>
                  <a:ea typeface="+mn-ea"/>
                  <a:cs typeface="Gotham-Book" pitchFamily="50" charset="0"/>
                </a:defRPr>
              </a:lvl1pPr>
              <a:lvl2pPr marL="432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Gotham-Book" pitchFamily="50" charset="0"/>
                </a:defRPr>
              </a:lvl2pPr>
              <a:lvl3pPr marL="648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mn-cs"/>
                </a:defRPr>
              </a:lvl3pPr>
              <a:lvl4pPr marL="864000" indent="-216000" algn="l" defTabSz="914400" rtl="0" eaLnBrk="1" latinLnBrk="0" hangingPunct="1">
                <a:lnSpc>
                  <a:spcPct val="100000"/>
                </a:lnSpc>
                <a:spcBef>
                  <a:spcPts val="600"/>
                </a:spcBef>
                <a:buFont typeface="Arial" pitchFamily="34" charset="0"/>
                <a:buChar char="•"/>
                <a:defRPr sz="1400" kern="1200" cap="none" spc="0" baseline="0">
                  <a:solidFill>
                    <a:schemeClr val="bg2"/>
                  </a:solidFill>
                  <a:latin typeface="+mn-lt"/>
                  <a:ea typeface="+mn-ea"/>
                  <a:cs typeface="+mn-cs"/>
                </a:defRPr>
              </a:lvl4pPr>
              <a:lvl5pPr marL="1080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Gotham-Light" pitchFamily="50" charset="0"/>
                </a:defRPr>
              </a:lvl5pPr>
              <a:lvl6pPr marL="0" indent="0" algn="l" defTabSz="914400" rtl="0" eaLnBrk="1" latinLnBrk="0" hangingPunct="1">
                <a:lnSpc>
                  <a:spcPct val="150000"/>
                </a:lnSpc>
                <a:spcBef>
                  <a:spcPts val="600"/>
                </a:spcBef>
                <a:buFont typeface="Arial"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7"/>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Gotham-Light" pitchFamily="50" charset="0"/>
                  <a:ea typeface="+mn-ea"/>
                  <a:cs typeface="Gotham-Light" pitchFamily="50" charset="0"/>
                </a:defRPr>
              </a:lvl9pPr>
            </a:lstStyle>
            <a:p>
              <a:pPr marL="0" marR="0" lvl="0" indent="0" defTabSz="914400" rtl="0" eaLnBrk="1" fontAlgn="auto" latinLnBrk="0" hangingPunct="1">
                <a:lnSpc>
                  <a:spcPct val="100000"/>
                </a:lnSpc>
                <a:spcBef>
                  <a:spcPct val="0"/>
                </a:spcBef>
                <a:spcAft>
                  <a:spcPct val="0"/>
                </a:spcAft>
                <a:buClrTx/>
                <a:buSzTx/>
                <a:buFont typeface="Arial" pitchFamily="34" charset="0"/>
                <a:buNone/>
                <a:defRPr/>
              </a:pPr>
              <a:r>
                <a:rPr kumimoji="0" lang="en-GB" sz="1050" b="0" i="0" u="none" strike="noStrike" kern="0" cap="none" spc="0" normalizeH="0" baseline="0" noProof="0">
                  <a:ln>
                    <a:noFill/>
                  </a:ln>
                  <a:solidFill>
                    <a:srgbClr val="FFFFFF"/>
                  </a:solidFill>
                  <a:effectLst/>
                  <a:uLnTx/>
                  <a:uFillTx/>
                  <a:cs typeface="Calibri" panose="020F0502020204030204" pitchFamily="34" charset="0"/>
                </a:rPr>
                <a:t>De Ruijterkade 7</a:t>
              </a:r>
            </a:p>
          </p:txBody>
        </p:sp>
        <p:sp>
          <p:nvSpPr>
            <p:cNvPr id="34" name="TextBox 33">
              <a:extLst>
                <a:ext uri="{FF2B5EF4-FFF2-40B4-BE49-F238E27FC236}">
                  <a16:creationId xmlns:a16="http://schemas.microsoft.com/office/drawing/2014/main" id="{5C92A55F-23B9-E807-337B-63C6501CD854}"/>
                </a:ext>
              </a:extLst>
            </p:cNvPr>
            <p:cNvSpPr txBox="1"/>
            <p:nvPr userDrawn="1"/>
          </p:nvSpPr>
          <p:spPr bwMode="ltGray">
            <a:xfrm>
              <a:off x="5343524" y="5352005"/>
              <a:ext cx="3014239" cy="252000"/>
            </a:xfrm>
            <a:prstGeom prst="rect">
              <a:avLst/>
            </a:prstGeom>
            <a:noFill/>
          </p:spPr>
          <p:txBody>
            <a:bodyPr vert="horz" lIns="0" tIns="0" rIns="0" bIns="0" rtlCol="0" anchor="ctr">
              <a:noAutofit/>
            </a:bodyPr>
            <a:lstStyle>
              <a:defPPr>
                <a:defRPr lang="en-US"/>
              </a:defPPr>
              <a:lvl1pPr marL="0" lvl="0" indent="0" algn="l" defTabSz="914400" rtl="0" eaLnBrk="1" latinLnBrk="0" hangingPunct="1">
                <a:lnSpc>
                  <a:spcPct val="100000"/>
                </a:lnSpc>
                <a:spcBef>
                  <a:spcPct val="0"/>
                </a:spcBef>
                <a:buSzTx/>
                <a:buFont typeface="Arial" pitchFamily="34" charset="0"/>
                <a:buNone/>
                <a:defRPr lang="en-US" sz="1050" b="0" kern="1200" spc="0">
                  <a:solidFill>
                    <a:schemeClr val="bg2"/>
                  </a:solidFill>
                  <a:latin typeface="+mn-lt"/>
                  <a:ea typeface="+mn-ea"/>
                  <a:cs typeface="Gotham-Book" pitchFamily="50" charset="0"/>
                </a:defRPr>
              </a:lvl1pPr>
              <a:lvl2pPr marL="432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Gotham-Book" pitchFamily="50" charset="0"/>
                </a:defRPr>
              </a:lvl2pPr>
              <a:lvl3pPr marL="648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mn-cs"/>
                </a:defRPr>
              </a:lvl3pPr>
              <a:lvl4pPr marL="864000" indent="-216000" algn="l" defTabSz="914400" rtl="0" eaLnBrk="1" latinLnBrk="0" hangingPunct="1">
                <a:lnSpc>
                  <a:spcPct val="100000"/>
                </a:lnSpc>
                <a:spcBef>
                  <a:spcPts val="600"/>
                </a:spcBef>
                <a:buFont typeface="Arial" pitchFamily="34" charset="0"/>
                <a:buChar char="•"/>
                <a:defRPr sz="1400" kern="1200" cap="none" spc="0" baseline="0">
                  <a:solidFill>
                    <a:schemeClr val="bg2"/>
                  </a:solidFill>
                  <a:latin typeface="+mn-lt"/>
                  <a:ea typeface="+mn-ea"/>
                  <a:cs typeface="+mn-cs"/>
                </a:defRPr>
              </a:lvl4pPr>
              <a:lvl5pPr marL="1080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Gotham-Light" pitchFamily="50" charset="0"/>
                </a:defRPr>
              </a:lvl5pPr>
              <a:lvl6pPr marL="0" indent="0" algn="l" defTabSz="914400" rtl="0" eaLnBrk="1" latinLnBrk="0" hangingPunct="1">
                <a:lnSpc>
                  <a:spcPct val="150000"/>
                </a:lnSpc>
                <a:spcBef>
                  <a:spcPts val="600"/>
                </a:spcBef>
                <a:buFont typeface="Arial"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7"/>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Gotham-Light" pitchFamily="50" charset="0"/>
                  <a:ea typeface="+mn-ea"/>
                  <a:cs typeface="Gotham-Light" pitchFamily="50" charset="0"/>
                </a:defRPr>
              </a:lvl9pPr>
            </a:lstStyle>
            <a:p>
              <a:pPr marL="0" marR="0" lvl="0" indent="0" defTabSz="914400" rtl="0" eaLnBrk="1" fontAlgn="auto" latinLnBrk="0" hangingPunct="1">
                <a:lnSpc>
                  <a:spcPct val="100000"/>
                </a:lnSpc>
                <a:spcBef>
                  <a:spcPct val="0"/>
                </a:spcBef>
                <a:spcAft>
                  <a:spcPct val="0"/>
                </a:spcAft>
                <a:buClrTx/>
                <a:buSzTx/>
                <a:buFont typeface="Arial" pitchFamily="34" charset="0"/>
                <a:buNone/>
                <a:defRPr/>
              </a:pPr>
              <a:r>
                <a:rPr kumimoji="0" lang="en-GB" sz="1050" b="0" i="0" u="none" strike="noStrike" kern="0" cap="none" spc="0" normalizeH="0" baseline="0" noProof="0">
                  <a:ln>
                    <a:noFill/>
                  </a:ln>
                  <a:solidFill>
                    <a:srgbClr val="FFFFFF"/>
                  </a:solidFill>
                  <a:effectLst/>
                  <a:uLnTx/>
                  <a:uFillTx/>
                  <a:cs typeface="Calibri" panose="020F0502020204030204" pitchFamily="34" charset="0"/>
                </a:rPr>
                <a:t>1013 AA Amsterdam</a:t>
              </a:r>
            </a:p>
          </p:txBody>
        </p:sp>
        <p:sp>
          <p:nvSpPr>
            <p:cNvPr id="40" name="TextBox 39">
              <a:extLst>
                <a:ext uri="{FF2B5EF4-FFF2-40B4-BE49-F238E27FC236}">
                  <a16:creationId xmlns:a16="http://schemas.microsoft.com/office/drawing/2014/main" id="{34475B40-9D0F-A8A3-307B-64BA4659D78B}"/>
                </a:ext>
              </a:extLst>
            </p:cNvPr>
            <p:cNvSpPr txBox="1"/>
            <p:nvPr userDrawn="1"/>
          </p:nvSpPr>
          <p:spPr bwMode="ltGray">
            <a:xfrm>
              <a:off x="5343524" y="5580244"/>
              <a:ext cx="3014239" cy="252000"/>
            </a:xfrm>
            <a:prstGeom prst="rect">
              <a:avLst/>
            </a:prstGeom>
            <a:noFill/>
          </p:spPr>
          <p:txBody>
            <a:bodyPr vert="horz" lIns="0" tIns="0" rIns="0" bIns="0" rtlCol="0" anchor="ctr">
              <a:noAutofit/>
            </a:bodyPr>
            <a:lstStyle>
              <a:defPPr>
                <a:defRPr lang="en-US"/>
              </a:defPPr>
              <a:lvl1pPr marL="0" lvl="0" indent="0" algn="l" defTabSz="914400" rtl="0" eaLnBrk="1" latinLnBrk="0" hangingPunct="1">
                <a:lnSpc>
                  <a:spcPct val="100000"/>
                </a:lnSpc>
                <a:spcBef>
                  <a:spcPct val="0"/>
                </a:spcBef>
                <a:buSzTx/>
                <a:buFont typeface="Arial" pitchFamily="34" charset="0"/>
                <a:buNone/>
                <a:defRPr lang="en-US" sz="1050" b="0" kern="1200" spc="0">
                  <a:solidFill>
                    <a:schemeClr val="bg2"/>
                  </a:solidFill>
                  <a:latin typeface="+mn-lt"/>
                  <a:ea typeface="+mn-ea"/>
                  <a:cs typeface="Gotham-Book" pitchFamily="50" charset="0"/>
                </a:defRPr>
              </a:lvl1pPr>
              <a:lvl2pPr marL="432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Gotham-Book" pitchFamily="50" charset="0"/>
                </a:defRPr>
              </a:lvl2pPr>
              <a:lvl3pPr marL="648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mn-cs"/>
                </a:defRPr>
              </a:lvl3pPr>
              <a:lvl4pPr marL="864000" indent="-216000" algn="l" defTabSz="914400" rtl="0" eaLnBrk="1" latinLnBrk="0" hangingPunct="1">
                <a:lnSpc>
                  <a:spcPct val="100000"/>
                </a:lnSpc>
                <a:spcBef>
                  <a:spcPts val="600"/>
                </a:spcBef>
                <a:buFont typeface="Arial" pitchFamily="34" charset="0"/>
                <a:buChar char="•"/>
                <a:defRPr sz="1400" kern="1200" cap="none" spc="0" baseline="0">
                  <a:solidFill>
                    <a:schemeClr val="bg2"/>
                  </a:solidFill>
                  <a:latin typeface="+mn-lt"/>
                  <a:ea typeface="+mn-ea"/>
                  <a:cs typeface="+mn-cs"/>
                </a:defRPr>
              </a:lvl4pPr>
              <a:lvl5pPr marL="1080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Gotham-Light" pitchFamily="50" charset="0"/>
                </a:defRPr>
              </a:lvl5pPr>
              <a:lvl6pPr marL="0" indent="0" algn="l" defTabSz="914400" rtl="0" eaLnBrk="1" latinLnBrk="0" hangingPunct="1">
                <a:lnSpc>
                  <a:spcPct val="150000"/>
                </a:lnSpc>
                <a:spcBef>
                  <a:spcPts val="600"/>
                </a:spcBef>
                <a:buFont typeface="Arial"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7"/>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Gotham-Light" pitchFamily="50" charset="0"/>
                  <a:ea typeface="+mn-ea"/>
                  <a:cs typeface="Gotham-Light" pitchFamily="50" charset="0"/>
                </a:defRPr>
              </a:lvl9pPr>
            </a:lstStyle>
            <a:p>
              <a:pPr marL="0" marR="0" lvl="0" indent="0" defTabSz="914400" rtl="0" eaLnBrk="1" fontAlgn="auto" latinLnBrk="0" hangingPunct="1">
                <a:lnSpc>
                  <a:spcPct val="100000"/>
                </a:lnSpc>
                <a:spcBef>
                  <a:spcPct val="0"/>
                </a:spcBef>
                <a:spcAft>
                  <a:spcPct val="0"/>
                </a:spcAft>
                <a:buClrTx/>
                <a:buSzTx/>
                <a:buFont typeface="Arial" pitchFamily="34" charset="0"/>
                <a:buNone/>
                <a:defRPr/>
              </a:pPr>
              <a:r>
                <a:rPr kumimoji="0" lang="en-GB" sz="1050" b="0" i="0" u="none" strike="noStrike" kern="0" cap="none" spc="0" normalizeH="0" baseline="0" noProof="0">
                  <a:ln>
                    <a:noFill/>
                  </a:ln>
                  <a:solidFill>
                    <a:srgbClr val="FFFFFF"/>
                  </a:solidFill>
                  <a:effectLst/>
                  <a:uLnTx/>
                  <a:uFillTx/>
                  <a:cs typeface="Calibri" panose="020F0502020204030204" pitchFamily="34" charset="0"/>
                </a:rPr>
                <a:t>The Netherlands</a:t>
              </a:r>
            </a:p>
          </p:txBody>
        </p:sp>
      </p:grpSp>
      <p:grpSp>
        <p:nvGrpSpPr>
          <p:cNvPr id="41" name="Group 40">
            <a:extLst>
              <a:ext uri="{FF2B5EF4-FFF2-40B4-BE49-F238E27FC236}">
                <a16:creationId xmlns:a16="http://schemas.microsoft.com/office/drawing/2014/main" id="{CEEAAE18-AB80-F7DC-1CAE-653488EF6313}"/>
              </a:ext>
            </a:extLst>
          </p:cNvPr>
          <p:cNvGrpSpPr/>
          <p:nvPr userDrawn="1"/>
        </p:nvGrpSpPr>
        <p:grpSpPr>
          <a:xfrm>
            <a:off x="3239956" y="5196802"/>
            <a:ext cx="2677054" cy="1131836"/>
            <a:chOff x="5343524" y="4700408"/>
            <a:chExt cx="3014239" cy="1131836"/>
          </a:xfrm>
        </p:grpSpPr>
        <p:sp>
          <p:nvSpPr>
            <p:cNvPr id="42" name="TextBox 41">
              <a:extLst>
                <a:ext uri="{FF2B5EF4-FFF2-40B4-BE49-F238E27FC236}">
                  <a16:creationId xmlns:a16="http://schemas.microsoft.com/office/drawing/2014/main" id="{380C2B2D-2B17-43E1-A39E-5E4AA5ABDE8D}"/>
                </a:ext>
              </a:extLst>
            </p:cNvPr>
            <p:cNvSpPr txBox="1"/>
            <p:nvPr userDrawn="1"/>
          </p:nvSpPr>
          <p:spPr bwMode="ltGray">
            <a:xfrm>
              <a:off x="5343524" y="4700408"/>
              <a:ext cx="3014239" cy="252000"/>
            </a:xfrm>
            <a:prstGeom prst="rect">
              <a:avLst/>
            </a:prstGeom>
            <a:noFill/>
          </p:spPr>
          <p:txBody>
            <a:bodyPr wrap="square" lIns="0" tIns="0" rIns="0" bIns="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ct val="0"/>
                </a:spcBef>
                <a:spcAft>
                  <a:spcPct val="0"/>
                </a:spcAft>
                <a:buClrTx/>
                <a:buSzTx/>
                <a:buFontTx/>
                <a:buNone/>
                <a:defRPr/>
              </a:pPr>
              <a:r>
                <a:rPr kumimoji="0" lang="en-GB" sz="1200" b="0" i="0" u="none" strike="noStrike" kern="0" cap="none" spc="0" normalizeH="0" baseline="0" noProof="0">
                  <a:ln>
                    <a:noFill/>
                  </a:ln>
                  <a:solidFill>
                    <a:srgbClr val="FFFFFF"/>
                  </a:solidFill>
                  <a:effectLst/>
                  <a:uLnTx/>
                  <a:uFillTx/>
                  <a:latin typeface="+mj-lt"/>
                </a:rPr>
                <a:t>Stockholm</a:t>
              </a:r>
            </a:p>
          </p:txBody>
        </p:sp>
        <p:sp>
          <p:nvSpPr>
            <p:cNvPr id="43" name="TextBox 42">
              <a:extLst>
                <a:ext uri="{FF2B5EF4-FFF2-40B4-BE49-F238E27FC236}">
                  <a16:creationId xmlns:a16="http://schemas.microsoft.com/office/drawing/2014/main" id="{ED4AA5AC-492A-714A-1D4A-B4356457E402}"/>
                </a:ext>
              </a:extLst>
            </p:cNvPr>
            <p:cNvSpPr txBox="1"/>
            <p:nvPr userDrawn="1"/>
          </p:nvSpPr>
          <p:spPr bwMode="ltGray">
            <a:xfrm>
              <a:off x="5343524" y="5123766"/>
              <a:ext cx="3014239" cy="252000"/>
            </a:xfrm>
            <a:prstGeom prst="rect">
              <a:avLst/>
            </a:prstGeom>
            <a:noFill/>
          </p:spPr>
          <p:txBody>
            <a:bodyPr vert="horz" lIns="0" tIns="0" rIns="0" bIns="0" rtlCol="0" anchor="ctr">
              <a:noAutofit/>
            </a:bodyPr>
            <a:lstStyle>
              <a:defPPr>
                <a:defRPr lang="en-US"/>
              </a:defPPr>
              <a:lvl1pPr marL="0" lvl="0" indent="0" algn="l" defTabSz="914400" rtl="0" eaLnBrk="1" latinLnBrk="0" hangingPunct="1">
                <a:lnSpc>
                  <a:spcPct val="100000"/>
                </a:lnSpc>
                <a:spcBef>
                  <a:spcPct val="0"/>
                </a:spcBef>
                <a:buSzTx/>
                <a:buFont typeface="Arial" pitchFamily="34" charset="0"/>
                <a:buNone/>
                <a:defRPr lang="en-US" sz="1050" b="0" kern="1200" spc="0">
                  <a:solidFill>
                    <a:schemeClr val="bg2"/>
                  </a:solidFill>
                  <a:latin typeface="+mn-lt"/>
                  <a:ea typeface="+mn-ea"/>
                  <a:cs typeface="Gotham-Book" pitchFamily="50" charset="0"/>
                </a:defRPr>
              </a:lvl1pPr>
              <a:lvl2pPr marL="432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Gotham-Book" pitchFamily="50" charset="0"/>
                </a:defRPr>
              </a:lvl2pPr>
              <a:lvl3pPr marL="648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mn-cs"/>
                </a:defRPr>
              </a:lvl3pPr>
              <a:lvl4pPr marL="864000" indent="-216000" algn="l" defTabSz="914400" rtl="0" eaLnBrk="1" latinLnBrk="0" hangingPunct="1">
                <a:lnSpc>
                  <a:spcPct val="100000"/>
                </a:lnSpc>
                <a:spcBef>
                  <a:spcPts val="600"/>
                </a:spcBef>
                <a:buFont typeface="Arial" pitchFamily="34" charset="0"/>
                <a:buChar char="•"/>
                <a:defRPr sz="1400" kern="1200" cap="none" spc="0" baseline="0">
                  <a:solidFill>
                    <a:schemeClr val="bg2"/>
                  </a:solidFill>
                  <a:latin typeface="+mn-lt"/>
                  <a:ea typeface="+mn-ea"/>
                  <a:cs typeface="+mn-cs"/>
                </a:defRPr>
              </a:lvl4pPr>
              <a:lvl5pPr marL="1080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Gotham-Light" pitchFamily="50" charset="0"/>
                </a:defRPr>
              </a:lvl5pPr>
              <a:lvl6pPr marL="0" indent="0" algn="l" defTabSz="914400" rtl="0" eaLnBrk="1" latinLnBrk="0" hangingPunct="1">
                <a:lnSpc>
                  <a:spcPct val="150000"/>
                </a:lnSpc>
                <a:spcBef>
                  <a:spcPts val="600"/>
                </a:spcBef>
                <a:buFont typeface="Arial"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7"/>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Gotham-Light" pitchFamily="50" charset="0"/>
                  <a:ea typeface="+mn-ea"/>
                  <a:cs typeface="Gotham-Light" pitchFamily="50" charset="0"/>
                </a:defRPr>
              </a:lvl9pPr>
            </a:lstStyle>
            <a:p>
              <a:pPr marL="0" marR="0" lvl="0" indent="0" defTabSz="914400" rtl="0" eaLnBrk="1" fontAlgn="auto" latinLnBrk="0" hangingPunct="1">
                <a:lnSpc>
                  <a:spcPct val="100000"/>
                </a:lnSpc>
                <a:spcBef>
                  <a:spcPct val="0"/>
                </a:spcBef>
                <a:spcAft>
                  <a:spcPct val="0"/>
                </a:spcAft>
                <a:buClrTx/>
                <a:buSzTx/>
                <a:buFont typeface="Arial" pitchFamily="34" charset="0"/>
                <a:buNone/>
                <a:defRPr/>
              </a:pPr>
              <a:r>
                <a:rPr kumimoji="0" lang="en-GB" sz="1050" b="0" i="0" u="none" strike="noStrike" kern="0" cap="none" spc="0" normalizeH="0" baseline="0" noProof="0" err="1">
                  <a:ln>
                    <a:noFill/>
                  </a:ln>
                  <a:solidFill>
                    <a:srgbClr val="FFFFFF"/>
                  </a:solidFill>
                  <a:effectLst/>
                  <a:uLnTx/>
                  <a:uFillTx/>
                  <a:cs typeface="Calibri" panose="020F0502020204030204" pitchFamily="34" charset="0"/>
                </a:rPr>
                <a:t>Götgatan 22A</a:t>
              </a:r>
            </a:p>
          </p:txBody>
        </p:sp>
        <p:sp>
          <p:nvSpPr>
            <p:cNvPr id="44" name="TextBox 43">
              <a:extLst>
                <a:ext uri="{FF2B5EF4-FFF2-40B4-BE49-F238E27FC236}">
                  <a16:creationId xmlns:a16="http://schemas.microsoft.com/office/drawing/2014/main" id="{6EBC595A-42F5-4763-8C5B-00A2275720D2}"/>
                </a:ext>
              </a:extLst>
            </p:cNvPr>
            <p:cNvSpPr txBox="1"/>
            <p:nvPr userDrawn="1"/>
          </p:nvSpPr>
          <p:spPr bwMode="ltGray">
            <a:xfrm>
              <a:off x="5343524" y="5352005"/>
              <a:ext cx="3014239" cy="252000"/>
            </a:xfrm>
            <a:prstGeom prst="rect">
              <a:avLst/>
            </a:prstGeom>
            <a:noFill/>
          </p:spPr>
          <p:txBody>
            <a:bodyPr vert="horz" lIns="0" tIns="0" rIns="0" bIns="0" rtlCol="0" anchor="ctr">
              <a:noAutofit/>
            </a:bodyPr>
            <a:lstStyle>
              <a:defPPr>
                <a:defRPr lang="en-US"/>
              </a:defPPr>
              <a:lvl1pPr marL="0" lvl="0" indent="0" algn="l" defTabSz="914400" rtl="0" eaLnBrk="1" latinLnBrk="0" hangingPunct="1">
                <a:lnSpc>
                  <a:spcPct val="100000"/>
                </a:lnSpc>
                <a:spcBef>
                  <a:spcPct val="0"/>
                </a:spcBef>
                <a:buSzTx/>
                <a:buFont typeface="Arial" pitchFamily="34" charset="0"/>
                <a:buNone/>
                <a:defRPr lang="en-US" sz="1050" b="0" kern="1200" spc="0">
                  <a:solidFill>
                    <a:schemeClr val="bg2"/>
                  </a:solidFill>
                  <a:latin typeface="+mn-lt"/>
                  <a:ea typeface="+mn-ea"/>
                  <a:cs typeface="Gotham-Book" pitchFamily="50" charset="0"/>
                </a:defRPr>
              </a:lvl1pPr>
              <a:lvl2pPr marL="432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Gotham-Book" pitchFamily="50" charset="0"/>
                </a:defRPr>
              </a:lvl2pPr>
              <a:lvl3pPr marL="648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mn-cs"/>
                </a:defRPr>
              </a:lvl3pPr>
              <a:lvl4pPr marL="864000" indent="-216000" algn="l" defTabSz="914400" rtl="0" eaLnBrk="1" latinLnBrk="0" hangingPunct="1">
                <a:lnSpc>
                  <a:spcPct val="100000"/>
                </a:lnSpc>
                <a:spcBef>
                  <a:spcPts val="600"/>
                </a:spcBef>
                <a:buFont typeface="Arial" pitchFamily="34" charset="0"/>
                <a:buChar char="•"/>
                <a:defRPr sz="1400" kern="1200" cap="none" spc="0" baseline="0">
                  <a:solidFill>
                    <a:schemeClr val="bg2"/>
                  </a:solidFill>
                  <a:latin typeface="+mn-lt"/>
                  <a:ea typeface="+mn-ea"/>
                  <a:cs typeface="+mn-cs"/>
                </a:defRPr>
              </a:lvl4pPr>
              <a:lvl5pPr marL="1080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Gotham-Light" pitchFamily="50" charset="0"/>
                </a:defRPr>
              </a:lvl5pPr>
              <a:lvl6pPr marL="0" indent="0" algn="l" defTabSz="914400" rtl="0" eaLnBrk="1" latinLnBrk="0" hangingPunct="1">
                <a:lnSpc>
                  <a:spcPct val="150000"/>
                </a:lnSpc>
                <a:spcBef>
                  <a:spcPts val="600"/>
                </a:spcBef>
                <a:buFont typeface="Arial"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7"/>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Gotham-Light" pitchFamily="50" charset="0"/>
                  <a:ea typeface="+mn-ea"/>
                  <a:cs typeface="Gotham-Light" pitchFamily="50" charset="0"/>
                </a:defRPr>
              </a:lvl9pPr>
            </a:lstStyle>
            <a:p>
              <a:pPr marL="0" marR="0" lvl="0" indent="0" defTabSz="914400" rtl="0" eaLnBrk="1" fontAlgn="auto" latinLnBrk="0" hangingPunct="1">
                <a:lnSpc>
                  <a:spcPct val="100000"/>
                </a:lnSpc>
                <a:spcBef>
                  <a:spcPct val="0"/>
                </a:spcBef>
                <a:spcAft>
                  <a:spcPct val="0"/>
                </a:spcAft>
                <a:buClrTx/>
                <a:buSzTx/>
                <a:buFont typeface="Arial" pitchFamily="34" charset="0"/>
                <a:buNone/>
                <a:defRPr/>
              </a:pPr>
              <a:r>
                <a:rPr kumimoji="0" lang="en-GB" sz="1050" b="0" i="0" u="none" strike="noStrike" kern="0" cap="none" spc="0" normalizeH="0" baseline="0" noProof="0">
                  <a:ln>
                    <a:noFill/>
                  </a:ln>
                  <a:solidFill>
                    <a:srgbClr val="FFFFFF"/>
                  </a:solidFill>
                  <a:effectLst/>
                  <a:uLnTx/>
                  <a:uFillTx/>
                  <a:cs typeface="Calibri" panose="020F0502020204030204" pitchFamily="34" charset="0"/>
                </a:rPr>
                <a:t>118 46 Stockholm</a:t>
              </a:r>
            </a:p>
          </p:txBody>
        </p:sp>
        <p:sp>
          <p:nvSpPr>
            <p:cNvPr id="45" name="TextBox 44">
              <a:extLst>
                <a:ext uri="{FF2B5EF4-FFF2-40B4-BE49-F238E27FC236}">
                  <a16:creationId xmlns:a16="http://schemas.microsoft.com/office/drawing/2014/main" id="{FF9A0F7D-72F9-213F-F442-D1C1D41C4FDB}"/>
                </a:ext>
              </a:extLst>
            </p:cNvPr>
            <p:cNvSpPr txBox="1"/>
            <p:nvPr userDrawn="1"/>
          </p:nvSpPr>
          <p:spPr bwMode="ltGray">
            <a:xfrm>
              <a:off x="5343524" y="5580244"/>
              <a:ext cx="3014239" cy="252000"/>
            </a:xfrm>
            <a:prstGeom prst="rect">
              <a:avLst/>
            </a:prstGeom>
            <a:noFill/>
          </p:spPr>
          <p:txBody>
            <a:bodyPr vert="horz" lIns="0" tIns="0" rIns="0" bIns="0" rtlCol="0" anchor="ctr">
              <a:noAutofit/>
            </a:bodyPr>
            <a:lstStyle>
              <a:defPPr>
                <a:defRPr lang="en-US"/>
              </a:defPPr>
              <a:lvl1pPr marL="0" lvl="0" indent="0" algn="l" defTabSz="914400" rtl="0" eaLnBrk="1" latinLnBrk="0" hangingPunct="1">
                <a:lnSpc>
                  <a:spcPct val="100000"/>
                </a:lnSpc>
                <a:spcBef>
                  <a:spcPct val="0"/>
                </a:spcBef>
                <a:buSzTx/>
                <a:buFont typeface="Arial" pitchFamily="34" charset="0"/>
                <a:buNone/>
                <a:defRPr lang="en-US" sz="1050" b="0" kern="1200" spc="0">
                  <a:solidFill>
                    <a:schemeClr val="bg2"/>
                  </a:solidFill>
                  <a:latin typeface="+mn-lt"/>
                  <a:ea typeface="+mn-ea"/>
                  <a:cs typeface="Gotham-Book" pitchFamily="50" charset="0"/>
                </a:defRPr>
              </a:lvl1pPr>
              <a:lvl2pPr marL="432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Gotham-Book" pitchFamily="50" charset="0"/>
                </a:defRPr>
              </a:lvl2pPr>
              <a:lvl3pPr marL="648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mn-cs"/>
                </a:defRPr>
              </a:lvl3pPr>
              <a:lvl4pPr marL="864000" indent="-216000" algn="l" defTabSz="914400" rtl="0" eaLnBrk="1" latinLnBrk="0" hangingPunct="1">
                <a:lnSpc>
                  <a:spcPct val="100000"/>
                </a:lnSpc>
                <a:spcBef>
                  <a:spcPts val="600"/>
                </a:spcBef>
                <a:buFont typeface="Arial" pitchFamily="34" charset="0"/>
                <a:buChar char="•"/>
                <a:defRPr sz="1400" kern="1200" cap="none" spc="0" baseline="0">
                  <a:solidFill>
                    <a:schemeClr val="bg2"/>
                  </a:solidFill>
                  <a:latin typeface="+mn-lt"/>
                  <a:ea typeface="+mn-ea"/>
                  <a:cs typeface="+mn-cs"/>
                </a:defRPr>
              </a:lvl4pPr>
              <a:lvl5pPr marL="1080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Gotham-Light" pitchFamily="50" charset="0"/>
                </a:defRPr>
              </a:lvl5pPr>
              <a:lvl6pPr marL="0" indent="0" algn="l" defTabSz="914400" rtl="0" eaLnBrk="1" latinLnBrk="0" hangingPunct="1">
                <a:lnSpc>
                  <a:spcPct val="150000"/>
                </a:lnSpc>
                <a:spcBef>
                  <a:spcPts val="600"/>
                </a:spcBef>
                <a:buFont typeface="Arial"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7"/>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Gotham-Light" pitchFamily="50" charset="0"/>
                  <a:ea typeface="+mn-ea"/>
                  <a:cs typeface="Gotham-Light" pitchFamily="50" charset="0"/>
                </a:defRPr>
              </a:lvl9pPr>
            </a:lstStyle>
            <a:p>
              <a:pPr marL="0" marR="0" lvl="0" indent="0" defTabSz="914400" rtl="0" eaLnBrk="1" fontAlgn="auto" latinLnBrk="0" hangingPunct="1">
                <a:lnSpc>
                  <a:spcPct val="100000"/>
                </a:lnSpc>
                <a:spcBef>
                  <a:spcPct val="0"/>
                </a:spcBef>
                <a:spcAft>
                  <a:spcPct val="0"/>
                </a:spcAft>
                <a:buClrTx/>
                <a:buSzTx/>
                <a:buFont typeface="Arial" pitchFamily="34" charset="0"/>
                <a:buNone/>
                <a:defRPr/>
              </a:pPr>
              <a:r>
                <a:rPr kumimoji="0" lang="en-GB" sz="1050" b="0" i="0" u="none" strike="noStrike" kern="0" cap="none" spc="0" normalizeH="0" baseline="0" noProof="0">
                  <a:ln>
                    <a:noFill/>
                  </a:ln>
                  <a:solidFill>
                    <a:srgbClr val="FFFFFF"/>
                  </a:solidFill>
                  <a:effectLst/>
                  <a:uLnTx/>
                  <a:uFillTx/>
                  <a:cs typeface="Calibri" panose="020F0502020204030204" pitchFamily="34" charset="0"/>
                </a:rPr>
                <a:t>Sweden</a:t>
              </a:r>
            </a:p>
          </p:txBody>
        </p:sp>
      </p:grpSp>
      <p:grpSp>
        <p:nvGrpSpPr>
          <p:cNvPr id="46" name="Group 45">
            <a:extLst>
              <a:ext uri="{FF2B5EF4-FFF2-40B4-BE49-F238E27FC236}">
                <a16:creationId xmlns:a16="http://schemas.microsoft.com/office/drawing/2014/main" id="{52F52F53-1EBD-E369-4A94-5C89B525AE53}"/>
              </a:ext>
            </a:extLst>
          </p:cNvPr>
          <p:cNvGrpSpPr/>
          <p:nvPr userDrawn="1"/>
        </p:nvGrpSpPr>
        <p:grpSpPr>
          <a:xfrm>
            <a:off x="360362" y="5196802"/>
            <a:ext cx="2677054" cy="1131836"/>
            <a:chOff x="5343524" y="4700408"/>
            <a:chExt cx="3014239" cy="1131836"/>
          </a:xfrm>
        </p:grpSpPr>
        <p:sp>
          <p:nvSpPr>
            <p:cNvPr id="47" name="TextBox 46">
              <a:extLst>
                <a:ext uri="{FF2B5EF4-FFF2-40B4-BE49-F238E27FC236}">
                  <a16:creationId xmlns:a16="http://schemas.microsoft.com/office/drawing/2014/main" id="{A4FF260A-9F87-DDDF-E25C-94B0431A8E71}"/>
                </a:ext>
              </a:extLst>
            </p:cNvPr>
            <p:cNvSpPr txBox="1"/>
            <p:nvPr userDrawn="1"/>
          </p:nvSpPr>
          <p:spPr bwMode="ltGray">
            <a:xfrm>
              <a:off x="5343524" y="4700408"/>
              <a:ext cx="3014239" cy="252000"/>
            </a:xfrm>
            <a:prstGeom prst="rect">
              <a:avLst/>
            </a:prstGeom>
            <a:noFill/>
          </p:spPr>
          <p:txBody>
            <a:bodyPr wrap="square" lIns="0" tIns="0" rIns="0" bIns="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ct val="0"/>
                </a:spcBef>
                <a:spcAft>
                  <a:spcPct val="0"/>
                </a:spcAft>
                <a:buClrTx/>
                <a:buSzTx/>
                <a:buFontTx/>
                <a:buNone/>
                <a:defRPr/>
              </a:pPr>
              <a:r>
                <a:rPr kumimoji="0" lang="en-GB" sz="1200" b="0" i="0" u="none" strike="noStrike" kern="0" cap="none" spc="0" normalizeH="0" baseline="0" noProof="0">
                  <a:ln>
                    <a:noFill/>
                  </a:ln>
                  <a:solidFill>
                    <a:srgbClr val="FFFFFF"/>
                  </a:solidFill>
                  <a:effectLst/>
                  <a:uLnTx/>
                  <a:uFillTx/>
                  <a:latin typeface="+mj-lt"/>
                </a:rPr>
                <a:t>Copenhagen</a:t>
              </a:r>
            </a:p>
          </p:txBody>
        </p:sp>
        <p:sp>
          <p:nvSpPr>
            <p:cNvPr id="48" name="TextBox 47">
              <a:extLst>
                <a:ext uri="{FF2B5EF4-FFF2-40B4-BE49-F238E27FC236}">
                  <a16:creationId xmlns:a16="http://schemas.microsoft.com/office/drawing/2014/main" id="{92634C32-5C3E-0120-36E4-468EE936591D}"/>
                </a:ext>
              </a:extLst>
            </p:cNvPr>
            <p:cNvSpPr txBox="1"/>
            <p:nvPr userDrawn="1"/>
          </p:nvSpPr>
          <p:spPr bwMode="ltGray">
            <a:xfrm>
              <a:off x="5343524" y="5123766"/>
              <a:ext cx="3014239" cy="252000"/>
            </a:xfrm>
            <a:prstGeom prst="rect">
              <a:avLst/>
            </a:prstGeom>
            <a:noFill/>
          </p:spPr>
          <p:txBody>
            <a:bodyPr vert="horz" lIns="0" tIns="0" rIns="0" bIns="0" rtlCol="0" anchor="ctr">
              <a:noAutofit/>
            </a:bodyPr>
            <a:lstStyle>
              <a:defPPr>
                <a:defRPr lang="en-US"/>
              </a:defPPr>
              <a:lvl1pPr marL="0" lvl="0" indent="0" algn="l" defTabSz="914400" rtl="0" eaLnBrk="1" latinLnBrk="0" hangingPunct="1">
                <a:lnSpc>
                  <a:spcPct val="100000"/>
                </a:lnSpc>
                <a:spcBef>
                  <a:spcPct val="0"/>
                </a:spcBef>
                <a:buSzTx/>
                <a:buFont typeface="Arial" pitchFamily="34" charset="0"/>
                <a:buNone/>
                <a:defRPr lang="en-US" sz="1050" b="0" kern="1200" spc="0">
                  <a:solidFill>
                    <a:schemeClr val="bg2"/>
                  </a:solidFill>
                  <a:latin typeface="+mn-lt"/>
                  <a:ea typeface="+mn-ea"/>
                  <a:cs typeface="Gotham-Book" pitchFamily="50" charset="0"/>
                </a:defRPr>
              </a:lvl1pPr>
              <a:lvl2pPr marL="432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Gotham-Book" pitchFamily="50" charset="0"/>
                </a:defRPr>
              </a:lvl2pPr>
              <a:lvl3pPr marL="648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mn-cs"/>
                </a:defRPr>
              </a:lvl3pPr>
              <a:lvl4pPr marL="864000" indent="-216000" algn="l" defTabSz="914400" rtl="0" eaLnBrk="1" latinLnBrk="0" hangingPunct="1">
                <a:lnSpc>
                  <a:spcPct val="100000"/>
                </a:lnSpc>
                <a:spcBef>
                  <a:spcPts val="600"/>
                </a:spcBef>
                <a:buFont typeface="Arial" pitchFamily="34" charset="0"/>
                <a:buChar char="•"/>
                <a:defRPr sz="1400" kern="1200" cap="none" spc="0" baseline="0">
                  <a:solidFill>
                    <a:schemeClr val="bg2"/>
                  </a:solidFill>
                  <a:latin typeface="+mn-lt"/>
                  <a:ea typeface="+mn-ea"/>
                  <a:cs typeface="+mn-cs"/>
                </a:defRPr>
              </a:lvl4pPr>
              <a:lvl5pPr marL="1080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Gotham-Light" pitchFamily="50" charset="0"/>
                </a:defRPr>
              </a:lvl5pPr>
              <a:lvl6pPr marL="0" indent="0" algn="l" defTabSz="914400" rtl="0" eaLnBrk="1" latinLnBrk="0" hangingPunct="1">
                <a:lnSpc>
                  <a:spcPct val="150000"/>
                </a:lnSpc>
                <a:spcBef>
                  <a:spcPts val="600"/>
                </a:spcBef>
                <a:buFont typeface="Arial"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7"/>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Gotham-Light" pitchFamily="50" charset="0"/>
                  <a:ea typeface="+mn-ea"/>
                  <a:cs typeface="Gotham-Light" pitchFamily="50" charset="0"/>
                </a:defRPr>
              </a:lvl9pPr>
            </a:lstStyle>
            <a:p>
              <a:pPr marL="0" marR="0" lvl="0" indent="0" defTabSz="914400" rtl="0" eaLnBrk="1" fontAlgn="auto" latinLnBrk="0" hangingPunct="1">
                <a:lnSpc>
                  <a:spcPct val="100000"/>
                </a:lnSpc>
                <a:spcBef>
                  <a:spcPct val="0"/>
                </a:spcBef>
                <a:spcAft>
                  <a:spcPct val="0"/>
                </a:spcAft>
                <a:buClrTx/>
                <a:buSzTx/>
                <a:buFont typeface="Arial" pitchFamily="34" charset="0"/>
                <a:buNone/>
                <a:defRPr/>
              </a:pPr>
              <a:r>
                <a:rPr kumimoji="0" lang="en-GB" sz="1050" b="0" i="0" u="none" strike="noStrike" kern="0" cap="none" spc="0" normalizeH="0" baseline="0" noProof="0" err="1">
                  <a:ln>
                    <a:noFill/>
                  </a:ln>
                  <a:solidFill>
                    <a:srgbClr val="FFFFFF"/>
                  </a:solidFill>
                  <a:effectLst/>
                  <a:uLnTx/>
                  <a:uFillTx/>
                  <a:cs typeface="Calibri" panose="020F0502020204030204" pitchFamily="34" charset="0"/>
                </a:rPr>
                <a:t>Overgaden Oven Vandet 58A</a:t>
              </a:r>
            </a:p>
          </p:txBody>
        </p:sp>
        <p:sp>
          <p:nvSpPr>
            <p:cNvPr id="49" name="TextBox 48">
              <a:extLst>
                <a:ext uri="{FF2B5EF4-FFF2-40B4-BE49-F238E27FC236}">
                  <a16:creationId xmlns:a16="http://schemas.microsoft.com/office/drawing/2014/main" id="{472C78A5-CA49-F56D-28E0-61F7AA80E92A}"/>
                </a:ext>
              </a:extLst>
            </p:cNvPr>
            <p:cNvSpPr txBox="1"/>
            <p:nvPr userDrawn="1"/>
          </p:nvSpPr>
          <p:spPr bwMode="ltGray">
            <a:xfrm>
              <a:off x="5343524" y="5352005"/>
              <a:ext cx="3014239" cy="252000"/>
            </a:xfrm>
            <a:prstGeom prst="rect">
              <a:avLst/>
            </a:prstGeom>
            <a:noFill/>
          </p:spPr>
          <p:txBody>
            <a:bodyPr vert="horz" lIns="0" tIns="0" rIns="0" bIns="0" rtlCol="0" anchor="ctr">
              <a:noAutofit/>
            </a:bodyPr>
            <a:lstStyle>
              <a:defPPr>
                <a:defRPr lang="en-US"/>
              </a:defPPr>
              <a:lvl1pPr marL="0" lvl="0" indent="0" algn="l" defTabSz="914400" rtl="0" eaLnBrk="1" latinLnBrk="0" hangingPunct="1">
                <a:lnSpc>
                  <a:spcPct val="100000"/>
                </a:lnSpc>
                <a:spcBef>
                  <a:spcPct val="0"/>
                </a:spcBef>
                <a:buSzTx/>
                <a:buFont typeface="Arial" pitchFamily="34" charset="0"/>
                <a:buNone/>
                <a:defRPr lang="en-US" sz="1050" b="0" kern="1200" spc="0">
                  <a:solidFill>
                    <a:schemeClr val="bg2"/>
                  </a:solidFill>
                  <a:latin typeface="+mn-lt"/>
                  <a:ea typeface="+mn-ea"/>
                  <a:cs typeface="Gotham-Book" pitchFamily="50" charset="0"/>
                </a:defRPr>
              </a:lvl1pPr>
              <a:lvl2pPr marL="432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Gotham-Book" pitchFamily="50" charset="0"/>
                </a:defRPr>
              </a:lvl2pPr>
              <a:lvl3pPr marL="648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mn-cs"/>
                </a:defRPr>
              </a:lvl3pPr>
              <a:lvl4pPr marL="864000" indent="-216000" algn="l" defTabSz="914400" rtl="0" eaLnBrk="1" latinLnBrk="0" hangingPunct="1">
                <a:lnSpc>
                  <a:spcPct val="100000"/>
                </a:lnSpc>
                <a:spcBef>
                  <a:spcPts val="600"/>
                </a:spcBef>
                <a:buFont typeface="Arial" pitchFamily="34" charset="0"/>
                <a:buChar char="•"/>
                <a:defRPr sz="1400" kern="1200" cap="none" spc="0" baseline="0">
                  <a:solidFill>
                    <a:schemeClr val="bg2"/>
                  </a:solidFill>
                  <a:latin typeface="+mn-lt"/>
                  <a:ea typeface="+mn-ea"/>
                  <a:cs typeface="+mn-cs"/>
                </a:defRPr>
              </a:lvl4pPr>
              <a:lvl5pPr marL="1080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Gotham-Light" pitchFamily="50" charset="0"/>
                </a:defRPr>
              </a:lvl5pPr>
              <a:lvl6pPr marL="0" indent="0" algn="l" defTabSz="914400" rtl="0" eaLnBrk="1" latinLnBrk="0" hangingPunct="1">
                <a:lnSpc>
                  <a:spcPct val="150000"/>
                </a:lnSpc>
                <a:spcBef>
                  <a:spcPts val="600"/>
                </a:spcBef>
                <a:buFont typeface="Arial"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7"/>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Gotham-Light" pitchFamily="50" charset="0"/>
                  <a:ea typeface="+mn-ea"/>
                  <a:cs typeface="Gotham-Light" pitchFamily="50" charset="0"/>
                </a:defRPr>
              </a:lvl9pPr>
            </a:lstStyle>
            <a:p>
              <a:pPr marL="0" marR="0" lvl="0" indent="0" defTabSz="914400" rtl="0" eaLnBrk="1" fontAlgn="auto" latinLnBrk="0" hangingPunct="1">
                <a:lnSpc>
                  <a:spcPct val="100000"/>
                </a:lnSpc>
                <a:spcBef>
                  <a:spcPct val="0"/>
                </a:spcBef>
                <a:spcAft>
                  <a:spcPct val="0"/>
                </a:spcAft>
                <a:buClrTx/>
                <a:buSzTx/>
                <a:buFont typeface="Arial" pitchFamily="34" charset="0"/>
                <a:buNone/>
                <a:defRPr/>
              </a:pPr>
              <a:r>
                <a:rPr kumimoji="0" lang="en-GB" sz="1050" b="0" i="0" u="none" strike="noStrike" kern="0" cap="none" spc="0" normalizeH="0" baseline="0" noProof="0">
                  <a:ln>
                    <a:noFill/>
                  </a:ln>
                  <a:solidFill>
                    <a:srgbClr val="FFFFFF"/>
                  </a:solidFill>
                  <a:effectLst/>
                  <a:uLnTx/>
                  <a:uFillTx/>
                  <a:cs typeface="Calibri" panose="020F0502020204030204" pitchFamily="34" charset="0"/>
                </a:rPr>
                <a:t>1415 Copenhagen</a:t>
              </a:r>
            </a:p>
          </p:txBody>
        </p:sp>
        <p:sp>
          <p:nvSpPr>
            <p:cNvPr id="50" name="TextBox 49">
              <a:extLst>
                <a:ext uri="{FF2B5EF4-FFF2-40B4-BE49-F238E27FC236}">
                  <a16:creationId xmlns:a16="http://schemas.microsoft.com/office/drawing/2014/main" id="{936FFE02-D349-BF56-EAB4-E0A9F67E8CEA}"/>
                </a:ext>
              </a:extLst>
            </p:cNvPr>
            <p:cNvSpPr txBox="1"/>
            <p:nvPr userDrawn="1"/>
          </p:nvSpPr>
          <p:spPr bwMode="ltGray">
            <a:xfrm>
              <a:off x="5343524" y="5580244"/>
              <a:ext cx="3014239" cy="252000"/>
            </a:xfrm>
            <a:prstGeom prst="rect">
              <a:avLst/>
            </a:prstGeom>
            <a:noFill/>
          </p:spPr>
          <p:txBody>
            <a:bodyPr vert="horz" lIns="0" tIns="0" rIns="0" bIns="0" rtlCol="0" anchor="ctr">
              <a:noAutofit/>
            </a:bodyPr>
            <a:lstStyle>
              <a:defPPr>
                <a:defRPr lang="en-US"/>
              </a:defPPr>
              <a:lvl1pPr marL="0" lvl="0" indent="0" algn="l" defTabSz="914400" rtl="0" eaLnBrk="1" latinLnBrk="0" hangingPunct="1">
                <a:lnSpc>
                  <a:spcPct val="100000"/>
                </a:lnSpc>
                <a:spcBef>
                  <a:spcPct val="0"/>
                </a:spcBef>
                <a:buSzTx/>
                <a:buFont typeface="Arial" pitchFamily="34" charset="0"/>
                <a:buNone/>
                <a:defRPr lang="en-US" sz="1050" b="0" kern="1200" spc="0">
                  <a:solidFill>
                    <a:schemeClr val="bg2"/>
                  </a:solidFill>
                  <a:latin typeface="+mn-lt"/>
                  <a:ea typeface="+mn-ea"/>
                  <a:cs typeface="Gotham-Book" pitchFamily="50" charset="0"/>
                </a:defRPr>
              </a:lvl1pPr>
              <a:lvl2pPr marL="432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Gotham-Book" pitchFamily="50" charset="0"/>
                </a:defRPr>
              </a:lvl2pPr>
              <a:lvl3pPr marL="648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mn-cs"/>
                </a:defRPr>
              </a:lvl3pPr>
              <a:lvl4pPr marL="864000" indent="-216000" algn="l" defTabSz="914400" rtl="0" eaLnBrk="1" latinLnBrk="0" hangingPunct="1">
                <a:lnSpc>
                  <a:spcPct val="100000"/>
                </a:lnSpc>
                <a:spcBef>
                  <a:spcPts val="600"/>
                </a:spcBef>
                <a:buFont typeface="Arial" pitchFamily="34" charset="0"/>
                <a:buChar char="•"/>
                <a:defRPr sz="1400" kern="1200" cap="none" spc="0" baseline="0">
                  <a:solidFill>
                    <a:schemeClr val="bg2"/>
                  </a:solidFill>
                  <a:latin typeface="+mn-lt"/>
                  <a:ea typeface="+mn-ea"/>
                  <a:cs typeface="+mn-cs"/>
                </a:defRPr>
              </a:lvl4pPr>
              <a:lvl5pPr marL="1080000" indent="-216000" algn="l" defTabSz="914400" rtl="0" eaLnBrk="1" latinLnBrk="0" hangingPunct="1">
                <a:lnSpc>
                  <a:spcPct val="100000"/>
                </a:lnSpc>
                <a:spcBef>
                  <a:spcPts val="600"/>
                </a:spcBef>
                <a:buFont typeface="Arial" pitchFamily="34" charset="0"/>
                <a:buChar char="•"/>
                <a:defRPr sz="1400" kern="1200" spc="0">
                  <a:solidFill>
                    <a:schemeClr val="bg2"/>
                  </a:solidFill>
                  <a:latin typeface="+mn-lt"/>
                  <a:ea typeface="+mn-ea"/>
                  <a:cs typeface="Gotham-Light" pitchFamily="50" charset="0"/>
                </a:defRPr>
              </a:lvl5pPr>
              <a:lvl6pPr marL="0" indent="0" algn="l" defTabSz="914400" rtl="0" eaLnBrk="1" latinLnBrk="0" hangingPunct="1">
                <a:lnSpc>
                  <a:spcPct val="150000"/>
                </a:lnSpc>
                <a:spcBef>
                  <a:spcPts val="600"/>
                </a:spcBef>
                <a:buFont typeface="Arial"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7"/>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Gotham-Light" pitchFamily="50" charset="0"/>
                  <a:ea typeface="+mn-ea"/>
                  <a:cs typeface="Gotham-Light" pitchFamily="50" charset="0"/>
                </a:defRPr>
              </a:lvl9pPr>
            </a:lstStyle>
            <a:p>
              <a:pPr marL="0" marR="0" lvl="0" indent="0" defTabSz="914400" rtl="0" eaLnBrk="1" fontAlgn="auto" latinLnBrk="0" hangingPunct="1">
                <a:lnSpc>
                  <a:spcPct val="100000"/>
                </a:lnSpc>
                <a:spcBef>
                  <a:spcPct val="0"/>
                </a:spcBef>
                <a:spcAft>
                  <a:spcPct val="0"/>
                </a:spcAft>
                <a:buClrTx/>
                <a:buSzTx/>
                <a:buFont typeface="Arial" pitchFamily="34" charset="0"/>
                <a:buNone/>
                <a:defRPr/>
              </a:pPr>
              <a:r>
                <a:rPr kumimoji="0" lang="en-GB" sz="1050" b="0" i="0" u="none" strike="noStrike" kern="0" cap="none" spc="0" normalizeH="0" baseline="0" noProof="0">
                  <a:ln>
                    <a:noFill/>
                  </a:ln>
                  <a:solidFill>
                    <a:srgbClr val="FFFFFF"/>
                  </a:solidFill>
                  <a:effectLst/>
                  <a:uLnTx/>
                  <a:uFillTx/>
                  <a:cs typeface="Calibri" panose="020F0502020204030204" pitchFamily="34" charset="0"/>
                </a:rPr>
                <a:t>Denmark</a:t>
              </a:r>
            </a:p>
          </p:txBody>
        </p:sp>
      </p:grpSp>
      <p:sp>
        <p:nvSpPr>
          <p:cNvPr id="5" name="Text Placeholder 4">
            <a:extLst>
              <a:ext uri="{FF2B5EF4-FFF2-40B4-BE49-F238E27FC236}">
                <a16:creationId xmlns:a16="http://schemas.microsoft.com/office/drawing/2014/main" id="{A1DF0683-9AC3-55F0-01C7-0FD0C4ABAE50}"/>
              </a:ext>
            </a:extLst>
          </p:cNvPr>
          <p:cNvSpPr>
            <a:spLocks noGrp="1"/>
          </p:cNvSpPr>
          <p:nvPr>
            <p:ph type="body" sz="quarter" idx="10" hasCustomPrompt="1"/>
          </p:nvPr>
        </p:nvSpPr>
        <p:spPr>
          <a:xfrm>
            <a:off x="8999143" y="5454431"/>
            <a:ext cx="2224087" cy="252000"/>
          </a:xfrm>
          <a:prstGeom prst="rect">
            <a:avLst/>
          </a:prstGeom>
        </p:spPr>
        <p:txBody>
          <a:bodyPr/>
          <a:lstStyle>
            <a:lvl1pPr marL="0" indent="0">
              <a:buNone/>
              <a:defRPr sz="1050">
                <a:solidFill>
                  <a:schemeClr val="bg2"/>
                </a:solidFill>
              </a:defRPr>
            </a:lvl1pPr>
            <a:lvl2pPr marL="216000" indent="0">
              <a:buNone/>
              <a:defRPr/>
            </a:lvl2pPr>
          </a:lstStyle>
          <a:p>
            <a:pPr lvl="0"/>
            <a:r>
              <a:rPr lang="en-GB"/>
              <a:t>Name</a:t>
            </a:r>
          </a:p>
        </p:txBody>
      </p:sp>
      <p:sp>
        <p:nvSpPr>
          <p:cNvPr id="7" name="Text Placeholder 4">
            <a:extLst>
              <a:ext uri="{FF2B5EF4-FFF2-40B4-BE49-F238E27FC236}">
                <a16:creationId xmlns:a16="http://schemas.microsoft.com/office/drawing/2014/main" id="{15F1978D-B826-7D9A-5E25-B770B31A6070}"/>
              </a:ext>
            </a:extLst>
          </p:cNvPr>
          <p:cNvSpPr>
            <a:spLocks noGrp="1"/>
          </p:cNvSpPr>
          <p:nvPr>
            <p:ph type="body" sz="quarter" idx="11" hasCustomPrompt="1"/>
          </p:nvPr>
        </p:nvSpPr>
        <p:spPr>
          <a:xfrm>
            <a:off x="8999143" y="5714767"/>
            <a:ext cx="2224087" cy="252000"/>
          </a:xfrm>
          <a:prstGeom prst="rect">
            <a:avLst/>
          </a:prstGeom>
        </p:spPr>
        <p:txBody>
          <a:bodyPr/>
          <a:lstStyle>
            <a:lvl1pPr marL="0" indent="0">
              <a:buNone/>
              <a:defRPr sz="1050">
                <a:solidFill>
                  <a:schemeClr val="bg2"/>
                </a:solidFill>
              </a:defRPr>
            </a:lvl1pPr>
            <a:lvl2pPr marL="216000" indent="0">
              <a:buNone/>
              <a:defRPr/>
            </a:lvl2pPr>
          </a:lstStyle>
          <a:p>
            <a:pPr lvl="0"/>
            <a:r>
              <a:rPr lang="en-GB"/>
              <a:t>Job title</a:t>
            </a:r>
          </a:p>
        </p:txBody>
      </p:sp>
      <p:sp>
        <p:nvSpPr>
          <p:cNvPr id="8" name="Text Placeholder 4">
            <a:extLst>
              <a:ext uri="{FF2B5EF4-FFF2-40B4-BE49-F238E27FC236}">
                <a16:creationId xmlns:a16="http://schemas.microsoft.com/office/drawing/2014/main" id="{D36D67F4-FD34-193A-6EF6-D7C4CFCAAE24}"/>
              </a:ext>
            </a:extLst>
          </p:cNvPr>
          <p:cNvSpPr>
            <a:spLocks noGrp="1"/>
          </p:cNvSpPr>
          <p:nvPr>
            <p:ph type="body" sz="quarter" idx="12" hasCustomPrompt="1"/>
          </p:nvPr>
        </p:nvSpPr>
        <p:spPr>
          <a:xfrm>
            <a:off x="8999143" y="5975103"/>
            <a:ext cx="2224087" cy="252000"/>
          </a:xfrm>
          <a:prstGeom prst="rect">
            <a:avLst/>
          </a:prstGeom>
        </p:spPr>
        <p:txBody>
          <a:bodyPr/>
          <a:lstStyle>
            <a:lvl1pPr marL="0" indent="0">
              <a:buNone/>
              <a:defRPr sz="1050">
                <a:solidFill>
                  <a:schemeClr val="bg2"/>
                </a:solidFill>
              </a:defRPr>
            </a:lvl1pPr>
            <a:lvl2pPr marL="216000" indent="0">
              <a:buNone/>
              <a:defRPr/>
            </a:lvl2pPr>
          </a:lstStyle>
          <a:p>
            <a:pPr lvl="0"/>
            <a:r>
              <a:rPr lang="en-GB"/>
              <a:t>Phone number</a:t>
            </a:r>
          </a:p>
        </p:txBody>
      </p:sp>
      <p:sp>
        <p:nvSpPr>
          <p:cNvPr id="9" name="Text Placeholder 4">
            <a:extLst>
              <a:ext uri="{FF2B5EF4-FFF2-40B4-BE49-F238E27FC236}">
                <a16:creationId xmlns:a16="http://schemas.microsoft.com/office/drawing/2014/main" id="{DB315EEF-C995-6ECA-272C-343AD1E8357F}"/>
              </a:ext>
            </a:extLst>
          </p:cNvPr>
          <p:cNvSpPr>
            <a:spLocks noGrp="1"/>
          </p:cNvSpPr>
          <p:nvPr>
            <p:ph type="body" sz="quarter" idx="13" hasCustomPrompt="1"/>
          </p:nvPr>
        </p:nvSpPr>
        <p:spPr>
          <a:xfrm>
            <a:off x="8999143" y="6235440"/>
            <a:ext cx="2224087" cy="252000"/>
          </a:xfrm>
          <a:prstGeom prst="rect">
            <a:avLst/>
          </a:prstGeom>
        </p:spPr>
        <p:txBody>
          <a:bodyPr/>
          <a:lstStyle>
            <a:lvl1pPr marL="0" indent="0">
              <a:buNone/>
              <a:defRPr sz="1050">
                <a:solidFill>
                  <a:schemeClr val="bg2"/>
                </a:solidFill>
              </a:defRPr>
            </a:lvl1pPr>
            <a:lvl2pPr marL="216000" indent="0">
              <a:buNone/>
              <a:defRPr/>
            </a:lvl2pPr>
          </a:lstStyle>
          <a:p>
            <a:pPr lvl="0"/>
            <a:r>
              <a:rPr lang="en-GB"/>
              <a:t>Email</a:t>
            </a:r>
          </a:p>
        </p:txBody>
      </p:sp>
    </p:spTree>
    <p:extLst>
      <p:ext uri="{BB962C8B-B14F-4D97-AF65-F5344CB8AC3E}">
        <p14:creationId xmlns:p14="http://schemas.microsoft.com/office/powerpoint/2010/main" val="1463090376"/>
      </p:ext>
    </p:extLst>
  </p:cSld>
  <p:clrMapOvr>
    <a:masterClrMapping/>
  </p:clrMapOvr>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1_CV">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3E21EC5-3165-50E6-8FB1-E20BDA68912E}"/>
              </a:ext>
            </a:extLst>
          </p:cNvPr>
          <p:cNvSpPr/>
          <p:nvPr userDrawn="1"/>
        </p:nvSpPr>
        <p:spPr bwMode="gray">
          <a:xfrm>
            <a:off x="0" y="0"/>
            <a:ext cx="393576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err="1"/>
          </a:p>
        </p:txBody>
      </p:sp>
      <p:sp>
        <p:nvSpPr>
          <p:cNvPr id="6" name="Footer Placeholder 5">
            <a:extLst>
              <a:ext uri="{FF2B5EF4-FFF2-40B4-BE49-F238E27FC236}">
                <a16:creationId xmlns:a16="http://schemas.microsoft.com/office/drawing/2014/main" id="{A5FC60E9-D707-4E80-B036-D30F68EB25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1BDE82-A79B-451C-844A-F97DF288ABA0}"/>
              </a:ext>
            </a:extLst>
          </p:cNvPr>
          <p:cNvSpPr>
            <a:spLocks noGrp="1"/>
          </p:cNvSpPr>
          <p:nvPr>
            <p:ph type="sldNum" sz="quarter" idx="12"/>
          </p:nvPr>
        </p:nvSpPr>
        <p:spPr>
          <a:xfrm>
            <a:off x="11099223" y="6336000"/>
            <a:ext cx="540000" cy="288000"/>
          </a:xfrm>
        </p:spPr>
        <p:txBody>
          <a:bodyPr/>
          <a:lstStyle/>
          <a:p>
            <a:fld id="{40B7701B-8974-48F8-B448-DF2B8164D2B4}" type="slidenum">
              <a:rPr lang="en-US" smtClean="0"/>
              <a:t>‹#›</a:t>
            </a:fld>
            <a:endParaRPr lang="en-US"/>
          </a:p>
        </p:txBody>
      </p:sp>
      <p:pic>
        <p:nvPicPr>
          <p:cNvPr id="9" name="Logo-white">
            <a:extLst>
              <a:ext uri="{FF2B5EF4-FFF2-40B4-BE49-F238E27FC236}">
                <a16:creationId xmlns:a16="http://schemas.microsoft.com/office/drawing/2014/main" id="{0314C39B-17CD-B4D1-E5A3-FC27EEA8DB26}"/>
              </a:ext>
            </a:extLst>
          </p:cNvPr>
          <p:cNvPicPr>
            <a:picLocks noChangeAspect="1"/>
          </p:cNvPicPr>
          <p:nvPr userDrawn="1"/>
        </p:nvPicPr>
        <p:blipFill>
          <a:blip r:embed="rId2"/>
          <a:srcRect/>
          <a:stretch/>
        </p:blipFill>
        <p:spPr>
          <a:xfrm>
            <a:off x="11334902" y="216000"/>
            <a:ext cx="646728" cy="763199"/>
          </a:xfrm>
          <a:prstGeom prst="rect">
            <a:avLst/>
          </a:prstGeom>
        </p:spPr>
      </p:pic>
      <p:sp>
        <p:nvSpPr>
          <p:cNvPr id="15" name="Picture Placeholder 14">
            <a:extLst>
              <a:ext uri="{FF2B5EF4-FFF2-40B4-BE49-F238E27FC236}">
                <a16:creationId xmlns:a16="http://schemas.microsoft.com/office/drawing/2014/main" id="{73F8928D-65E1-F0BF-28BB-68F740C9B867}"/>
              </a:ext>
            </a:extLst>
          </p:cNvPr>
          <p:cNvSpPr>
            <a:spLocks noGrp="1"/>
          </p:cNvSpPr>
          <p:nvPr>
            <p:ph type="pic" sz="quarter" idx="13" hasCustomPrompt="1"/>
          </p:nvPr>
        </p:nvSpPr>
        <p:spPr>
          <a:xfrm>
            <a:off x="266272" y="225500"/>
            <a:ext cx="1080000" cy="1080000"/>
          </a:xfrm>
          <a:prstGeom prst="ellipse">
            <a:avLst/>
          </a:prstGeom>
          <a:solidFill>
            <a:schemeClr val="bg1"/>
          </a:solidFill>
        </p:spPr>
        <p:txBody>
          <a:bodyPr/>
          <a:lstStyle>
            <a:lvl1pPr marL="0" indent="0" algn="ctr">
              <a:buNone/>
              <a:defRPr sz="1200"/>
            </a:lvl1pPr>
          </a:lstStyle>
          <a:p>
            <a:r>
              <a:rPr lang="en-GB"/>
              <a:t>Profile Picture</a:t>
            </a:r>
          </a:p>
        </p:txBody>
      </p:sp>
      <p:pic>
        <p:nvPicPr>
          <p:cNvPr id="20" name="Graphic 19" descr="Speech with solid fill">
            <a:extLst>
              <a:ext uri="{FF2B5EF4-FFF2-40B4-BE49-F238E27FC236}">
                <a16:creationId xmlns:a16="http://schemas.microsoft.com/office/drawing/2014/main" id="{F7DD865E-78A3-B35E-D585-7774EB18FB6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40272" y="6244821"/>
            <a:ext cx="252000" cy="252000"/>
          </a:xfrm>
          <a:prstGeom prst="rect">
            <a:avLst/>
          </a:prstGeom>
        </p:spPr>
      </p:pic>
      <p:pic>
        <p:nvPicPr>
          <p:cNvPr id="22" name="Graphic 21" descr="Graduation cap with solid fill">
            <a:extLst>
              <a:ext uri="{FF2B5EF4-FFF2-40B4-BE49-F238E27FC236}">
                <a16:creationId xmlns:a16="http://schemas.microsoft.com/office/drawing/2014/main" id="{F4DBE13B-5E89-E7D8-0474-5A2639D00D36}"/>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40272" y="4259850"/>
            <a:ext cx="252000" cy="252000"/>
          </a:xfrm>
          <a:prstGeom prst="rect">
            <a:avLst/>
          </a:prstGeom>
        </p:spPr>
      </p:pic>
      <p:pic>
        <p:nvPicPr>
          <p:cNvPr id="24" name="Graphic 23" descr="User with solid fill">
            <a:extLst>
              <a:ext uri="{FF2B5EF4-FFF2-40B4-BE49-F238E27FC236}">
                <a16:creationId xmlns:a16="http://schemas.microsoft.com/office/drawing/2014/main" id="{5985BF63-0ABB-E0C3-90B3-14FB35365829}"/>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40272" y="1381834"/>
            <a:ext cx="252000" cy="252000"/>
          </a:xfrm>
          <a:prstGeom prst="rect">
            <a:avLst/>
          </a:prstGeom>
        </p:spPr>
      </p:pic>
      <p:sp>
        <p:nvSpPr>
          <p:cNvPr id="29" name="Text Placeholder 28">
            <a:extLst>
              <a:ext uri="{FF2B5EF4-FFF2-40B4-BE49-F238E27FC236}">
                <a16:creationId xmlns:a16="http://schemas.microsoft.com/office/drawing/2014/main" id="{AACC45FB-FF1D-2D77-348C-DC96EB7D5996}"/>
              </a:ext>
            </a:extLst>
          </p:cNvPr>
          <p:cNvSpPr>
            <a:spLocks noGrp="1"/>
          </p:cNvSpPr>
          <p:nvPr>
            <p:ph type="body" sz="quarter" idx="15" hasCustomPrompt="1"/>
          </p:nvPr>
        </p:nvSpPr>
        <p:spPr>
          <a:xfrm>
            <a:off x="407368" y="1699082"/>
            <a:ext cx="864000" cy="180000"/>
          </a:xfrm>
        </p:spPr>
        <p:txBody>
          <a:bodyPr anchor="ctr"/>
          <a:lstStyle>
            <a:lvl1pPr marL="0" indent="0">
              <a:lnSpc>
                <a:spcPct val="100000"/>
              </a:lnSpc>
              <a:spcBef>
                <a:spcPts val="0"/>
              </a:spcBef>
              <a:buNone/>
              <a:defRPr sz="1000">
                <a:solidFill>
                  <a:schemeClr val="bg1"/>
                </a:solidFill>
              </a:defRPr>
            </a:lvl1pPr>
          </a:lstStyle>
          <a:p>
            <a:pPr lvl="0"/>
            <a:r>
              <a:rPr lang="en-US"/>
              <a:t>2000 - 2000</a:t>
            </a:r>
            <a:endParaRPr lang="en-GB"/>
          </a:p>
        </p:txBody>
      </p:sp>
      <p:sp>
        <p:nvSpPr>
          <p:cNvPr id="30" name="TextBox 29">
            <a:extLst>
              <a:ext uri="{FF2B5EF4-FFF2-40B4-BE49-F238E27FC236}">
                <a16:creationId xmlns:a16="http://schemas.microsoft.com/office/drawing/2014/main" id="{63EC6C24-6182-50EA-55BB-CF35B51D649F}"/>
              </a:ext>
            </a:extLst>
          </p:cNvPr>
          <p:cNvSpPr txBox="1"/>
          <p:nvPr userDrawn="1"/>
        </p:nvSpPr>
        <p:spPr bwMode="gray">
          <a:xfrm>
            <a:off x="407368" y="1419736"/>
            <a:ext cx="1728192" cy="214098"/>
          </a:xfrm>
          <a:prstGeom prst="rect">
            <a:avLst/>
          </a:prstGeom>
          <a:noFill/>
        </p:spPr>
        <p:txBody>
          <a:bodyPr wrap="square" lIns="0" tIns="0" rIns="0" bIns="0" rtlCol="0">
            <a:spAutoFit/>
          </a:bodyPr>
          <a:lstStyle/>
          <a:p>
            <a:pPr algn="l">
              <a:lnSpc>
                <a:spcPct val="150000"/>
              </a:lnSpc>
            </a:pPr>
            <a:r>
              <a:rPr lang="en-GB" sz="1050">
                <a:solidFill>
                  <a:schemeClr val="bg1"/>
                </a:solidFill>
                <a:latin typeface="+mj-lt"/>
              </a:rPr>
              <a:t>Experience</a:t>
            </a:r>
            <a:endParaRPr lang="en-GB" sz="1400">
              <a:solidFill>
                <a:schemeClr val="bg1"/>
              </a:solidFill>
              <a:latin typeface="+mj-lt"/>
            </a:endParaRPr>
          </a:p>
        </p:txBody>
      </p:sp>
      <p:sp>
        <p:nvSpPr>
          <p:cNvPr id="31" name="Text Placeholder 28">
            <a:extLst>
              <a:ext uri="{FF2B5EF4-FFF2-40B4-BE49-F238E27FC236}">
                <a16:creationId xmlns:a16="http://schemas.microsoft.com/office/drawing/2014/main" id="{E4B1C7D3-0259-E383-25FA-98F6E7D79D50}"/>
              </a:ext>
            </a:extLst>
          </p:cNvPr>
          <p:cNvSpPr>
            <a:spLocks noGrp="1"/>
          </p:cNvSpPr>
          <p:nvPr>
            <p:ph type="body" sz="quarter" idx="16" hasCustomPrompt="1"/>
          </p:nvPr>
        </p:nvSpPr>
        <p:spPr>
          <a:xfrm>
            <a:off x="1318063" y="1698131"/>
            <a:ext cx="2412000" cy="180000"/>
          </a:xfrm>
        </p:spPr>
        <p:txBody>
          <a:bodyPr anchor="ctr"/>
          <a:lstStyle>
            <a:lvl1pPr marL="0" indent="0">
              <a:lnSpc>
                <a:spcPct val="100000"/>
              </a:lnSpc>
              <a:spcBef>
                <a:spcPts val="0"/>
              </a:spcBef>
              <a:buNone/>
              <a:defRPr sz="1000">
                <a:solidFill>
                  <a:schemeClr val="bg1"/>
                </a:solidFill>
              </a:defRPr>
            </a:lvl1pPr>
          </a:lstStyle>
          <a:p>
            <a:pPr lvl="0"/>
            <a:r>
              <a:rPr lang="en-US"/>
              <a:t>Company</a:t>
            </a:r>
            <a:endParaRPr lang="en-GB"/>
          </a:p>
        </p:txBody>
      </p:sp>
      <p:sp>
        <p:nvSpPr>
          <p:cNvPr id="32" name="Text Placeholder 28">
            <a:extLst>
              <a:ext uri="{FF2B5EF4-FFF2-40B4-BE49-F238E27FC236}">
                <a16:creationId xmlns:a16="http://schemas.microsoft.com/office/drawing/2014/main" id="{DB7A8836-A0A5-7331-B728-A323C8B322D3}"/>
              </a:ext>
            </a:extLst>
          </p:cNvPr>
          <p:cNvSpPr>
            <a:spLocks noGrp="1"/>
          </p:cNvSpPr>
          <p:nvPr>
            <p:ph type="body" sz="quarter" idx="17" hasCustomPrompt="1"/>
          </p:nvPr>
        </p:nvSpPr>
        <p:spPr>
          <a:xfrm>
            <a:off x="1318063" y="1883242"/>
            <a:ext cx="2412000" cy="180000"/>
          </a:xfrm>
        </p:spPr>
        <p:txBody>
          <a:bodyPr anchor="ctr"/>
          <a:lstStyle>
            <a:lvl1pPr marL="0" indent="0">
              <a:lnSpc>
                <a:spcPct val="100000"/>
              </a:lnSpc>
              <a:spcBef>
                <a:spcPts val="0"/>
              </a:spcBef>
              <a:buNone/>
              <a:defRPr sz="1000" i="1">
                <a:solidFill>
                  <a:schemeClr val="bg1"/>
                </a:solidFill>
              </a:defRPr>
            </a:lvl1pPr>
          </a:lstStyle>
          <a:p>
            <a:pPr lvl="0"/>
            <a:r>
              <a:rPr lang="en-US"/>
              <a:t>Position</a:t>
            </a:r>
            <a:endParaRPr lang="en-GB"/>
          </a:p>
        </p:txBody>
      </p:sp>
      <p:sp>
        <p:nvSpPr>
          <p:cNvPr id="34" name="Text Placeholder 28">
            <a:extLst>
              <a:ext uri="{FF2B5EF4-FFF2-40B4-BE49-F238E27FC236}">
                <a16:creationId xmlns:a16="http://schemas.microsoft.com/office/drawing/2014/main" id="{AB293057-9D9C-26C6-9347-D01A8AAF8F39}"/>
              </a:ext>
            </a:extLst>
          </p:cNvPr>
          <p:cNvSpPr>
            <a:spLocks noGrp="1"/>
          </p:cNvSpPr>
          <p:nvPr>
            <p:ph type="body" sz="quarter" idx="18" hasCustomPrompt="1"/>
          </p:nvPr>
        </p:nvSpPr>
        <p:spPr>
          <a:xfrm>
            <a:off x="1435999" y="537937"/>
            <a:ext cx="2304000" cy="180000"/>
          </a:xfrm>
        </p:spPr>
        <p:txBody>
          <a:bodyPr anchor="ctr"/>
          <a:lstStyle>
            <a:lvl1pPr marL="0" indent="0">
              <a:lnSpc>
                <a:spcPct val="100000"/>
              </a:lnSpc>
              <a:spcBef>
                <a:spcPts val="0"/>
              </a:spcBef>
              <a:buNone/>
              <a:defRPr sz="1100" cap="all" baseline="0">
                <a:solidFill>
                  <a:schemeClr val="bg1"/>
                </a:solidFill>
                <a:latin typeface="+mj-lt"/>
              </a:defRPr>
            </a:lvl1pPr>
          </a:lstStyle>
          <a:p>
            <a:pPr lvl="0"/>
            <a:r>
              <a:rPr lang="en-US"/>
              <a:t>Name</a:t>
            </a:r>
            <a:endParaRPr lang="en-GB"/>
          </a:p>
        </p:txBody>
      </p:sp>
      <p:sp>
        <p:nvSpPr>
          <p:cNvPr id="35" name="Text Placeholder 28">
            <a:extLst>
              <a:ext uri="{FF2B5EF4-FFF2-40B4-BE49-F238E27FC236}">
                <a16:creationId xmlns:a16="http://schemas.microsoft.com/office/drawing/2014/main" id="{822028F3-F945-4FBA-E28F-01161F1616F7}"/>
              </a:ext>
            </a:extLst>
          </p:cNvPr>
          <p:cNvSpPr>
            <a:spLocks noGrp="1"/>
          </p:cNvSpPr>
          <p:nvPr>
            <p:ph type="body" sz="quarter" idx="19" hasCustomPrompt="1"/>
          </p:nvPr>
        </p:nvSpPr>
        <p:spPr>
          <a:xfrm>
            <a:off x="1435999" y="791602"/>
            <a:ext cx="2304000" cy="180000"/>
          </a:xfrm>
        </p:spPr>
        <p:txBody>
          <a:bodyPr anchor="ctr"/>
          <a:lstStyle>
            <a:lvl1pPr marL="0" indent="0">
              <a:lnSpc>
                <a:spcPct val="100000"/>
              </a:lnSpc>
              <a:spcBef>
                <a:spcPts val="0"/>
              </a:spcBef>
              <a:buNone/>
              <a:defRPr sz="1050">
                <a:solidFill>
                  <a:schemeClr val="bg1"/>
                </a:solidFill>
              </a:defRPr>
            </a:lvl1pPr>
          </a:lstStyle>
          <a:p>
            <a:pPr lvl="0"/>
            <a:r>
              <a:rPr lang="en-US"/>
              <a:t>Position</a:t>
            </a:r>
            <a:endParaRPr lang="en-GB"/>
          </a:p>
        </p:txBody>
      </p:sp>
      <p:sp>
        <p:nvSpPr>
          <p:cNvPr id="36" name="Text Placeholder 28">
            <a:extLst>
              <a:ext uri="{FF2B5EF4-FFF2-40B4-BE49-F238E27FC236}">
                <a16:creationId xmlns:a16="http://schemas.microsoft.com/office/drawing/2014/main" id="{D0A46EBE-70B1-6D82-8289-59D3CEBBB20B}"/>
              </a:ext>
            </a:extLst>
          </p:cNvPr>
          <p:cNvSpPr>
            <a:spLocks noGrp="1"/>
          </p:cNvSpPr>
          <p:nvPr>
            <p:ph type="body" sz="quarter" idx="20" hasCustomPrompt="1"/>
          </p:nvPr>
        </p:nvSpPr>
        <p:spPr>
          <a:xfrm>
            <a:off x="407368" y="2123699"/>
            <a:ext cx="864000" cy="180000"/>
          </a:xfrm>
        </p:spPr>
        <p:txBody>
          <a:bodyPr anchor="ctr"/>
          <a:lstStyle>
            <a:lvl1pPr marL="0" indent="0">
              <a:lnSpc>
                <a:spcPct val="100000"/>
              </a:lnSpc>
              <a:spcBef>
                <a:spcPts val="0"/>
              </a:spcBef>
              <a:buNone/>
              <a:defRPr sz="1000">
                <a:solidFill>
                  <a:schemeClr val="bg1"/>
                </a:solidFill>
              </a:defRPr>
            </a:lvl1pPr>
          </a:lstStyle>
          <a:p>
            <a:pPr lvl="0"/>
            <a:r>
              <a:rPr lang="en-US"/>
              <a:t>2000 - 2000</a:t>
            </a:r>
            <a:endParaRPr lang="en-GB"/>
          </a:p>
        </p:txBody>
      </p:sp>
      <p:sp>
        <p:nvSpPr>
          <p:cNvPr id="37" name="Text Placeholder 28">
            <a:extLst>
              <a:ext uri="{FF2B5EF4-FFF2-40B4-BE49-F238E27FC236}">
                <a16:creationId xmlns:a16="http://schemas.microsoft.com/office/drawing/2014/main" id="{8F7FE891-941E-88BA-F20E-7EAB81FD7A90}"/>
              </a:ext>
            </a:extLst>
          </p:cNvPr>
          <p:cNvSpPr>
            <a:spLocks noGrp="1"/>
          </p:cNvSpPr>
          <p:nvPr>
            <p:ph type="body" sz="quarter" idx="21" hasCustomPrompt="1"/>
          </p:nvPr>
        </p:nvSpPr>
        <p:spPr>
          <a:xfrm>
            <a:off x="1318063" y="2123699"/>
            <a:ext cx="2412000" cy="180000"/>
          </a:xfrm>
        </p:spPr>
        <p:txBody>
          <a:bodyPr anchor="ctr"/>
          <a:lstStyle>
            <a:lvl1pPr marL="0" indent="0">
              <a:lnSpc>
                <a:spcPct val="100000"/>
              </a:lnSpc>
              <a:spcBef>
                <a:spcPts val="0"/>
              </a:spcBef>
              <a:buNone/>
              <a:defRPr sz="1000">
                <a:solidFill>
                  <a:schemeClr val="bg1"/>
                </a:solidFill>
              </a:defRPr>
            </a:lvl1pPr>
          </a:lstStyle>
          <a:p>
            <a:pPr lvl="0"/>
            <a:r>
              <a:rPr lang="en-US"/>
              <a:t>Company</a:t>
            </a:r>
            <a:endParaRPr lang="en-GB"/>
          </a:p>
        </p:txBody>
      </p:sp>
      <p:sp>
        <p:nvSpPr>
          <p:cNvPr id="38" name="Text Placeholder 28">
            <a:extLst>
              <a:ext uri="{FF2B5EF4-FFF2-40B4-BE49-F238E27FC236}">
                <a16:creationId xmlns:a16="http://schemas.microsoft.com/office/drawing/2014/main" id="{A119FFDB-59B9-B0DD-4815-F89B1D93EEE0}"/>
              </a:ext>
            </a:extLst>
          </p:cNvPr>
          <p:cNvSpPr>
            <a:spLocks noGrp="1"/>
          </p:cNvSpPr>
          <p:nvPr>
            <p:ph type="body" sz="quarter" idx="22" hasCustomPrompt="1"/>
          </p:nvPr>
        </p:nvSpPr>
        <p:spPr>
          <a:xfrm>
            <a:off x="1318063" y="2306603"/>
            <a:ext cx="2412000" cy="180000"/>
          </a:xfrm>
        </p:spPr>
        <p:txBody>
          <a:bodyPr anchor="ctr"/>
          <a:lstStyle>
            <a:lvl1pPr marL="0" indent="0">
              <a:lnSpc>
                <a:spcPct val="100000"/>
              </a:lnSpc>
              <a:spcBef>
                <a:spcPts val="0"/>
              </a:spcBef>
              <a:buNone/>
              <a:defRPr sz="1000" i="1">
                <a:solidFill>
                  <a:schemeClr val="bg1"/>
                </a:solidFill>
              </a:defRPr>
            </a:lvl1pPr>
          </a:lstStyle>
          <a:p>
            <a:pPr lvl="0"/>
            <a:r>
              <a:rPr lang="en-US"/>
              <a:t>Position</a:t>
            </a:r>
            <a:endParaRPr lang="en-GB"/>
          </a:p>
        </p:txBody>
      </p:sp>
      <p:sp>
        <p:nvSpPr>
          <p:cNvPr id="39" name="Text Placeholder 28">
            <a:extLst>
              <a:ext uri="{FF2B5EF4-FFF2-40B4-BE49-F238E27FC236}">
                <a16:creationId xmlns:a16="http://schemas.microsoft.com/office/drawing/2014/main" id="{7A3BEAE2-1F0A-2F3D-EAF5-1A1CB29B522B}"/>
              </a:ext>
            </a:extLst>
          </p:cNvPr>
          <p:cNvSpPr>
            <a:spLocks noGrp="1"/>
          </p:cNvSpPr>
          <p:nvPr>
            <p:ph type="body" sz="quarter" idx="23" hasCustomPrompt="1"/>
          </p:nvPr>
        </p:nvSpPr>
        <p:spPr>
          <a:xfrm>
            <a:off x="407368" y="2548316"/>
            <a:ext cx="864000" cy="180000"/>
          </a:xfrm>
        </p:spPr>
        <p:txBody>
          <a:bodyPr anchor="ctr"/>
          <a:lstStyle>
            <a:lvl1pPr marL="0" indent="0">
              <a:lnSpc>
                <a:spcPct val="100000"/>
              </a:lnSpc>
              <a:spcBef>
                <a:spcPts val="0"/>
              </a:spcBef>
              <a:buNone/>
              <a:defRPr sz="1000">
                <a:solidFill>
                  <a:schemeClr val="bg1"/>
                </a:solidFill>
              </a:defRPr>
            </a:lvl1pPr>
          </a:lstStyle>
          <a:p>
            <a:pPr lvl="0"/>
            <a:r>
              <a:rPr lang="en-US"/>
              <a:t>2000 - 2000</a:t>
            </a:r>
            <a:endParaRPr lang="en-GB"/>
          </a:p>
        </p:txBody>
      </p:sp>
      <p:sp>
        <p:nvSpPr>
          <p:cNvPr id="40" name="Text Placeholder 28">
            <a:extLst>
              <a:ext uri="{FF2B5EF4-FFF2-40B4-BE49-F238E27FC236}">
                <a16:creationId xmlns:a16="http://schemas.microsoft.com/office/drawing/2014/main" id="{5A0D7F44-DE45-7F8B-2B43-3B02510FB02E}"/>
              </a:ext>
            </a:extLst>
          </p:cNvPr>
          <p:cNvSpPr>
            <a:spLocks noGrp="1"/>
          </p:cNvSpPr>
          <p:nvPr>
            <p:ph type="body" sz="quarter" idx="24" hasCustomPrompt="1"/>
          </p:nvPr>
        </p:nvSpPr>
        <p:spPr>
          <a:xfrm>
            <a:off x="1318063" y="2548316"/>
            <a:ext cx="2412000" cy="180000"/>
          </a:xfrm>
        </p:spPr>
        <p:txBody>
          <a:bodyPr anchor="ctr"/>
          <a:lstStyle>
            <a:lvl1pPr marL="0" indent="0">
              <a:lnSpc>
                <a:spcPct val="100000"/>
              </a:lnSpc>
              <a:spcBef>
                <a:spcPts val="0"/>
              </a:spcBef>
              <a:buNone/>
              <a:defRPr sz="1000">
                <a:solidFill>
                  <a:schemeClr val="bg1"/>
                </a:solidFill>
              </a:defRPr>
            </a:lvl1pPr>
          </a:lstStyle>
          <a:p>
            <a:pPr lvl="0"/>
            <a:r>
              <a:rPr lang="en-US"/>
              <a:t>Company</a:t>
            </a:r>
            <a:endParaRPr lang="en-GB"/>
          </a:p>
        </p:txBody>
      </p:sp>
      <p:sp>
        <p:nvSpPr>
          <p:cNvPr id="41" name="Text Placeholder 28">
            <a:extLst>
              <a:ext uri="{FF2B5EF4-FFF2-40B4-BE49-F238E27FC236}">
                <a16:creationId xmlns:a16="http://schemas.microsoft.com/office/drawing/2014/main" id="{CEE1A96E-B1A0-3BB1-EAC5-DCE0E7711279}"/>
              </a:ext>
            </a:extLst>
          </p:cNvPr>
          <p:cNvSpPr>
            <a:spLocks noGrp="1"/>
          </p:cNvSpPr>
          <p:nvPr>
            <p:ph type="body" sz="quarter" idx="25" hasCustomPrompt="1"/>
          </p:nvPr>
        </p:nvSpPr>
        <p:spPr>
          <a:xfrm>
            <a:off x="1318063" y="2732885"/>
            <a:ext cx="2412000" cy="180000"/>
          </a:xfrm>
        </p:spPr>
        <p:txBody>
          <a:bodyPr anchor="ctr"/>
          <a:lstStyle>
            <a:lvl1pPr marL="0" indent="0">
              <a:lnSpc>
                <a:spcPct val="100000"/>
              </a:lnSpc>
              <a:spcBef>
                <a:spcPts val="0"/>
              </a:spcBef>
              <a:buNone/>
              <a:defRPr sz="1000" i="1">
                <a:solidFill>
                  <a:schemeClr val="bg1"/>
                </a:solidFill>
              </a:defRPr>
            </a:lvl1pPr>
          </a:lstStyle>
          <a:p>
            <a:pPr lvl="0"/>
            <a:r>
              <a:rPr lang="en-US"/>
              <a:t>Position</a:t>
            </a:r>
            <a:endParaRPr lang="en-GB"/>
          </a:p>
        </p:txBody>
      </p:sp>
      <p:sp>
        <p:nvSpPr>
          <p:cNvPr id="42" name="Text Placeholder 28">
            <a:extLst>
              <a:ext uri="{FF2B5EF4-FFF2-40B4-BE49-F238E27FC236}">
                <a16:creationId xmlns:a16="http://schemas.microsoft.com/office/drawing/2014/main" id="{D308860B-0915-46DE-0917-FC3E485A6A66}"/>
              </a:ext>
            </a:extLst>
          </p:cNvPr>
          <p:cNvSpPr>
            <a:spLocks noGrp="1"/>
          </p:cNvSpPr>
          <p:nvPr>
            <p:ph type="body" sz="quarter" idx="26" hasCustomPrompt="1"/>
          </p:nvPr>
        </p:nvSpPr>
        <p:spPr>
          <a:xfrm>
            <a:off x="407368" y="2972933"/>
            <a:ext cx="864000" cy="180000"/>
          </a:xfrm>
        </p:spPr>
        <p:txBody>
          <a:bodyPr anchor="ctr"/>
          <a:lstStyle>
            <a:lvl1pPr marL="0" indent="0">
              <a:lnSpc>
                <a:spcPct val="100000"/>
              </a:lnSpc>
              <a:spcBef>
                <a:spcPts val="0"/>
              </a:spcBef>
              <a:buNone/>
              <a:defRPr sz="1000">
                <a:solidFill>
                  <a:schemeClr val="bg1"/>
                </a:solidFill>
              </a:defRPr>
            </a:lvl1pPr>
          </a:lstStyle>
          <a:p>
            <a:pPr lvl="0"/>
            <a:r>
              <a:rPr lang="en-US"/>
              <a:t>2000 - 2000</a:t>
            </a:r>
            <a:endParaRPr lang="en-GB"/>
          </a:p>
        </p:txBody>
      </p:sp>
      <p:sp>
        <p:nvSpPr>
          <p:cNvPr id="43" name="Text Placeholder 28">
            <a:extLst>
              <a:ext uri="{FF2B5EF4-FFF2-40B4-BE49-F238E27FC236}">
                <a16:creationId xmlns:a16="http://schemas.microsoft.com/office/drawing/2014/main" id="{77B81376-1F1C-AD7B-9AAA-00F838D51D4A}"/>
              </a:ext>
            </a:extLst>
          </p:cNvPr>
          <p:cNvSpPr>
            <a:spLocks noGrp="1"/>
          </p:cNvSpPr>
          <p:nvPr>
            <p:ph type="body" sz="quarter" idx="27" hasCustomPrompt="1"/>
          </p:nvPr>
        </p:nvSpPr>
        <p:spPr>
          <a:xfrm>
            <a:off x="1318063" y="2972933"/>
            <a:ext cx="2412000" cy="180000"/>
          </a:xfrm>
        </p:spPr>
        <p:txBody>
          <a:bodyPr anchor="ctr"/>
          <a:lstStyle>
            <a:lvl1pPr marL="0" indent="0">
              <a:lnSpc>
                <a:spcPct val="100000"/>
              </a:lnSpc>
              <a:spcBef>
                <a:spcPts val="0"/>
              </a:spcBef>
              <a:buNone/>
              <a:defRPr sz="1000">
                <a:solidFill>
                  <a:schemeClr val="bg1"/>
                </a:solidFill>
              </a:defRPr>
            </a:lvl1pPr>
          </a:lstStyle>
          <a:p>
            <a:pPr lvl="0"/>
            <a:r>
              <a:rPr lang="en-US"/>
              <a:t>Company</a:t>
            </a:r>
            <a:endParaRPr lang="en-GB"/>
          </a:p>
        </p:txBody>
      </p:sp>
      <p:sp>
        <p:nvSpPr>
          <p:cNvPr id="44" name="Text Placeholder 28">
            <a:extLst>
              <a:ext uri="{FF2B5EF4-FFF2-40B4-BE49-F238E27FC236}">
                <a16:creationId xmlns:a16="http://schemas.microsoft.com/office/drawing/2014/main" id="{56D76710-F993-65AD-99F3-3124041CA047}"/>
              </a:ext>
            </a:extLst>
          </p:cNvPr>
          <p:cNvSpPr>
            <a:spLocks noGrp="1"/>
          </p:cNvSpPr>
          <p:nvPr>
            <p:ph type="body" sz="quarter" idx="28" hasCustomPrompt="1"/>
          </p:nvPr>
        </p:nvSpPr>
        <p:spPr>
          <a:xfrm>
            <a:off x="1318063" y="3154827"/>
            <a:ext cx="2412000" cy="180000"/>
          </a:xfrm>
        </p:spPr>
        <p:txBody>
          <a:bodyPr anchor="ctr"/>
          <a:lstStyle>
            <a:lvl1pPr marL="0" indent="0">
              <a:lnSpc>
                <a:spcPct val="100000"/>
              </a:lnSpc>
              <a:spcBef>
                <a:spcPts val="0"/>
              </a:spcBef>
              <a:buNone/>
              <a:defRPr sz="1000" i="1">
                <a:solidFill>
                  <a:schemeClr val="bg1"/>
                </a:solidFill>
              </a:defRPr>
            </a:lvl1pPr>
          </a:lstStyle>
          <a:p>
            <a:pPr lvl="0"/>
            <a:r>
              <a:rPr lang="en-US"/>
              <a:t>Position</a:t>
            </a:r>
            <a:endParaRPr lang="en-GB"/>
          </a:p>
        </p:txBody>
      </p:sp>
      <p:sp>
        <p:nvSpPr>
          <p:cNvPr id="45" name="Text Placeholder 28">
            <a:extLst>
              <a:ext uri="{FF2B5EF4-FFF2-40B4-BE49-F238E27FC236}">
                <a16:creationId xmlns:a16="http://schemas.microsoft.com/office/drawing/2014/main" id="{96EE3191-FD1F-7687-7780-14886BA79972}"/>
              </a:ext>
            </a:extLst>
          </p:cNvPr>
          <p:cNvSpPr>
            <a:spLocks noGrp="1"/>
          </p:cNvSpPr>
          <p:nvPr>
            <p:ph type="body" sz="quarter" idx="29" hasCustomPrompt="1"/>
          </p:nvPr>
        </p:nvSpPr>
        <p:spPr>
          <a:xfrm>
            <a:off x="407368" y="3397550"/>
            <a:ext cx="864000" cy="180000"/>
          </a:xfrm>
        </p:spPr>
        <p:txBody>
          <a:bodyPr anchor="ctr"/>
          <a:lstStyle>
            <a:lvl1pPr marL="0" indent="0">
              <a:lnSpc>
                <a:spcPct val="100000"/>
              </a:lnSpc>
              <a:spcBef>
                <a:spcPts val="0"/>
              </a:spcBef>
              <a:buNone/>
              <a:defRPr sz="1000">
                <a:solidFill>
                  <a:schemeClr val="bg1"/>
                </a:solidFill>
              </a:defRPr>
            </a:lvl1pPr>
          </a:lstStyle>
          <a:p>
            <a:pPr lvl="0"/>
            <a:r>
              <a:rPr lang="en-US"/>
              <a:t>2000 - 2000</a:t>
            </a:r>
            <a:endParaRPr lang="en-GB"/>
          </a:p>
        </p:txBody>
      </p:sp>
      <p:sp>
        <p:nvSpPr>
          <p:cNvPr id="46" name="Text Placeholder 28">
            <a:extLst>
              <a:ext uri="{FF2B5EF4-FFF2-40B4-BE49-F238E27FC236}">
                <a16:creationId xmlns:a16="http://schemas.microsoft.com/office/drawing/2014/main" id="{8BBD8F81-FD26-F84E-199C-A6131B3EA59F}"/>
              </a:ext>
            </a:extLst>
          </p:cNvPr>
          <p:cNvSpPr>
            <a:spLocks noGrp="1"/>
          </p:cNvSpPr>
          <p:nvPr>
            <p:ph type="body" sz="quarter" idx="30" hasCustomPrompt="1"/>
          </p:nvPr>
        </p:nvSpPr>
        <p:spPr>
          <a:xfrm>
            <a:off x="1318063" y="3397550"/>
            <a:ext cx="2412000" cy="180000"/>
          </a:xfrm>
        </p:spPr>
        <p:txBody>
          <a:bodyPr anchor="ctr"/>
          <a:lstStyle>
            <a:lvl1pPr marL="0" indent="0">
              <a:lnSpc>
                <a:spcPct val="100000"/>
              </a:lnSpc>
              <a:spcBef>
                <a:spcPts val="0"/>
              </a:spcBef>
              <a:buNone/>
              <a:defRPr sz="1000">
                <a:solidFill>
                  <a:schemeClr val="bg1"/>
                </a:solidFill>
              </a:defRPr>
            </a:lvl1pPr>
          </a:lstStyle>
          <a:p>
            <a:pPr lvl="0"/>
            <a:r>
              <a:rPr lang="en-US"/>
              <a:t>Company</a:t>
            </a:r>
            <a:endParaRPr lang="en-GB"/>
          </a:p>
        </p:txBody>
      </p:sp>
      <p:sp>
        <p:nvSpPr>
          <p:cNvPr id="47" name="Text Placeholder 28">
            <a:extLst>
              <a:ext uri="{FF2B5EF4-FFF2-40B4-BE49-F238E27FC236}">
                <a16:creationId xmlns:a16="http://schemas.microsoft.com/office/drawing/2014/main" id="{06430277-AF2F-8DEB-DD84-18C85057ECB0}"/>
              </a:ext>
            </a:extLst>
          </p:cNvPr>
          <p:cNvSpPr>
            <a:spLocks noGrp="1"/>
          </p:cNvSpPr>
          <p:nvPr>
            <p:ph type="body" sz="quarter" idx="31" hasCustomPrompt="1"/>
          </p:nvPr>
        </p:nvSpPr>
        <p:spPr>
          <a:xfrm>
            <a:off x="1318063" y="3579442"/>
            <a:ext cx="2412000" cy="180000"/>
          </a:xfrm>
        </p:spPr>
        <p:txBody>
          <a:bodyPr anchor="ctr"/>
          <a:lstStyle>
            <a:lvl1pPr marL="0" indent="0">
              <a:lnSpc>
                <a:spcPct val="100000"/>
              </a:lnSpc>
              <a:spcBef>
                <a:spcPts val="0"/>
              </a:spcBef>
              <a:buNone/>
              <a:defRPr sz="1000" i="1">
                <a:solidFill>
                  <a:schemeClr val="bg1"/>
                </a:solidFill>
              </a:defRPr>
            </a:lvl1pPr>
          </a:lstStyle>
          <a:p>
            <a:pPr lvl="0"/>
            <a:r>
              <a:rPr lang="en-US"/>
              <a:t>Position</a:t>
            </a:r>
            <a:endParaRPr lang="en-GB"/>
          </a:p>
        </p:txBody>
      </p:sp>
      <p:sp>
        <p:nvSpPr>
          <p:cNvPr id="48" name="TextBox 47">
            <a:extLst>
              <a:ext uri="{FF2B5EF4-FFF2-40B4-BE49-F238E27FC236}">
                <a16:creationId xmlns:a16="http://schemas.microsoft.com/office/drawing/2014/main" id="{491C2143-FF56-E546-0B0B-7B01A4F45357}"/>
              </a:ext>
            </a:extLst>
          </p:cNvPr>
          <p:cNvSpPr txBox="1"/>
          <p:nvPr userDrawn="1"/>
        </p:nvSpPr>
        <p:spPr bwMode="gray">
          <a:xfrm>
            <a:off x="407368" y="4251698"/>
            <a:ext cx="1728192" cy="214098"/>
          </a:xfrm>
          <a:prstGeom prst="rect">
            <a:avLst/>
          </a:prstGeom>
          <a:noFill/>
        </p:spPr>
        <p:txBody>
          <a:bodyPr wrap="square" lIns="0" tIns="0" rIns="0" bIns="0" rtlCol="0">
            <a:spAutoFit/>
          </a:bodyPr>
          <a:lstStyle/>
          <a:p>
            <a:pPr algn="l">
              <a:lnSpc>
                <a:spcPct val="150000"/>
              </a:lnSpc>
            </a:pPr>
            <a:r>
              <a:rPr lang="en-GB" sz="1050">
                <a:solidFill>
                  <a:schemeClr val="bg1"/>
                </a:solidFill>
                <a:latin typeface="+mj-lt"/>
              </a:rPr>
              <a:t>Education</a:t>
            </a:r>
            <a:endParaRPr lang="en-GB" sz="1400">
              <a:solidFill>
                <a:schemeClr val="bg1"/>
              </a:solidFill>
              <a:latin typeface="+mj-lt"/>
            </a:endParaRPr>
          </a:p>
        </p:txBody>
      </p:sp>
      <p:sp>
        <p:nvSpPr>
          <p:cNvPr id="49" name="Text Placeholder 28">
            <a:extLst>
              <a:ext uri="{FF2B5EF4-FFF2-40B4-BE49-F238E27FC236}">
                <a16:creationId xmlns:a16="http://schemas.microsoft.com/office/drawing/2014/main" id="{6B369B25-D843-4DAC-BD5A-C68DB7468721}"/>
              </a:ext>
            </a:extLst>
          </p:cNvPr>
          <p:cNvSpPr>
            <a:spLocks noGrp="1"/>
          </p:cNvSpPr>
          <p:nvPr>
            <p:ph type="body" sz="quarter" idx="32" hasCustomPrompt="1"/>
          </p:nvPr>
        </p:nvSpPr>
        <p:spPr>
          <a:xfrm>
            <a:off x="407368" y="3822165"/>
            <a:ext cx="864000" cy="180000"/>
          </a:xfrm>
        </p:spPr>
        <p:txBody>
          <a:bodyPr anchor="ctr"/>
          <a:lstStyle>
            <a:lvl1pPr marL="0" indent="0">
              <a:lnSpc>
                <a:spcPct val="100000"/>
              </a:lnSpc>
              <a:spcBef>
                <a:spcPts val="0"/>
              </a:spcBef>
              <a:buNone/>
              <a:defRPr sz="1000">
                <a:solidFill>
                  <a:schemeClr val="bg1"/>
                </a:solidFill>
              </a:defRPr>
            </a:lvl1pPr>
          </a:lstStyle>
          <a:p>
            <a:pPr lvl="0"/>
            <a:r>
              <a:rPr lang="en-US"/>
              <a:t>2000 - 2000</a:t>
            </a:r>
            <a:endParaRPr lang="en-GB"/>
          </a:p>
        </p:txBody>
      </p:sp>
      <p:sp>
        <p:nvSpPr>
          <p:cNvPr id="50" name="Text Placeholder 28">
            <a:extLst>
              <a:ext uri="{FF2B5EF4-FFF2-40B4-BE49-F238E27FC236}">
                <a16:creationId xmlns:a16="http://schemas.microsoft.com/office/drawing/2014/main" id="{44B2A45D-1E18-4631-176C-9598F6846302}"/>
              </a:ext>
            </a:extLst>
          </p:cNvPr>
          <p:cNvSpPr>
            <a:spLocks noGrp="1"/>
          </p:cNvSpPr>
          <p:nvPr>
            <p:ph type="body" sz="quarter" idx="33" hasCustomPrompt="1"/>
          </p:nvPr>
        </p:nvSpPr>
        <p:spPr>
          <a:xfrm>
            <a:off x="1318063" y="3822165"/>
            <a:ext cx="2412000" cy="180000"/>
          </a:xfrm>
        </p:spPr>
        <p:txBody>
          <a:bodyPr anchor="ctr"/>
          <a:lstStyle>
            <a:lvl1pPr marL="0" indent="0">
              <a:lnSpc>
                <a:spcPct val="100000"/>
              </a:lnSpc>
              <a:spcBef>
                <a:spcPts val="0"/>
              </a:spcBef>
              <a:buNone/>
              <a:defRPr sz="1000">
                <a:solidFill>
                  <a:schemeClr val="bg1"/>
                </a:solidFill>
              </a:defRPr>
            </a:lvl1pPr>
          </a:lstStyle>
          <a:p>
            <a:pPr lvl="0"/>
            <a:r>
              <a:rPr lang="en-US"/>
              <a:t>Company</a:t>
            </a:r>
            <a:endParaRPr lang="en-GB"/>
          </a:p>
        </p:txBody>
      </p:sp>
      <p:sp>
        <p:nvSpPr>
          <p:cNvPr id="51" name="Text Placeholder 28">
            <a:extLst>
              <a:ext uri="{FF2B5EF4-FFF2-40B4-BE49-F238E27FC236}">
                <a16:creationId xmlns:a16="http://schemas.microsoft.com/office/drawing/2014/main" id="{BAA62BC1-793D-D8CA-03C6-1189D10479C1}"/>
              </a:ext>
            </a:extLst>
          </p:cNvPr>
          <p:cNvSpPr>
            <a:spLocks noGrp="1"/>
          </p:cNvSpPr>
          <p:nvPr>
            <p:ph type="body" sz="quarter" idx="34" hasCustomPrompt="1"/>
          </p:nvPr>
        </p:nvSpPr>
        <p:spPr>
          <a:xfrm>
            <a:off x="1318063" y="4004435"/>
            <a:ext cx="2412000" cy="180000"/>
          </a:xfrm>
        </p:spPr>
        <p:txBody>
          <a:bodyPr anchor="ctr"/>
          <a:lstStyle>
            <a:lvl1pPr marL="0" indent="0">
              <a:lnSpc>
                <a:spcPct val="100000"/>
              </a:lnSpc>
              <a:spcBef>
                <a:spcPts val="0"/>
              </a:spcBef>
              <a:buNone/>
              <a:defRPr sz="1000" i="1">
                <a:solidFill>
                  <a:schemeClr val="bg1"/>
                </a:solidFill>
              </a:defRPr>
            </a:lvl1pPr>
          </a:lstStyle>
          <a:p>
            <a:pPr lvl="0"/>
            <a:r>
              <a:rPr lang="en-US"/>
              <a:t>Position</a:t>
            </a:r>
            <a:endParaRPr lang="en-GB"/>
          </a:p>
        </p:txBody>
      </p:sp>
      <p:sp>
        <p:nvSpPr>
          <p:cNvPr id="58" name="Text Placeholder 28">
            <a:extLst>
              <a:ext uri="{FF2B5EF4-FFF2-40B4-BE49-F238E27FC236}">
                <a16:creationId xmlns:a16="http://schemas.microsoft.com/office/drawing/2014/main" id="{021E79FC-A2DF-5E70-98B4-D6EE9C271266}"/>
              </a:ext>
            </a:extLst>
          </p:cNvPr>
          <p:cNvSpPr>
            <a:spLocks noGrp="1"/>
          </p:cNvSpPr>
          <p:nvPr>
            <p:ph type="body" sz="quarter" idx="35" hasCustomPrompt="1"/>
          </p:nvPr>
        </p:nvSpPr>
        <p:spPr>
          <a:xfrm>
            <a:off x="391031" y="4530526"/>
            <a:ext cx="864000" cy="180000"/>
          </a:xfrm>
        </p:spPr>
        <p:txBody>
          <a:bodyPr anchor="ctr"/>
          <a:lstStyle>
            <a:lvl1pPr marL="0" indent="0">
              <a:lnSpc>
                <a:spcPct val="100000"/>
              </a:lnSpc>
              <a:spcBef>
                <a:spcPts val="0"/>
              </a:spcBef>
              <a:buNone/>
              <a:defRPr sz="1000">
                <a:solidFill>
                  <a:schemeClr val="bg1"/>
                </a:solidFill>
              </a:defRPr>
            </a:lvl1pPr>
          </a:lstStyle>
          <a:p>
            <a:pPr lvl="0"/>
            <a:r>
              <a:rPr lang="en-US"/>
              <a:t>2000 - 2000</a:t>
            </a:r>
            <a:endParaRPr lang="en-GB"/>
          </a:p>
        </p:txBody>
      </p:sp>
      <p:sp>
        <p:nvSpPr>
          <p:cNvPr id="59" name="Text Placeholder 28">
            <a:extLst>
              <a:ext uri="{FF2B5EF4-FFF2-40B4-BE49-F238E27FC236}">
                <a16:creationId xmlns:a16="http://schemas.microsoft.com/office/drawing/2014/main" id="{380F1CF5-5E39-D4B2-F91A-E6B2A4B75429}"/>
              </a:ext>
            </a:extLst>
          </p:cNvPr>
          <p:cNvSpPr>
            <a:spLocks noGrp="1"/>
          </p:cNvSpPr>
          <p:nvPr>
            <p:ph type="body" sz="quarter" idx="36" hasCustomPrompt="1"/>
          </p:nvPr>
        </p:nvSpPr>
        <p:spPr>
          <a:xfrm>
            <a:off x="1301726" y="4530526"/>
            <a:ext cx="2412000" cy="180000"/>
          </a:xfrm>
        </p:spPr>
        <p:txBody>
          <a:bodyPr anchor="ctr"/>
          <a:lstStyle>
            <a:lvl1pPr marL="0" indent="0">
              <a:lnSpc>
                <a:spcPct val="100000"/>
              </a:lnSpc>
              <a:spcBef>
                <a:spcPts val="0"/>
              </a:spcBef>
              <a:buNone/>
              <a:defRPr sz="1000">
                <a:solidFill>
                  <a:schemeClr val="bg1"/>
                </a:solidFill>
              </a:defRPr>
            </a:lvl1pPr>
          </a:lstStyle>
          <a:p>
            <a:pPr lvl="0"/>
            <a:r>
              <a:rPr lang="en-US"/>
              <a:t>Degree</a:t>
            </a:r>
            <a:endParaRPr lang="en-GB"/>
          </a:p>
        </p:txBody>
      </p:sp>
      <p:sp>
        <p:nvSpPr>
          <p:cNvPr id="60" name="Text Placeholder 28">
            <a:extLst>
              <a:ext uri="{FF2B5EF4-FFF2-40B4-BE49-F238E27FC236}">
                <a16:creationId xmlns:a16="http://schemas.microsoft.com/office/drawing/2014/main" id="{3CBC4BCC-DB00-6022-33AD-C40A841188EE}"/>
              </a:ext>
            </a:extLst>
          </p:cNvPr>
          <p:cNvSpPr>
            <a:spLocks noGrp="1"/>
          </p:cNvSpPr>
          <p:nvPr>
            <p:ph type="body" sz="quarter" idx="37" hasCustomPrompt="1"/>
          </p:nvPr>
        </p:nvSpPr>
        <p:spPr>
          <a:xfrm>
            <a:off x="1301726" y="4712796"/>
            <a:ext cx="2412000" cy="180000"/>
          </a:xfrm>
        </p:spPr>
        <p:txBody>
          <a:bodyPr anchor="ctr"/>
          <a:lstStyle>
            <a:lvl1pPr marL="0" indent="0">
              <a:lnSpc>
                <a:spcPct val="100000"/>
              </a:lnSpc>
              <a:spcBef>
                <a:spcPts val="0"/>
              </a:spcBef>
              <a:buNone/>
              <a:defRPr sz="1000" i="1">
                <a:solidFill>
                  <a:schemeClr val="bg1"/>
                </a:solidFill>
              </a:defRPr>
            </a:lvl1pPr>
          </a:lstStyle>
          <a:p>
            <a:pPr lvl="0"/>
            <a:r>
              <a:rPr lang="en-US"/>
              <a:t>University</a:t>
            </a:r>
            <a:endParaRPr lang="en-GB"/>
          </a:p>
        </p:txBody>
      </p:sp>
      <p:sp>
        <p:nvSpPr>
          <p:cNvPr id="61" name="Text Placeholder 28">
            <a:extLst>
              <a:ext uri="{FF2B5EF4-FFF2-40B4-BE49-F238E27FC236}">
                <a16:creationId xmlns:a16="http://schemas.microsoft.com/office/drawing/2014/main" id="{189279C5-F7A4-147A-FBD7-20129AE101C6}"/>
              </a:ext>
            </a:extLst>
          </p:cNvPr>
          <p:cNvSpPr>
            <a:spLocks noGrp="1"/>
          </p:cNvSpPr>
          <p:nvPr>
            <p:ph type="body" sz="quarter" idx="38" hasCustomPrompt="1"/>
          </p:nvPr>
        </p:nvSpPr>
        <p:spPr>
          <a:xfrm>
            <a:off x="391031" y="4950211"/>
            <a:ext cx="864000" cy="180000"/>
          </a:xfrm>
        </p:spPr>
        <p:txBody>
          <a:bodyPr anchor="ctr"/>
          <a:lstStyle>
            <a:lvl1pPr marL="0" indent="0">
              <a:lnSpc>
                <a:spcPct val="100000"/>
              </a:lnSpc>
              <a:spcBef>
                <a:spcPts val="0"/>
              </a:spcBef>
              <a:buNone/>
              <a:defRPr sz="1000">
                <a:solidFill>
                  <a:schemeClr val="bg1"/>
                </a:solidFill>
              </a:defRPr>
            </a:lvl1pPr>
          </a:lstStyle>
          <a:p>
            <a:pPr lvl="0"/>
            <a:r>
              <a:rPr lang="en-US"/>
              <a:t>2000 - 2000</a:t>
            </a:r>
            <a:endParaRPr lang="en-GB"/>
          </a:p>
        </p:txBody>
      </p:sp>
      <p:sp>
        <p:nvSpPr>
          <p:cNvPr id="62" name="Text Placeholder 28">
            <a:extLst>
              <a:ext uri="{FF2B5EF4-FFF2-40B4-BE49-F238E27FC236}">
                <a16:creationId xmlns:a16="http://schemas.microsoft.com/office/drawing/2014/main" id="{9F56AF7B-D51A-B5C3-F167-98C1081D2C95}"/>
              </a:ext>
            </a:extLst>
          </p:cNvPr>
          <p:cNvSpPr>
            <a:spLocks noGrp="1"/>
          </p:cNvSpPr>
          <p:nvPr>
            <p:ph type="body" sz="quarter" idx="39" hasCustomPrompt="1"/>
          </p:nvPr>
        </p:nvSpPr>
        <p:spPr>
          <a:xfrm>
            <a:off x="1301726" y="4950211"/>
            <a:ext cx="2412000" cy="180000"/>
          </a:xfrm>
        </p:spPr>
        <p:txBody>
          <a:bodyPr anchor="ctr"/>
          <a:lstStyle>
            <a:lvl1pPr marL="0" indent="0">
              <a:lnSpc>
                <a:spcPct val="100000"/>
              </a:lnSpc>
              <a:spcBef>
                <a:spcPts val="0"/>
              </a:spcBef>
              <a:buNone/>
              <a:defRPr sz="1000">
                <a:solidFill>
                  <a:schemeClr val="bg1"/>
                </a:solidFill>
              </a:defRPr>
            </a:lvl1pPr>
          </a:lstStyle>
          <a:p>
            <a:pPr lvl="0"/>
            <a:r>
              <a:rPr lang="en-US"/>
              <a:t>Degree</a:t>
            </a:r>
            <a:endParaRPr lang="en-GB"/>
          </a:p>
        </p:txBody>
      </p:sp>
      <p:sp>
        <p:nvSpPr>
          <p:cNvPr id="63" name="Text Placeholder 28">
            <a:extLst>
              <a:ext uri="{FF2B5EF4-FFF2-40B4-BE49-F238E27FC236}">
                <a16:creationId xmlns:a16="http://schemas.microsoft.com/office/drawing/2014/main" id="{26C9AAED-6651-9857-BFF0-92978C4A63F2}"/>
              </a:ext>
            </a:extLst>
          </p:cNvPr>
          <p:cNvSpPr>
            <a:spLocks noGrp="1"/>
          </p:cNvSpPr>
          <p:nvPr>
            <p:ph type="body" sz="quarter" idx="40" hasCustomPrompt="1"/>
          </p:nvPr>
        </p:nvSpPr>
        <p:spPr>
          <a:xfrm>
            <a:off x="1301726" y="5132481"/>
            <a:ext cx="2412000" cy="180000"/>
          </a:xfrm>
        </p:spPr>
        <p:txBody>
          <a:bodyPr anchor="ctr"/>
          <a:lstStyle>
            <a:lvl1pPr marL="0" indent="0">
              <a:lnSpc>
                <a:spcPct val="100000"/>
              </a:lnSpc>
              <a:spcBef>
                <a:spcPts val="0"/>
              </a:spcBef>
              <a:buNone/>
              <a:defRPr sz="1000" i="1">
                <a:solidFill>
                  <a:schemeClr val="bg1"/>
                </a:solidFill>
              </a:defRPr>
            </a:lvl1pPr>
          </a:lstStyle>
          <a:p>
            <a:pPr lvl="0"/>
            <a:r>
              <a:rPr lang="en-US"/>
              <a:t>University</a:t>
            </a:r>
            <a:endParaRPr lang="en-GB"/>
          </a:p>
        </p:txBody>
      </p:sp>
      <p:sp>
        <p:nvSpPr>
          <p:cNvPr id="64" name="Text Placeholder 28">
            <a:extLst>
              <a:ext uri="{FF2B5EF4-FFF2-40B4-BE49-F238E27FC236}">
                <a16:creationId xmlns:a16="http://schemas.microsoft.com/office/drawing/2014/main" id="{C13ADAB3-97C4-B87D-40E2-5A08BFC6983E}"/>
              </a:ext>
            </a:extLst>
          </p:cNvPr>
          <p:cNvSpPr>
            <a:spLocks noGrp="1"/>
          </p:cNvSpPr>
          <p:nvPr>
            <p:ph type="body" sz="quarter" idx="41" hasCustomPrompt="1"/>
          </p:nvPr>
        </p:nvSpPr>
        <p:spPr>
          <a:xfrm>
            <a:off x="391076" y="5379382"/>
            <a:ext cx="864000" cy="180000"/>
          </a:xfrm>
        </p:spPr>
        <p:txBody>
          <a:bodyPr anchor="ctr"/>
          <a:lstStyle>
            <a:lvl1pPr marL="0" indent="0">
              <a:lnSpc>
                <a:spcPct val="100000"/>
              </a:lnSpc>
              <a:spcBef>
                <a:spcPts val="0"/>
              </a:spcBef>
              <a:buNone/>
              <a:defRPr sz="1000">
                <a:solidFill>
                  <a:schemeClr val="bg1"/>
                </a:solidFill>
              </a:defRPr>
            </a:lvl1pPr>
          </a:lstStyle>
          <a:p>
            <a:pPr lvl="0"/>
            <a:r>
              <a:rPr lang="en-US"/>
              <a:t>2000 - 2000</a:t>
            </a:r>
            <a:endParaRPr lang="en-GB"/>
          </a:p>
        </p:txBody>
      </p:sp>
      <p:sp>
        <p:nvSpPr>
          <p:cNvPr id="65" name="Text Placeholder 28">
            <a:extLst>
              <a:ext uri="{FF2B5EF4-FFF2-40B4-BE49-F238E27FC236}">
                <a16:creationId xmlns:a16="http://schemas.microsoft.com/office/drawing/2014/main" id="{7BE4AE85-D15D-2FBC-76C1-D7DC523712AC}"/>
              </a:ext>
            </a:extLst>
          </p:cNvPr>
          <p:cNvSpPr>
            <a:spLocks noGrp="1"/>
          </p:cNvSpPr>
          <p:nvPr>
            <p:ph type="body" sz="quarter" idx="42" hasCustomPrompt="1"/>
          </p:nvPr>
        </p:nvSpPr>
        <p:spPr>
          <a:xfrm>
            <a:off x="1301771" y="5379382"/>
            <a:ext cx="2412000" cy="180000"/>
          </a:xfrm>
        </p:spPr>
        <p:txBody>
          <a:bodyPr anchor="ctr"/>
          <a:lstStyle>
            <a:lvl1pPr marL="0" indent="0">
              <a:lnSpc>
                <a:spcPct val="100000"/>
              </a:lnSpc>
              <a:spcBef>
                <a:spcPts val="0"/>
              </a:spcBef>
              <a:buNone/>
              <a:defRPr sz="1000">
                <a:solidFill>
                  <a:schemeClr val="bg1"/>
                </a:solidFill>
              </a:defRPr>
            </a:lvl1pPr>
          </a:lstStyle>
          <a:p>
            <a:pPr lvl="0"/>
            <a:r>
              <a:rPr lang="en-US"/>
              <a:t>Degree</a:t>
            </a:r>
            <a:endParaRPr lang="en-GB"/>
          </a:p>
        </p:txBody>
      </p:sp>
      <p:sp>
        <p:nvSpPr>
          <p:cNvPr id="66" name="Text Placeholder 28">
            <a:extLst>
              <a:ext uri="{FF2B5EF4-FFF2-40B4-BE49-F238E27FC236}">
                <a16:creationId xmlns:a16="http://schemas.microsoft.com/office/drawing/2014/main" id="{FA13367C-8379-E481-E4BB-277BF8233547}"/>
              </a:ext>
            </a:extLst>
          </p:cNvPr>
          <p:cNvSpPr>
            <a:spLocks noGrp="1"/>
          </p:cNvSpPr>
          <p:nvPr>
            <p:ph type="body" sz="quarter" idx="43" hasCustomPrompt="1"/>
          </p:nvPr>
        </p:nvSpPr>
        <p:spPr>
          <a:xfrm>
            <a:off x="1301771" y="5561652"/>
            <a:ext cx="2412000" cy="180000"/>
          </a:xfrm>
        </p:spPr>
        <p:txBody>
          <a:bodyPr anchor="ctr"/>
          <a:lstStyle>
            <a:lvl1pPr marL="0" indent="0">
              <a:lnSpc>
                <a:spcPct val="100000"/>
              </a:lnSpc>
              <a:spcBef>
                <a:spcPts val="0"/>
              </a:spcBef>
              <a:buNone/>
              <a:defRPr sz="1000" i="1">
                <a:solidFill>
                  <a:schemeClr val="bg1"/>
                </a:solidFill>
              </a:defRPr>
            </a:lvl1pPr>
          </a:lstStyle>
          <a:p>
            <a:pPr lvl="0"/>
            <a:r>
              <a:rPr lang="en-US"/>
              <a:t>University</a:t>
            </a:r>
            <a:endParaRPr lang="en-GB"/>
          </a:p>
        </p:txBody>
      </p:sp>
      <p:sp>
        <p:nvSpPr>
          <p:cNvPr id="67" name="Text Placeholder 28">
            <a:extLst>
              <a:ext uri="{FF2B5EF4-FFF2-40B4-BE49-F238E27FC236}">
                <a16:creationId xmlns:a16="http://schemas.microsoft.com/office/drawing/2014/main" id="{31381257-9358-B142-1D52-2E8677FAD49F}"/>
              </a:ext>
            </a:extLst>
          </p:cNvPr>
          <p:cNvSpPr>
            <a:spLocks noGrp="1"/>
          </p:cNvSpPr>
          <p:nvPr>
            <p:ph type="body" sz="quarter" idx="44" hasCustomPrompt="1"/>
          </p:nvPr>
        </p:nvSpPr>
        <p:spPr>
          <a:xfrm>
            <a:off x="391031" y="5803034"/>
            <a:ext cx="864000" cy="180000"/>
          </a:xfrm>
        </p:spPr>
        <p:txBody>
          <a:bodyPr anchor="ctr"/>
          <a:lstStyle>
            <a:lvl1pPr marL="0" indent="0">
              <a:lnSpc>
                <a:spcPct val="100000"/>
              </a:lnSpc>
              <a:spcBef>
                <a:spcPts val="0"/>
              </a:spcBef>
              <a:buNone/>
              <a:defRPr sz="1000">
                <a:solidFill>
                  <a:schemeClr val="bg1"/>
                </a:solidFill>
              </a:defRPr>
            </a:lvl1pPr>
          </a:lstStyle>
          <a:p>
            <a:pPr lvl="0"/>
            <a:r>
              <a:rPr lang="en-US"/>
              <a:t>2000 - 2000</a:t>
            </a:r>
            <a:endParaRPr lang="en-GB"/>
          </a:p>
        </p:txBody>
      </p:sp>
      <p:sp>
        <p:nvSpPr>
          <p:cNvPr id="68" name="Text Placeholder 28">
            <a:extLst>
              <a:ext uri="{FF2B5EF4-FFF2-40B4-BE49-F238E27FC236}">
                <a16:creationId xmlns:a16="http://schemas.microsoft.com/office/drawing/2014/main" id="{27AEBFDD-41B9-3FBE-B04C-A30D4FE85116}"/>
              </a:ext>
            </a:extLst>
          </p:cNvPr>
          <p:cNvSpPr>
            <a:spLocks noGrp="1"/>
          </p:cNvSpPr>
          <p:nvPr>
            <p:ph type="body" sz="quarter" idx="45" hasCustomPrompt="1"/>
          </p:nvPr>
        </p:nvSpPr>
        <p:spPr>
          <a:xfrm>
            <a:off x="1301726" y="5803034"/>
            <a:ext cx="2412000" cy="180000"/>
          </a:xfrm>
        </p:spPr>
        <p:txBody>
          <a:bodyPr anchor="ctr"/>
          <a:lstStyle>
            <a:lvl1pPr marL="0" indent="0">
              <a:lnSpc>
                <a:spcPct val="100000"/>
              </a:lnSpc>
              <a:spcBef>
                <a:spcPts val="0"/>
              </a:spcBef>
              <a:buNone/>
              <a:defRPr sz="1000">
                <a:solidFill>
                  <a:schemeClr val="bg1"/>
                </a:solidFill>
              </a:defRPr>
            </a:lvl1pPr>
          </a:lstStyle>
          <a:p>
            <a:pPr lvl="0"/>
            <a:r>
              <a:rPr lang="en-US"/>
              <a:t>Degree</a:t>
            </a:r>
            <a:endParaRPr lang="en-GB"/>
          </a:p>
        </p:txBody>
      </p:sp>
      <p:sp>
        <p:nvSpPr>
          <p:cNvPr id="69" name="Text Placeholder 28">
            <a:extLst>
              <a:ext uri="{FF2B5EF4-FFF2-40B4-BE49-F238E27FC236}">
                <a16:creationId xmlns:a16="http://schemas.microsoft.com/office/drawing/2014/main" id="{648DD48D-FD6A-E6D1-E7FA-00C148A67193}"/>
              </a:ext>
            </a:extLst>
          </p:cNvPr>
          <p:cNvSpPr>
            <a:spLocks noGrp="1"/>
          </p:cNvSpPr>
          <p:nvPr>
            <p:ph type="body" sz="quarter" idx="46" hasCustomPrompt="1"/>
          </p:nvPr>
        </p:nvSpPr>
        <p:spPr>
          <a:xfrm>
            <a:off x="1301726" y="5985304"/>
            <a:ext cx="2412000" cy="180000"/>
          </a:xfrm>
        </p:spPr>
        <p:txBody>
          <a:bodyPr anchor="ctr"/>
          <a:lstStyle>
            <a:lvl1pPr marL="0" indent="0">
              <a:lnSpc>
                <a:spcPct val="100000"/>
              </a:lnSpc>
              <a:spcBef>
                <a:spcPts val="0"/>
              </a:spcBef>
              <a:buNone/>
              <a:defRPr sz="1000" i="1">
                <a:solidFill>
                  <a:schemeClr val="bg1"/>
                </a:solidFill>
              </a:defRPr>
            </a:lvl1pPr>
          </a:lstStyle>
          <a:p>
            <a:pPr lvl="0"/>
            <a:r>
              <a:rPr lang="en-US"/>
              <a:t>University</a:t>
            </a:r>
            <a:endParaRPr lang="en-GB"/>
          </a:p>
        </p:txBody>
      </p:sp>
      <p:sp>
        <p:nvSpPr>
          <p:cNvPr id="70" name="TextBox 69">
            <a:extLst>
              <a:ext uri="{FF2B5EF4-FFF2-40B4-BE49-F238E27FC236}">
                <a16:creationId xmlns:a16="http://schemas.microsoft.com/office/drawing/2014/main" id="{BBDECD02-CC36-F54D-0CFB-18C764D23C33}"/>
              </a:ext>
            </a:extLst>
          </p:cNvPr>
          <p:cNvSpPr txBox="1"/>
          <p:nvPr userDrawn="1"/>
        </p:nvSpPr>
        <p:spPr bwMode="gray">
          <a:xfrm>
            <a:off x="407368" y="6228951"/>
            <a:ext cx="1728192" cy="214098"/>
          </a:xfrm>
          <a:prstGeom prst="rect">
            <a:avLst/>
          </a:prstGeom>
          <a:noFill/>
        </p:spPr>
        <p:txBody>
          <a:bodyPr wrap="square" lIns="0" tIns="0" rIns="0" bIns="0" rtlCol="0">
            <a:spAutoFit/>
          </a:bodyPr>
          <a:lstStyle/>
          <a:p>
            <a:pPr algn="l">
              <a:lnSpc>
                <a:spcPct val="150000"/>
              </a:lnSpc>
            </a:pPr>
            <a:r>
              <a:rPr lang="en-GB" sz="1050">
                <a:solidFill>
                  <a:schemeClr val="bg1"/>
                </a:solidFill>
                <a:latin typeface="+mj-lt"/>
              </a:rPr>
              <a:t>Languages</a:t>
            </a:r>
            <a:endParaRPr lang="en-GB" sz="1400">
              <a:solidFill>
                <a:schemeClr val="bg1"/>
              </a:solidFill>
              <a:latin typeface="+mj-lt"/>
            </a:endParaRPr>
          </a:p>
        </p:txBody>
      </p:sp>
      <p:sp>
        <p:nvSpPr>
          <p:cNvPr id="71" name="Text Placeholder 28">
            <a:extLst>
              <a:ext uri="{FF2B5EF4-FFF2-40B4-BE49-F238E27FC236}">
                <a16:creationId xmlns:a16="http://schemas.microsoft.com/office/drawing/2014/main" id="{2E0B00E8-F68C-2B73-9968-D5954DAF8189}"/>
              </a:ext>
            </a:extLst>
          </p:cNvPr>
          <p:cNvSpPr>
            <a:spLocks noGrp="1"/>
          </p:cNvSpPr>
          <p:nvPr>
            <p:ph type="body" sz="quarter" idx="47" hasCustomPrompt="1"/>
          </p:nvPr>
        </p:nvSpPr>
        <p:spPr>
          <a:xfrm>
            <a:off x="407368" y="6508966"/>
            <a:ext cx="3348000" cy="180000"/>
          </a:xfrm>
        </p:spPr>
        <p:txBody>
          <a:bodyPr anchor="ctr"/>
          <a:lstStyle>
            <a:lvl1pPr marL="0" indent="0">
              <a:lnSpc>
                <a:spcPct val="100000"/>
              </a:lnSpc>
              <a:spcBef>
                <a:spcPts val="0"/>
              </a:spcBef>
              <a:buNone/>
              <a:defRPr sz="1000">
                <a:solidFill>
                  <a:schemeClr val="bg1"/>
                </a:solidFill>
              </a:defRPr>
            </a:lvl1pPr>
          </a:lstStyle>
          <a:p>
            <a:pPr lvl="0"/>
            <a:r>
              <a:rPr lang="en-US"/>
              <a:t>Languages,</a:t>
            </a:r>
            <a:endParaRPr lang="en-GB"/>
          </a:p>
        </p:txBody>
      </p:sp>
      <p:cxnSp>
        <p:nvCxnSpPr>
          <p:cNvPr id="73" name="Straight Connector 72">
            <a:extLst>
              <a:ext uri="{FF2B5EF4-FFF2-40B4-BE49-F238E27FC236}">
                <a16:creationId xmlns:a16="http://schemas.microsoft.com/office/drawing/2014/main" id="{B1A851F6-DC40-507A-1DCA-ADF26B531272}"/>
              </a:ext>
            </a:extLst>
          </p:cNvPr>
          <p:cNvCxnSpPr>
            <a:cxnSpLocks/>
          </p:cNvCxnSpPr>
          <p:nvPr userDrawn="1"/>
        </p:nvCxnSpPr>
        <p:spPr bwMode="gray">
          <a:xfrm>
            <a:off x="6706937" y="1633834"/>
            <a:ext cx="0" cy="442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EBBBBE2C-576D-1FD1-4167-81DEDD69ECDA}"/>
              </a:ext>
            </a:extLst>
          </p:cNvPr>
          <p:cNvCxnSpPr>
            <a:cxnSpLocks/>
          </p:cNvCxnSpPr>
          <p:nvPr userDrawn="1"/>
        </p:nvCxnSpPr>
        <p:spPr bwMode="gray">
          <a:xfrm>
            <a:off x="9442283" y="1633834"/>
            <a:ext cx="0" cy="442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5" name="TextBox 74">
            <a:extLst>
              <a:ext uri="{FF2B5EF4-FFF2-40B4-BE49-F238E27FC236}">
                <a16:creationId xmlns:a16="http://schemas.microsoft.com/office/drawing/2014/main" id="{05C07BF7-8808-D0E7-84CE-67C4AE464396}"/>
              </a:ext>
            </a:extLst>
          </p:cNvPr>
          <p:cNvSpPr txBox="1"/>
          <p:nvPr userDrawn="1"/>
        </p:nvSpPr>
        <p:spPr bwMode="gray">
          <a:xfrm>
            <a:off x="4073922" y="1700808"/>
            <a:ext cx="1728192" cy="214098"/>
          </a:xfrm>
          <a:prstGeom prst="rect">
            <a:avLst/>
          </a:prstGeom>
          <a:noFill/>
        </p:spPr>
        <p:txBody>
          <a:bodyPr wrap="square" lIns="0" tIns="0" rIns="0" bIns="0" rtlCol="0">
            <a:spAutoFit/>
          </a:bodyPr>
          <a:lstStyle/>
          <a:p>
            <a:pPr algn="l">
              <a:lnSpc>
                <a:spcPct val="150000"/>
              </a:lnSpc>
            </a:pPr>
            <a:r>
              <a:rPr lang="en-GB" sz="1050">
                <a:solidFill>
                  <a:schemeClr val="accent2"/>
                </a:solidFill>
                <a:latin typeface="+mj-lt"/>
              </a:rPr>
              <a:t>Introduction</a:t>
            </a:r>
            <a:endParaRPr lang="en-GB" sz="1400">
              <a:solidFill>
                <a:schemeClr val="accent2"/>
              </a:solidFill>
              <a:latin typeface="+mj-lt"/>
            </a:endParaRPr>
          </a:p>
        </p:txBody>
      </p:sp>
      <p:sp>
        <p:nvSpPr>
          <p:cNvPr id="76" name="TextBox 75">
            <a:extLst>
              <a:ext uri="{FF2B5EF4-FFF2-40B4-BE49-F238E27FC236}">
                <a16:creationId xmlns:a16="http://schemas.microsoft.com/office/drawing/2014/main" id="{DE3F16BF-9DD0-11D3-FF3D-A0380BCB137A}"/>
              </a:ext>
            </a:extLst>
          </p:cNvPr>
          <p:cNvSpPr txBox="1"/>
          <p:nvPr userDrawn="1"/>
        </p:nvSpPr>
        <p:spPr bwMode="gray">
          <a:xfrm>
            <a:off x="6814610" y="1700808"/>
            <a:ext cx="1728192" cy="214098"/>
          </a:xfrm>
          <a:prstGeom prst="rect">
            <a:avLst/>
          </a:prstGeom>
          <a:noFill/>
        </p:spPr>
        <p:txBody>
          <a:bodyPr wrap="square" lIns="0" tIns="0" rIns="0" bIns="0" rtlCol="0">
            <a:spAutoFit/>
          </a:bodyPr>
          <a:lstStyle/>
          <a:p>
            <a:pPr algn="l">
              <a:lnSpc>
                <a:spcPct val="150000"/>
              </a:lnSpc>
            </a:pPr>
            <a:r>
              <a:rPr lang="en-GB" sz="1050">
                <a:solidFill>
                  <a:schemeClr val="accent2"/>
                </a:solidFill>
                <a:latin typeface="+mj-lt"/>
              </a:rPr>
              <a:t>Experience</a:t>
            </a:r>
            <a:endParaRPr lang="en-GB" sz="1400">
              <a:solidFill>
                <a:schemeClr val="accent2"/>
              </a:solidFill>
              <a:latin typeface="+mj-lt"/>
            </a:endParaRPr>
          </a:p>
        </p:txBody>
      </p:sp>
      <p:sp>
        <p:nvSpPr>
          <p:cNvPr id="77" name="TextBox 76">
            <a:extLst>
              <a:ext uri="{FF2B5EF4-FFF2-40B4-BE49-F238E27FC236}">
                <a16:creationId xmlns:a16="http://schemas.microsoft.com/office/drawing/2014/main" id="{EBF9CE2C-9ABD-D045-DC95-4DE525BD0DA4}"/>
              </a:ext>
            </a:extLst>
          </p:cNvPr>
          <p:cNvSpPr txBox="1"/>
          <p:nvPr userDrawn="1"/>
        </p:nvSpPr>
        <p:spPr bwMode="gray">
          <a:xfrm>
            <a:off x="9549955" y="1700808"/>
            <a:ext cx="1728192" cy="214098"/>
          </a:xfrm>
          <a:prstGeom prst="rect">
            <a:avLst/>
          </a:prstGeom>
          <a:noFill/>
        </p:spPr>
        <p:txBody>
          <a:bodyPr wrap="square" lIns="0" tIns="0" rIns="0" bIns="0" rtlCol="0">
            <a:spAutoFit/>
          </a:bodyPr>
          <a:lstStyle/>
          <a:p>
            <a:pPr algn="l">
              <a:lnSpc>
                <a:spcPct val="150000"/>
              </a:lnSpc>
            </a:pPr>
            <a:r>
              <a:rPr lang="en-GB" sz="1050">
                <a:solidFill>
                  <a:schemeClr val="accent2"/>
                </a:solidFill>
                <a:latin typeface="+mj-lt"/>
              </a:rPr>
              <a:t>Previous Clients</a:t>
            </a:r>
            <a:endParaRPr lang="en-GB" sz="1400">
              <a:solidFill>
                <a:schemeClr val="accent2"/>
              </a:solidFill>
              <a:latin typeface="+mj-lt"/>
            </a:endParaRPr>
          </a:p>
        </p:txBody>
      </p:sp>
      <p:sp>
        <p:nvSpPr>
          <p:cNvPr id="79" name="Text Placeholder 78">
            <a:extLst>
              <a:ext uri="{FF2B5EF4-FFF2-40B4-BE49-F238E27FC236}">
                <a16:creationId xmlns:a16="http://schemas.microsoft.com/office/drawing/2014/main" id="{FDBEB7FD-8E84-B3E4-1EAA-7ECE6AB8D225}"/>
              </a:ext>
            </a:extLst>
          </p:cNvPr>
          <p:cNvSpPr>
            <a:spLocks noGrp="1"/>
          </p:cNvSpPr>
          <p:nvPr>
            <p:ph type="body" sz="quarter" idx="48"/>
          </p:nvPr>
        </p:nvSpPr>
        <p:spPr>
          <a:xfrm>
            <a:off x="4079264" y="2041126"/>
            <a:ext cx="2520000" cy="3960000"/>
          </a:xfrm>
        </p:spPr>
        <p:txBody>
          <a:bodyPr/>
          <a:lstStyle>
            <a:lvl1pPr marL="0" indent="0">
              <a:lnSpc>
                <a:spcPct val="100000"/>
              </a:lnSpc>
              <a:spcBef>
                <a:spcPts val="600"/>
              </a:spcBef>
              <a:buNone/>
              <a:defRPr sz="1050"/>
            </a:lvl1pPr>
          </a:lstStyle>
          <a:p>
            <a:pPr lvl="0"/>
            <a:r>
              <a:rPr lang="en-GB"/>
              <a:t>Click to edit Master text styles</a:t>
            </a:r>
          </a:p>
        </p:txBody>
      </p:sp>
      <p:sp>
        <p:nvSpPr>
          <p:cNvPr id="80" name="Text Placeholder 78">
            <a:extLst>
              <a:ext uri="{FF2B5EF4-FFF2-40B4-BE49-F238E27FC236}">
                <a16:creationId xmlns:a16="http://schemas.microsoft.com/office/drawing/2014/main" id="{4156D091-BEA4-733F-AADE-698FD97B7115}"/>
              </a:ext>
            </a:extLst>
          </p:cNvPr>
          <p:cNvSpPr>
            <a:spLocks noGrp="1"/>
          </p:cNvSpPr>
          <p:nvPr>
            <p:ph type="body" sz="quarter" idx="49"/>
          </p:nvPr>
        </p:nvSpPr>
        <p:spPr>
          <a:xfrm>
            <a:off x="6814610" y="2041126"/>
            <a:ext cx="2520000" cy="3960000"/>
          </a:xfrm>
        </p:spPr>
        <p:txBody>
          <a:bodyPr/>
          <a:lstStyle>
            <a:lvl1pPr marL="0" indent="0">
              <a:lnSpc>
                <a:spcPct val="100000"/>
              </a:lnSpc>
              <a:spcBef>
                <a:spcPts val="600"/>
              </a:spcBef>
              <a:buNone/>
              <a:defRPr sz="1050"/>
            </a:lvl1pPr>
          </a:lstStyle>
          <a:p>
            <a:pPr lvl="0"/>
            <a:r>
              <a:rPr lang="en-GB"/>
              <a:t>Click to edit Master text styles</a:t>
            </a:r>
          </a:p>
        </p:txBody>
      </p:sp>
      <p:sp>
        <p:nvSpPr>
          <p:cNvPr id="85" name="Text Placeholder 84">
            <a:extLst>
              <a:ext uri="{FF2B5EF4-FFF2-40B4-BE49-F238E27FC236}">
                <a16:creationId xmlns:a16="http://schemas.microsoft.com/office/drawing/2014/main" id="{E1052E85-F257-60A6-E5A3-C9FCC7C0A986}"/>
              </a:ext>
            </a:extLst>
          </p:cNvPr>
          <p:cNvSpPr>
            <a:spLocks noGrp="1"/>
          </p:cNvSpPr>
          <p:nvPr>
            <p:ph type="body" sz="quarter" idx="51" hasCustomPrompt="1"/>
          </p:nvPr>
        </p:nvSpPr>
        <p:spPr>
          <a:xfrm>
            <a:off x="9549955" y="2037205"/>
            <a:ext cx="2520000" cy="3960000"/>
          </a:xfrm>
        </p:spPr>
        <p:txBody>
          <a:bodyPr/>
          <a:lstStyle>
            <a:lvl1pPr>
              <a:lnSpc>
                <a:spcPct val="100000"/>
              </a:lnSpc>
              <a:defRPr sz="1050"/>
            </a:lvl1pPr>
          </a:lstStyle>
          <a:p>
            <a:pPr lvl="0"/>
            <a:r>
              <a:rPr lang="en-US"/>
              <a:t>Clients</a:t>
            </a:r>
          </a:p>
        </p:txBody>
      </p:sp>
      <p:sp>
        <p:nvSpPr>
          <p:cNvPr id="86" name="TextBox 85">
            <a:extLst>
              <a:ext uri="{FF2B5EF4-FFF2-40B4-BE49-F238E27FC236}">
                <a16:creationId xmlns:a16="http://schemas.microsoft.com/office/drawing/2014/main" id="{BF49E47F-F852-617C-8EA7-03F499724563}"/>
              </a:ext>
            </a:extLst>
          </p:cNvPr>
          <p:cNvSpPr txBox="1"/>
          <p:nvPr userDrawn="1"/>
        </p:nvSpPr>
        <p:spPr bwMode="gray">
          <a:xfrm>
            <a:off x="4068405" y="259313"/>
            <a:ext cx="1728192" cy="214098"/>
          </a:xfrm>
          <a:prstGeom prst="rect">
            <a:avLst/>
          </a:prstGeom>
          <a:noFill/>
        </p:spPr>
        <p:txBody>
          <a:bodyPr wrap="square" lIns="0" tIns="0" rIns="0" bIns="0" rtlCol="0">
            <a:spAutoFit/>
          </a:bodyPr>
          <a:lstStyle/>
          <a:p>
            <a:pPr algn="l">
              <a:lnSpc>
                <a:spcPct val="150000"/>
              </a:lnSpc>
            </a:pPr>
            <a:r>
              <a:rPr lang="en-GB" sz="1050">
                <a:solidFill>
                  <a:schemeClr val="accent2"/>
                </a:solidFill>
                <a:latin typeface="+mj-lt"/>
              </a:rPr>
              <a:t>Contact</a:t>
            </a:r>
            <a:endParaRPr lang="en-GB" sz="1400">
              <a:solidFill>
                <a:schemeClr val="accent2"/>
              </a:solidFill>
              <a:latin typeface="+mj-lt"/>
            </a:endParaRPr>
          </a:p>
        </p:txBody>
      </p:sp>
      <p:sp>
        <p:nvSpPr>
          <p:cNvPr id="87" name="Text Placeholder 28">
            <a:extLst>
              <a:ext uri="{FF2B5EF4-FFF2-40B4-BE49-F238E27FC236}">
                <a16:creationId xmlns:a16="http://schemas.microsoft.com/office/drawing/2014/main" id="{31654542-39E7-86F4-2DAA-E369D1F94548}"/>
              </a:ext>
            </a:extLst>
          </p:cNvPr>
          <p:cNvSpPr>
            <a:spLocks noGrp="1"/>
          </p:cNvSpPr>
          <p:nvPr>
            <p:ph type="body" sz="quarter" idx="52" hasCustomPrompt="1"/>
          </p:nvPr>
        </p:nvSpPr>
        <p:spPr>
          <a:xfrm>
            <a:off x="4068405" y="542083"/>
            <a:ext cx="2592000" cy="180000"/>
          </a:xfrm>
        </p:spPr>
        <p:txBody>
          <a:bodyPr anchor="ctr"/>
          <a:lstStyle>
            <a:lvl1pPr marL="0" indent="0">
              <a:lnSpc>
                <a:spcPct val="100000"/>
              </a:lnSpc>
              <a:spcBef>
                <a:spcPts val="0"/>
              </a:spcBef>
              <a:buNone/>
              <a:defRPr sz="1000">
                <a:solidFill>
                  <a:schemeClr val="tx1"/>
                </a:solidFill>
              </a:defRPr>
            </a:lvl1pPr>
          </a:lstStyle>
          <a:p>
            <a:pPr lvl="0"/>
            <a:r>
              <a:rPr lang="en-US"/>
              <a:t>Email</a:t>
            </a:r>
            <a:endParaRPr lang="en-GB"/>
          </a:p>
        </p:txBody>
      </p:sp>
      <p:sp>
        <p:nvSpPr>
          <p:cNvPr id="88" name="Text Placeholder 28">
            <a:extLst>
              <a:ext uri="{FF2B5EF4-FFF2-40B4-BE49-F238E27FC236}">
                <a16:creationId xmlns:a16="http://schemas.microsoft.com/office/drawing/2014/main" id="{045D05F7-8B8B-439E-4F30-2600E88D6608}"/>
              </a:ext>
            </a:extLst>
          </p:cNvPr>
          <p:cNvSpPr>
            <a:spLocks noGrp="1"/>
          </p:cNvSpPr>
          <p:nvPr>
            <p:ph type="body" sz="quarter" idx="53" hasCustomPrompt="1"/>
          </p:nvPr>
        </p:nvSpPr>
        <p:spPr>
          <a:xfrm>
            <a:off x="4068405" y="791602"/>
            <a:ext cx="2592000" cy="180000"/>
          </a:xfrm>
        </p:spPr>
        <p:txBody>
          <a:bodyPr anchor="ctr"/>
          <a:lstStyle>
            <a:lvl1pPr marL="0" indent="0">
              <a:lnSpc>
                <a:spcPct val="100000"/>
              </a:lnSpc>
              <a:spcBef>
                <a:spcPts val="0"/>
              </a:spcBef>
              <a:buNone/>
              <a:defRPr sz="1000">
                <a:solidFill>
                  <a:schemeClr val="tx1"/>
                </a:solidFill>
              </a:defRPr>
            </a:lvl1pPr>
          </a:lstStyle>
          <a:p>
            <a:pPr lvl="0"/>
            <a:r>
              <a:rPr lang="en-US"/>
              <a:t>Mobile</a:t>
            </a:r>
            <a:endParaRPr lang="en-GB"/>
          </a:p>
        </p:txBody>
      </p:sp>
    </p:spTree>
    <p:extLst>
      <p:ext uri="{BB962C8B-B14F-4D97-AF65-F5344CB8AC3E}">
        <p14:creationId xmlns:p14="http://schemas.microsoft.com/office/powerpoint/2010/main" val="3557918719"/>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3334D-3B14-4A66-8ADF-7040876E4ED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222D569-4730-4708-ACF1-97F96D86DE43}"/>
              </a:ext>
            </a:extLst>
          </p:cNvPr>
          <p:cNvSpPr>
            <a:spLocks noGrp="1"/>
          </p:cNvSpPr>
          <p:nvPr>
            <p:ph idx="1"/>
          </p:nvPr>
        </p:nvSpPr>
        <p:spPr>
          <a:xfrm>
            <a:off x="911223" y="1808163"/>
            <a:ext cx="10728000" cy="42120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7D2A299-EE1F-4FB8-BDA9-0A9A4E66A5C2}"/>
              </a:ext>
            </a:extLst>
          </p:cNvPr>
          <p:cNvSpPr>
            <a:spLocks noGrp="1"/>
          </p:cNvSpPr>
          <p:nvPr>
            <p:ph type="dt" sz="half" idx="10"/>
          </p:nvPr>
        </p:nvSpPr>
        <p:spPr/>
        <p:txBody>
          <a:bodyPr/>
          <a:lstStyle/>
          <a:p>
            <a:fld id="{B81CA70A-C2F3-4CFA-8616-C00D318230F5}" type="datetime1">
              <a:rPr lang="en-US" smtClean="0"/>
              <a:t>7/9/2026</a:t>
            </a:fld>
            <a:endParaRPr lang="en-US"/>
          </a:p>
        </p:txBody>
      </p:sp>
      <p:sp>
        <p:nvSpPr>
          <p:cNvPr id="5" name="Footer Placeholder 4">
            <a:extLst>
              <a:ext uri="{FF2B5EF4-FFF2-40B4-BE49-F238E27FC236}">
                <a16:creationId xmlns:a16="http://schemas.microsoft.com/office/drawing/2014/main" id="{22786243-4778-433D-A7FF-CB24D1A70D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7F323A-61B3-4852-BE99-06649259B8EE}"/>
              </a:ext>
            </a:extLst>
          </p:cNvPr>
          <p:cNvSpPr>
            <a:spLocks noGrp="1"/>
          </p:cNvSpPr>
          <p:nvPr>
            <p:ph type="sldNum" sz="quarter" idx="12"/>
          </p:nvPr>
        </p:nvSpPr>
        <p:spPr/>
        <p:txBody>
          <a:bodyPr/>
          <a:lstStyle/>
          <a:p>
            <a:fld id="{40B7701B-8974-48F8-B448-DF2B8164D2B4}" type="slidenum">
              <a:rPr lang="en-US" smtClean="0"/>
              <a:t>‹#›</a:t>
            </a:fld>
            <a:endParaRPr lang="en-US"/>
          </a:p>
        </p:txBody>
      </p:sp>
    </p:spTree>
    <p:extLst>
      <p:ext uri="{BB962C8B-B14F-4D97-AF65-F5344CB8AC3E}">
        <p14:creationId xmlns:p14="http://schemas.microsoft.com/office/powerpoint/2010/main" val="261692271"/>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2_CV">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3E21EC5-3165-50E6-8FB1-E20BDA68912E}"/>
              </a:ext>
            </a:extLst>
          </p:cNvPr>
          <p:cNvSpPr/>
          <p:nvPr userDrawn="1"/>
        </p:nvSpPr>
        <p:spPr bwMode="gray">
          <a:xfrm>
            <a:off x="0" y="0"/>
            <a:ext cx="393576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err="1"/>
          </a:p>
        </p:txBody>
      </p:sp>
      <p:sp>
        <p:nvSpPr>
          <p:cNvPr id="6" name="Footer Placeholder 5">
            <a:extLst>
              <a:ext uri="{FF2B5EF4-FFF2-40B4-BE49-F238E27FC236}">
                <a16:creationId xmlns:a16="http://schemas.microsoft.com/office/drawing/2014/main" id="{A5FC60E9-D707-4E80-B036-D30F68EB25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1BDE82-A79B-451C-844A-F97DF288ABA0}"/>
              </a:ext>
            </a:extLst>
          </p:cNvPr>
          <p:cNvSpPr>
            <a:spLocks noGrp="1"/>
          </p:cNvSpPr>
          <p:nvPr>
            <p:ph type="sldNum" sz="quarter" idx="12"/>
          </p:nvPr>
        </p:nvSpPr>
        <p:spPr>
          <a:xfrm>
            <a:off x="11099223" y="6336000"/>
            <a:ext cx="540000" cy="288000"/>
          </a:xfrm>
        </p:spPr>
        <p:txBody>
          <a:bodyPr/>
          <a:lstStyle/>
          <a:p>
            <a:fld id="{40B7701B-8974-48F8-B448-DF2B8164D2B4}" type="slidenum">
              <a:rPr lang="en-US" smtClean="0"/>
              <a:t>‹#›</a:t>
            </a:fld>
            <a:endParaRPr lang="en-US"/>
          </a:p>
        </p:txBody>
      </p:sp>
      <p:pic>
        <p:nvPicPr>
          <p:cNvPr id="9" name="Logo-white">
            <a:extLst>
              <a:ext uri="{FF2B5EF4-FFF2-40B4-BE49-F238E27FC236}">
                <a16:creationId xmlns:a16="http://schemas.microsoft.com/office/drawing/2014/main" id="{0314C39B-17CD-B4D1-E5A3-FC27EEA8DB26}"/>
              </a:ext>
            </a:extLst>
          </p:cNvPr>
          <p:cNvPicPr>
            <a:picLocks noChangeAspect="1"/>
          </p:cNvPicPr>
          <p:nvPr userDrawn="1"/>
        </p:nvPicPr>
        <p:blipFill>
          <a:blip r:embed="rId2"/>
          <a:srcRect/>
          <a:stretch/>
        </p:blipFill>
        <p:spPr>
          <a:xfrm>
            <a:off x="11334902" y="216000"/>
            <a:ext cx="646728" cy="763199"/>
          </a:xfrm>
          <a:prstGeom prst="rect">
            <a:avLst/>
          </a:prstGeom>
        </p:spPr>
      </p:pic>
      <p:sp>
        <p:nvSpPr>
          <p:cNvPr id="15" name="Picture Placeholder 14">
            <a:extLst>
              <a:ext uri="{FF2B5EF4-FFF2-40B4-BE49-F238E27FC236}">
                <a16:creationId xmlns:a16="http://schemas.microsoft.com/office/drawing/2014/main" id="{73F8928D-65E1-F0BF-28BB-68F740C9B867}"/>
              </a:ext>
            </a:extLst>
          </p:cNvPr>
          <p:cNvSpPr>
            <a:spLocks noGrp="1"/>
          </p:cNvSpPr>
          <p:nvPr>
            <p:ph type="pic" sz="quarter" idx="13" hasCustomPrompt="1"/>
          </p:nvPr>
        </p:nvSpPr>
        <p:spPr>
          <a:xfrm>
            <a:off x="266272" y="225500"/>
            <a:ext cx="1080000" cy="1080000"/>
          </a:xfrm>
          <a:prstGeom prst="ellipse">
            <a:avLst/>
          </a:prstGeom>
          <a:solidFill>
            <a:schemeClr val="bg1"/>
          </a:solidFill>
        </p:spPr>
        <p:txBody>
          <a:bodyPr/>
          <a:lstStyle>
            <a:lvl1pPr marL="0" indent="0" algn="ctr">
              <a:buNone/>
              <a:defRPr sz="1200"/>
            </a:lvl1pPr>
          </a:lstStyle>
          <a:p>
            <a:r>
              <a:rPr lang="en-GB"/>
              <a:t>Profile Picture</a:t>
            </a:r>
          </a:p>
        </p:txBody>
      </p:sp>
      <p:pic>
        <p:nvPicPr>
          <p:cNvPr id="20" name="Graphic 19" descr="Speech with solid fill">
            <a:extLst>
              <a:ext uri="{FF2B5EF4-FFF2-40B4-BE49-F238E27FC236}">
                <a16:creationId xmlns:a16="http://schemas.microsoft.com/office/drawing/2014/main" id="{F7DD865E-78A3-B35E-D585-7774EB18FB6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40272" y="6244821"/>
            <a:ext cx="252000" cy="252000"/>
          </a:xfrm>
          <a:prstGeom prst="rect">
            <a:avLst/>
          </a:prstGeom>
        </p:spPr>
      </p:pic>
      <p:pic>
        <p:nvPicPr>
          <p:cNvPr id="22" name="Graphic 21" descr="Graduation cap with solid fill">
            <a:extLst>
              <a:ext uri="{FF2B5EF4-FFF2-40B4-BE49-F238E27FC236}">
                <a16:creationId xmlns:a16="http://schemas.microsoft.com/office/drawing/2014/main" id="{F4DBE13B-5E89-E7D8-0474-5A2639D00D36}"/>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40272" y="4259850"/>
            <a:ext cx="252000" cy="252000"/>
          </a:xfrm>
          <a:prstGeom prst="rect">
            <a:avLst/>
          </a:prstGeom>
        </p:spPr>
      </p:pic>
      <p:pic>
        <p:nvPicPr>
          <p:cNvPr id="24" name="Graphic 23" descr="User with solid fill">
            <a:extLst>
              <a:ext uri="{FF2B5EF4-FFF2-40B4-BE49-F238E27FC236}">
                <a16:creationId xmlns:a16="http://schemas.microsoft.com/office/drawing/2014/main" id="{5985BF63-0ABB-E0C3-90B3-14FB35365829}"/>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40272" y="1381834"/>
            <a:ext cx="252000" cy="252000"/>
          </a:xfrm>
          <a:prstGeom prst="rect">
            <a:avLst/>
          </a:prstGeom>
        </p:spPr>
      </p:pic>
      <p:sp>
        <p:nvSpPr>
          <p:cNvPr id="29" name="Text Placeholder 28">
            <a:extLst>
              <a:ext uri="{FF2B5EF4-FFF2-40B4-BE49-F238E27FC236}">
                <a16:creationId xmlns:a16="http://schemas.microsoft.com/office/drawing/2014/main" id="{AACC45FB-FF1D-2D77-348C-DC96EB7D5996}"/>
              </a:ext>
            </a:extLst>
          </p:cNvPr>
          <p:cNvSpPr>
            <a:spLocks noGrp="1"/>
          </p:cNvSpPr>
          <p:nvPr>
            <p:ph type="body" sz="quarter" idx="15" hasCustomPrompt="1"/>
          </p:nvPr>
        </p:nvSpPr>
        <p:spPr>
          <a:xfrm>
            <a:off x="407368" y="1699082"/>
            <a:ext cx="864000" cy="180000"/>
          </a:xfrm>
        </p:spPr>
        <p:txBody>
          <a:bodyPr anchor="ctr"/>
          <a:lstStyle>
            <a:lvl1pPr marL="0" indent="0">
              <a:lnSpc>
                <a:spcPct val="100000"/>
              </a:lnSpc>
              <a:spcBef>
                <a:spcPts val="0"/>
              </a:spcBef>
              <a:buNone/>
              <a:defRPr sz="1000">
                <a:solidFill>
                  <a:schemeClr val="bg1"/>
                </a:solidFill>
              </a:defRPr>
            </a:lvl1pPr>
          </a:lstStyle>
          <a:p>
            <a:pPr lvl="0"/>
            <a:r>
              <a:rPr lang="en-US"/>
              <a:t>2000 - 2000</a:t>
            </a:r>
            <a:endParaRPr lang="en-GB"/>
          </a:p>
        </p:txBody>
      </p:sp>
      <p:sp>
        <p:nvSpPr>
          <p:cNvPr id="30" name="TextBox 29">
            <a:extLst>
              <a:ext uri="{FF2B5EF4-FFF2-40B4-BE49-F238E27FC236}">
                <a16:creationId xmlns:a16="http://schemas.microsoft.com/office/drawing/2014/main" id="{63EC6C24-6182-50EA-55BB-CF35B51D649F}"/>
              </a:ext>
            </a:extLst>
          </p:cNvPr>
          <p:cNvSpPr txBox="1"/>
          <p:nvPr userDrawn="1"/>
        </p:nvSpPr>
        <p:spPr bwMode="gray">
          <a:xfrm>
            <a:off x="407368" y="1419736"/>
            <a:ext cx="1728192" cy="214098"/>
          </a:xfrm>
          <a:prstGeom prst="rect">
            <a:avLst/>
          </a:prstGeom>
          <a:noFill/>
        </p:spPr>
        <p:txBody>
          <a:bodyPr wrap="square" lIns="0" tIns="0" rIns="0" bIns="0" rtlCol="0">
            <a:spAutoFit/>
          </a:bodyPr>
          <a:lstStyle/>
          <a:p>
            <a:pPr algn="l">
              <a:lnSpc>
                <a:spcPct val="150000"/>
              </a:lnSpc>
            </a:pPr>
            <a:r>
              <a:rPr lang="en-GB" sz="1050">
                <a:solidFill>
                  <a:schemeClr val="bg1"/>
                </a:solidFill>
                <a:latin typeface="+mj-lt"/>
              </a:rPr>
              <a:t>Experience</a:t>
            </a:r>
            <a:endParaRPr lang="en-GB" sz="1400">
              <a:solidFill>
                <a:schemeClr val="bg1"/>
              </a:solidFill>
              <a:latin typeface="+mj-lt"/>
            </a:endParaRPr>
          </a:p>
        </p:txBody>
      </p:sp>
      <p:sp>
        <p:nvSpPr>
          <p:cNvPr id="31" name="Text Placeholder 28">
            <a:extLst>
              <a:ext uri="{FF2B5EF4-FFF2-40B4-BE49-F238E27FC236}">
                <a16:creationId xmlns:a16="http://schemas.microsoft.com/office/drawing/2014/main" id="{E4B1C7D3-0259-E383-25FA-98F6E7D79D50}"/>
              </a:ext>
            </a:extLst>
          </p:cNvPr>
          <p:cNvSpPr>
            <a:spLocks noGrp="1"/>
          </p:cNvSpPr>
          <p:nvPr>
            <p:ph type="body" sz="quarter" idx="16" hasCustomPrompt="1"/>
          </p:nvPr>
        </p:nvSpPr>
        <p:spPr>
          <a:xfrm>
            <a:off x="1318063" y="1698131"/>
            <a:ext cx="2412000" cy="180000"/>
          </a:xfrm>
        </p:spPr>
        <p:txBody>
          <a:bodyPr anchor="ctr"/>
          <a:lstStyle>
            <a:lvl1pPr marL="0" indent="0">
              <a:lnSpc>
                <a:spcPct val="100000"/>
              </a:lnSpc>
              <a:spcBef>
                <a:spcPts val="0"/>
              </a:spcBef>
              <a:buNone/>
              <a:defRPr sz="1000">
                <a:solidFill>
                  <a:schemeClr val="bg1"/>
                </a:solidFill>
              </a:defRPr>
            </a:lvl1pPr>
          </a:lstStyle>
          <a:p>
            <a:pPr lvl="0"/>
            <a:r>
              <a:rPr lang="en-US"/>
              <a:t>Company</a:t>
            </a:r>
            <a:endParaRPr lang="en-GB"/>
          </a:p>
        </p:txBody>
      </p:sp>
      <p:sp>
        <p:nvSpPr>
          <p:cNvPr id="32" name="Text Placeholder 28">
            <a:extLst>
              <a:ext uri="{FF2B5EF4-FFF2-40B4-BE49-F238E27FC236}">
                <a16:creationId xmlns:a16="http://schemas.microsoft.com/office/drawing/2014/main" id="{DB7A8836-A0A5-7331-B728-A323C8B322D3}"/>
              </a:ext>
            </a:extLst>
          </p:cNvPr>
          <p:cNvSpPr>
            <a:spLocks noGrp="1"/>
          </p:cNvSpPr>
          <p:nvPr>
            <p:ph type="body" sz="quarter" idx="17" hasCustomPrompt="1"/>
          </p:nvPr>
        </p:nvSpPr>
        <p:spPr>
          <a:xfrm>
            <a:off x="1318063" y="1883242"/>
            <a:ext cx="2412000" cy="180000"/>
          </a:xfrm>
        </p:spPr>
        <p:txBody>
          <a:bodyPr anchor="ctr"/>
          <a:lstStyle>
            <a:lvl1pPr marL="0" indent="0">
              <a:lnSpc>
                <a:spcPct val="100000"/>
              </a:lnSpc>
              <a:spcBef>
                <a:spcPts val="0"/>
              </a:spcBef>
              <a:buNone/>
              <a:defRPr sz="1000" i="1">
                <a:solidFill>
                  <a:schemeClr val="bg1"/>
                </a:solidFill>
              </a:defRPr>
            </a:lvl1pPr>
          </a:lstStyle>
          <a:p>
            <a:pPr lvl="0"/>
            <a:r>
              <a:rPr lang="en-US"/>
              <a:t>Position</a:t>
            </a:r>
            <a:endParaRPr lang="en-GB"/>
          </a:p>
        </p:txBody>
      </p:sp>
      <p:sp>
        <p:nvSpPr>
          <p:cNvPr id="34" name="Text Placeholder 28">
            <a:extLst>
              <a:ext uri="{FF2B5EF4-FFF2-40B4-BE49-F238E27FC236}">
                <a16:creationId xmlns:a16="http://schemas.microsoft.com/office/drawing/2014/main" id="{AB293057-9D9C-26C6-9347-D01A8AAF8F39}"/>
              </a:ext>
            </a:extLst>
          </p:cNvPr>
          <p:cNvSpPr>
            <a:spLocks noGrp="1"/>
          </p:cNvSpPr>
          <p:nvPr>
            <p:ph type="body" sz="quarter" idx="18" hasCustomPrompt="1"/>
          </p:nvPr>
        </p:nvSpPr>
        <p:spPr>
          <a:xfrm>
            <a:off x="1435999" y="537937"/>
            <a:ext cx="2304000" cy="180000"/>
          </a:xfrm>
        </p:spPr>
        <p:txBody>
          <a:bodyPr anchor="ctr"/>
          <a:lstStyle>
            <a:lvl1pPr marL="0" indent="0">
              <a:lnSpc>
                <a:spcPct val="100000"/>
              </a:lnSpc>
              <a:spcBef>
                <a:spcPts val="0"/>
              </a:spcBef>
              <a:buNone/>
              <a:defRPr sz="1100" cap="all" baseline="0">
                <a:solidFill>
                  <a:schemeClr val="bg1"/>
                </a:solidFill>
                <a:latin typeface="+mj-lt"/>
              </a:defRPr>
            </a:lvl1pPr>
          </a:lstStyle>
          <a:p>
            <a:pPr lvl="0"/>
            <a:r>
              <a:rPr lang="en-US"/>
              <a:t>Name</a:t>
            </a:r>
            <a:endParaRPr lang="en-GB"/>
          </a:p>
        </p:txBody>
      </p:sp>
      <p:sp>
        <p:nvSpPr>
          <p:cNvPr id="35" name="Text Placeholder 28">
            <a:extLst>
              <a:ext uri="{FF2B5EF4-FFF2-40B4-BE49-F238E27FC236}">
                <a16:creationId xmlns:a16="http://schemas.microsoft.com/office/drawing/2014/main" id="{822028F3-F945-4FBA-E28F-01161F1616F7}"/>
              </a:ext>
            </a:extLst>
          </p:cNvPr>
          <p:cNvSpPr>
            <a:spLocks noGrp="1"/>
          </p:cNvSpPr>
          <p:nvPr>
            <p:ph type="body" sz="quarter" idx="19" hasCustomPrompt="1"/>
          </p:nvPr>
        </p:nvSpPr>
        <p:spPr>
          <a:xfrm>
            <a:off x="1435999" y="791602"/>
            <a:ext cx="2304000" cy="180000"/>
          </a:xfrm>
        </p:spPr>
        <p:txBody>
          <a:bodyPr anchor="ctr"/>
          <a:lstStyle>
            <a:lvl1pPr marL="0" indent="0">
              <a:lnSpc>
                <a:spcPct val="100000"/>
              </a:lnSpc>
              <a:spcBef>
                <a:spcPts val="0"/>
              </a:spcBef>
              <a:buNone/>
              <a:defRPr sz="1050">
                <a:solidFill>
                  <a:schemeClr val="bg1"/>
                </a:solidFill>
              </a:defRPr>
            </a:lvl1pPr>
          </a:lstStyle>
          <a:p>
            <a:pPr lvl="0"/>
            <a:r>
              <a:rPr lang="en-US"/>
              <a:t>Position</a:t>
            </a:r>
            <a:endParaRPr lang="en-GB"/>
          </a:p>
        </p:txBody>
      </p:sp>
      <p:sp>
        <p:nvSpPr>
          <p:cNvPr id="36" name="Text Placeholder 28">
            <a:extLst>
              <a:ext uri="{FF2B5EF4-FFF2-40B4-BE49-F238E27FC236}">
                <a16:creationId xmlns:a16="http://schemas.microsoft.com/office/drawing/2014/main" id="{D0A46EBE-70B1-6D82-8289-59D3CEBBB20B}"/>
              </a:ext>
            </a:extLst>
          </p:cNvPr>
          <p:cNvSpPr>
            <a:spLocks noGrp="1"/>
          </p:cNvSpPr>
          <p:nvPr>
            <p:ph type="body" sz="quarter" idx="20" hasCustomPrompt="1"/>
          </p:nvPr>
        </p:nvSpPr>
        <p:spPr>
          <a:xfrm>
            <a:off x="407368" y="2123699"/>
            <a:ext cx="864000" cy="180000"/>
          </a:xfrm>
        </p:spPr>
        <p:txBody>
          <a:bodyPr anchor="ctr"/>
          <a:lstStyle>
            <a:lvl1pPr marL="0" indent="0">
              <a:lnSpc>
                <a:spcPct val="100000"/>
              </a:lnSpc>
              <a:spcBef>
                <a:spcPts val="0"/>
              </a:spcBef>
              <a:buNone/>
              <a:defRPr sz="1000">
                <a:solidFill>
                  <a:schemeClr val="bg1"/>
                </a:solidFill>
              </a:defRPr>
            </a:lvl1pPr>
          </a:lstStyle>
          <a:p>
            <a:pPr lvl="0"/>
            <a:r>
              <a:rPr lang="en-US"/>
              <a:t>2000 - 2000</a:t>
            </a:r>
            <a:endParaRPr lang="en-GB"/>
          </a:p>
        </p:txBody>
      </p:sp>
      <p:sp>
        <p:nvSpPr>
          <p:cNvPr id="37" name="Text Placeholder 28">
            <a:extLst>
              <a:ext uri="{FF2B5EF4-FFF2-40B4-BE49-F238E27FC236}">
                <a16:creationId xmlns:a16="http://schemas.microsoft.com/office/drawing/2014/main" id="{8F7FE891-941E-88BA-F20E-7EAB81FD7A90}"/>
              </a:ext>
            </a:extLst>
          </p:cNvPr>
          <p:cNvSpPr>
            <a:spLocks noGrp="1"/>
          </p:cNvSpPr>
          <p:nvPr>
            <p:ph type="body" sz="quarter" idx="21" hasCustomPrompt="1"/>
          </p:nvPr>
        </p:nvSpPr>
        <p:spPr>
          <a:xfrm>
            <a:off x="1318063" y="2123699"/>
            <a:ext cx="2412000" cy="180000"/>
          </a:xfrm>
        </p:spPr>
        <p:txBody>
          <a:bodyPr anchor="ctr"/>
          <a:lstStyle>
            <a:lvl1pPr marL="0" indent="0">
              <a:lnSpc>
                <a:spcPct val="100000"/>
              </a:lnSpc>
              <a:spcBef>
                <a:spcPts val="0"/>
              </a:spcBef>
              <a:buNone/>
              <a:defRPr sz="1000">
                <a:solidFill>
                  <a:schemeClr val="bg1"/>
                </a:solidFill>
              </a:defRPr>
            </a:lvl1pPr>
          </a:lstStyle>
          <a:p>
            <a:pPr lvl="0"/>
            <a:r>
              <a:rPr lang="en-US"/>
              <a:t>Company</a:t>
            </a:r>
            <a:endParaRPr lang="en-GB"/>
          </a:p>
        </p:txBody>
      </p:sp>
      <p:sp>
        <p:nvSpPr>
          <p:cNvPr id="38" name="Text Placeholder 28">
            <a:extLst>
              <a:ext uri="{FF2B5EF4-FFF2-40B4-BE49-F238E27FC236}">
                <a16:creationId xmlns:a16="http://schemas.microsoft.com/office/drawing/2014/main" id="{A119FFDB-59B9-B0DD-4815-F89B1D93EEE0}"/>
              </a:ext>
            </a:extLst>
          </p:cNvPr>
          <p:cNvSpPr>
            <a:spLocks noGrp="1"/>
          </p:cNvSpPr>
          <p:nvPr>
            <p:ph type="body" sz="quarter" idx="22" hasCustomPrompt="1"/>
          </p:nvPr>
        </p:nvSpPr>
        <p:spPr>
          <a:xfrm>
            <a:off x="1318063" y="2306603"/>
            <a:ext cx="2412000" cy="180000"/>
          </a:xfrm>
        </p:spPr>
        <p:txBody>
          <a:bodyPr anchor="ctr"/>
          <a:lstStyle>
            <a:lvl1pPr marL="0" indent="0">
              <a:lnSpc>
                <a:spcPct val="100000"/>
              </a:lnSpc>
              <a:spcBef>
                <a:spcPts val="0"/>
              </a:spcBef>
              <a:buNone/>
              <a:defRPr sz="1000" i="1">
                <a:solidFill>
                  <a:schemeClr val="bg1"/>
                </a:solidFill>
              </a:defRPr>
            </a:lvl1pPr>
          </a:lstStyle>
          <a:p>
            <a:pPr lvl="0"/>
            <a:r>
              <a:rPr lang="en-US"/>
              <a:t>Position</a:t>
            </a:r>
            <a:endParaRPr lang="en-GB"/>
          </a:p>
        </p:txBody>
      </p:sp>
      <p:sp>
        <p:nvSpPr>
          <p:cNvPr id="39" name="Text Placeholder 28">
            <a:extLst>
              <a:ext uri="{FF2B5EF4-FFF2-40B4-BE49-F238E27FC236}">
                <a16:creationId xmlns:a16="http://schemas.microsoft.com/office/drawing/2014/main" id="{7A3BEAE2-1F0A-2F3D-EAF5-1A1CB29B522B}"/>
              </a:ext>
            </a:extLst>
          </p:cNvPr>
          <p:cNvSpPr>
            <a:spLocks noGrp="1"/>
          </p:cNvSpPr>
          <p:nvPr>
            <p:ph type="body" sz="quarter" idx="23" hasCustomPrompt="1"/>
          </p:nvPr>
        </p:nvSpPr>
        <p:spPr>
          <a:xfrm>
            <a:off x="407368" y="2548316"/>
            <a:ext cx="864000" cy="180000"/>
          </a:xfrm>
        </p:spPr>
        <p:txBody>
          <a:bodyPr anchor="ctr"/>
          <a:lstStyle>
            <a:lvl1pPr marL="0" indent="0">
              <a:lnSpc>
                <a:spcPct val="100000"/>
              </a:lnSpc>
              <a:spcBef>
                <a:spcPts val="0"/>
              </a:spcBef>
              <a:buNone/>
              <a:defRPr sz="1000">
                <a:solidFill>
                  <a:schemeClr val="bg1"/>
                </a:solidFill>
              </a:defRPr>
            </a:lvl1pPr>
          </a:lstStyle>
          <a:p>
            <a:pPr lvl="0"/>
            <a:r>
              <a:rPr lang="en-US"/>
              <a:t>2000 - 2000</a:t>
            </a:r>
            <a:endParaRPr lang="en-GB"/>
          </a:p>
        </p:txBody>
      </p:sp>
      <p:sp>
        <p:nvSpPr>
          <p:cNvPr id="40" name="Text Placeholder 28">
            <a:extLst>
              <a:ext uri="{FF2B5EF4-FFF2-40B4-BE49-F238E27FC236}">
                <a16:creationId xmlns:a16="http://schemas.microsoft.com/office/drawing/2014/main" id="{5A0D7F44-DE45-7F8B-2B43-3B02510FB02E}"/>
              </a:ext>
            </a:extLst>
          </p:cNvPr>
          <p:cNvSpPr>
            <a:spLocks noGrp="1"/>
          </p:cNvSpPr>
          <p:nvPr>
            <p:ph type="body" sz="quarter" idx="24" hasCustomPrompt="1"/>
          </p:nvPr>
        </p:nvSpPr>
        <p:spPr>
          <a:xfrm>
            <a:off x="1318063" y="2548316"/>
            <a:ext cx="2412000" cy="180000"/>
          </a:xfrm>
        </p:spPr>
        <p:txBody>
          <a:bodyPr anchor="ctr"/>
          <a:lstStyle>
            <a:lvl1pPr marL="0" indent="0">
              <a:lnSpc>
                <a:spcPct val="100000"/>
              </a:lnSpc>
              <a:spcBef>
                <a:spcPts val="0"/>
              </a:spcBef>
              <a:buNone/>
              <a:defRPr sz="1000">
                <a:solidFill>
                  <a:schemeClr val="bg1"/>
                </a:solidFill>
              </a:defRPr>
            </a:lvl1pPr>
          </a:lstStyle>
          <a:p>
            <a:pPr lvl="0"/>
            <a:r>
              <a:rPr lang="en-US"/>
              <a:t>Company</a:t>
            </a:r>
            <a:endParaRPr lang="en-GB"/>
          </a:p>
        </p:txBody>
      </p:sp>
      <p:sp>
        <p:nvSpPr>
          <p:cNvPr id="41" name="Text Placeholder 28">
            <a:extLst>
              <a:ext uri="{FF2B5EF4-FFF2-40B4-BE49-F238E27FC236}">
                <a16:creationId xmlns:a16="http://schemas.microsoft.com/office/drawing/2014/main" id="{CEE1A96E-B1A0-3BB1-EAC5-DCE0E7711279}"/>
              </a:ext>
            </a:extLst>
          </p:cNvPr>
          <p:cNvSpPr>
            <a:spLocks noGrp="1"/>
          </p:cNvSpPr>
          <p:nvPr>
            <p:ph type="body" sz="quarter" idx="25" hasCustomPrompt="1"/>
          </p:nvPr>
        </p:nvSpPr>
        <p:spPr>
          <a:xfrm>
            <a:off x="1318063" y="2732885"/>
            <a:ext cx="2412000" cy="180000"/>
          </a:xfrm>
        </p:spPr>
        <p:txBody>
          <a:bodyPr anchor="ctr"/>
          <a:lstStyle>
            <a:lvl1pPr marL="0" indent="0">
              <a:lnSpc>
                <a:spcPct val="100000"/>
              </a:lnSpc>
              <a:spcBef>
                <a:spcPts val="0"/>
              </a:spcBef>
              <a:buNone/>
              <a:defRPr sz="1000" i="1">
                <a:solidFill>
                  <a:schemeClr val="bg1"/>
                </a:solidFill>
              </a:defRPr>
            </a:lvl1pPr>
          </a:lstStyle>
          <a:p>
            <a:pPr lvl="0"/>
            <a:r>
              <a:rPr lang="en-US"/>
              <a:t>Position</a:t>
            </a:r>
            <a:endParaRPr lang="en-GB"/>
          </a:p>
        </p:txBody>
      </p:sp>
      <p:sp>
        <p:nvSpPr>
          <p:cNvPr id="42" name="Text Placeholder 28">
            <a:extLst>
              <a:ext uri="{FF2B5EF4-FFF2-40B4-BE49-F238E27FC236}">
                <a16:creationId xmlns:a16="http://schemas.microsoft.com/office/drawing/2014/main" id="{D308860B-0915-46DE-0917-FC3E485A6A66}"/>
              </a:ext>
            </a:extLst>
          </p:cNvPr>
          <p:cNvSpPr>
            <a:spLocks noGrp="1"/>
          </p:cNvSpPr>
          <p:nvPr>
            <p:ph type="body" sz="quarter" idx="26" hasCustomPrompt="1"/>
          </p:nvPr>
        </p:nvSpPr>
        <p:spPr>
          <a:xfrm>
            <a:off x="407368" y="2972933"/>
            <a:ext cx="864000" cy="180000"/>
          </a:xfrm>
        </p:spPr>
        <p:txBody>
          <a:bodyPr anchor="ctr"/>
          <a:lstStyle>
            <a:lvl1pPr marL="0" indent="0">
              <a:lnSpc>
                <a:spcPct val="100000"/>
              </a:lnSpc>
              <a:spcBef>
                <a:spcPts val="0"/>
              </a:spcBef>
              <a:buNone/>
              <a:defRPr sz="1000">
                <a:solidFill>
                  <a:schemeClr val="bg1"/>
                </a:solidFill>
              </a:defRPr>
            </a:lvl1pPr>
          </a:lstStyle>
          <a:p>
            <a:pPr lvl="0"/>
            <a:r>
              <a:rPr lang="en-US"/>
              <a:t>2000 - 2000</a:t>
            </a:r>
            <a:endParaRPr lang="en-GB"/>
          </a:p>
        </p:txBody>
      </p:sp>
      <p:sp>
        <p:nvSpPr>
          <p:cNvPr id="43" name="Text Placeholder 28">
            <a:extLst>
              <a:ext uri="{FF2B5EF4-FFF2-40B4-BE49-F238E27FC236}">
                <a16:creationId xmlns:a16="http://schemas.microsoft.com/office/drawing/2014/main" id="{77B81376-1F1C-AD7B-9AAA-00F838D51D4A}"/>
              </a:ext>
            </a:extLst>
          </p:cNvPr>
          <p:cNvSpPr>
            <a:spLocks noGrp="1"/>
          </p:cNvSpPr>
          <p:nvPr>
            <p:ph type="body" sz="quarter" idx="27" hasCustomPrompt="1"/>
          </p:nvPr>
        </p:nvSpPr>
        <p:spPr>
          <a:xfrm>
            <a:off x="1318063" y="2972933"/>
            <a:ext cx="2412000" cy="180000"/>
          </a:xfrm>
        </p:spPr>
        <p:txBody>
          <a:bodyPr anchor="ctr"/>
          <a:lstStyle>
            <a:lvl1pPr marL="0" indent="0">
              <a:lnSpc>
                <a:spcPct val="100000"/>
              </a:lnSpc>
              <a:spcBef>
                <a:spcPts val="0"/>
              </a:spcBef>
              <a:buNone/>
              <a:defRPr sz="1000">
                <a:solidFill>
                  <a:schemeClr val="bg1"/>
                </a:solidFill>
              </a:defRPr>
            </a:lvl1pPr>
          </a:lstStyle>
          <a:p>
            <a:pPr lvl="0"/>
            <a:r>
              <a:rPr lang="en-US"/>
              <a:t>Company</a:t>
            </a:r>
            <a:endParaRPr lang="en-GB"/>
          </a:p>
        </p:txBody>
      </p:sp>
      <p:sp>
        <p:nvSpPr>
          <p:cNvPr id="44" name="Text Placeholder 28">
            <a:extLst>
              <a:ext uri="{FF2B5EF4-FFF2-40B4-BE49-F238E27FC236}">
                <a16:creationId xmlns:a16="http://schemas.microsoft.com/office/drawing/2014/main" id="{56D76710-F993-65AD-99F3-3124041CA047}"/>
              </a:ext>
            </a:extLst>
          </p:cNvPr>
          <p:cNvSpPr>
            <a:spLocks noGrp="1"/>
          </p:cNvSpPr>
          <p:nvPr>
            <p:ph type="body" sz="quarter" idx="28" hasCustomPrompt="1"/>
          </p:nvPr>
        </p:nvSpPr>
        <p:spPr>
          <a:xfrm>
            <a:off x="1318063" y="3154827"/>
            <a:ext cx="2412000" cy="180000"/>
          </a:xfrm>
        </p:spPr>
        <p:txBody>
          <a:bodyPr anchor="ctr"/>
          <a:lstStyle>
            <a:lvl1pPr marL="0" indent="0">
              <a:lnSpc>
                <a:spcPct val="100000"/>
              </a:lnSpc>
              <a:spcBef>
                <a:spcPts val="0"/>
              </a:spcBef>
              <a:buNone/>
              <a:defRPr sz="1000" i="1">
                <a:solidFill>
                  <a:schemeClr val="bg1"/>
                </a:solidFill>
              </a:defRPr>
            </a:lvl1pPr>
          </a:lstStyle>
          <a:p>
            <a:pPr lvl="0"/>
            <a:r>
              <a:rPr lang="en-US"/>
              <a:t>Position</a:t>
            </a:r>
            <a:endParaRPr lang="en-GB"/>
          </a:p>
        </p:txBody>
      </p:sp>
      <p:sp>
        <p:nvSpPr>
          <p:cNvPr id="45" name="Text Placeholder 28">
            <a:extLst>
              <a:ext uri="{FF2B5EF4-FFF2-40B4-BE49-F238E27FC236}">
                <a16:creationId xmlns:a16="http://schemas.microsoft.com/office/drawing/2014/main" id="{96EE3191-FD1F-7687-7780-14886BA79972}"/>
              </a:ext>
            </a:extLst>
          </p:cNvPr>
          <p:cNvSpPr>
            <a:spLocks noGrp="1"/>
          </p:cNvSpPr>
          <p:nvPr>
            <p:ph type="body" sz="quarter" idx="29" hasCustomPrompt="1"/>
          </p:nvPr>
        </p:nvSpPr>
        <p:spPr>
          <a:xfrm>
            <a:off x="407368" y="3397550"/>
            <a:ext cx="864000" cy="180000"/>
          </a:xfrm>
        </p:spPr>
        <p:txBody>
          <a:bodyPr anchor="ctr"/>
          <a:lstStyle>
            <a:lvl1pPr marL="0" indent="0">
              <a:lnSpc>
                <a:spcPct val="100000"/>
              </a:lnSpc>
              <a:spcBef>
                <a:spcPts val="0"/>
              </a:spcBef>
              <a:buNone/>
              <a:defRPr sz="1000">
                <a:solidFill>
                  <a:schemeClr val="bg1"/>
                </a:solidFill>
              </a:defRPr>
            </a:lvl1pPr>
          </a:lstStyle>
          <a:p>
            <a:pPr lvl="0"/>
            <a:r>
              <a:rPr lang="en-US"/>
              <a:t>2000 - 2000</a:t>
            </a:r>
            <a:endParaRPr lang="en-GB"/>
          </a:p>
        </p:txBody>
      </p:sp>
      <p:sp>
        <p:nvSpPr>
          <p:cNvPr id="46" name="Text Placeholder 28">
            <a:extLst>
              <a:ext uri="{FF2B5EF4-FFF2-40B4-BE49-F238E27FC236}">
                <a16:creationId xmlns:a16="http://schemas.microsoft.com/office/drawing/2014/main" id="{8BBD8F81-FD26-F84E-199C-A6131B3EA59F}"/>
              </a:ext>
            </a:extLst>
          </p:cNvPr>
          <p:cNvSpPr>
            <a:spLocks noGrp="1"/>
          </p:cNvSpPr>
          <p:nvPr>
            <p:ph type="body" sz="quarter" idx="30" hasCustomPrompt="1"/>
          </p:nvPr>
        </p:nvSpPr>
        <p:spPr>
          <a:xfrm>
            <a:off x="1318063" y="3397550"/>
            <a:ext cx="2412000" cy="180000"/>
          </a:xfrm>
        </p:spPr>
        <p:txBody>
          <a:bodyPr anchor="ctr"/>
          <a:lstStyle>
            <a:lvl1pPr marL="0" indent="0">
              <a:lnSpc>
                <a:spcPct val="100000"/>
              </a:lnSpc>
              <a:spcBef>
                <a:spcPts val="0"/>
              </a:spcBef>
              <a:buNone/>
              <a:defRPr sz="1000">
                <a:solidFill>
                  <a:schemeClr val="bg1"/>
                </a:solidFill>
              </a:defRPr>
            </a:lvl1pPr>
          </a:lstStyle>
          <a:p>
            <a:pPr lvl="0"/>
            <a:r>
              <a:rPr lang="en-US"/>
              <a:t>Company</a:t>
            </a:r>
            <a:endParaRPr lang="en-GB"/>
          </a:p>
        </p:txBody>
      </p:sp>
      <p:sp>
        <p:nvSpPr>
          <p:cNvPr id="47" name="Text Placeholder 28">
            <a:extLst>
              <a:ext uri="{FF2B5EF4-FFF2-40B4-BE49-F238E27FC236}">
                <a16:creationId xmlns:a16="http://schemas.microsoft.com/office/drawing/2014/main" id="{06430277-AF2F-8DEB-DD84-18C85057ECB0}"/>
              </a:ext>
            </a:extLst>
          </p:cNvPr>
          <p:cNvSpPr>
            <a:spLocks noGrp="1"/>
          </p:cNvSpPr>
          <p:nvPr>
            <p:ph type="body" sz="quarter" idx="31" hasCustomPrompt="1"/>
          </p:nvPr>
        </p:nvSpPr>
        <p:spPr>
          <a:xfrm>
            <a:off x="1318063" y="3579442"/>
            <a:ext cx="2412000" cy="180000"/>
          </a:xfrm>
        </p:spPr>
        <p:txBody>
          <a:bodyPr anchor="ctr"/>
          <a:lstStyle>
            <a:lvl1pPr marL="0" indent="0">
              <a:lnSpc>
                <a:spcPct val="100000"/>
              </a:lnSpc>
              <a:spcBef>
                <a:spcPts val="0"/>
              </a:spcBef>
              <a:buNone/>
              <a:defRPr sz="1000" i="1">
                <a:solidFill>
                  <a:schemeClr val="bg1"/>
                </a:solidFill>
              </a:defRPr>
            </a:lvl1pPr>
          </a:lstStyle>
          <a:p>
            <a:pPr lvl="0"/>
            <a:r>
              <a:rPr lang="en-US"/>
              <a:t>Position</a:t>
            </a:r>
            <a:endParaRPr lang="en-GB"/>
          </a:p>
        </p:txBody>
      </p:sp>
      <p:sp>
        <p:nvSpPr>
          <p:cNvPr id="48" name="TextBox 47">
            <a:extLst>
              <a:ext uri="{FF2B5EF4-FFF2-40B4-BE49-F238E27FC236}">
                <a16:creationId xmlns:a16="http://schemas.microsoft.com/office/drawing/2014/main" id="{491C2143-FF56-E546-0B0B-7B01A4F45357}"/>
              </a:ext>
            </a:extLst>
          </p:cNvPr>
          <p:cNvSpPr txBox="1"/>
          <p:nvPr userDrawn="1"/>
        </p:nvSpPr>
        <p:spPr bwMode="gray">
          <a:xfrm>
            <a:off x="407368" y="4251698"/>
            <a:ext cx="1728192" cy="214098"/>
          </a:xfrm>
          <a:prstGeom prst="rect">
            <a:avLst/>
          </a:prstGeom>
          <a:noFill/>
        </p:spPr>
        <p:txBody>
          <a:bodyPr wrap="square" lIns="0" tIns="0" rIns="0" bIns="0" rtlCol="0">
            <a:spAutoFit/>
          </a:bodyPr>
          <a:lstStyle/>
          <a:p>
            <a:pPr algn="l">
              <a:lnSpc>
                <a:spcPct val="150000"/>
              </a:lnSpc>
            </a:pPr>
            <a:r>
              <a:rPr lang="en-GB" sz="1050">
                <a:solidFill>
                  <a:schemeClr val="bg1"/>
                </a:solidFill>
                <a:latin typeface="+mj-lt"/>
              </a:rPr>
              <a:t>Education</a:t>
            </a:r>
            <a:endParaRPr lang="en-GB" sz="1400">
              <a:solidFill>
                <a:schemeClr val="bg1"/>
              </a:solidFill>
              <a:latin typeface="+mj-lt"/>
            </a:endParaRPr>
          </a:p>
        </p:txBody>
      </p:sp>
      <p:sp>
        <p:nvSpPr>
          <p:cNvPr id="49" name="Text Placeholder 28">
            <a:extLst>
              <a:ext uri="{FF2B5EF4-FFF2-40B4-BE49-F238E27FC236}">
                <a16:creationId xmlns:a16="http://schemas.microsoft.com/office/drawing/2014/main" id="{6B369B25-D843-4DAC-BD5A-C68DB7468721}"/>
              </a:ext>
            </a:extLst>
          </p:cNvPr>
          <p:cNvSpPr>
            <a:spLocks noGrp="1"/>
          </p:cNvSpPr>
          <p:nvPr>
            <p:ph type="body" sz="quarter" idx="32" hasCustomPrompt="1"/>
          </p:nvPr>
        </p:nvSpPr>
        <p:spPr>
          <a:xfrm>
            <a:off x="407368" y="3822165"/>
            <a:ext cx="864000" cy="180000"/>
          </a:xfrm>
        </p:spPr>
        <p:txBody>
          <a:bodyPr anchor="ctr"/>
          <a:lstStyle>
            <a:lvl1pPr marL="0" indent="0">
              <a:lnSpc>
                <a:spcPct val="100000"/>
              </a:lnSpc>
              <a:spcBef>
                <a:spcPts val="0"/>
              </a:spcBef>
              <a:buNone/>
              <a:defRPr sz="1000">
                <a:solidFill>
                  <a:schemeClr val="bg1"/>
                </a:solidFill>
              </a:defRPr>
            </a:lvl1pPr>
          </a:lstStyle>
          <a:p>
            <a:pPr lvl="0"/>
            <a:r>
              <a:rPr lang="en-US"/>
              <a:t>2000 - 2000</a:t>
            </a:r>
            <a:endParaRPr lang="en-GB"/>
          </a:p>
        </p:txBody>
      </p:sp>
      <p:sp>
        <p:nvSpPr>
          <p:cNvPr id="50" name="Text Placeholder 28">
            <a:extLst>
              <a:ext uri="{FF2B5EF4-FFF2-40B4-BE49-F238E27FC236}">
                <a16:creationId xmlns:a16="http://schemas.microsoft.com/office/drawing/2014/main" id="{44B2A45D-1E18-4631-176C-9598F6846302}"/>
              </a:ext>
            </a:extLst>
          </p:cNvPr>
          <p:cNvSpPr>
            <a:spLocks noGrp="1"/>
          </p:cNvSpPr>
          <p:nvPr>
            <p:ph type="body" sz="quarter" idx="33" hasCustomPrompt="1"/>
          </p:nvPr>
        </p:nvSpPr>
        <p:spPr>
          <a:xfrm>
            <a:off x="1318063" y="3822165"/>
            <a:ext cx="2412000" cy="180000"/>
          </a:xfrm>
        </p:spPr>
        <p:txBody>
          <a:bodyPr anchor="ctr"/>
          <a:lstStyle>
            <a:lvl1pPr marL="0" indent="0">
              <a:lnSpc>
                <a:spcPct val="100000"/>
              </a:lnSpc>
              <a:spcBef>
                <a:spcPts val="0"/>
              </a:spcBef>
              <a:buNone/>
              <a:defRPr sz="1000">
                <a:solidFill>
                  <a:schemeClr val="bg1"/>
                </a:solidFill>
              </a:defRPr>
            </a:lvl1pPr>
          </a:lstStyle>
          <a:p>
            <a:pPr lvl="0"/>
            <a:r>
              <a:rPr lang="en-US"/>
              <a:t>Company</a:t>
            </a:r>
            <a:endParaRPr lang="en-GB"/>
          </a:p>
        </p:txBody>
      </p:sp>
      <p:sp>
        <p:nvSpPr>
          <p:cNvPr id="51" name="Text Placeholder 28">
            <a:extLst>
              <a:ext uri="{FF2B5EF4-FFF2-40B4-BE49-F238E27FC236}">
                <a16:creationId xmlns:a16="http://schemas.microsoft.com/office/drawing/2014/main" id="{BAA62BC1-793D-D8CA-03C6-1189D10479C1}"/>
              </a:ext>
            </a:extLst>
          </p:cNvPr>
          <p:cNvSpPr>
            <a:spLocks noGrp="1"/>
          </p:cNvSpPr>
          <p:nvPr>
            <p:ph type="body" sz="quarter" idx="34" hasCustomPrompt="1"/>
          </p:nvPr>
        </p:nvSpPr>
        <p:spPr>
          <a:xfrm>
            <a:off x="1318063" y="4004435"/>
            <a:ext cx="2412000" cy="180000"/>
          </a:xfrm>
        </p:spPr>
        <p:txBody>
          <a:bodyPr anchor="ctr"/>
          <a:lstStyle>
            <a:lvl1pPr marL="0" indent="0">
              <a:lnSpc>
                <a:spcPct val="100000"/>
              </a:lnSpc>
              <a:spcBef>
                <a:spcPts val="0"/>
              </a:spcBef>
              <a:buNone/>
              <a:defRPr sz="1000" i="1">
                <a:solidFill>
                  <a:schemeClr val="bg1"/>
                </a:solidFill>
              </a:defRPr>
            </a:lvl1pPr>
          </a:lstStyle>
          <a:p>
            <a:pPr lvl="0"/>
            <a:r>
              <a:rPr lang="en-US"/>
              <a:t>Position</a:t>
            </a:r>
            <a:endParaRPr lang="en-GB"/>
          </a:p>
        </p:txBody>
      </p:sp>
      <p:sp>
        <p:nvSpPr>
          <p:cNvPr id="58" name="Text Placeholder 28">
            <a:extLst>
              <a:ext uri="{FF2B5EF4-FFF2-40B4-BE49-F238E27FC236}">
                <a16:creationId xmlns:a16="http://schemas.microsoft.com/office/drawing/2014/main" id="{021E79FC-A2DF-5E70-98B4-D6EE9C271266}"/>
              </a:ext>
            </a:extLst>
          </p:cNvPr>
          <p:cNvSpPr>
            <a:spLocks noGrp="1"/>
          </p:cNvSpPr>
          <p:nvPr>
            <p:ph type="body" sz="quarter" idx="35" hasCustomPrompt="1"/>
          </p:nvPr>
        </p:nvSpPr>
        <p:spPr>
          <a:xfrm>
            <a:off x="391031" y="4530526"/>
            <a:ext cx="864000" cy="180000"/>
          </a:xfrm>
        </p:spPr>
        <p:txBody>
          <a:bodyPr anchor="ctr"/>
          <a:lstStyle>
            <a:lvl1pPr marL="0" indent="0">
              <a:lnSpc>
                <a:spcPct val="100000"/>
              </a:lnSpc>
              <a:spcBef>
                <a:spcPts val="0"/>
              </a:spcBef>
              <a:buNone/>
              <a:defRPr sz="1000">
                <a:solidFill>
                  <a:schemeClr val="bg1"/>
                </a:solidFill>
              </a:defRPr>
            </a:lvl1pPr>
          </a:lstStyle>
          <a:p>
            <a:pPr lvl="0"/>
            <a:r>
              <a:rPr lang="en-US"/>
              <a:t>2000 - 2000</a:t>
            </a:r>
            <a:endParaRPr lang="en-GB"/>
          </a:p>
        </p:txBody>
      </p:sp>
      <p:sp>
        <p:nvSpPr>
          <p:cNvPr id="59" name="Text Placeholder 28">
            <a:extLst>
              <a:ext uri="{FF2B5EF4-FFF2-40B4-BE49-F238E27FC236}">
                <a16:creationId xmlns:a16="http://schemas.microsoft.com/office/drawing/2014/main" id="{380F1CF5-5E39-D4B2-F91A-E6B2A4B75429}"/>
              </a:ext>
            </a:extLst>
          </p:cNvPr>
          <p:cNvSpPr>
            <a:spLocks noGrp="1"/>
          </p:cNvSpPr>
          <p:nvPr>
            <p:ph type="body" sz="quarter" idx="36" hasCustomPrompt="1"/>
          </p:nvPr>
        </p:nvSpPr>
        <p:spPr>
          <a:xfrm>
            <a:off x="1301726" y="4530526"/>
            <a:ext cx="2412000" cy="180000"/>
          </a:xfrm>
        </p:spPr>
        <p:txBody>
          <a:bodyPr anchor="ctr"/>
          <a:lstStyle>
            <a:lvl1pPr marL="0" indent="0">
              <a:lnSpc>
                <a:spcPct val="100000"/>
              </a:lnSpc>
              <a:spcBef>
                <a:spcPts val="0"/>
              </a:spcBef>
              <a:buNone/>
              <a:defRPr sz="1000">
                <a:solidFill>
                  <a:schemeClr val="bg1"/>
                </a:solidFill>
              </a:defRPr>
            </a:lvl1pPr>
          </a:lstStyle>
          <a:p>
            <a:pPr lvl="0"/>
            <a:r>
              <a:rPr lang="en-US"/>
              <a:t>Degree</a:t>
            </a:r>
            <a:endParaRPr lang="en-GB"/>
          </a:p>
        </p:txBody>
      </p:sp>
      <p:sp>
        <p:nvSpPr>
          <p:cNvPr id="60" name="Text Placeholder 28">
            <a:extLst>
              <a:ext uri="{FF2B5EF4-FFF2-40B4-BE49-F238E27FC236}">
                <a16:creationId xmlns:a16="http://schemas.microsoft.com/office/drawing/2014/main" id="{3CBC4BCC-DB00-6022-33AD-C40A841188EE}"/>
              </a:ext>
            </a:extLst>
          </p:cNvPr>
          <p:cNvSpPr>
            <a:spLocks noGrp="1"/>
          </p:cNvSpPr>
          <p:nvPr>
            <p:ph type="body" sz="quarter" idx="37" hasCustomPrompt="1"/>
          </p:nvPr>
        </p:nvSpPr>
        <p:spPr>
          <a:xfrm>
            <a:off x="1301726" y="4712796"/>
            <a:ext cx="2412000" cy="180000"/>
          </a:xfrm>
        </p:spPr>
        <p:txBody>
          <a:bodyPr anchor="ctr"/>
          <a:lstStyle>
            <a:lvl1pPr marL="0" indent="0">
              <a:lnSpc>
                <a:spcPct val="100000"/>
              </a:lnSpc>
              <a:spcBef>
                <a:spcPts val="0"/>
              </a:spcBef>
              <a:buNone/>
              <a:defRPr sz="1000" i="1">
                <a:solidFill>
                  <a:schemeClr val="bg1"/>
                </a:solidFill>
              </a:defRPr>
            </a:lvl1pPr>
          </a:lstStyle>
          <a:p>
            <a:pPr lvl="0"/>
            <a:r>
              <a:rPr lang="en-US"/>
              <a:t>University</a:t>
            </a:r>
            <a:endParaRPr lang="en-GB"/>
          </a:p>
        </p:txBody>
      </p:sp>
      <p:sp>
        <p:nvSpPr>
          <p:cNvPr id="61" name="Text Placeholder 28">
            <a:extLst>
              <a:ext uri="{FF2B5EF4-FFF2-40B4-BE49-F238E27FC236}">
                <a16:creationId xmlns:a16="http://schemas.microsoft.com/office/drawing/2014/main" id="{189279C5-F7A4-147A-FBD7-20129AE101C6}"/>
              </a:ext>
            </a:extLst>
          </p:cNvPr>
          <p:cNvSpPr>
            <a:spLocks noGrp="1"/>
          </p:cNvSpPr>
          <p:nvPr>
            <p:ph type="body" sz="quarter" idx="38" hasCustomPrompt="1"/>
          </p:nvPr>
        </p:nvSpPr>
        <p:spPr>
          <a:xfrm>
            <a:off x="391031" y="4950211"/>
            <a:ext cx="864000" cy="180000"/>
          </a:xfrm>
        </p:spPr>
        <p:txBody>
          <a:bodyPr anchor="ctr"/>
          <a:lstStyle>
            <a:lvl1pPr marL="0" indent="0">
              <a:lnSpc>
                <a:spcPct val="100000"/>
              </a:lnSpc>
              <a:spcBef>
                <a:spcPts val="0"/>
              </a:spcBef>
              <a:buNone/>
              <a:defRPr sz="1000">
                <a:solidFill>
                  <a:schemeClr val="bg1"/>
                </a:solidFill>
              </a:defRPr>
            </a:lvl1pPr>
          </a:lstStyle>
          <a:p>
            <a:pPr lvl="0"/>
            <a:r>
              <a:rPr lang="en-US"/>
              <a:t>2000 - 2000</a:t>
            </a:r>
            <a:endParaRPr lang="en-GB"/>
          </a:p>
        </p:txBody>
      </p:sp>
      <p:sp>
        <p:nvSpPr>
          <p:cNvPr id="62" name="Text Placeholder 28">
            <a:extLst>
              <a:ext uri="{FF2B5EF4-FFF2-40B4-BE49-F238E27FC236}">
                <a16:creationId xmlns:a16="http://schemas.microsoft.com/office/drawing/2014/main" id="{9F56AF7B-D51A-B5C3-F167-98C1081D2C95}"/>
              </a:ext>
            </a:extLst>
          </p:cNvPr>
          <p:cNvSpPr>
            <a:spLocks noGrp="1"/>
          </p:cNvSpPr>
          <p:nvPr>
            <p:ph type="body" sz="quarter" idx="39" hasCustomPrompt="1"/>
          </p:nvPr>
        </p:nvSpPr>
        <p:spPr>
          <a:xfrm>
            <a:off x="1301726" y="4950211"/>
            <a:ext cx="2412000" cy="180000"/>
          </a:xfrm>
        </p:spPr>
        <p:txBody>
          <a:bodyPr anchor="ctr"/>
          <a:lstStyle>
            <a:lvl1pPr marL="0" indent="0">
              <a:lnSpc>
                <a:spcPct val="100000"/>
              </a:lnSpc>
              <a:spcBef>
                <a:spcPts val="0"/>
              </a:spcBef>
              <a:buNone/>
              <a:defRPr sz="1000">
                <a:solidFill>
                  <a:schemeClr val="bg1"/>
                </a:solidFill>
              </a:defRPr>
            </a:lvl1pPr>
          </a:lstStyle>
          <a:p>
            <a:pPr lvl="0"/>
            <a:r>
              <a:rPr lang="en-US"/>
              <a:t>Degree</a:t>
            </a:r>
            <a:endParaRPr lang="en-GB"/>
          </a:p>
        </p:txBody>
      </p:sp>
      <p:sp>
        <p:nvSpPr>
          <p:cNvPr id="63" name="Text Placeholder 28">
            <a:extLst>
              <a:ext uri="{FF2B5EF4-FFF2-40B4-BE49-F238E27FC236}">
                <a16:creationId xmlns:a16="http://schemas.microsoft.com/office/drawing/2014/main" id="{26C9AAED-6651-9857-BFF0-92978C4A63F2}"/>
              </a:ext>
            </a:extLst>
          </p:cNvPr>
          <p:cNvSpPr>
            <a:spLocks noGrp="1"/>
          </p:cNvSpPr>
          <p:nvPr>
            <p:ph type="body" sz="quarter" idx="40" hasCustomPrompt="1"/>
          </p:nvPr>
        </p:nvSpPr>
        <p:spPr>
          <a:xfrm>
            <a:off x="1301726" y="5132481"/>
            <a:ext cx="2412000" cy="180000"/>
          </a:xfrm>
        </p:spPr>
        <p:txBody>
          <a:bodyPr anchor="ctr"/>
          <a:lstStyle>
            <a:lvl1pPr marL="0" indent="0">
              <a:lnSpc>
                <a:spcPct val="100000"/>
              </a:lnSpc>
              <a:spcBef>
                <a:spcPts val="0"/>
              </a:spcBef>
              <a:buNone/>
              <a:defRPr sz="1000" i="1">
                <a:solidFill>
                  <a:schemeClr val="bg1"/>
                </a:solidFill>
              </a:defRPr>
            </a:lvl1pPr>
          </a:lstStyle>
          <a:p>
            <a:pPr lvl="0"/>
            <a:r>
              <a:rPr lang="en-US"/>
              <a:t>University</a:t>
            </a:r>
            <a:endParaRPr lang="en-GB"/>
          </a:p>
        </p:txBody>
      </p:sp>
      <p:sp>
        <p:nvSpPr>
          <p:cNvPr id="64" name="Text Placeholder 28">
            <a:extLst>
              <a:ext uri="{FF2B5EF4-FFF2-40B4-BE49-F238E27FC236}">
                <a16:creationId xmlns:a16="http://schemas.microsoft.com/office/drawing/2014/main" id="{C13ADAB3-97C4-B87D-40E2-5A08BFC6983E}"/>
              </a:ext>
            </a:extLst>
          </p:cNvPr>
          <p:cNvSpPr>
            <a:spLocks noGrp="1"/>
          </p:cNvSpPr>
          <p:nvPr>
            <p:ph type="body" sz="quarter" idx="41" hasCustomPrompt="1"/>
          </p:nvPr>
        </p:nvSpPr>
        <p:spPr>
          <a:xfrm>
            <a:off x="391076" y="5379382"/>
            <a:ext cx="864000" cy="180000"/>
          </a:xfrm>
        </p:spPr>
        <p:txBody>
          <a:bodyPr anchor="ctr"/>
          <a:lstStyle>
            <a:lvl1pPr marL="0" indent="0">
              <a:lnSpc>
                <a:spcPct val="100000"/>
              </a:lnSpc>
              <a:spcBef>
                <a:spcPts val="0"/>
              </a:spcBef>
              <a:buNone/>
              <a:defRPr sz="1000">
                <a:solidFill>
                  <a:schemeClr val="bg1"/>
                </a:solidFill>
              </a:defRPr>
            </a:lvl1pPr>
          </a:lstStyle>
          <a:p>
            <a:pPr lvl="0"/>
            <a:r>
              <a:rPr lang="en-US"/>
              <a:t>2000 - 2000</a:t>
            </a:r>
            <a:endParaRPr lang="en-GB"/>
          </a:p>
        </p:txBody>
      </p:sp>
      <p:sp>
        <p:nvSpPr>
          <p:cNvPr id="65" name="Text Placeholder 28">
            <a:extLst>
              <a:ext uri="{FF2B5EF4-FFF2-40B4-BE49-F238E27FC236}">
                <a16:creationId xmlns:a16="http://schemas.microsoft.com/office/drawing/2014/main" id="{7BE4AE85-D15D-2FBC-76C1-D7DC523712AC}"/>
              </a:ext>
            </a:extLst>
          </p:cNvPr>
          <p:cNvSpPr>
            <a:spLocks noGrp="1"/>
          </p:cNvSpPr>
          <p:nvPr>
            <p:ph type="body" sz="quarter" idx="42" hasCustomPrompt="1"/>
          </p:nvPr>
        </p:nvSpPr>
        <p:spPr>
          <a:xfrm>
            <a:off x="1301771" y="5379382"/>
            <a:ext cx="2412000" cy="180000"/>
          </a:xfrm>
        </p:spPr>
        <p:txBody>
          <a:bodyPr anchor="ctr"/>
          <a:lstStyle>
            <a:lvl1pPr marL="0" indent="0">
              <a:lnSpc>
                <a:spcPct val="100000"/>
              </a:lnSpc>
              <a:spcBef>
                <a:spcPts val="0"/>
              </a:spcBef>
              <a:buNone/>
              <a:defRPr sz="1000">
                <a:solidFill>
                  <a:schemeClr val="bg1"/>
                </a:solidFill>
              </a:defRPr>
            </a:lvl1pPr>
          </a:lstStyle>
          <a:p>
            <a:pPr lvl="0"/>
            <a:r>
              <a:rPr lang="en-US"/>
              <a:t>Degree</a:t>
            </a:r>
            <a:endParaRPr lang="en-GB"/>
          </a:p>
        </p:txBody>
      </p:sp>
      <p:sp>
        <p:nvSpPr>
          <p:cNvPr id="66" name="Text Placeholder 28">
            <a:extLst>
              <a:ext uri="{FF2B5EF4-FFF2-40B4-BE49-F238E27FC236}">
                <a16:creationId xmlns:a16="http://schemas.microsoft.com/office/drawing/2014/main" id="{FA13367C-8379-E481-E4BB-277BF8233547}"/>
              </a:ext>
            </a:extLst>
          </p:cNvPr>
          <p:cNvSpPr>
            <a:spLocks noGrp="1"/>
          </p:cNvSpPr>
          <p:nvPr>
            <p:ph type="body" sz="quarter" idx="43" hasCustomPrompt="1"/>
          </p:nvPr>
        </p:nvSpPr>
        <p:spPr>
          <a:xfrm>
            <a:off x="1301771" y="5561652"/>
            <a:ext cx="2412000" cy="180000"/>
          </a:xfrm>
        </p:spPr>
        <p:txBody>
          <a:bodyPr anchor="ctr"/>
          <a:lstStyle>
            <a:lvl1pPr marL="0" indent="0">
              <a:lnSpc>
                <a:spcPct val="100000"/>
              </a:lnSpc>
              <a:spcBef>
                <a:spcPts val="0"/>
              </a:spcBef>
              <a:buNone/>
              <a:defRPr sz="1000" i="1">
                <a:solidFill>
                  <a:schemeClr val="bg1"/>
                </a:solidFill>
              </a:defRPr>
            </a:lvl1pPr>
          </a:lstStyle>
          <a:p>
            <a:pPr lvl="0"/>
            <a:r>
              <a:rPr lang="en-US"/>
              <a:t>University</a:t>
            </a:r>
            <a:endParaRPr lang="en-GB"/>
          </a:p>
        </p:txBody>
      </p:sp>
      <p:sp>
        <p:nvSpPr>
          <p:cNvPr id="67" name="Text Placeholder 28">
            <a:extLst>
              <a:ext uri="{FF2B5EF4-FFF2-40B4-BE49-F238E27FC236}">
                <a16:creationId xmlns:a16="http://schemas.microsoft.com/office/drawing/2014/main" id="{31381257-9358-B142-1D52-2E8677FAD49F}"/>
              </a:ext>
            </a:extLst>
          </p:cNvPr>
          <p:cNvSpPr>
            <a:spLocks noGrp="1"/>
          </p:cNvSpPr>
          <p:nvPr>
            <p:ph type="body" sz="quarter" idx="44" hasCustomPrompt="1"/>
          </p:nvPr>
        </p:nvSpPr>
        <p:spPr>
          <a:xfrm>
            <a:off x="391031" y="5803034"/>
            <a:ext cx="864000" cy="180000"/>
          </a:xfrm>
        </p:spPr>
        <p:txBody>
          <a:bodyPr anchor="ctr"/>
          <a:lstStyle>
            <a:lvl1pPr marL="0" indent="0">
              <a:lnSpc>
                <a:spcPct val="100000"/>
              </a:lnSpc>
              <a:spcBef>
                <a:spcPts val="0"/>
              </a:spcBef>
              <a:buNone/>
              <a:defRPr sz="1000">
                <a:solidFill>
                  <a:schemeClr val="bg1"/>
                </a:solidFill>
              </a:defRPr>
            </a:lvl1pPr>
          </a:lstStyle>
          <a:p>
            <a:pPr lvl="0"/>
            <a:r>
              <a:rPr lang="en-US"/>
              <a:t>2000 - 2000</a:t>
            </a:r>
            <a:endParaRPr lang="en-GB"/>
          </a:p>
        </p:txBody>
      </p:sp>
      <p:sp>
        <p:nvSpPr>
          <p:cNvPr id="68" name="Text Placeholder 28">
            <a:extLst>
              <a:ext uri="{FF2B5EF4-FFF2-40B4-BE49-F238E27FC236}">
                <a16:creationId xmlns:a16="http://schemas.microsoft.com/office/drawing/2014/main" id="{27AEBFDD-41B9-3FBE-B04C-A30D4FE85116}"/>
              </a:ext>
            </a:extLst>
          </p:cNvPr>
          <p:cNvSpPr>
            <a:spLocks noGrp="1"/>
          </p:cNvSpPr>
          <p:nvPr>
            <p:ph type="body" sz="quarter" idx="45" hasCustomPrompt="1"/>
          </p:nvPr>
        </p:nvSpPr>
        <p:spPr>
          <a:xfrm>
            <a:off x="1301726" y="5803034"/>
            <a:ext cx="2412000" cy="180000"/>
          </a:xfrm>
        </p:spPr>
        <p:txBody>
          <a:bodyPr anchor="ctr"/>
          <a:lstStyle>
            <a:lvl1pPr marL="0" indent="0">
              <a:lnSpc>
                <a:spcPct val="100000"/>
              </a:lnSpc>
              <a:spcBef>
                <a:spcPts val="0"/>
              </a:spcBef>
              <a:buNone/>
              <a:defRPr sz="1000">
                <a:solidFill>
                  <a:schemeClr val="bg1"/>
                </a:solidFill>
              </a:defRPr>
            </a:lvl1pPr>
          </a:lstStyle>
          <a:p>
            <a:pPr lvl="0"/>
            <a:r>
              <a:rPr lang="en-US"/>
              <a:t>Degree</a:t>
            </a:r>
            <a:endParaRPr lang="en-GB"/>
          </a:p>
        </p:txBody>
      </p:sp>
      <p:sp>
        <p:nvSpPr>
          <p:cNvPr id="69" name="Text Placeholder 28">
            <a:extLst>
              <a:ext uri="{FF2B5EF4-FFF2-40B4-BE49-F238E27FC236}">
                <a16:creationId xmlns:a16="http://schemas.microsoft.com/office/drawing/2014/main" id="{648DD48D-FD6A-E6D1-E7FA-00C148A67193}"/>
              </a:ext>
            </a:extLst>
          </p:cNvPr>
          <p:cNvSpPr>
            <a:spLocks noGrp="1"/>
          </p:cNvSpPr>
          <p:nvPr>
            <p:ph type="body" sz="quarter" idx="46" hasCustomPrompt="1"/>
          </p:nvPr>
        </p:nvSpPr>
        <p:spPr>
          <a:xfrm>
            <a:off x="1301726" y="5985304"/>
            <a:ext cx="2412000" cy="180000"/>
          </a:xfrm>
        </p:spPr>
        <p:txBody>
          <a:bodyPr anchor="ctr"/>
          <a:lstStyle>
            <a:lvl1pPr marL="0" indent="0">
              <a:lnSpc>
                <a:spcPct val="100000"/>
              </a:lnSpc>
              <a:spcBef>
                <a:spcPts val="0"/>
              </a:spcBef>
              <a:buNone/>
              <a:defRPr sz="1000" i="1">
                <a:solidFill>
                  <a:schemeClr val="bg1"/>
                </a:solidFill>
              </a:defRPr>
            </a:lvl1pPr>
          </a:lstStyle>
          <a:p>
            <a:pPr lvl="0"/>
            <a:r>
              <a:rPr lang="en-US"/>
              <a:t>University</a:t>
            </a:r>
            <a:endParaRPr lang="en-GB"/>
          </a:p>
        </p:txBody>
      </p:sp>
      <p:sp>
        <p:nvSpPr>
          <p:cNvPr id="70" name="TextBox 69">
            <a:extLst>
              <a:ext uri="{FF2B5EF4-FFF2-40B4-BE49-F238E27FC236}">
                <a16:creationId xmlns:a16="http://schemas.microsoft.com/office/drawing/2014/main" id="{BBDECD02-CC36-F54D-0CFB-18C764D23C33}"/>
              </a:ext>
            </a:extLst>
          </p:cNvPr>
          <p:cNvSpPr txBox="1"/>
          <p:nvPr userDrawn="1"/>
        </p:nvSpPr>
        <p:spPr bwMode="gray">
          <a:xfrm>
            <a:off x="407368" y="6228951"/>
            <a:ext cx="1728192" cy="214098"/>
          </a:xfrm>
          <a:prstGeom prst="rect">
            <a:avLst/>
          </a:prstGeom>
          <a:noFill/>
        </p:spPr>
        <p:txBody>
          <a:bodyPr wrap="square" lIns="0" tIns="0" rIns="0" bIns="0" rtlCol="0">
            <a:spAutoFit/>
          </a:bodyPr>
          <a:lstStyle/>
          <a:p>
            <a:pPr algn="l">
              <a:lnSpc>
                <a:spcPct val="150000"/>
              </a:lnSpc>
            </a:pPr>
            <a:r>
              <a:rPr lang="en-GB" sz="1050">
                <a:solidFill>
                  <a:schemeClr val="bg1"/>
                </a:solidFill>
                <a:latin typeface="+mj-lt"/>
              </a:rPr>
              <a:t>Languages</a:t>
            </a:r>
            <a:endParaRPr lang="en-GB" sz="1400">
              <a:solidFill>
                <a:schemeClr val="bg1"/>
              </a:solidFill>
              <a:latin typeface="+mj-lt"/>
            </a:endParaRPr>
          </a:p>
        </p:txBody>
      </p:sp>
      <p:sp>
        <p:nvSpPr>
          <p:cNvPr id="71" name="Text Placeholder 28">
            <a:extLst>
              <a:ext uri="{FF2B5EF4-FFF2-40B4-BE49-F238E27FC236}">
                <a16:creationId xmlns:a16="http://schemas.microsoft.com/office/drawing/2014/main" id="{2E0B00E8-F68C-2B73-9968-D5954DAF8189}"/>
              </a:ext>
            </a:extLst>
          </p:cNvPr>
          <p:cNvSpPr>
            <a:spLocks noGrp="1"/>
          </p:cNvSpPr>
          <p:nvPr>
            <p:ph type="body" sz="quarter" idx="47" hasCustomPrompt="1"/>
          </p:nvPr>
        </p:nvSpPr>
        <p:spPr>
          <a:xfrm>
            <a:off x="407368" y="6508966"/>
            <a:ext cx="3348000" cy="180000"/>
          </a:xfrm>
        </p:spPr>
        <p:txBody>
          <a:bodyPr anchor="ctr"/>
          <a:lstStyle>
            <a:lvl1pPr marL="0" indent="0">
              <a:lnSpc>
                <a:spcPct val="100000"/>
              </a:lnSpc>
              <a:spcBef>
                <a:spcPts val="0"/>
              </a:spcBef>
              <a:buNone/>
              <a:defRPr sz="1000">
                <a:solidFill>
                  <a:schemeClr val="bg1"/>
                </a:solidFill>
              </a:defRPr>
            </a:lvl1pPr>
          </a:lstStyle>
          <a:p>
            <a:pPr lvl="0"/>
            <a:r>
              <a:rPr lang="en-US"/>
              <a:t>Languages,</a:t>
            </a:r>
            <a:endParaRPr lang="en-GB"/>
          </a:p>
        </p:txBody>
      </p:sp>
      <p:cxnSp>
        <p:nvCxnSpPr>
          <p:cNvPr id="73" name="Straight Connector 72">
            <a:extLst>
              <a:ext uri="{FF2B5EF4-FFF2-40B4-BE49-F238E27FC236}">
                <a16:creationId xmlns:a16="http://schemas.microsoft.com/office/drawing/2014/main" id="{B1A851F6-DC40-507A-1DCA-ADF26B531272}"/>
              </a:ext>
            </a:extLst>
          </p:cNvPr>
          <p:cNvCxnSpPr>
            <a:cxnSpLocks/>
          </p:cNvCxnSpPr>
          <p:nvPr userDrawn="1"/>
        </p:nvCxnSpPr>
        <p:spPr bwMode="gray">
          <a:xfrm>
            <a:off x="6706937" y="1633834"/>
            <a:ext cx="0" cy="442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EBBBBE2C-576D-1FD1-4167-81DEDD69ECDA}"/>
              </a:ext>
            </a:extLst>
          </p:cNvPr>
          <p:cNvCxnSpPr>
            <a:cxnSpLocks/>
          </p:cNvCxnSpPr>
          <p:nvPr userDrawn="1"/>
        </p:nvCxnSpPr>
        <p:spPr bwMode="gray">
          <a:xfrm>
            <a:off x="9442283" y="1633834"/>
            <a:ext cx="0" cy="442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5" name="TextBox 74">
            <a:extLst>
              <a:ext uri="{FF2B5EF4-FFF2-40B4-BE49-F238E27FC236}">
                <a16:creationId xmlns:a16="http://schemas.microsoft.com/office/drawing/2014/main" id="{05C07BF7-8808-D0E7-84CE-67C4AE464396}"/>
              </a:ext>
            </a:extLst>
          </p:cNvPr>
          <p:cNvSpPr txBox="1"/>
          <p:nvPr userDrawn="1"/>
        </p:nvSpPr>
        <p:spPr bwMode="gray">
          <a:xfrm>
            <a:off x="4073922" y="1700808"/>
            <a:ext cx="1728192" cy="214098"/>
          </a:xfrm>
          <a:prstGeom prst="rect">
            <a:avLst/>
          </a:prstGeom>
          <a:noFill/>
        </p:spPr>
        <p:txBody>
          <a:bodyPr wrap="square" lIns="0" tIns="0" rIns="0" bIns="0" rtlCol="0">
            <a:spAutoFit/>
          </a:bodyPr>
          <a:lstStyle/>
          <a:p>
            <a:pPr algn="l">
              <a:lnSpc>
                <a:spcPct val="150000"/>
              </a:lnSpc>
            </a:pPr>
            <a:r>
              <a:rPr lang="en-GB" sz="1050">
                <a:solidFill>
                  <a:schemeClr val="accent2"/>
                </a:solidFill>
                <a:latin typeface="+mj-lt"/>
              </a:rPr>
              <a:t>Introduction</a:t>
            </a:r>
            <a:endParaRPr lang="en-GB" sz="1400">
              <a:solidFill>
                <a:schemeClr val="accent2"/>
              </a:solidFill>
              <a:latin typeface="+mj-lt"/>
            </a:endParaRPr>
          </a:p>
        </p:txBody>
      </p:sp>
      <p:sp>
        <p:nvSpPr>
          <p:cNvPr id="76" name="TextBox 75">
            <a:extLst>
              <a:ext uri="{FF2B5EF4-FFF2-40B4-BE49-F238E27FC236}">
                <a16:creationId xmlns:a16="http://schemas.microsoft.com/office/drawing/2014/main" id="{DE3F16BF-9DD0-11D3-FF3D-A0380BCB137A}"/>
              </a:ext>
            </a:extLst>
          </p:cNvPr>
          <p:cNvSpPr txBox="1"/>
          <p:nvPr userDrawn="1"/>
        </p:nvSpPr>
        <p:spPr bwMode="gray">
          <a:xfrm>
            <a:off x="6814610" y="1700808"/>
            <a:ext cx="1728192" cy="214098"/>
          </a:xfrm>
          <a:prstGeom prst="rect">
            <a:avLst/>
          </a:prstGeom>
          <a:noFill/>
        </p:spPr>
        <p:txBody>
          <a:bodyPr wrap="square" lIns="0" tIns="0" rIns="0" bIns="0" rtlCol="0">
            <a:spAutoFit/>
          </a:bodyPr>
          <a:lstStyle/>
          <a:p>
            <a:pPr algn="l">
              <a:lnSpc>
                <a:spcPct val="150000"/>
              </a:lnSpc>
            </a:pPr>
            <a:r>
              <a:rPr lang="en-GB" sz="1050">
                <a:solidFill>
                  <a:schemeClr val="accent2"/>
                </a:solidFill>
                <a:latin typeface="+mj-lt"/>
              </a:rPr>
              <a:t>Experience</a:t>
            </a:r>
            <a:endParaRPr lang="en-GB" sz="1400">
              <a:solidFill>
                <a:schemeClr val="accent2"/>
              </a:solidFill>
              <a:latin typeface="+mj-lt"/>
            </a:endParaRPr>
          </a:p>
        </p:txBody>
      </p:sp>
      <p:sp>
        <p:nvSpPr>
          <p:cNvPr id="77" name="TextBox 76">
            <a:extLst>
              <a:ext uri="{FF2B5EF4-FFF2-40B4-BE49-F238E27FC236}">
                <a16:creationId xmlns:a16="http://schemas.microsoft.com/office/drawing/2014/main" id="{EBF9CE2C-9ABD-D045-DC95-4DE525BD0DA4}"/>
              </a:ext>
            </a:extLst>
          </p:cNvPr>
          <p:cNvSpPr txBox="1"/>
          <p:nvPr userDrawn="1"/>
        </p:nvSpPr>
        <p:spPr bwMode="gray">
          <a:xfrm>
            <a:off x="9549955" y="1700808"/>
            <a:ext cx="1728192" cy="214098"/>
          </a:xfrm>
          <a:prstGeom prst="rect">
            <a:avLst/>
          </a:prstGeom>
          <a:noFill/>
        </p:spPr>
        <p:txBody>
          <a:bodyPr wrap="square" lIns="0" tIns="0" rIns="0" bIns="0" rtlCol="0">
            <a:spAutoFit/>
          </a:bodyPr>
          <a:lstStyle/>
          <a:p>
            <a:pPr algn="l">
              <a:lnSpc>
                <a:spcPct val="150000"/>
              </a:lnSpc>
            </a:pPr>
            <a:r>
              <a:rPr lang="en-GB" sz="1050">
                <a:solidFill>
                  <a:schemeClr val="accent2"/>
                </a:solidFill>
                <a:latin typeface="+mj-lt"/>
              </a:rPr>
              <a:t>Previous Clients</a:t>
            </a:r>
            <a:endParaRPr lang="en-GB" sz="1400">
              <a:solidFill>
                <a:schemeClr val="accent2"/>
              </a:solidFill>
              <a:latin typeface="+mj-lt"/>
            </a:endParaRPr>
          </a:p>
        </p:txBody>
      </p:sp>
      <p:sp>
        <p:nvSpPr>
          <p:cNvPr id="79" name="Text Placeholder 78">
            <a:extLst>
              <a:ext uri="{FF2B5EF4-FFF2-40B4-BE49-F238E27FC236}">
                <a16:creationId xmlns:a16="http://schemas.microsoft.com/office/drawing/2014/main" id="{FDBEB7FD-8E84-B3E4-1EAA-7ECE6AB8D225}"/>
              </a:ext>
            </a:extLst>
          </p:cNvPr>
          <p:cNvSpPr>
            <a:spLocks noGrp="1"/>
          </p:cNvSpPr>
          <p:nvPr>
            <p:ph type="body" sz="quarter" idx="48"/>
          </p:nvPr>
        </p:nvSpPr>
        <p:spPr>
          <a:xfrm>
            <a:off x="4079264" y="2041126"/>
            <a:ext cx="2520000" cy="3960000"/>
          </a:xfrm>
        </p:spPr>
        <p:txBody>
          <a:bodyPr/>
          <a:lstStyle>
            <a:lvl1pPr marL="0" indent="0">
              <a:lnSpc>
                <a:spcPct val="100000"/>
              </a:lnSpc>
              <a:spcBef>
                <a:spcPts val="600"/>
              </a:spcBef>
              <a:buNone/>
              <a:defRPr sz="1050"/>
            </a:lvl1pPr>
          </a:lstStyle>
          <a:p>
            <a:pPr lvl="0"/>
            <a:r>
              <a:rPr lang="en-GB"/>
              <a:t>Click to edit Master text styles</a:t>
            </a:r>
          </a:p>
        </p:txBody>
      </p:sp>
      <p:sp>
        <p:nvSpPr>
          <p:cNvPr id="80" name="Text Placeholder 78">
            <a:extLst>
              <a:ext uri="{FF2B5EF4-FFF2-40B4-BE49-F238E27FC236}">
                <a16:creationId xmlns:a16="http://schemas.microsoft.com/office/drawing/2014/main" id="{4156D091-BEA4-733F-AADE-698FD97B7115}"/>
              </a:ext>
            </a:extLst>
          </p:cNvPr>
          <p:cNvSpPr>
            <a:spLocks noGrp="1"/>
          </p:cNvSpPr>
          <p:nvPr>
            <p:ph type="body" sz="quarter" idx="49"/>
          </p:nvPr>
        </p:nvSpPr>
        <p:spPr>
          <a:xfrm>
            <a:off x="6814610" y="2041126"/>
            <a:ext cx="2520000" cy="3960000"/>
          </a:xfrm>
        </p:spPr>
        <p:txBody>
          <a:bodyPr/>
          <a:lstStyle>
            <a:lvl1pPr marL="0" indent="0">
              <a:lnSpc>
                <a:spcPct val="100000"/>
              </a:lnSpc>
              <a:spcBef>
                <a:spcPts val="600"/>
              </a:spcBef>
              <a:buNone/>
              <a:defRPr sz="1050"/>
            </a:lvl1pPr>
          </a:lstStyle>
          <a:p>
            <a:pPr lvl="0"/>
            <a:r>
              <a:rPr lang="en-GB"/>
              <a:t>Click to edit Master text styles</a:t>
            </a:r>
          </a:p>
        </p:txBody>
      </p:sp>
      <p:sp>
        <p:nvSpPr>
          <p:cNvPr id="85" name="Text Placeholder 84">
            <a:extLst>
              <a:ext uri="{FF2B5EF4-FFF2-40B4-BE49-F238E27FC236}">
                <a16:creationId xmlns:a16="http://schemas.microsoft.com/office/drawing/2014/main" id="{E1052E85-F257-60A6-E5A3-C9FCC7C0A986}"/>
              </a:ext>
            </a:extLst>
          </p:cNvPr>
          <p:cNvSpPr>
            <a:spLocks noGrp="1"/>
          </p:cNvSpPr>
          <p:nvPr>
            <p:ph type="body" sz="quarter" idx="51" hasCustomPrompt="1"/>
          </p:nvPr>
        </p:nvSpPr>
        <p:spPr>
          <a:xfrm>
            <a:off x="9549955" y="2037205"/>
            <a:ext cx="2520000" cy="3960000"/>
          </a:xfrm>
        </p:spPr>
        <p:txBody>
          <a:bodyPr/>
          <a:lstStyle>
            <a:lvl1pPr>
              <a:lnSpc>
                <a:spcPct val="100000"/>
              </a:lnSpc>
              <a:defRPr sz="1050"/>
            </a:lvl1pPr>
          </a:lstStyle>
          <a:p>
            <a:pPr lvl="0"/>
            <a:r>
              <a:rPr lang="en-US"/>
              <a:t>Clients</a:t>
            </a:r>
          </a:p>
        </p:txBody>
      </p:sp>
      <p:sp>
        <p:nvSpPr>
          <p:cNvPr id="86" name="TextBox 85">
            <a:extLst>
              <a:ext uri="{FF2B5EF4-FFF2-40B4-BE49-F238E27FC236}">
                <a16:creationId xmlns:a16="http://schemas.microsoft.com/office/drawing/2014/main" id="{BF49E47F-F852-617C-8EA7-03F499724563}"/>
              </a:ext>
            </a:extLst>
          </p:cNvPr>
          <p:cNvSpPr txBox="1"/>
          <p:nvPr userDrawn="1"/>
        </p:nvSpPr>
        <p:spPr bwMode="gray">
          <a:xfrm>
            <a:off x="4068405" y="259313"/>
            <a:ext cx="1728192" cy="214098"/>
          </a:xfrm>
          <a:prstGeom prst="rect">
            <a:avLst/>
          </a:prstGeom>
          <a:noFill/>
        </p:spPr>
        <p:txBody>
          <a:bodyPr wrap="square" lIns="0" tIns="0" rIns="0" bIns="0" rtlCol="0">
            <a:spAutoFit/>
          </a:bodyPr>
          <a:lstStyle/>
          <a:p>
            <a:pPr algn="l">
              <a:lnSpc>
                <a:spcPct val="150000"/>
              </a:lnSpc>
            </a:pPr>
            <a:r>
              <a:rPr lang="en-GB" sz="1050">
                <a:solidFill>
                  <a:schemeClr val="accent2"/>
                </a:solidFill>
                <a:latin typeface="+mj-lt"/>
              </a:rPr>
              <a:t>Contact</a:t>
            </a:r>
            <a:endParaRPr lang="en-GB" sz="1400">
              <a:solidFill>
                <a:schemeClr val="accent2"/>
              </a:solidFill>
              <a:latin typeface="+mj-lt"/>
            </a:endParaRPr>
          </a:p>
        </p:txBody>
      </p:sp>
      <p:sp>
        <p:nvSpPr>
          <p:cNvPr id="87" name="Text Placeholder 28">
            <a:extLst>
              <a:ext uri="{FF2B5EF4-FFF2-40B4-BE49-F238E27FC236}">
                <a16:creationId xmlns:a16="http://schemas.microsoft.com/office/drawing/2014/main" id="{31654542-39E7-86F4-2DAA-E369D1F94548}"/>
              </a:ext>
            </a:extLst>
          </p:cNvPr>
          <p:cNvSpPr>
            <a:spLocks noGrp="1"/>
          </p:cNvSpPr>
          <p:nvPr>
            <p:ph type="body" sz="quarter" idx="52" hasCustomPrompt="1"/>
          </p:nvPr>
        </p:nvSpPr>
        <p:spPr>
          <a:xfrm>
            <a:off x="4068405" y="542083"/>
            <a:ext cx="2592000" cy="180000"/>
          </a:xfrm>
        </p:spPr>
        <p:txBody>
          <a:bodyPr anchor="ctr"/>
          <a:lstStyle>
            <a:lvl1pPr marL="0" indent="0">
              <a:lnSpc>
                <a:spcPct val="100000"/>
              </a:lnSpc>
              <a:spcBef>
                <a:spcPts val="0"/>
              </a:spcBef>
              <a:buNone/>
              <a:defRPr sz="1000">
                <a:solidFill>
                  <a:schemeClr val="tx1"/>
                </a:solidFill>
              </a:defRPr>
            </a:lvl1pPr>
          </a:lstStyle>
          <a:p>
            <a:pPr lvl="0"/>
            <a:r>
              <a:rPr lang="en-US"/>
              <a:t>Email</a:t>
            </a:r>
            <a:endParaRPr lang="en-GB"/>
          </a:p>
        </p:txBody>
      </p:sp>
      <p:sp>
        <p:nvSpPr>
          <p:cNvPr id="88" name="Text Placeholder 28">
            <a:extLst>
              <a:ext uri="{FF2B5EF4-FFF2-40B4-BE49-F238E27FC236}">
                <a16:creationId xmlns:a16="http://schemas.microsoft.com/office/drawing/2014/main" id="{045D05F7-8B8B-439E-4F30-2600E88D6608}"/>
              </a:ext>
            </a:extLst>
          </p:cNvPr>
          <p:cNvSpPr>
            <a:spLocks noGrp="1"/>
          </p:cNvSpPr>
          <p:nvPr>
            <p:ph type="body" sz="quarter" idx="53" hasCustomPrompt="1"/>
          </p:nvPr>
        </p:nvSpPr>
        <p:spPr>
          <a:xfrm>
            <a:off x="4068405" y="791602"/>
            <a:ext cx="2592000" cy="180000"/>
          </a:xfrm>
        </p:spPr>
        <p:txBody>
          <a:bodyPr anchor="ctr"/>
          <a:lstStyle>
            <a:lvl1pPr marL="0" indent="0">
              <a:lnSpc>
                <a:spcPct val="100000"/>
              </a:lnSpc>
              <a:spcBef>
                <a:spcPts val="0"/>
              </a:spcBef>
              <a:buNone/>
              <a:defRPr sz="1000">
                <a:solidFill>
                  <a:schemeClr val="tx1"/>
                </a:solidFill>
              </a:defRPr>
            </a:lvl1pPr>
          </a:lstStyle>
          <a:p>
            <a:pPr lvl="0"/>
            <a:r>
              <a:rPr lang="en-US"/>
              <a:t>Mobile</a:t>
            </a:r>
            <a:endParaRPr lang="en-GB"/>
          </a:p>
        </p:txBody>
      </p:sp>
    </p:spTree>
    <p:extLst>
      <p:ext uri="{BB962C8B-B14F-4D97-AF65-F5344CB8AC3E}">
        <p14:creationId xmlns:p14="http://schemas.microsoft.com/office/powerpoint/2010/main" val="4018634682"/>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Title Slide - Picture">
    <p:bg>
      <p:bgPr>
        <a:solidFill>
          <a:schemeClr val="accent1"/>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BBF30689-BACF-220E-9869-EF4152B00165}"/>
              </a:ext>
            </a:extLst>
          </p:cNvPr>
          <p:cNvGraphicFramePr>
            <a:graphicFrameLocks noChangeAspect="1"/>
          </p:cNvGraphicFramePr>
          <p:nvPr userDrawn="1">
            <p:custDataLst>
              <p:tags r:id="rId1"/>
            </p:custDataLst>
            <p:extLst>
              <p:ext uri="{D42A27DB-BD31-4B8C-83A1-F6EECF244321}">
                <p14:modId xmlns:p14="http://schemas.microsoft.com/office/powerpoint/2010/main" val="27519123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6" name="Object 5" hidden="1">
                        <a:extLst>
                          <a:ext uri="{FF2B5EF4-FFF2-40B4-BE49-F238E27FC236}">
                            <a16:creationId xmlns:a16="http://schemas.microsoft.com/office/drawing/2014/main" id="{BBF30689-BACF-220E-9869-EF4152B0016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4" name="Picture 13" descr="A picture containing map, earth, world, space&#10;&#10;Description automatically generated">
            <a:extLst>
              <a:ext uri="{FF2B5EF4-FFF2-40B4-BE49-F238E27FC236}">
                <a16:creationId xmlns:a16="http://schemas.microsoft.com/office/drawing/2014/main" id="{E9C226ED-E6FA-8409-A6DC-0569023DA16D}"/>
              </a:ext>
            </a:extLst>
          </p:cNvPr>
          <p:cNvPicPr>
            <a:picLocks noChangeAspect="1"/>
          </p:cNvPicPr>
          <p:nvPr userDrawn="1"/>
        </p:nvPicPr>
        <p:blipFill rotWithShape="1">
          <a:blip r:embed="rId5" cstate="print">
            <a:duotone>
              <a:srgbClr val="3D4D55">
                <a:shade val="45000"/>
                <a:satMod val="135000"/>
              </a:srgbClr>
              <a:prstClr val="white"/>
            </a:duotone>
            <a:extLst>
              <a:ext uri="{28A0092B-C50C-407E-A947-70E740481C1C}">
                <a14:useLocalDpi xmlns:a14="http://schemas.microsoft.com/office/drawing/2010/main" val="0"/>
              </a:ext>
            </a:extLst>
          </a:blip>
          <a:srcRect t="-2"/>
          <a:stretch/>
        </p:blipFill>
        <p:spPr>
          <a:xfrm>
            <a:off x="2794500" y="0"/>
            <a:ext cx="9397500" cy="6858000"/>
          </a:xfrm>
          <a:prstGeom prst="rect">
            <a:avLst/>
          </a:prstGeom>
        </p:spPr>
      </p:pic>
      <p:sp>
        <p:nvSpPr>
          <p:cNvPr id="3" name="Rectangle 2">
            <a:extLst>
              <a:ext uri="{FF2B5EF4-FFF2-40B4-BE49-F238E27FC236}">
                <a16:creationId xmlns:a16="http://schemas.microsoft.com/office/drawing/2014/main" id="{1586E056-74EB-5395-3882-1C6EEF7AE651}"/>
              </a:ext>
            </a:extLst>
          </p:cNvPr>
          <p:cNvSpPr/>
          <p:nvPr userDrawn="1"/>
        </p:nvSpPr>
        <p:spPr bwMode="gray">
          <a:xfrm flipH="1" flipV="1">
            <a:off x="0" y="3622765"/>
            <a:ext cx="12192000" cy="3243943"/>
          </a:xfrm>
          <a:prstGeom prst="rect">
            <a:avLst/>
          </a:prstGeom>
          <a:gradFill>
            <a:gsLst>
              <a:gs pos="0">
                <a:srgbClr val="3D4D55">
                  <a:alpha val="0"/>
                </a:srgbClr>
              </a:gs>
              <a:gs pos="65000">
                <a:srgbClr val="25343C"/>
              </a:gs>
            </a:gsLst>
            <a:lin ang="16200000" scaled="0"/>
          </a:gradFill>
        </p:spPr>
        <p:txBody>
          <a:bodyPr vert="horz" lIns="90000" tIns="46800" rIns="90000" bIns="46800" rtlCol="0" anchor="t">
            <a:noAutofit/>
          </a:bodyPr>
          <a:lstStyle/>
          <a:p>
            <a:pPr marL="216000" marR="0" indent="-216000" algn="l" defTabSz="914400" eaLnBrk="1" fontAlgn="auto" latinLnBrk="0" hangingPunct="1">
              <a:lnSpc>
                <a:spcPct val="100000"/>
              </a:lnSpc>
              <a:spcBef>
                <a:spcPts val="600"/>
              </a:spcBef>
              <a:spcAft>
                <a:spcPts val="0"/>
              </a:spcAft>
              <a:buClrTx/>
              <a:buSzPct val="100000"/>
              <a:buFont typeface="Arial" panose="020B0604020202020204" pitchFamily="34" charset="0"/>
              <a:buChar char="•"/>
              <a:tabLst/>
            </a:pPr>
            <a:endParaRPr kumimoji="0" lang="en-GB" sz="1200" b="0" i="0" u="none" strike="noStrike" kern="1200" cap="none" spc="0" normalizeH="0" baseline="0" noProof="0" err="1">
              <a:ln>
                <a:noFill/>
              </a:ln>
              <a:solidFill>
                <a:srgbClr val="44463E"/>
              </a:solidFill>
              <a:effectLst/>
              <a:uLnTx/>
              <a:uFillTx/>
              <a:ea typeface="+mn-ea"/>
            </a:endParaRPr>
          </a:p>
        </p:txBody>
      </p:sp>
      <p:sp>
        <p:nvSpPr>
          <p:cNvPr id="15" name="Rectangle 14">
            <a:extLst>
              <a:ext uri="{FF2B5EF4-FFF2-40B4-BE49-F238E27FC236}">
                <a16:creationId xmlns:a16="http://schemas.microsoft.com/office/drawing/2014/main" id="{0A7CD2E6-707F-3E5B-05A0-39B45295F724}"/>
              </a:ext>
            </a:extLst>
          </p:cNvPr>
          <p:cNvSpPr/>
          <p:nvPr userDrawn="1"/>
        </p:nvSpPr>
        <p:spPr bwMode="gray">
          <a:xfrm>
            <a:off x="0" y="8708"/>
            <a:ext cx="12192000" cy="6858000"/>
          </a:xfrm>
          <a:prstGeom prst="rect">
            <a:avLst/>
          </a:prstGeom>
          <a:gradFill flip="none" rotWithShape="1">
            <a:gsLst>
              <a:gs pos="15000">
                <a:srgbClr val="3D4D55">
                  <a:alpha val="0"/>
                </a:srgbClr>
              </a:gs>
              <a:gs pos="72000">
                <a:schemeClr val="tx2">
                  <a:lumMod val="75000"/>
                </a:schemeClr>
              </a:gs>
            </a:gsLst>
            <a:lin ang="1080000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srgbClr val="EAE7E3"/>
              </a:solidFill>
              <a:effectLst/>
              <a:uLnTx/>
              <a:uFillTx/>
              <a:latin typeface="+mj-lt"/>
              <a:ea typeface="+mn-ea"/>
              <a:cs typeface="+mn-cs"/>
            </a:endParaRPr>
          </a:p>
        </p:txBody>
      </p:sp>
      <p:sp>
        <p:nvSpPr>
          <p:cNvPr id="16" name="Text Placeholder 15">
            <a:extLst>
              <a:ext uri="{FF2B5EF4-FFF2-40B4-BE49-F238E27FC236}">
                <a16:creationId xmlns:a16="http://schemas.microsoft.com/office/drawing/2014/main" id="{D9B54094-113D-2847-B070-92BDCA336ACA}"/>
              </a:ext>
            </a:extLst>
          </p:cNvPr>
          <p:cNvSpPr>
            <a:spLocks noGrp="1"/>
          </p:cNvSpPr>
          <p:nvPr>
            <p:ph type="body" sz="quarter" idx="10"/>
          </p:nvPr>
        </p:nvSpPr>
        <p:spPr>
          <a:xfrm>
            <a:off x="360363" y="5438901"/>
            <a:ext cx="6060315" cy="699962"/>
          </a:xfrm>
          <a:prstGeom prst="rect">
            <a:avLst/>
          </a:prstGeom>
        </p:spPr>
        <p:txBody>
          <a:bodyPr wrap="square" lIns="0" tIns="0" rIns="0" bIns="0">
            <a:noAutofit/>
          </a:bodyPr>
          <a:lstStyle>
            <a:lvl1pPr marL="0" indent="0" rtl="0">
              <a:spcBef>
                <a:spcPts val="0"/>
              </a:spcBef>
              <a:buFontTx/>
              <a:buNone/>
              <a:defRPr sz="1200" cap="all" baseline="0">
                <a:solidFill>
                  <a:schemeClr val="bg1"/>
                </a:solidFill>
                <a:latin typeface="+mj-lt"/>
              </a:defRPr>
            </a:lvl1pPr>
            <a:lvl2pPr>
              <a:spcBef>
                <a:spcPts val="0"/>
              </a:spcBef>
              <a:buFontTx/>
              <a:buNone/>
              <a:defRPr>
                <a:solidFill>
                  <a:schemeClr val="bg2"/>
                </a:solidFill>
              </a:defRPr>
            </a:lvl2pPr>
            <a:lvl3pPr>
              <a:buFontTx/>
              <a:buNone/>
              <a:defRPr>
                <a:solidFill>
                  <a:schemeClr val="bg2"/>
                </a:solidFill>
              </a:defRPr>
            </a:lvl3pPr>
            <a:lvl4pPr marL="0" indent="0">
              <a:buFontTx/>
              <a:buNone/>
              <a:defRPr>
                <a:solidFill>
                  <a:schemeClr val="bg2"/>
                </a:solidFill>
              </a:defRPr>
            </a:lvl4pPr>
            <a:lvl5pPr>
              <a:buFontTx/>
              <a:buNone/>
              <a:defRPr>
                <a:solidFill>
                  <a:schemeClr val="bg2"/>
                </a:solidFill>
              </a:defRPr>
            </a:lvl5pPr>
          </a:lstStyle>
          <a:p>
            <a:pPr lvl="0"/>
            <a:r>
              <a:rPr lang="en-GB"/>
              <a:t>Click to edit Master text styles</a:t>
            </a:r>
          </a:p>
        </p:txBody>
      </p:sp>
      <p:sp>
        <p:nvSpPr>
          <p:cNvPr id="17" name="Rectangle 16">
            <a:extLst>
              <a:ext uri="{FF2B5EF4-FFF2-40B4-BE49-F238E27FC236}">
                <a16:creationId xmlns:a16="http://schemas.microsoft.com/office/drawing/2014/main" id="{C981C32C-EDE5-2BE8-788F-E1F14F6DE4A9}"/>
              </a:ext>
            </a:extLst>
          </p:cNvPr>
          <p:cNvSpPr/>
          <p:nvPr userDrawn="1"/>
        </p:nvSpPr>
        <p:spPr bwMode="gray">
          <a:xfrm>
            <a:off x="360363" y="5265387"/>
            <a:ext cx="720000" cy="54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400"/>
          </a:p>
        </p:txBody>
      </p:sp>
      <p:sp>
        <p:nvSpPr>
          <p:cNvPr id="4" name="Title 1">
            <a:extLst>
              <a:ext uri="{FF2B5EF4-FFF2-40B4-BE49-F238E27FC236}">
                <a16:creationId xmlns:a16="http://schemas.microsoft.com/office/drawing/2014/main" id="{52E7401F-3DB7-5101-19C2-C7469208ED89}"/>
              </a:ext>
            </a:extLst>
          </p:cNvPr>
          <p:cNvSpPr>
            <a:spLocks noGrp="1"/>
          </p:cNvSpPr>
          <p:nvPr>
            <p:ph type="ctrTitle"/>
          </p:nvPr>
        </p:nvSpPr>
        <p:spPr bwMode="gray">
          <a:xfrm>
            <a:off x="360363" y="2600998"/>
            <a:ext cx="6060315" cy="1473743"/>
          </a:xfrm>
          <a:prstGeom prst="rect">
            <a:avLst/>
          </a:prstGeom>
        </p:spPr>
        <p:txBody>
          <a:bodyPr vert="horz" wrap="square" lIns="0" tIns="0" rIns="0" bIns="0" anchor="b" anchorCtr="0">
            <a:noAutofit/>
          </a:bodyPr>
          <a:lstStyle>
            <a:lvl1pPr algn="l" rtl="0">
              <a:lnSpc>
                <a:spcPct val="90000"/>
              </a:lnSpc>
              <a:spcBef>
                <a:spcPts val="0"/>
              </a:spcBef>
              <a:defRPr sz="3200" b="0" cap="none" spc="0" baseline="0">
                <a:solidFill>
                  <a:schemeClr val="bg1"/>
                </a:solidFill>
                <a:latin typeface="+mj-lt"/>
              </a:defRPr>
            </a:lvl1pPr>
          </a:lstStyle>
          <a:p>
            <a:r>
              <a:rPr lang="en-GB"/>
              <a:t>Click to edit Master title style</a:t>
            </a:r>
          </a:p>
        </p:txBody>
      </p:sp>
      <p:pic>
        <p:nvPicPr>
          <p:cNvPr id="2" name="Graphic 1">
            <a:extLst>
              <a:ext uri="{FF2B5EF4-FFF2-40B4-BE49-F238E27FC236}">
                <a16:creationId xmlns:a16="http://schemas.microsoft.com/office/drawing/2014/main" id="{27EC6DB6-4C7C-E19E-D026-02E98FF19C24}"/>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0363" y="537323"/>
            <a:ext cx="2967697" cy="1076555"/>
          </a:xfrm>
          <a:prstGeom prst="rect">
            <a:avLst/>
          </a:prstGeom>
        </p:spPr>
      </p:pic>
      <p:sp>
        <p:nvSpPr>
          <p:cNvPr id="8" name="Subtitle 2">
            <a:extLst>
              <a:ext uri="{FF2B5EF4-FFF2-40B4-BE49-F238E27FC236}">
                <a16:creationId xmlns:a16="http://schemas.microsoft.com/office/drawing/2014/main" id="{B1A7E542-F670-C5F8-BE90-C1AF592ED895}"/>
              </a:ext>
            </a:extLst>
          </p:cNvPr>
          <p:cNvSpPr>
            <a:spLocks noGrp="1"/>
          </p:cNvSpPr>
          <p:nvPr>
            <p:ph type="subTitle" idx="1"/>
          </p:nvPr>
        </p:nvSpPr>
        <p:spPr bwMode="gray">
          <a:xfrm>
            <a:off x="360363" y="4195518"/>
            <a:ext cx="6060315" cy="380945"/>
          </a:xfrm>
          <a:prstGeom prst="rect">
            <a:avLst/>
          </a:prstGeom>
        </p:spPr>
        <p:txBody>
          <a:bodyPr wrap="square" lIns="0" tIns="0" rIns="0" bIns="0">
            <a:noAutofit/>
          </a:bodyPr>
          <a:lstStyle>
            <a:lvl1pPr marL="0" indent="0" algn="l" rtl="0">
              <a:lnSpc>
                <a:spcPct val="100000"/>
              </a:lnSpc>
              <a:spcBef>
                <a:spcPts val="600"/>
              </a:spcBef>
              <a:buFontTx/>
              <a:buNone/>
              <a:defRPr sz="1600" cap="none" spc="100" baseline="0">
                <a:solidFill>
                  <a:schemeClr val="bg1"/>
                </a:solidFill>
                <a:latin typeface="+mj-lt"/>
              </a:defRPr>
            </a:lvl1pPr>
            <a:lvl2pPr marL="0" indent="0" algn="l">
              <a:spcBef>
                <a:spcPts val="0"/>
              </a:spcBef>
              <a:buNone/>
              <a:defRPr sz="1200">
                <a:solidFill>
                  <a:schemeClr val="bg2"/>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Tree>
    <p:extLst>
      <p:ext uri="{BB962C8B-B14F-4D97-AF65-F5344CB8AC3E}">
        <p14:creationId xmlns:p14="http://schemas.microsoft.com/office/powerpoint/2010/main" val="279886796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tx1"/>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BBF30689-BACF-220E-9869-EF4152B00165}"/>
              </a:ext>
            </a:extLst>
          </p:cNvPr>
          <p:cNvGraphicFramePr>
            <a:graphicFrameLocks noChangeAspect="1"/>
          </p:cNvGraphicFramePr>
          <p:nvPr userDrawn="1">
            <p:custDataLst>
              <p:tags r:id="rId1"/>
            </p:custDataLst>
            <p:extLst>
              <p:ext uri="{D42A27DB-BD31-4B8C-83A1-F6EECF244321}">
                <p14:modId xmlns:p14="http://schemas.microsoft.com/office/powerpoint/2010/main" val="1017471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6" name="Object 5" hidden="1">
                        <a:extLst>
                          <a:ext uri="{FF2B5EF4-FFF2-40B4-BE49-F238E27FC236}">
                            <a16:creationId xmlns:a16="http://schemas.microsoft.com/office/drawing/2014/main" id="{BBF30689-BACF-220E-9869-EF4152B0016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2" name="Graphic 11">
            <a:extLst>
              <a:ext uri="{FF2B5EF4-FFF2-40B4-BE49-F238E27FC236}">
                <a16:creationId xmlns:a16="http://schemas.microsoft.com/office/drawing/2014/main" id="{CD800E2F-D62F-D42E-BA48-796A49B968F5}"/>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r="34206"/>
          <a:stretch>
            <a:fillRect/>
          </a:stretch>
        </p:blipFill>
        <p:spPr>
          <a:xfrm>
            <a:off x="5112746" y="703948"/>
            <a:ext cx="7079254" cy="6154052"/>
          </a:xfrm>
          <a:custGeom>
            <a:avLst/>
            <a:gdLst>
              <a:gd name="connsiteX0" fmla="*/ 0 w 7079254"/>
              <a:gd name="connsiteY0" fmla="*/ 0 h 6154052"/>
              <a:gd name="connsiteX1" fmla="*/ 7079254 w 7079254"/>
              <a:gd name="connsiteY1" fmla="*/ 0 h 6154052"/>
              <a:gd name="connsiteX2" fmla="*/ 7079254 w 7079254"/>
              <a:gd name="connsiteY2" fmla="*/ 6154052 h 6154052"/>
              <a:gd name="connsiteX3" fmla="*/ 0 w 7079254"/>
              <a:gd name="connsiteY3" fmla="*/ 6154052 h 6154052"/>
            </a:gdLst>
            <a:ahLst/>
            <a:cxnLst>
              <a:cxn ang="0">
                <a:pos x="connsiteX0" y="connsiteY0"/>
              </a:cxn>
              <a:cxn ang="0">
                <a:pos x="connsiteX1" y="connsiteY1"/>
              </a:cxn>
              <a:cxn ang="0">
                <a:pos x="connsiteX2" y="connsiteY2"/>
              </a:cxn>
              <a:cxn ang="0">
                <a:pos x="connsiteX3" y="connsiteY3"/>
              </a:cxn>
            </a:cxnLst>
            <a:rect l="l" t="t" r="r" b="b"/>
            <a:pathLst>
              <a:path w="7079254" h="6154052">
                <a:moveTo>
                  <a:pt x="0" y="0"/>
                </a:moveTo>
                <a:lnTo>
                  <a:pt x="7079254" y="0"/>
                </a:lnTo>
                <a:lnTo>
                  <a:pt x="7079254" y="6154052"/>
                </a:lnTo>
                <a:lnTo>
                  <a:pt x="0" y="6154052"/>
                </a:lnTo>
                <a:close/>
              </a:path>
            </a:pathLst>
          </a:custGeom>
        </p:spPr>
      </p:pic>
      <p:sp>
        <p:nvSpPr>
          <p:cNvPr id="2" name="Title 1">
            <a:extLst>
              <a:ext uri="{FF2B5EF4-FFF2-40B4-BE49-F238E27FC236}">
                <a16:creationId xmlns:a16="http://schemas.microsoft.com/office/drawing/2014/main" id="{36E9A45B-10F9-487C-9A74-F7DCE0C77A42}"/>
              </a:ext>
            </a:extLst>
          </p:cNvPr>
          <p:cNvSpPr>
            <a:spLocks noGrp="1"/>
          </p:cNvSpPr>
          <p:nvPr>
            <p:ph type="ctrTitle"/>
          </p:nvPr>
        </p:nvSpPr>
        <p:spPr bwMode="gray">
          <a:xfrm>
            <a:off x="360363" y="2600998"/>
            <a:ext cx="6060315" cy="1473743"/>
          </a:xfrm>
          <a:prstGeom prst="rect">
            <a:avLst/>
          </a:prstGeom>
        </p:spPr>
        <p:txBody>
          <a:bodyPr vert="horz" wrap="square" lIns="0" tIns="0" rIns="0" bIns="0" anchor="b" anchorCtr="0">
            <a:noAutofit/>
          </a:bodyPr>
          <a:lstStyle>
            <a:lvl1pPr algn="l" rtl="0">
              <a:lnSpc>
                <a:spcPct val="90000"/>
              </a:lnSpc>
              <a:defRPr sz="3200" b="0" cap="none" spc="0" baseline="0">
                <a:solidFill>
                  <a:schemeClr val="bg1"/>
                </a:solidFill>
                <a:latin typeface="+mj-lt"/>
              </a:defRPr>
            </a:lvl1pPr>
          </a:lstStyle>
          <a:p>
            <a:r>
              <a:rPr lang="en-GB"/>
              <a:t>Click to edit Master title style</a:t>
            </a:r>
          </a:p>
        </p:txBody>
      </p:sp>
      <p:sp>
        <p:nvSpPr>
          <p:cNvPr id="3" name="Subtitle 2">
            <a:extLst>
              <a:ext uri="{FF2B5EF4-FFF2-40B4-BE49-F238E27FC236}">
                <a16:creationId xmlns:a16="http://schemas.microsoft.com/office/drawing/2014/main" id="{CBA3E240-43D7-4C56-BC1B-38BA9D4E9E21}"/>
              </a:ext>
            </a:extLst>
          </p:cNvPr>
          <p:cNvSpPr>
            <a:spLocks noGrp="1"/>
          </p:cNvSpPr>
          <p:nvPr>
            <p:ph type="subTitle" idx="1"/>
          </p:nvPr>
        </p:nvSpPr>
        <p:spPr bwMode="gray">
          <a:xfrm>
            <a:off x="360363" y="4195518"/>
            <a:ext cx="6060315" cy="380945"/>
          </a:xfrm>
          <a:prstGeom prst="rect">
            <a:avLst/>
          </a:prstGeom>
        </p:spPr>
        <p:txBody>
          <a:bodyPr wrap="square" lIns="0" tIns="0" rIns="0" bIns="0">
            <a:noAutofit/>
          </a:bodyPr>
          <a:lstStyle>
            <a:lvl1pPr marL="0" indent="0" algn="l" rtl="0">
              <a:lnSpc>
                <a:spcPct val="100000"/>
              </a:lnSpc>
              <a:spcBef>
                <a:spcPts val="600"/>
              </a:spcBef>
              <a:buFontTx/>
              <a:buNone/>
              <a:defRPr sz="1600" cap="none" spc="100" baseline="0">
                <a:solidFill>
                  <a:schemeClr val="bg1"/>
                </a:solidFill>
                <a:latin typeface="+mj-lt"/>
              </a:defRPr>
            </a:lvl1pPr>
            <a:lvl2pPr marL="0" indent="0" algn="l">
              <a:spcBef>
                <a:spcPts val="0"/>
              </a:spcBef>
              <a:buNone/>
              <a:defRPr sz="1200">
                <a:solidFill>
                  <a:schemeClr val="bg2"/>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16" name="Text Placeholder 15">
            <a:extLst>
              <a:ext uri="{FF2B5EF4-FFF2-40B4-BE49-F238E27FC236}">
                <a16:creationId xmlns:a16="http://schemas.microsoft.com/office/drawing/2014/main" id="{D9B54094-113D-2847-B070-92BDCA336ACA}"/>
              </a:ext>
            </a:extLst>
          </p:cNvPr>
          <p:cNvSpPr>
            <a:spLocks noGrp="1"/>
          </p:cNvSpPr>
          <p:nvPr>
            <p:ph type="body" sz="quarter" idx="10"/>
          </p:nvPr>
        </p:nvSpPr>
        <p:spPr>
          <a:xfrm>
            <a:off x="360363" y="5438901"/>
            <a:ext cx="6060315" cy="699962"/>
          </a:xfrm>
          <a:prstGeom prst="rect">
            <a:avLst/>
          </a:prstGeom>
        </p:spPr>
        <p:txBody>
          <a:bodyPr wrap="square" lIns="0" tIns="0" rIns="0" bIns="0">
            <a:noAutofit/>
          </a:bodyPr>
          <a:lstStyle>
            <a:lvl1pPr marL="0" indent="0" rtl="0">
              <a:spcBef>
                <a:spcPts val="0"/>
              </a:spcBef>
              <a:buFontTx/>
              <a:buNone/>
              <a:defRPr sz="1200" cap="all" baseline="0">
                <a:solidFill>
                  <a:schemeClr val="bg1"/>
                </a:solidFill>
                <a:latin typeface="+mj-lt"/>
              </a:defRPr>
            </a:lvl1pPr>
            <a:lvl2pPr>
              <a:spcBef>
                <a:spcPts val="0"/>
              </a:spcBef>
              <a:buFontTx/>
              <a:buNone/>
              <a:defRPr>
                <a:solidFill>
                  <a:schemeClr val="bg2"/>
                </a:solidFill>
              </a:defRPr>
            </a:lvl2pPr>
            <a:lvl3pPr>
              <a:buFontTx/>
              <a:buNone/>
              <a:defRPr>
                <a:solidFill>
                  <a:schemeClr val="bg2"/>
                </a:solidFill>
              </a:defRPr>
            </a:lvl3pPr>
            <a:lvl4pPr marL="0" indent="0">
              <a:buFontTx/>
              <a:buNone/>
              <a:defRPr>
                <a:solidFill>
                  <a:schemeClr val="bg2"/>
                </a:solidFill>
              </a:defRPr>
            </a:lvl4pPr>
            <a:lvl5pPr>
              <a:buFontTx/>
              <a:buNone/>
              <a:defRPr>
                <a:solidFill>
                  <a:schemeClr val="bg2"/>
                </a:solidFill>
              </a:defRPr>
            </a:lvl5pPr>
          </a:lstStyle>
          <a:p>
            <a:pPr lvl="0"/>
            <a:r>
              <a:rPr lang="en-GB"/>
              <a:t>Click to edit Master text styles</a:t>
            </a:r>
          </a:p>
        </p:txBody>
      </p:sp>
      <p:sp>
        <p:nvSpPr>
          <p:cNvPr id="17" name="Rectangle 16">
            <a:extLst>
              <a:ext uri="{FF2B5EF4-FFF2-40B4-BE49-F238E27FC236}">
                <a16:creationId xmlns:a16="http://schemas.microsoft.com/office/drawing/2014/main" id="{C981C32C-EDE5-2BE8-788F-E1F14F6DE4A9}"/>
              </a:ext>
            </a:extLst>
          </p:cNvPr>
          <p:cNvSpPr/>
          <p:nvPr userDrawn="1"/>
        </p:nvSpPr>
        <p:spPr bwMode="gray">
          <a:xfrm>
            <a:off x="360363" y="5265387"/>
            <a:ext cx="720000" cy="54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400"/>
          </a:p>
        </p:txBody>
      </p:sp>
      <p:pic>
        <p:nvPicPr>
          <p:cNvPr id="4" name="Graphic 3">
            <a:extLst>
              <a:ext uri="{FF2B5EF4-FFF2-40B4-BE49-F238E27FC236}">
                <a16:creationId xmlns:a16="http://schemas.microsoft.com/office/drawing/2014/main" id="{A486FE90-240C-0722-A3B2-7FC8C877A0A4}"/>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0363" y="537323"/>
            <a:ext cx="2967697" cy="1076555"/>
          </a:xfrm>
          <a:prstGeom prst="rect">
            <a:avLst/>
          </a:prstGeom>
        </p:spPr>
      </p:pic>
    </p:spTree>
    <p:extLst>
      <p:ext uri="{BB962C8B-B14F-4D97-AF65-F5344CB8AC3E}">
        <p14:creationId xmlns:p14="http://schemas.microsoft.com/office/powerpoint/2010/main" val="1889844623"/>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Section/Divider">
    <p:bg>
      <p:bgPr>
        <a:solidFill>
          <a:schemeClr val="tx1"/>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BBF30689-BACF-220E-9869-EF4152B00165}"/>
              </a:ext>
            </a:extLst>
          </p:cNvPr>
          <p:cNvGraphicFramePr>
            <a:graphicFrameLocks noChangeAspect="1"/>
          </p:cNvGraphicFramePr>
          <p:nvPr userDrawn="1">
            <p:custDataLst>
              <p:tags r:id="rId1"/>
            </p:custDataLst>
            <p:extLst>
              <p:ext uri="{D42A27DB-BD31-4B8C-83A1-F6EECF244321}">
                <p14:modId xmlns:p14="http://schemas.microsoft.com/office/powerpoint/2010/main" val="35754221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6" name="Object 5" hidden="1">
                        <a:extLst>
                          <a:ext uri="{FF2B5EF4-FFF2-40B4-BE49-F238E27FC236}">
                            <a16:creationId xmlns:a16="http://schemas.microsoft.com/office/drawing/2014/main" id="{BBF30689-BACF-220E-9869-EF4152B0016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4" name="Graphic 3">
            <a:extLst>
              <a:ext uri="{FF2B5EF4-FFF2-40B4-BE49-F238E27FC236}">
                <a16:creationId xmlns:a16="http://schemas.microsoft.com/office/drawing/2014/main" id="{4A064E1E-3789-252D-1117-D6AB26C776B3}"/>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r="34206"/>
          <a:stretch>
            <a:fillRect/>
          </a:stretch>
        </p:blipFill>
        <p:spPr>
          <a:xfrm>
            <a:off x="5112746" y="703948"/>
            <a:ext cx="7079254" cy="6154052"/>
          </a:xfrm>
          <a:custGeom>
            <a:avLst/>
            <a:gdLst>
              <a:gd name="connsiteX0" fmla="*/ 0 w 7079254"/>
              <a:gd name="connsiteY0" fmla="*/ 0 h 6154052"/>
              <a:gd name="connsiteX1" fmla="*/ 7079254 w 7079254"/>
              <a:gd name="connsiteY1" fmla="*/ 0 h 6154052"/>
              <a:gd name="connsiteX2" fmla="*/ 7079254 w 7079254"/>
              <a:gd name="connsiteY2" fmla="*/ 6154052 h 6154052"/>
              <a:gd name="connsiteX3" fmla="*/ 0 w 7079254"/>
              <a:gd name="connsiteY3" fmla="*/ 6154052 h 6154052"/>
            </a:gdLst>
            <a:ahLst/>
            <a:cxnLst>
              <a:cxn ang="0">
                <a:pos x="connsiteX0" y="connsiteY0"/>
              </a:cxn>
              <a:cxn ang="0">
                <a:pos x="connsiteX1" y="connsiteY1"/>
              </a:cxn>
              <a:cxn ang="0">
                <a:pos x="connsiteX2" y="connsiteY2"/>
              </a:cxn>
              <a:cxn ang="0">
                <a:pos x="connsiteX3" y="connsiteY3"/>
              </a:cxn>
            </a:cxnLst>
            <a:rect l="l" t="t" r="r" b="b"/>
            <a:pathLst>
              <a:path w="7079254" h="6154052">
                <a:moveTo>
                  <a:pt x="0" y="0"/>
                </a:moveTo>
                <a:lnTo>
                  <a:pt x="7079254" y="0"/>
                </a:lnTo>
                <a:lnTo>
                  <a:pt x="7079254" y="6154052"/>
                </a:lnTo>
                <a:lnTo>
                  <a:pt x="0" y="6154052"/>
                </a:lnTo>
                <a:close/>
              </a:path>
            </a:pathLst>
          </a:custGeom>
        </p:spPr>
      </p:pic>
      <p:sp>
        <p:nvSpPr>
          <p:cNvPr id="2" name="Title 1">
            <a:extLst>
              <a:ext uri="{FF2B5EF4-FFF2-40B4-BE49-F238E27FC236}">
                <a16:creationId xmlns:a16="http://schemas.microsoft.com/office/drawing/2014/main" id="{36E9A45B-10F9-487C-9A74-F7DCE0C77A42}"/>
              </a:ext>
            </a:extLst>
          </p:cNvPr>
          <p:cNvSpPr>
            <a:spLocks noGrp="1"/>
          </p:cNvSpPr>
          <p:nvPr>
            <p:ph type="ctrTitle" hasCustomPrompt="1"/>
          </p:nvPr>
        </p:nvSpPr>
        <p:spPr bwMode="gray">
          <a:xfrm>
            <a:off x="360364" y="1921733"/>
            <a:ext cx="11471274" cy="1473743"/>
          </a:xfrm>
          <a:prstGeom prst="rect">
            <a:avLst/>
          </a:prstGeom>
        </p:spPr>
        <p:txBody>
          <a:bodyPr vert="horz" wrap="square" lIns="0" tIns="0" rIns="0" bIns="0" anchor="b" anchorCtr="0">
            <a:noAutofit/>
          </a:bodyPr>
          <a:lstStyle>
            <a:lvl1pPr algn="l" rtl="0">
              <a:lnSpc>
                <a:spcPct val="90000"/>
              </a:lnSpc>
              <a:defRPr sz="3200" b="0" cap="none" spc="0" baseline="0">
                <a:solidFill>
                  <a:schemeClr val="bg1"/>
                </a:solidFill>
                <a:latin typeface="+mj-lt"/>
              </a:defRPr>
            </a:lvl1pPr>
          </a:lstStyle>
          <a:p>
            <a:r>
              <a:rPr lang="en-GB"/>
              <a:t>Section title</a:t>
            </a:r>
          </a:p>
        </p:txBody>
      </p:sp>
      <p:sp>
        <p:nvSpPr>
          <p:cNvPr id="3" name="Subtitle 2">
            <a:extLst>
              <a:ext uri="{FF2B5EF4-FFF2-40B4-BE49-F238E27FC236}">
                <a16:creationId xmlns:a16="http://schemas.microsoft.com/office/drawing/2014/main" id="{CBA3E240-43D7-4C56-BC1B-38BA9D4E9E21}"/>
              </a:ext>
            </a:extLst>
          </p:cNvPr>
          <p:cNvSpPr>
            <a:spLocks noGrp="1"/>
          </p:cNvSpPr>
          <p:nvPr>
            <p:ph type="subTitle" idx="1" hasCustomPrompt="1"/>
          </p:nvPr>
        </p:nvSpPr>
        <p:spPr bwMode="gray">
          <a:xfrm>
            <a:off x="360364" y="3516253"/>
            <a:ext cx="11471274" cy="380945"/>
          </a:xfrm>
          <a:prstGeom prst="rect">
            <a:avLst/>
          </a:prstGeom>
        </p:spPr>
        <p:txBody>
          <a:bodyPr vert="horz" wrap="square" lIns="0" tIns="0" rIns="0" bIns="0" rtlCol="0">
            <a:noAutofit/>
          </a:bodyPr>
          <a:lstStyle>
            <a:lvl1pPr marL="0" indent="0" rtl="0">
              <a:buNone/>
              <a:defRPr lang="en-US" sz="1600" cap="none" spc="100" baseline="0" dirty="0">
                <a:solidFill>
                  <a:schemeClr val="bg1"/>
                </a:solidFill>
                <a:latin typeface="+mj-lt"/>
              </a:defRPr>
            </a:lvl1pPr>
          </a:lstStyle>
          <a:p>
            <a:pPr marL="216000" lvl="0" indent="-216000"/>
            <a:r>
              <a:rPr lang="en-GB"/>
              <a:t>Section subtitle</a:t>
            </a:r>
          </a:p>
        </p:txBody>
      </p:sp>
    </p:spTree>
    <p:extLst>
      <p:ext uri="{BB962C8B-B14F-4D97-AF65-F5344CB8AC3E}">
        <p14:creationId xmlns:p14="http://schemas.microsoft.com/office/powerpoint/2010/main" val="1088228667"/>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B56EABE-D55B-4373-F6CF-224BF43E855B}"/>
              </a:ext>
            </a:extLst>
          </p:cNvPr>
          <p:cNvGraphicFramePr>
            <a:graphicFrameLocks noChangeAspect="1"/>
          </p:cNvGraphicFramePr>
          <p:nvPr userDrawn="1">
            <p:custDataLst>
              <p:tags r:id="rId1"/>
            </p:custDataLst>
            <p:extLst>
              <p:ext uri="{D42A27DB-BD31-4B8C-83A1-F6EECF244321}">
                <p14:modId xmlns:p14="http://schemas.microsoft.com/office/powerpoint/2010/main" val="30746966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9" name="Object 8" hidden="1">
                        <a:extLst>
                          <a:ext uri="{FF2B5EF4-FFF2-40B4-BE49-F238E27FC236}">
                            <a16:creationId xmlns:a16="http://schemas.microsoft.com/office/drawing/2014/main" id="{1B56EABE-D55B-4373-F6CF-224BF43E855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CE8AADD-913B-949E-D663-554B1349714E}"/>
              </a:ext>
            </a:extLst>
          </p:cNvPr>
          <p:cNvSpPr>
            <a:spLocks noGrp="1"/>
          </p:cNvSpPr>
          <p:nvPr>
            <p:ph type="title" hasCustomPrompt="1"/>
          </p:nvPr>
        </p:nvSpPr>
        <p:spPr>
          <a:xfrm>
            <a:off x="360363" y="536576"/>
            <a:ext cx="11471275" cy="661988"/>
          </a:xfrm>
          <a:prstGeom prst="rect">
            <a:avLst/>
          </a:prstGeom>
        </p:spPr>
        <p:txBody>
          <a:bodyPr vert="horz"/>
          <a:lstStyle>
            <a:lvl1pPr rtl="0">
              <a:defRPr>
                <a:solidFill>
                  <a:schemeClr val="tx1"/>
                </a:solidFill>
              </a:defRPr>
            </a:lvl1pPr>
          </a:lstStyle>
          <a:p>
            <a:pPr lvl="0"/>
            <a:r>
              <a:rPr lang="en-GB"/>
              <a:t>Click to edit action title</a:t>
            </a:r>
          </a:p>
        </p:txBody>
      </p:sp>
      <p:sp>
        <p:nvSpPr>
          <p:cNvPr id="7" name="Text Placeholder 6">
            <a:extLst>
              <a:ext uri="{FF2B5EF4-FFF2-40B4-BE49-F238E27FC236}">
                <a16:creationId xmlns:a16="http://schemas.microsoft.com/office/drawing/2014/main" id="{9AB3F6AF-ED74-5EBB-9159-83208AE07A23}"/>
              </a:ext>
            </a:extLst>
          </p:cNvPr>
          <p:cNvSpPr>
            <a:spLocks noGrp="1"/>
          </p:cNvSpPr>
          <p:nvPr>
            <p:ph type="body" sz="quarter" idx="12" hasCustomPrompt="1"/>
          </p:nvPr>
        </p:nvSpPr>
        <p:spPr>
          <a:xfrm>
            <a:off x="360363" y="207165"/>
            <a:ext cx="11471275" cy="178593"/>
          </a:xfrm>
          <a:prstGeom prst="rect">
            <a:avLst/>
          </a:prstGeom>
        </p:spPr>
        <p:txBody>
          <a:bodyPr anchor="b"/>
          <a:lstStyle>
            <a:lvl1pPr marL="0" indent="0" rtl="0">
              <a:buNone/>
              <a:defRPr sz="1200" cap="all" baseline="0">
                <a:solidFill>
                  <a:schemeClr val="tx2">
                    <a:lumMod val="60000"/>
                    <a:lumOff val="40000"/>
                  </a:schemeClr>
                </a:solidFill>
                <a:latin typeface="+mj-lt"/>
              </a:defRPr>
            </a:lvl1pPr>
          </a:lstStyle>
          <a:p>
            <a:pPr lvl="0"/>
            <a:r>
              <a:rPr lang="en-GB"/>
              <a:t>Click to edit chapter text</a:t>
            </a:r>
          </a:p>
        </p:txBody>
      </p:sp>
      <p:sp>
        <p:nvSpPr>
          <p:cNvPr id="8" name="Footer Placeholder 2">
            <a:extLst>
              <a:ext uri="{FF2B5EF4-FFF2-40B4-BE49-F238E27FC236}">
                <a16:creationId xmlns:a16="http://schemas.microsoft.com/office/drawing/2014/main" id="{479BF71E-D350-F7CD-EB30-FEBBECE0A545}"/>
              </a:ext>
            </a:extLst>
          </p:cNvPr>
          <p:cNvSpPr>
            <a:spLocks noGrp="1"/>
          </p:cNvSpPr>
          <p:nvPr>
            <p:ph type="ftr" sz="quarter" idx="3"/>
          </p:nvPr>
        </p:nvSpPr>
        <p:spPr>
          <a:xfrm>
            <a:off x="675936" y="6321425"/>
            <a:ext cx="10087857" cy="367612"/>
          </a:xfrm>
          <a:prstGeom prst="rect">
            <a:avLst/>
          </a:prstGeom>
        </p:spPr>
        <p:txBody>
          <a:bodyPr anchor="ctr"/>
          <a:lstStyle>
            <a:lvl1pPr rtl="0">
              <a:defRPr sz="1000">
                <a:solidFill>
                  <a:schemeClr val="tx1"/>
                </a:solidFill>
              </a:defRPr>
            </a:lvl1pPr>
          </a:lstStyle>
          <a:p>
            <a:endParaRPr lang="en-GB"/>
          </a:p>
        </p:txBody>
      </p:sp>
    </p:spTree>
    <p:extLst>
      <p:ext uri="{BB962C8B-B14F-4D97-AF65-F5344CB8AC3E}">
        <p14:creationId xmlns:p14="http://schemas.microsoft.com/office/powerpoint/2010/main" val="298138002"/>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B56EABE-D55B-4373-F6CF-224BF43E855B}"/>
              </a:ext>
            </a:extLst>
          </p:cNvPr>
          <p:cNvGraphicFramePr>
            <a:graphicFrameLocks noChangeAspect="1"/>
          </p:cNvGraphicFramePr>
          <p:nvPr userDrawn="1">
            <p:custDataLst>
              <p:tags r:id="rId1"/>
            </p:custDataLst>
            <p:extLst>
              <p:ext uri="{D42A27DB-BD31-4B8C-83A1-F6EECF244321}">
                <p14:modId xmlns:p14="http://schemas.microsoft.com/office/powerpoint/2010/main" val="10522854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9" name="Object 8" hidden="1">
                        <a:extLst>
                          <a:ext uri="{FF2B5EF4-FFF2-40B4-BE49-F238E27FC236}">
                            <a16:creationId xmlns:a16="http://schemas.microsoft.com/office/drawing/2014/main" id="{1B56EABE-D55B-4373-F6CF-224BF43E855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CE8AADD-913B-949E-D663-554B1349714E}"/>
              </a:ext>
            </a:extLst>
          </p:cNvPr>
          <p:cNvSpPr>
            <a:spLocks noGrp="1"/>
          </p:cNvSpPr>
          <p:nvPr>
            <p:ph type="title" hasCustomPrompt="1"/>
          </p:nvPr>
        </p:nvSpPr>
        <p:spPr>
          <a:xfrm>
            <a:off x="360363" y="536576"/>
            <a:ext cx="11471275" cy="661988"/>
          </a:xfrm>
          <a:prstGeom prst="rect">
            <a:avLst/>
          </a:prstGeom>
        </p:spPr>
        <p:txBody>
          <a:bodyPr vert="horz"/>
          <a:lstStyle>
            <a:lvl1pPr rtl="0">
              <a:defRPr/>
            </a:lvl1pPr>
          </a:lstStyle>
          <a:p>
            <a:r>
              <a:rPr lang="en-GB"/>
              <a:t>Click to edit action title</a:t>
            </a:r>
          </a:p>
        </p:txBody>
      </p:sp>
      <p:sp>
        <p:nvSpPr>
          <p:cNvPr id="7" name="Text Placeholder 6">
            <a:extLst>
              <a:ext uri="{FF2B5EF4-FFF2-40B4-BE49-F238E27FC236}">
                <a16:creationId xmlns:a16="http://schemas.microsoft.com/office/drawing/2014/main" id="{9AB3F6AF-ED74-5EBB-9159-83208AE07A23}"/>
              </a:ext>
            </a:extLst>
          </p:cNvPr>
          <p:cNvSpPr>
            <a:spLocks noGrp="1"/>
          </p:cNvSpPr>
          <p:nvPr>
            <p:ph type="body" sz="quarter" idx="12" hasCustomPrompt="1"/>
          </p:nvPr>
        </p:nvSpPr>
        <p:spPr>
          <a:xfrm>
            <a:off x="360363" y="207165"/>
            <a:ext cx="11471275" cy="178593"/>
          </a:xfrm>
          <a:prstGeom prst="rect">
            <a:avLst/>
          </a:prstGeom>
        </p:spPr>
        <p:txBody>
          <a:bodyPr anchor="b"/>
          <a:lstStyle>
            <a:lvl1pPr marL="0" indent="0" rtl="0">
              <a:buNone/>
              <a:defRPr sz="1200" cap="all" baseline="0">
                <a:solidFill>
                  <a:schemeClr val="tx2">
                    <a:lumMod val="60000"/>
                    <a:lumOff val="40000"/>
                  </a:schemeClr>
                </a:solidFill>
                <a:latin typeface="+mj-lt"/>
              </a:defRPr>
            </a:lvl1pPr>
          </a:lstStyle>
          <a:p>
            <a:pPr lvl="0"/>
            <a:r>
              <a:rPr lang="en-GB"/>
              <a:t>Click to edit chapter text</a:t>
            </a:r>
          </a:p>
        </p:txBody>
      </p:sp>
      <p:sp>
        <p:nvSpPr>
          <p:cNvPr id="12" name="Text Placeholder 11">
            <a:extLst>
              <a:ext uri="{FF2B5EF4-FFF2-40B4-BE49-F238E27FC236}">
                <a16:creationId xmlns:a16="http://schemas.microsoft.com/office/drawing/2014/main" id="{8282BAF1-276B-A194-EB89-47200DC6CF6B}"/>
              </a:ext>
            </a:extLst>
          </p:cNvPr>
          <p:cNvSpPr>
            <a:spLocks noGrp="1"/>
          </p:cNvSpPr>
          <p:nvPr>
            <p:ph type="body" sz="quarter" idx="13"/>
          </p:nvPr>
        </p:nvSpPr>
        <p:spPr>
          <a:xfrm>
            <a:off x="360363" y="1557338"/>
            <a:ext cx="11471275" cy="4581525"/>
          </a:xfrm>
          <a:prstGeom prst="rect">
            <a:avLst/>
          </a:prstGeom>
        </p:spPr>
        <p:txBody>
          <a:bodyPr lIns="0" tIns="0" rIns="0" bIns="0"/>
          <a:lstStyle>
            <a:lvl1pPr rtl="0">
              <a:defRPr/>
            </a:lvl1pPr>
            <a:lvl2pPr rtl="0">
              <a:defRPr/>
            </a:lvl2pPr>
            <a:lvl3pPr rtl="0">
              <a:defRPr/>
            </a:lvl3pPr>
            <a:lvl4pPr rtl="0">
              <a:defRPr/>
            </a:lvl4pPr>
            <a:lvl5pPr rtl="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2">
            <a:extLst>
              <a:ext uri="{FF2B5EF4-FFF2-40B4-BE49-F238E27FC236}">
                <a16:creationId xmlns:a16="http://schemas.microsoft.com/office/drawing/2014/main" id="{6C423670-CCD5-5DCA-1D29-0D7EC8484860}"/>
              </a:ext>
            </a:extLst>
          </p:cNvPr>
          <p:cNvSpPr>
            <a:spLocks noGrp="1"/>
          </p:cNvSpPr>
          <p:nvPr>
            <p:ph type="ftr" sz="quarter" idx="3"/>
          </p:nvPr>
        </p:nvSpPr>
        <p:spPr>
          <a:xfrm>
            <a:off x="675936" y="6321425"/>
            <a:ext cx="10087857" cy="367612"/>
          </a:xfrm>
          <a:prstGeom prst="rect">
            <a:avLst/>
          </a:prstGeom>
        </p:spPr>
        <p:txBody>
          <a:bodyPr anchor="ctr"/>
          <a:lstStyle>
            <a:lvl1pPr rtl="0">
              <a:defRPr sz="1000">
                <a:solidFill>
                  <a:schemeClr val="accent2">
                    <a:lumMod val="75000"/>
                  </a:schemeClr>
                </a:solidFill>
              </a:defRPr>
            </a:lvl1pPr>
          </a:lstStyle>
          <a:p>
            <a:endParaRPr lang="en-GB"/>
          </a:p>
        </p:txBody>
      </p:sp>
    </p:spTree>
    <p:extLst>
      <p:ext uri="{BB962C8B-B14F-4D97-AF65-F5344CB8AC3E}">
        <p14:creationId xmlns:p14="http://schemas.microsoft.com/office/powerpoint/2010/main" val="2832412378"/>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2 Columns">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B56EABE-D55B-4373-F6CF-224BF43E855B}"/>
              </a:ext>
            </a:extLst>
          </p:cNvPr>
          <p:cNvGraphicFramePr>
            <a:graphicFrameLocks noChangeAspect="1"/>
          </p:cNvGraphicFramePr>
          <p:nvPr userDrawn="1">
            <p:custDataLst>
              <p:tags r:id="rId1"/>
            </p:custDataLst>
            <p:extLst>
              <p:ext uri="{D42A27DB-BD31-4B8C-83A1-F6EECF244321}">
                <p14:modId xmlns:p14="http://schemas.microsoft.com/office/powerpoint/2010/main" val="26926638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9" name="Object 8" hidden="1">
                        <a:extLst>
                          <a:ext uri="{FF2B5EF4-FFF2-40B4-BE49-F238E27FC236}">
                            <a16:creationId xmlns:a16="http://schemas.microsoft.com/office/drawing/2014/main" id="{1B56EABE-D55B-4373-F6CF-224BF43E855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CE8AADD-913B-949E-D663-554B1349714E}"/>
              </a:ext>
            </a:extLst>
          </p:cNvPr>
          <p:cNvSpPr>
            <a:spLocks noGrp="1"/>
          </p:cNvSpPr>
          <p:nvPr>
            <p:ph type="title" hasCustomPrompt="1"/>
          </p:nvPr>
        </p:nvSpPr>
        <p:spPr>
          <a:xfrm>
            <a:off x="360363" y="536576"/>
            <a:ext cx="11471275" cy="661988"/>
          </a:xfrm>
          <a:prstGeom prst="rect">
            <a:avLst/>
          </a:prstGeom>
        </p:spPr>
        <p:txBody>
          <a:bodyPr vert="horz"/>
          <a:lstStyle>
            <a:lvl1pPr rtl="0">
              <a:defRPr/>
            </a:lvl1pPr>
          </a:lstStyle>
          <a:p>
            <a:r>
              <a:rPr lang="en-GB"/>
              <a:t>Click to edit action title</a:t>
            </a:r>
          </a:p>
        </p:txBody>
      </p:sp>
      <p:sp>
        <p:nvSpPr>
          <p:cNvPr id="7" name="Text Placeholder 6">
            <a:extLst>
              <a:ext uri="{FF2B5EF4-FFF2-40B4-BE49-F238E27FC236}">
                <a16:creationId xmlns:a16="http://schemas.microsoft.com/office/drawing/2014/main" id="{9AB3F6AF-ED74-5EBB-9159-83208AE07A23}"/>
              </a:ext>
            </a:extLst>
          </p:cNvPr>
          <p:cNvSpPr>
            <a:spLocks noGrp="1"/>
          </p:cNvSpPr>
          <p:nvPr>
            <p:ph type="body" sz="quarter" idx="12" hasCustomPrompt="1"/>
          </p:nvPr>
        </p:nvSpPr>
        <p:spPr>
          <a:xfrm>
            <a:off x="360363" y="207165"/>
            <a:ext cx="11471275" cy="178593"/>
          </a:xfrm>
          <a:prstGeom prst="rect">
            <a:avLst/>
          </a:prstGeom>
        </p:spPr>
        <p:txBody>
          <a:bodyPr anchor="b"/>
          <a:lstStyle>
            <a:lvl1pPr marL="0" indent="0" rtl="0">
              <a:buNone/>
              <a:defRPr sz="1200" cap="all" baseline="0">
                <a:solidFill>
                  <a:schemeClr val="tx2">
                    <a:lumMod val="60000"/>
                    <a:lumOff val="40000"/>
                  </a:schemeClr>
                </a:solidFill>
                <a:latin typeface="+mj-lt"/>
              </a:defRPr>
            </a:lvl1pPr>
          </a:lstStyle>
          <a:p>
            <a:pPr lvl="0"/>
            <a:r>
              <a:rPr lang="en-GB"/>
              <a:t>Click to edit chapter text</a:t>
            </a:r>
          </a:p>
        </p:txBody>
      </p:sp>
      <p:sp>
        <p:nvSpPr>
          <p:cNvPr id="12" name="Text Placeholder 11">
            <a:extLst>
              <a:ext uri="{FF2B5EF4-FFF2-40B4-BE49-F238E27FC236}">
                <a16:creationId xmlns:a16="http://schemas.microsoft.com/office/drawing/2014/main" id="{8282BAF1-276B-A194-EB89-47200DC6CF6B}"/>
              </a:ext>
            </a:extLst>
          </p:cNvPr>
          <p:cNvSpPr>
            <a:spLocks noGrp="1"/>
          </p:cNvSpPr>
          <p:nvPr>
            <p:ph type="body" sz="quarter" idx="13"/>
          </p:nvPr>
        </p:nvSpPr>
        <p:spPr>
          <a:xfrm>
            <a:off x="360364" y="1557338"/>
            <a:ext cx="5555636" cy="4581525"/>
          </a:xfrm>
          <a:prstGeom prst="rect">
            <a:avLst/>
          </a:prstGeom>
        </p:spPr>
        <p:txBody>
          <a:bodyPr/>
          <a:lstStyle>
            <a:lvl1pPr rtl="0">
              <a:defRPr/>
            </a:lvl1pPr>
            <a:lvl2pPr rtl="0">
              <a:defRPr/>
            </a:lvl2pPr>
            <a:lvl3pPr rtl="0">
              <a:defRPr/>
            </a:lvl3pPr>
            <a:lvl4pPr rtl="0">
              <a:defRPr/>
            </a:lvl4pPr>
            <a:lvl5pPr rtl="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Text Placeholder 11">
            <a:extLst>
              <a:ext uri="{FF2B5EF4-FFF2-40B4-BE49-F238E27FC236}">
                <a16:creationId xmlns:a16="http://schemas.microsoft.com/office/drawing/2014/main" id="{AA0D52EB-632D-88E7-6317-C688F978D8CD}"/>
              </a:ext>
            </a:extLst>
          </p:cNvPr>
          <p:cNvSpPr>
            <a:spLocks noGrp="1"/>
          </p:cNvSpPr>
          <p:nvPr>
            <p:ph type="body" sz="quarter" idx="14"/>
          </p:nvPr>
        </p:nvSpPr>
        <p:spPr>
          <a:xfrm>
            <a:off x="6276002" y="1557338"/>
            <a:ext cx="5555636" cy="4581525"/>
          </a:xfrm>
          <a:prstGeom prst="rect">
            <a:avLst/>
          </a:prstGeom>
        </p:spPr>
        <p:txBody>
          <a:bodyPr/>
          <a:lstStyle>
            <a:lvl1pPr rtl="0">
              <a:defRPr/>
            </a:lvl1pPr>
            <a:lvl2pPr rtl="0">
              <a:defRPr/>
            </a:lvl2pPr>
            <a:lvl3pPr rtl="0">
              <a:defRPr/>
            </a:lvl3pPr>
            <a:lvl4pPr rtl="0">
              <a:defRPr/>
            </a:lvl4pPr>
            <a:lvl5pPr rtl="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cxnSp>
        <p:nvCxnSpPr>
          <p:cNvPr id="11" name="Straight Connector 10">
            <a:extLst>
              <a:ext uri="{FF2B5EF4-FFF2-40B4-BE49-F238E27FC236}">
                <a16:creationId xmlns:a16="http://schemas.microsoft.com/office/drawing/2014/main" id="{53EB1BCA-6BD5-247C-67BB-74FF5B9E096A}"/>
              </a:ext>
            </a:extLst>
          </p:cNvPr>
          <p:cNvCxnSpPr>
            <a:cxnSpLocks/>
          </p:cNvCxnSpPr>
          <p:nvPr userDrawn="1"/>
        </p:nvCxnSpPr>
        <p:spPr bwMode="gray">
          <a:xfrm>
            <a:off x="6096000" y="1557338"/>
            <a:ext cx="0" cy="4581525"/>
          </a:xfrm>
          <a:prstGeom prst="line">
            <a:avLst/>
          </a:prstGeom>
          <a:ln w="9525">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2">
            <a:extLst>
              <a:ext uri="{FF2B5EF4-FFF2-40B4-BE49-F238E27FC236}">
                <a16:creationId xmlns:a16="http://schemas.microsoft.com/office/drawing/2014/main" id="{FD394BFE-4996-FB35-0C7B-6936CA83F796}"/>
              </a:ext>
            </a:extLst>
          </p:cNvPr>
          <p:cNvSpPr>
            <a:spLocks noGrp="1"/>
          </p:cNvSpPr>
          <p:nvPr>
            <p:ph type="ftr" sz="quarter" idx="3"/>
          </p:nvPr>
        </p:nvSpPr>
        <p:spPr>
          <a:xfrm>
            <a:off x="675936" y="6321425"/>
            <a:ext cx="10087857" cy="367612"/>
          </a:xfrm>
          <a:prstGeom prst="rect">
            <a:avLst/>
          </a:prstGeom>
        </p:spPr>
        <p:txBody>
          <a:bodyPr anchor="ctr"/>
          <a:lstStyle>
            <a:lvl1pPr rtl="0">
              <a:defRPr sz="1000">
                <a:solidFill>
                  <a:schemeClr val="tx1"/>
                </a:solidFill>
              </a:defRPr>
            </a:lvl1pPr>
          </a:lstStyle>
          <a:p>
            <a:endParaRPr lang="en-GB"/>
          </a:p>
        </p:txBody>
      </p:sp>
    </p:spTree>
    <p:extLst>
      <p:ext uri="{BB962C8B-B14F-4D97-AF65-F5344CB8AC3E}">
        <p14:creationId xmlns:p14="http://schemas.microsoft.com/office/powerpoint/2010/main" val="474566574"/>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3 Columns">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B56EABE-D55B-4373-F6CF-224BF43E855B}"/>
              </a:ext>
            </a:extLst>
          </p:cNvPr>
          <p:cNvGraphicFramePr>
            <a:graphicFrameLocks noChangeAspect="1"/>
          </p:cNvGraphicFramePr>
          <p:nvPr userDrawn="1">
            <p:custDataLst>
              <p:tags r:id="rId1"/>
            </p:custDataLst>
            <p:extLst>
              <p:ext uri="{D42A27DB-BD31-4B8C-83A1-F6EECF244321}">
                <p14:modId xmlns:p14="http://schemas.microsoft.com/office/powerpoint/2010/main" val="17572686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9" name="Object 8" hidden="1">
                        <a:extLst>
                          <a:ext uri="{FF2B5EF4-FFF2-40B4-BE49-F238E27FC236}">
                            <a16:creationId xmlns:a16="http://schemas.microsoft.com/office/drawing/2014/main" id="{1B56EABE-D55B-4373-F6CF-224BF43E855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CE8AADD-913B-949E-D663-554B1349714E}"/>
              </a:ext>
            </a:extLst>
          </p:cNvPr>
          <p:cNvSpPr>
            <a:spLocks noGrp="1"/>
          </p:cNvSpPr>
          <p:nvPr>
            <p:ph type="title" hasCustomPrompt="1"/>
          </p:nvPr>
        </p:nvSpPr>
        <p:spPr>
          <a:xfrm>
            <a:off x="360363" y="536576"/>
            <a:ext cx="11471275" cy="661988"/>
          </a:xfrm>
          <a:prstGeom prst="rect">
            <a:avLst/>
          </a:prstGeom>
        </p:spPr>
        <p:txBody>
          <a:bodyPr vert="horz"/>
          <a:lstStyle>
            <a:lvl1pPr rtl="0">
              <a:defRPr/>
            </a:lvl1pPr>
          </a:lstStyle>
          <a:p>
            <a:r>
              <a:rPr lang="en-GB"/>
              <a:t>Click to edit action title</a:t>
            </a:r>
          </a:p>
        </p:txBody>
      </p:sp>
      <p:sp>
        <p:nvSpPr>
          <p:cNvPr id="7" name="Text Placeholder 6">
            <a:extLst>
              <a:ext uri="{FF2B5EF4-FFF2-40B4-BE49-F238E27FC236}">
                <a16:creationId xmlns:a16="http://schemas.microsoft.com/office/drawing/2014/main" id="{9AB3F6AF-ED74-5EBB-9159-83208AE07A23}"/>
              </a:ext>
            </a:extLst>
          </p:cNvPr>
          <p:cNvSpPr>
            <a:spLocks noGrp="1"/>
          </p:cNvSpPr>
          <p:nvPr>
            <p:ph type="body" sz="quarter" idx="12" hasCustomPrompt="1"/>
          </p:nvPr>
        </p:nvSpPr>
        <p:spPr>
          <a:xfrm>
            <a:off x="360363" y="207165"/>
            <a:ext cx="11471275" cy="178593"/>
          </a:xfrm>
          <a:prstGeom prst="rect">
            <a:avLst/>
          </a:prstGeom>
        </p:spPr>
        <p:txBody>
          <a:bodyPr anchor="b"/>
          <a:lstStyle>
            <a:lvl1pPr marL="0" indent="0" rtl="0">
              <a:buNone/>
              <a:defRPr sz="1200" cap="all" baseline="0">
                <a:solidFill>
                  <a:schemeClr val="tx2">
                    <a:lumMod val="60000"/>
                    <a:lumOff val="40000"/>
                  </a:schemeClr>
                </a:solidFill>
                <a:latin typeface="+mj-lt"/>
              </a:defRPr>
            </a:lvl1pPr>
          </a:lstStyle>
          <a:p>
            <a:pPr lvl="0"/>
            <a:r>
              <a:rPr lang="en-GB"/>
              <a:t>Click to edit chapter text</a:t>
            </a:r>
          </a:p>
        </p:txBody>
      </p:sp>
      <p:sp>
        <p:nvSpPr>
          <p:cNvPr id="12" name="Text Placeholder 11">
            <a:extLst>
              <a:ext uri="{FF2B5EF4-FFF2-40B4-BE49-F238E27FC236}">
                <a16:creationId xmlns:a16="http://schemas.microsoft.com/office/drawing/2014/main" id="{8282BAF1-276B-A194-EB89-47200DC6CF6B}"/>
              </a:ext>
            </a:extLst>
          </p:cNvPr>
          <p:cNvSpPr>
            <a:spLocks noGrp="1"/>
          </p:cNvSpPr>
          <p:nvPr>
            <p:ph type="body" sz="quarter" idx="13"/>
          </p:nvPr>
        </p:nvSpPr>
        <p:spPr>
          <a:xfrm>
            <a:off x="360364" y="1557338"/>
            <a:ext cx="3585600" cy="4581525"/>
          </a:xfrm>
          <a:prstGeom prst="rect">
            <a:avLst/>
          </a:prstGeom>
        </p:spPr>
        <p:txBody>
          <a:bodyPr/>
          <a:lstStyle>
            <a:lvl1pPr rtl="0">
              <a:defRPr/>
            </a:lvl1pPr>
            <a:lvl2pPr rtl="0">
              <a:defRPr/>
            </a:lvl2pPr>
            <a:lvl3pPr rtl="0">
              <a:defRPr/>
            </a:lvl3pPr>
            <a:lvl4pPr rtl="0">
              <a:defRPr/>
            </a:lvl4pPr>
            <a:lvl5pPr rtl="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Text Placeholder 11">
            <a:extLst>
              <a:ext uri="{FF2B5EF4-FFF2-40B4-BE49-F238E27FC236}">
                <a16:creationId xmlns:a16="http://schemas.microsoft.com/office/drawing/2014/main" id="{AA0D52EB-632D-88E7-6317-C688F978D8CD}"/>
              </a:ext>
            </a:extLst>
          </p:cNvPr>
          <p:cNvSpPr>
            <a:spLocks noGrp="1"/>
          </p:cNvSpPr>
          <p:nvPr>
            <p:ph type="body" sz="quarter" idx="14"/>
          </p:nvPr>
        </p:nvSpPr>
        <p:spPr>
          <a:xfrm>
            <a:off x="4303202" y="1557338"/>
            <a:ext cx="3585600" cy="4581525"/>
          </a:xfrm>
          <a:prstGeom prst="rect">
            <a:avLst/>
          </a:prstGeom>
        </p:spPr>
        <p:txBody>
          <a:bodyPr/>
          <a:lstStyle>
            <a:lvl1pPr rtl="0">
              <a:defRPr/>
            </a:lvl1pPr>
            <a:lvl2pPr rtl="0">
              <a:defRPr/>
            </a:lvl2pPr>
            <a:lvl3pPr rtl="0">
              <a:defRPr/>
            </a:lvl3pPr>
            <a:lvl4pPr rtl="0">
              <a:defRPr/>
            </a:lvl4pPr>
            <a:lvl5pPr rtl="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11">
            <a:extLst>
              <a:ext uri="{FF2B5EF4-FFF2-40B4-BE49-F238E27FC236}">
                <a16:creationId xmlns:a16="http://schemas.microsoft.com/office/drawing/2014/main" id="{A4F8645A-4C8F-B5EF-ABBE-0A7944FB9652}"/>
              </a:ext>
            </a:extLst>
          </p:cNvPr>
          <p:cNvSpPr>
            <a:spLocks noGrp="1"/>
          </p:cNvSpPr>
          <p:nvPr>
            <p:ph type="body" sz="quarter" idx="15"/>
          </p:nvPr>
        </p:nvSpPr>
        <p:spPr>
          <a:xfrm>
            <a:off x="8246038" y="1557338"/>
            <a:ext cx="3585600" cy="4581525"/>
          </a:xfrm>
          <a:prstGeom prst="rect">
            <a:avLst/>
          </a:prstGeom>
        </p:spPr>
        <p:txBody>
          <a:bodyPr/>
          <a:lstStyle>
            <a:lvl1pPr rtl="0">
              <a:defRPr/>
            </a:lvl1pPr>
            <a:lvl2pPr rtl="0">
              <a:defRPr/>
            </a:lvl2pPr>
            <a:lvl3pPr rtl="0">
              <a:defRPr/>
            </a:lvl3pPr>
            <a:lvl4pPr rtl="0">
              <a:defRPr/>
            </a:lvl4pPr>
            <a:lvl5pPr rtl="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cxnSp>
        <p:nvCxnSpPr>
          <p:cNvPr id="8" name="Straight Connector 7">
            <a:extLst>
              <a:ext uri="{FF2B5EF4-FFF2-40B4-BE49-F238E27FC236}">
                <a16:creationId xmlns:a16="http://schemas.microsoft.com/office/drawing/2014/main" id="{077A0E30-9124-5E6A-F7CB-DA7136515E2A}"/>
              </a:ext>
            </a:extLst>
          </p:cNvPr>
          <p:cNvCxnSpPr>
            <a:cxnSpLocks/>
          </p:cNvCxnSpPr>
          <p:nvPr userDrawn="1"/>
        </p:nvCxnSpPr>
        <p:spPr bwMode="gray">
          <a:xfrm>
            <a:off x="4124583" y="1557338"/>
            <a:ext cx="0" cy="458152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752DA0A-4663-C15E-45D1-287C660996D3}"/>
              </a:ext>
            </a:extLst>
          </p:cNvPr>
          <p:cNvCxnSpPr>
            <a:cxnSpLocks/>
          </p:cNvCxnSpPr>
          <p:nvPr userDrawn="1"/>
        </p:nvCxnSpPr>
        <p:spPr bwMode="gray">
          <a:xfrm>
            <a:off x="8067421" y="1557338"/>
            <a:ext cx="0" cy="458152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2">
            <a:extLst>
              <a:ext uri="{FF2B5EF4-FFF2-40B4-BE49-F238E27FC236}">
                <a16:creationId xmlns:a16="http://schemas.microsoft.com/office/drawing/2014/main" id="{03B40352-4AB6-C52B-44D6-EC669C4E2C3F}"/>
              </a:ext>
            </a:extLst>
          </p:cNvPr>
          <p:cNvSpPr>
            <a:spLocks noGrp="1"/>
          </p:cNvSpPr>
          <p:nvPr>
            <p:ph type="ftr" sz="quarter" idx="3"/>
          </p:nvPr>
        </p:nvSpPr>
        <p:spPr>
          <a:xfrm>
            <a:off x="675936" y="6321425"/>
            <a:ext cx="10087857" cy="367612"/>
          </a:xfrm>
          <a:prstGeom prst="rect">
            <a:avLst/>
          </a:prstGeom>
        </p:spPr>
        <p:txBody>
          <a:bodyPr anchor="ctr"/>
          <a:lstStyle>
            <a:lvl1pPr rtl="0">
              <a:defRPr sz="1000">
                <a:solidFill>
                  <a:schemeClr val="tx1"/>
                </a:solidFill>
              </a:defRPr>
            </a:lvl1pPr>
          </a:lstStyle>
          <a:p>
            <a:endParaRPr lang="en-GB"/>
          </a:p>
        </p:txBody>
      </p:sp>
    </p:spTree>
    <p:extLst>
      <p:ext uri="{BB962C8B-B14F-4D97-AF65-F5344CB8AC3E}">
        <p14:creationId xmlns:p14="http://schemas.microsoft.com/office/powerpoint/2010/main" val="4169561846"/>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Picture Layout - Right 1/2 ">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B56EABE-D55B-4373-F6CF-224BF43E855B}"/>
              </a:ext>
            </a:extLst>
          </p:cNvPr>
          <p:cNvGraphicFramePr>
            <a:graphicFrameLocks noChangeAspect="1"/>
          </p:cNvGraphicFramePr>
          <p:nvPr userDrawn="1">
            <p:custDataLst>
              <p:tags r:id="rId1"/>
            </p:custDataLst>
            <p:extLst>
              <p:ext uri="{D42A27DB-BD31-4B8C-83A1-F6EECF244321}">
                <p14:modId xmlns:p14="http://schemas.microsoft.com/office/powerpoint/2010/main" val="8755444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9" name="Object 8" hidden="1">
                        <a:extLst>
                          <a:ext uri="{FF2B5EF4-FFF2-40B4-BE49-F238E27FC236}">
                            <a16:creationId xmlns:a16="http://schemas.microsoft.com/office/drawing/2014/main" id="{1B56EABE-D55B-4373-F6CF-224BF43E855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id="{3AA15091-913D-700B-D6C5-7EC0E7D4BE42}"/>
              </a:ext>
            </a:extLst>
          </p:cNvPr>
          <p:cNvSpPr>
            <a:spLocks noGrp="1"/>
          </p:cNvSpPr>
          <p:nvPr>
            <p:ph type="pic" sz="quarter" idx="14"/>
          </p:nvPr>
        </p:nvSpPr>
        <p:spPr>
          <a:xfrm>
            <a:off x="6276002" y="0"/>
            <a:ext cx="5915998" cy="6858000"/>
          </a:xfrm>
          <a:prstGeom prst="rect">
            <a:avLst/>
          </a:prstGeom>
          <a:solidFill>
            <a:schemeClr val="tx1"/>
          </a:solidFill>
        </p:spPr>
        <p:txBody>
          <a:bodyPr/>
          <a:lstStyle>
            <a:lvl1pPr marL="0" indent="0">
              <a:buNone/>
              <a:defRPr>
                <a:solidFill>
                  <a:schemeClr val="bg2"/>
                </a:solidFill>
              </a:defRPr>
            </a:lvl1pPr>
          </a:lstStyle>
          <a:p>
            <a:r>
              <a:rPr lang="en-GB"/>
              <a:t>Click icon to add picture</a:t>
            </a:r>
            <a:endParaRPr lang="en-US"/>
          </a:p>
        </p:txBody>
      </p:sp>
      <p:sp>
        <p:nvSpPr>
          <p:cNvPr id="2" name="Title 1">
            <a:extLst>
              <a:ext uri="{FF2B5EF4-FFF2-40B4-BE49-F238E27FC236}">
                <a16:creationId xmlns:a16="http://schemas.microsoft.com/office/drawing/2014/main" id="{6CE8AADD-913B-949E-D663-554B1349714E}"/>
              </a:ext>
            </a:extLst>
          </p:cNvPr>
          <p:cNvSpPr>
            <a:spLocks noGrp="1"/>
          </p:cNvSpPr>
          <p:nvPr>
            <p:ph type="title" hasCustomPrompt="1"/>
          </p:nvPr>
        </p:nvSpPr>
        <p:spPr>
          <a:xfrm>
            <a:off x="360364" y="536576"/>
            <a:ext cx="5555636" cy="661988"/>
          </a:xfrm>
          <a:prstGeom prst="rect">
            <a:avLst/>
          </a:prstGeom>
        </p:spPr>
        <p:txBody>
          <a:bodyPr vert="horz"/>
          <a:lstStyle>
            <a:lvl1pPr rtl="0">
              <a:defRPr/>
            </a:lvl1pPr>
          </a:lstStyle>
          <a:p>
            <a:r>
              <a:rPr lang="en-GB"/>
              <a:t>Click to edit action title</a:t>
            </a:r>
          </a:p>
        </p:txBody>
      </p:sp>
      <p:sp>
        <p:nvSpPr>
          <p:cNvPr id="7" name="Text Placeholder 6">
            <a:extLst>
              <a:ext uri="{FF2B5EF4-FFF2-40B4-BE49-F238E27FC236}">
                <a16:creationId xmlns:a16="http://schemas.microsoft.com/office/drawing/2014/main" id="{9AB3F6AF-ED74-5EBB-9159-83208AE07A23}"/>
              </a:ext>
            </a:extLst>
          </p:cNvPr>
          <p:cNvSpPr>
            <a:spLocks noGrp="1"/>
          </p:cNvSpPr>
          <p:nvPr>
            <p:ph type="body" sz="quarter" idx="12" hasCustomPrompt="1"/>
          </p:nvPr>
        </p:nvSpPr>
        <p:spPr>
          <a:xfrm>
            <a:off x="360364" y="207165"/>
            <a:ext cx="5555636" cy="178593"/>
          </a:xfrm>
          <a:prstGeom prst="rect">
            <a:avLst/>
          </a:prstGeom>
        </p:spPr>
        <p:txBody>
          <a:bodyPr anchor="b"/>
          <a:lstStyle>
            <a:lvl1pPr marL="0" indent="0" rtl="0">
              <a:buNone/>
              <a:defRPr sz="1200" cap="all" baseline="0">
                <a:solidFill>
                  <a:schemeClr val="tx2">
                    <a:lumMod val="60000"/>
                    <a:lumOff val="40000"/>
                  </a:schemeClr>
                </a:solidFill>
                <a:latin typeface="+mj-lt"/>
              </a:defRPr>
            </a:lvl1pPr>
          </a:lstStyle>
          <a:p>
            <a:pPr lvl="0"/>
            <a:r>
              <a:rPr lang="en-GB"/>
              <a:t>Click to edit chapter text</a:t>
            </a:r>
          </a:p>
        </p:txBody>
      </p:sp>
      <p:sp>
        <p:nvSpPr>
          <p:cNvPr id="12" name="Text Placeholder 11">
            <a:extLst>
              <a:ext uri="{FF2B5EF4-FFF2-40B4-BE49-F238E27FC236}">
                <a16:creationId xmlns:a16="http://schemas.microsoft.com/office/drawing/2014/main" id="{8282BAF1-276B-A194-EB89-47200DC6CF6B}"/>
              </a:ext>
            </a:extLst>
          </p:cNvPr>
          <p:cNvSpPr>
            <a:spLocks noGrp="1"/>
          </p:cNvSpPr>
          <p:nvPr>
            <p:ph type="body" sz="quarter" idx="13"/>
          </p:nvPr>
        </p:nvSpPr>
        <p:spPr>
          <a:xfrm>
            <a:off x="360364" y="1557338"/>
            <a:ext cx="5555636" cy="4581525"/>
          </a:xfrm>
          <a:prstGeom prst="rect">
            <a:avLst/>
          </a:prstGeom>
        </p:spPr>
        <p:txBody>
          <a:bodyPr/>
          <a:lstStyle>
            <a:lvl1pPr rtl="0">
              <a:defRPr/>
            </a:lvl1pPr>
            <a:lvl2pPr rtl="0">
              <a:defRPr/>
            </a:lvl2pPr>
            <a:lvl3pPr rtl="0">
              <a:defRPr/>
            </a:lvl3pPr>
            <a:lvl4pPr rtl="0">
              <a:defRPr/>
            </a:lvl4pPr>
            <a:lvl5pPr rtl="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Footer Placeholder 2">
            <a:extLst>
              <a:ext uri="{FF2B5EF4-FFF2-40B4-BE49-F238E27FC236}">
                <a16:creationId xmlns:a16="http://schemas.microsoft.com/office/drawing/2014/main" id="{0E395449-3998-CDAA-2BC7-214BCDF5446A}"/>
              </a:ext>
            </a:extLst>
          </p:cNvPr>
          <p:cNvSpPr>
            <a:spLocks noGrp="1"/>
          </p:cNvSpPr>
          <p:nvPr>
            <p:ph type="ftr" sz="quarter" idx="3"/>
          </p:nvPr>
        </p:nvSpPr>
        <p:spPr>
          <a:xfrm>
            <a:off x="675936" y="6321425"/>
            <a:ext cx="5240677" cy="367612"/>
          </a:xfrm>
          <a:prstGeom prst="rect">
            <a:avLst/>
          </a:prstGeom>
        </p:spPr>
        <p:txBody>
          <a:bodyPr anchor="ctr"/>
          <a:lstStyle>
            <a:lvl1pPr rtl="0">
              <a:defRPr sz="1000">
                <a:solidFill>
                  <a:schemeClr val="tx1"/>
                </a:solidFill>
              </a:defRPr>
            </a:lvl1pPr>
          </a:lstStyle>
          <a:p>
            <a:endParaRPr lang="en-GB"/>
          </a:p>
        </p:txBody>
      </p:sp>
      <p:sp>
        <p:nvSpPr>
          <p:cNvPr id="6" name="Slide Number Placeholder 3">
            <a:extLst>
              <a:ext uri="{FF2B5EF4-FFF2-40B4-BE49-F238E27FC236}">
                <a16:creationId xmlns:a16="http://schemas.microsoft.com/office/drawing/2014/main" id="{8119F505-CCC0-1D76-FA0D-06161C3D5EFF}"/>
              </a:ext>
            </a:extLst>
          </p:cNvPr>
          <p:cNvSpPr>
            <a:spLocks noGrp="1"/>
          </p:cNvSpPr>
          <p:nvPr>
            <p:ph type="sldNum" sz="quarter" idx="11"/>
          </p:nvPr>
        </p:nvSpPr>
        <p:spPr>
          <a:xfrm>
            <a:off x="11126972" y="6317863"/>
            <a:ext cx="704666" cy="181362"/>
          </a:xfrm>
          <a:prstGeom prst="rect">
            <a:avLst/>
          </a:prstGeom>
          <a:noFill/>
        </p:spPr>
        <p:txBody>
          <a:bodyPr vert="horz" lIns="0" tIns="0" rIns="0" bIns="0" rtlCol="0" anchor="b">
            <a:noAutofit/>
          </a:bodyPr>
          <a:lstStyle>
            <a:defPPr>
              <a:defRPr lang="en-US"/>
            </a:defPPr>
            <a:lvl1pPr marL="0" algn="r" defTabSz="914400" rtl="0" eaLnBrk="1" latinLnBrk="0" hangingPunct="1">
              <a:defRPr sz="10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0BE2C1E-995C-4121-AD26-7DE6C74EE600}" type="slidenum">
              <a:rPr lang="en-GB" smtClean="0"/>
              <a:pPr/>
              <a:t>‹#›</a:t>
            </a:fld>
            <a:endParaRPr lang="en-GB"/>
          </a:p>
        </p:txBody>
      </p:sp>
      <p:sp>
        <p:nvSpPr>
          <p:cNvPr id="10" name="TextBox 9">
            <a:extLst>
              <a:ext uri="{FF2B5EF4-FFF2-40B4-BE49-F238E27FC236}">
                <a16:creationId xmlns:a16="http://schemas.microsoft.com/office/drawing/2014/main" id="{C91EFB40-908A-B2E7-72DD-3D490605C48D}"/>
              </a:ext>
            </a:extLst>
          </p:cNvPr>
          <p:cNvSpPr txBox="1"/>
          <p:nvPr userDrawn="1"/>
        </p:nvSpPr>
        <p:spPr bwMode="gray">
          <a:xfrm>
            <a:off x="-718457" y="6814457"/>
            <a:ext cx="0" cy="0"/>
          </a:xfrm>
          <a:prstGeom prst="rect">
            <a:avLst/>
          </a:prstGeom>
          <a:noFill/>
        </p:spPr>
        <p:txBody>
          <a:bodyPr wrap="none" lIns="0" tIns="0" rIns="0" bIns="0" rtlCol="0">
            <a:noAutofit/>
          </a:bodyPr>
          <a:lstStyle/>
          <a:p>
            <a:pPr marL="216000" indent="-216000" algn="l">
              <a:spcBef>
                <a:spcPts val="600"/>
              </a:spcBef>
              <a:buFont typeface="Arial" panose="020B0604020202020204" pitchFamily="34" charset="0"/>
              <a:buChar char="•"/>
            </a:pPr>
            <a:endParaRPr lang="en-GB" sz="1200" err="1"/>
          </a:p>
        </p:txBody>
      </p:sp>
    </p:spTree>
    <p:extLst>
      <p:ext uri="{BB962C8B-B14F-4D97-AF65-F5344CB8AC3E}">
        <p14:creationId xmlns:p14="http://schemas.microsoft.com/office/powerpoint/2010/main" val="998629340"/>
      </p:ext>
    </p:extLst>
  </p:cSld>
  <p:clrMapOvr>
    <a:masterClrMapping/>
  </p:clrMapOvr>
  <p:extLst>
    <p:ext uri="{DCECCB84-F9BA-43D5-87BE-67443E8EF086}">
      <p15:sldGuideLst xmlns:p15="http://schemas.microsoft.com/office/powerpoint/2012/main">
        <p15:guide id="1" pos="3727">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37CCCAD9-9256-CF6B-F4ED-9A34A4CA118B}"/>
              </a:ext>
            </a:extLst>
          </p:cNvPr>
          <p:cNvSpPr>
            <a:spLocks noGrp="1"/>
          </p:cNvSpPr>
          <p:nvPr>
            <p:ph type="pic" sz="quarter" idx="11"/>
          </p:nvPr>
        </p:nvSpPr>
        <p:spPr>
          <a:xfrm>
            <a:off x="8121330" y="0"/>
            <a:ext cx="4070667" cy="6858000"/>
          </a:xfrm>
          <a:solidFill>
            <a:schemeClr val="tx1"/>
          </a:solidFill>
        </p:spPr>
        <p:txBody>
          <a:bodyPr/>
          <a:lstStyle/>
          <a:p>
            <a:r>
              <a:rPr lang="en-GB"/>
              <a:t>Click icon to add picture</a:t>
            </a:r>
          </a:p>
        </p:txBody>
      </p:sp>
      <p:sp>
        <p:nvSpPr>
          <p:cNvPr id="2" name="Title 1">
            <a:extLst>
              <a:ext uri="{FF2B5EF4-FFF2-40B4-BE49-F238E27FC236}">
                <a16:creationId xmlns:a16="http://schemas.microsoft.com/office/drawing/2014/main" id="{4D5AB824-8E31-DCCB-7816-8C043272CE1A}"/>
              </a:ext>
            </a:extLst>
          </p:cNvPr>
          <p:cNvSpPr>
            <a:spLocks noGrp="1"/>
          </p:cNvSpPr>
          <p:nvPr>
            <p:ph type="title"/>
          </p:nvPr>
        </p:nvSpPr>
        <p:spPr>
          <a:xfrm>
            <a:off x="360000" y="536576"/>
            <a:ext cx="7485623" cy="661987"/>
          </a:xfrm>
        </p:spPr>
        <p:txBody>
          <a:bodyPr/>
          <a:lstStyle/>
          <a:p>
            <a:r>
              <a:rPr lang="en-GB"/>
              <a:t>Click to edit Master title style</a:t>
            </a:r>
          </a:p>
        </p:txBody>
      </p:sp>
      <p:sp>
        <p:nvSpPr>
          <p:cNvPr id="3" name="Footer Placeholder 2">
            <a:extLst>
              <a:ext uri="{FF2B5EF4-FFF2-40B4-BE49-F238E27FC236}">
                <a16:creationId xmlns:a16="http://schemas.microsoft.com/office/drawing/2014/main" id="{304F5DB0-C987-FA9A-46F5-2520A0BA1DF6}"/>
              </a:ext>
            </a:extLst>
          </p:cNvPr>
          <p:cNvSpPr>
            <a:spLocks noGrp="1"/>
          </p:cNvSpPr>
          <p:nvPr>
            <p:ph type="ftr" sz="quarter" idx="10"/>
          </p:nvPr>
        </p:nvSpPr>
        <p:spPr>
          <a:xfrm>
            <a:off x="675937" y="6321425"/>
            <a:ext cx="7368606" cy="367612"/>
          </a:xfrm>
        </p:spPr>
        <p:txBody>
          <a:bodyPr/>
          <a:lstStyle/>
          <a:p>
            <a:endParaRPr lang="en-GB"/>
          </a:p>
        </p:txBody>
      </p:sp>
      <p:cxnSp>
        <p:nvCxnSpPr>
          <p:cNvPr id="5" name="Straight Connector 4">
            <a:extLst>
              <a:ext uri="{FF2B5EF4-FFF2-40B4-BE49-F238E27FC236}">
                <a16:creationId xmlns:a16="http://schemas.microsoft.com/office/drawing/2014/main" id="{0FF2B470-6416-ED2A-CEE1-47942FB5C702}"/>
              </a:ext>
            </a:extLst>
          </p:cNvPr>
          <p:cNvCxnSpPr>
            <a:cxnSpLocks/>
          </p:cNvCxnSpPr>
          <p:nvPr userDrawn="1"/>
        </p:nvCxnSpPr>
        <p:spPr bwMode="gray">
          <a:xfrm>
            <a:off x="2743200" y="3722766"/>
            <a:ext cx="0" cy="2160911"/>
          </a:xfrm>
          <a:prstGeom prst="line">
            <a:avLst/>
          </a:prstGeom>
          <a:ln w="1270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5EF2DE82-B254-EDE8-E7C8-B2A811AE61DB}"/>
              </a:ext>
            </a:extLst>
          </p:cNvPr>
          <p:cNvCxnSpPr>
            <a:cxnSpLocks/>
          </p:cNvCxnSpPr>
          <p:nvPr userDrawn="1"/>
        </p:nvCxnSpPr>
        <p:spPr bwMode="gray">
          <a:xfrm>
            <a:off x="5448300" y="3722766"/>
            <a:ext cx="0" cy="2160911"/>
          </a:xfrm>
          <a:prstGeom prst="line">
            <a:avLst/>
          </a:prstGeom>
          <a:ln w="1270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8" name="Text Placeholder 6">
            <a:extLst>
              <a:ext uri="{FF2B5EF4-FFF2-40B4-BE49-F238E27FC236}">
                <a16:creationId xmlns:a16="http://schemas.microsoft.com/office/drawing/2014/main" id="{A7D2A3A8-4263-816F-EB8C-E298B2B1CAF7}"/>
              </a:ext>
            </a:extLst>
          </p:cNvPr>
          <p:cNvSpPr>
            <a:spLocks noGrp="1"/>
          </p:cNvSpPr>
          <p:nvPr>
            <p:ph type="body" sz="quarter" idx="12" hasCustomPrompt="1"/>
          </p:nvPr>
        </p:nvSpPr>
        <p:spPr>
          <a:xfrm>
            <a:off x="360364" y="207165"/>
            <a:ext cx="7485260" cy="178593"/>
          </a:xfrm>
          <a:prstGeom prst="rect">
            <a:avLst/>
          </a:prstGeom>
        </p:spPr>
        <p:txBody>
          <a:bodyPr anchor="b"/>
          <a:lstStyle>
            <a:lvl1pPr marL="0" indent="0" rtl="0">
              <a:buNone/>
              <a:defRPr sz="1200" cap="all" baseline="0">
                <a:solidFill>
                  <a:schemeClr val="tx2">
                    <a:lumMod val="60000"/>
                    <a:lumOff val="40000"/>
                  </a:schemeClr>
                </a:solidFill>
                <a:latin typeface="+mj-lt"/>
              </a:defRPr>
            </a:lvl1pPr>
          </a:lstStyle>
          <a:p>
            <a:pPr lvl="0"/>
            <a:r>
              <a:rPr lang="en-GB"/>
              <a:t>Click to edit chapter text</a:t>
            </a:r>
          </a:p>
        </p:txBody>
      </p:sp>
      <p:sp>
        <p:nvSpPr>
          <p:cNvPr id="19" name="Text Placeholder 11">
            <a:extLst>
              <a:ext uri="{FF2B5EF4-FFF2-40B4-BE49-F238E27FC236}">
                <a16:creationId xmlns:a16="http://schemas.microsoft.com/office/drawing/2014/main" id="{2EA70141-D634-DDAE-7CDD-3D62AA17E329}"/>
              </a:ext>
            </a:extLst>
          </p:cNvPr>
          <p:cNvSpPr>
            <a:spLocks noGrp="1"/>
          </p:cNvSpPr>
          <p:nvPr>
            <p:ph type="body" sz="quarter" idx="13"/>
          </p:nvPr>
        </p:nvSpPr>
        <p:spPr>
          <a:xfrm>
            <a:off x="360364" y="1557339"/>
            <a:ext cx="7485260" cy="1577896"/>
          </a:xfrm>
          <a:prstGeom prst="rect">
            <a:avLst/>
          </a:prstGeom>
        </p:spPr>
        <p:txBody>
          <a:bodyPr/>
          <a:lstStyle>
            <a:lvl1pPr rtl="0">
              <a:defRPr/>
            </a:lvl1pPr>
            <a:lvl2pPr rtl="0">
              <a:defRPr/>
            </a:lvl2pPr>
            <a:lvl3pPr rtl="0">
              <a:defRPr/>
            </a:lvl3pPr>
            <a:lvl4pPr rtl="0">
              <a:defRPr/>
            </a:lvl4pPr>
            <a:lvl5pPr rtl="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3" name="Text Placeholder 22">
            <a:extLst>
              <a:ext uri="{FF2B5EF4-FFF2-40B4-BE49-F238E27FC236}">
                <a16:creationId xmlns:a16="http://schemas.microsoft.com/office/drawing/2014/main" id="{7A040119-EDAD-89B4-AF59-D7794C22A7A0}"/>
              </a:ext>
            </a:extLst>
          </p:cNvPr>
          <p:cNvSpPr>
            <a:spLocks noGrp="1"/>
          </p:cNvSpPr>
          <p:nvPr>
            <p:ph type="body" sz="quarter" idx="14"/>
          </p:nvPr>
        </p:nvSpPr>
        <p:spPr>
          <a:xfrm>
            <a:off x="360364" y="3357563"/>
            <a:ext cx="2107130" cy="27495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4" name="Text Placeholder 22">
            <a:extLst>
              <a:ext uri="{FF2B5EF4-FFF2-40B4-BE49-F238E27FC236}">
                <a16:creationId xmlns:a16="http://schemas.microsoft.com/office/drawing/2014/main" id="{74FCE1E1-5E79-19AD-8917-8F4D4D6BE63F}"/>
              </a:ext>
            </a:extLst>
          </p:cNvPr>
          <p:cNvSpPr>
            <a:spLocks noGrp="1"/>
          </p:cNvSpPr>
          <p:nvPr>
            <p:ph type="body" sz="quarter" idx="15"/>
          </p:nvPr>
        </p:nvSpPr>
        <p:spPr>
          <a:xfrm>
            <a:off x="3060021" y="3357563"/>
            <a:ext cx="2140374" cy="27495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5" name="Text Placeholder 22">
            <a:extLst>
              <a:ext uri="{FF2B5EF4-FFF2-40B4-BE49-F238E27FC236}">
                <a16:creationId xmlns:a16="http://schemas.microsoft.com/office/drawing/2014/main" id="{59532641-4A59-C098-AD86-DD47DC3D23C1}"/>
              </a:ext>
            </a:extLst>
          </p:cNvPr>
          <p:cNvSpPr>
            <a:spLocks noGrp="1"/>
          </p:cNvSpPr>
          <p:nvPr>
            <p:ph type="body" sz="quarter" idx="16"/>
          </p:nvPr>
        </p:nvSpPr>
        <p:spPr>
          <a:xfrm>
            <a:off x="5705249" y="3357563"/>
            <a:ext cx="2140374" cy="27495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6" name="Slide Number Placeholder 3">
            <a:extLst>
              <a:ext uri="{FF2B5EF4-FFF2-40B4-BE49-F238E27FC236}">
                <a16:creationId xmlns:a16="http://schemas.microsoft.com/office/drawing/2014/main" id="{8EAFDB7A-387F-173C-A81F-BF4D9ACD20C7}"/>
              </a:ext>
            </a:extLst>
          </p:cNvPr>
          <p:cNvSpPr>
            <a:spLocks noGrp="1"/>
          </p:cNvSpPr>
          <p:nvPr>
            <p:ph type="sldNum" sz="quarter" idx="17"/>
          </p:nvPr>
        </p:nvSpPr>
        <p:spPr>
          <a:xfrm>
            <a:off x="11126972" y="6317863"/>
            <a:ext cx="704666" cy="181362"/>
          </a:xfrm>
          <a:prstGeom prst="rect">
            <a:avLst/>
          </a:prstGeom>
          <a:noFill/>
        </p:spPr>
        <p:txBody>
          <a:bodyPr vert="horz" lIns="0" tIns="0" rIns="0" bIns="0" rtlCol="0" anchor="b">
            <a:noAutofit/>
          </a:bodyPr>
          <a:lstStyle>
            <a:defPPr>
              <a:defRPr lang="en-US"/>
            </a:defPPr>
            <a:lvl1pPr marL="0" algn="r" defTabSz="914400" rtl="0" eaLnBrk="1" latinLnBrk="0" hangingPunct="1">
              <a:defRPr sz="10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0BE2C1E-995C-4121-AD26-7DE6C74EE600}" type="slidenum">
              <a:rPr lang="en-GB" smtClean="0"/>
              <a:pPr/>
              <a:t>‹#›</a:t>
            </a:fld>
            <a:endParaRPr lang="en-GB"/>
          </a:p>
        </p:txBody>
      </p:sp>
    </p:spTree>
    <p:extLst>
      <p:ext uri="{BB962C8B-B14F-4D97-AF65-F5344CB8AC3E}">
        <p14:creationId xmlns:p14="http://schemas.microsoft.com/office/powerpoint/2010/main" val="500517312"/>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CV">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FC6C5F2-0587-E71A-6AF6-1C672CE4AFE7}"/>
              </a:ext>
            </a:extLst>
          </p:cNvPr>
          <p:cNvSpPr/>
          <p:nvPr userDrawn="1"/>
        </p:nvSpPr>
        <p:spPr bwMode="gray">
          <a:xfrm>
            <a:off x="-5419" y="0"/>
            <a:ext cx="383120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GB" sz="1400"/>
          </a:p>
        </p:txBody>
      </p:sp>
      <p:sp>
        <p:nvSpPr>
          <p:cNvPr id="5" name="Footer Placeholder 5">
            <a:extLst>
              <a:ext uri="{FF2B5EF4-FFF2-40B4-BE49-F238E27FC236}">
                <a16:creationId xmlns:a16="http://schemas.microsoft.com/office/drawing/2014/main" id="{E8D38161-7E77-5DB9-F2CC-E33C2846AECE}"/>
              </a:ext>
            </a:extLst>
          </p:cNvPr>
          <p:cNvSpPr>
            <a:spLocks noGrp="1"/>
          </p:cNvSpPr>
          <p:nvPr>
            <p:ph type="ftr" sz="quarter" idx="11"/>
          </p:nvPr>
        </p:nvSpPr>
        <p:spPr>
          <a:xfrm>
            <a:off x="4045397" y="6321425"/>
            <a:ext cx="6718396" cy="367612"/>
          </a:xfrm>
        </p:spPr>
        <p:txBody>
          <a:bodyPr/>
          <a:lstStyle/>
          <a:p>
            <a:endParaRPr lang="en-US"/>
          </a:p>
        </p:txBody>
      </p:sp>
      <p:pic>
        <p:nvPicPr>
          <p:cNvPr id="6" name="Logo-white">
            <a:extLst>
              <a:ext uri="{FF2B5EF4-FFF2-40B4-BE49-F238E27FC236}">
                <a16:creationId xmlns:a16="http://schemas.microsoft.com/office/drawing/2014/main" id="{47D0D993-0553-6A5C-25AB-EFCBE9B5B82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1334902" y="216000"/>
            <a:ext cx="646728" cy="763199"/>
          </a:xfrm>
          <a:prstGeom prst="rect">
            <a:avLst/>
          </a:prstGeom>
        </p:spPr>
      </p:pic>
      <p:sp>
        <p:nvSpPr>
          <p:cNvPr id="7" name="Picture Placeholder 14">
            <a:extLst>
              <a:ext uri="{FF2B5EF4-FFF2-40B4-BE49-F238E27FC236}">
                <a16:creationId xmlns:a16="http://schemas.microsoft.com/office/drawing/2014/main" id="{EBE17BB3-EF85-EA2E-4187-BC13B34E4A47}"/>
              </a:ext>
            </a:extLst>
          </p:cNvPr>
          <p:cNvSpPr>
            <a:spLocks noGrp="1"/>
          </p:cNvSpPr>
          <p:nvPr>
            <p:ph type="pic" sz="quarter" idx="13" hasCustomPrompt="1"/>
          </p:nvPr>
        </p:nvSpPr>
        <p:spPr>
          <a:xfrm>
            <a:off x="360000" y="360000"/>
            <a:ext cx="827999" cy="827999"/>
          </a:xfrm>
          <a:prstGeom prst="ellipse">
            <a:avLst/>
          </a:prstGeom>
          <a:solidFill>
            <a:schemeClr val="bg1"/>
          </a:solidFill>
        </p:spPr>
        <p:txBody>
          <a:bodyPr/>
          <a:lstStyle>
            <a:lvl1pPr marL="0" indent="0" algn="ctr">
              <a:buNone/>
              <a:defRPr sz="1200"/>
            </a:lvl1pPr>
          </a:lstStyle>
          <a:p>
            <a:r>
              <a:rPr lang="en-GB"/>
              <a:t>Profile Picture</a:t>
            </a:r>
          </a:p>
        </p:txBody>
      </p:sp>
      <p:sp>
        <p:nvSpPr>
          <p:cNvPr id="11" name="Text Placeholder 28">
            <a:extLst>
              <a:ext uri="{FF2B5EF4-FFF2-40B4-BE49-F238E27FC236}">
                <a16:creationId xmlns:a16="http://schemas.microsoft.com/office/drawing/2014/main" id="{FFA551A1-BF35-C39C-8697-CB1E9345E642}"/>
              </a:ext>
            </a:extLst>
          </p:cNvPr>
          <p:cNvSpPr>
            <a:spLocks noGrp="1"/>
          </p:cNvSpPr>
          <p:nvPr>
            <p:ph type="body" sz="quarter" idx="15" hasCustomPrompt="1"/>
          </p:nvPr>
        </p:nvSpPr>
        <p:spPr>
          <a:xfrm>
            <a:off x="360000" y="1702992"/>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12" name="TextBox 11">
            <a:extLst>
              <a:ext uri="{FF2B5EF4-FFF2-40B4-BE49-F238E27FC236}">
                <a16:creationId xmlns:a16="http://schemas.microsoft.com/office/drawing/2014/main" id="{5DD36D57-5269-61F2-B19F-1F6BB9536DE8}"/>
              </a:ext>
            </a:extLst>
          </p:cNvPr>
          <p:cNvSpPr txBox="1"/>
          <p:nvPr userDrawn="1"/>
        </p:nvSpPr>
        <p:spPr bwMode="gray">
          <a:xfrm>
            <a:off x="360000" y="1423646"/>
            <a:ext cx="1728192" cy="21409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GB" sz="1050">
                <a:solidFill>
                  <a:schemeClr val="bg1"/>
                </a:solidFill>
                <a:latin typeface="+mj-lt"/>
              </a:rPr>
              <a:t>Experience</a:t>
            </a:r>
            <a:endParaRPr lang="en-GB" sz="1400">
              <a:solidFill>
                <a:schemeClr val="bg1"/>
              </a:solidFill>
              <a:latin typeface="+mj-lt"/>
            </a:endParaRPr>
          </a:p>
        </p:txBody>
      </p:sp>
      <p:sp>
        <p:nvSpPr>
          <p:cNvPr id="13" name="Text Placeholder 28">
            <a:extLst>
              <a:ext uri="{FF2B5EF4-FFF2-40B4-BE49-F238E27FC236}">
                <a16:creationId xmlns:a16="http://schemas.microsoft.com/office/drawing/2014/main" id="{95C386AA-BD58-3018-CD73-1889351A6020}"/>
              </a:ext>
            </a:extLst>
          </p:cNvPr>
          <p:cNvSpPr>
            <a:spLocks noGrp="1"/>
          </p:cNvSpPr>
          <p:nvPr>
            <p:ph type="body" sz="quarter" idx="16" hasCustomPrompt="1"/>
          </p:nvPr>
        </p:nvSpPr>
        <p:spPr>
          <a:xfrm>
            <a:off x="1318063" y="1698131"/>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r>
              <a:rPr lang="en-US"/>
              <a:t>Company</a:t>
            </a:r>
            <a:endParaRPr lang="en-GB"/>
          </a:p>
        </p:txBody>
      </p:sp>
      <p:sp>
        <p:nvSpPr>
          <p:cNvPr id="14" name="Text Placeholder 28">
            <a:extLst>
              <a:ext uri="{FF2B5EF4-FFF2-40B4-BE49-F238E27FC236}">
                <a16:creationId xmlns:a16="http://schemas.microsoft.com/office/drawing/2014/main" id="{8A736D33-7C4D-BC9E-6A16-FE42C1380200}"/>
              </a:ext>
            </a:extLst>
          </p:cNvPr>
          <p:cNvSpPr>
            <a:spLocks noGrp="1"/>
          </p:cNvSpPr>
          <p:nvPr>
            <p:ph type="body" sz="quarter" idx="17" hasCustomPrompt="1"/>
          </p:nvPr>
        </p:nvSpPr>
        <p:spPr>
          <a:xfrm>
            <a:off x="1318063" y="1883242"/>
            <a:ext cx="2412000" cy="180000"/>
          </a:xfrm>
        </p:spPr>
        <p:txBody>
          <a:bodyPr anchor="ctr"/>
          <a:lstStyle>
            <a:lvl1pPr marL="0" indent="0">
              <a:lnSpc>
                <a:spcPct val="100000"/>
              </a:lnSpc>
              <a:spcBef>
                <a:spcPct val="0"/>
              </a:spcBef>
              <a:buNone/>
              <a:defRPr sz="1000" i="0">
                <a:solidFill>
                  <a:schemeClr val="bg1"/>
                </a:solidFill>
              </a:defRPr>
            </a:lvl1pPr>
          </a:lstStyle>
          <a:p>
            <a:pPr lvl="0"/>
            <a:r>
              <a:rPr lang="en-US"/>
              <a:t>Position</a:t>
            </a:r>
            <a:endParaRPr lang="en-GB"/>
          </a:p>
        </p:txBody>
      </p:sp>
      <p:sp>
        <p:nvSpPr>
          <p:cNvPr id="15" name="Text Placeholder 28">
            <a:extLst>
              <a:ext uri="{FF2B5EF4-FFF2-40B4-BE49-F238E27FC236}">
                <a16:creationId xmlns:a16="http://schemas.microsoft.com/office/drawing/2014/main" id="{61A79F10-4485-A613-9A8B-563723845ED9}"/>
              </a:ext>
            </a:extLst>
          </p:cNvPr>
          <p:cNvSpPr>
            <a:spLocks noGrp="1"/>
          </p:cNvSpPr>
          <p:nvPr>
            <p:ph type="body" sz="quarter" idx="18" hasCustomPrompt="1"/>
          </p:nvPr>
        </p:nvSpPr>
        <p:spPr>
          <a:xfrm>
            <a:off x="1435999" y="537937"/>
            <a:ext cx="2304000" cy="180000"/>
          </a:xfrm>
        </p:spPr>
        <p:txBody>
          <a:bodyPr anchor="ctr"/>
          <a:lstStyle>
            <a:lvl1pPr marL="0" indent="0">
              <a:lnSpc>
                <a:spcPct val="100000"/>
              </a:lnSpc>
              <a:spcBef>
                <a:spcPct val="0"/>
              </a:spcBef>
              <a:buNone/>
              <a:defRPr sz="1200" cap="all" baseline="0">
                <a:solidFill>
                  <a:schemeClr val="bg1"/>
                </a:solidFill>
                <a:latin typeface="+mj-lt"/>
              </a:defRPr>
            </a:lvl1pPr>
          </a:lstStyle>
          <a:p>
            <a:pPr lvl="0"/>
            <a:r>
              <a:rPr lang="en-US"/>
              <a:t>Name</a:t>
            </a:r>
            <a:endParaRPr lang="en-GB"/>
          </a:p>
        </p:txBody>
      </p:sp>
      <p:sp>
        <p:nvSpPr>
          <p:cNvPr id="16" name="Text Placeholder 28">
            <a:extLst>
              <a:ext uri="{FF2B5EF4-FFF2-40B4-BE49-F238E27FC236}">
                <a16:creationId xmlns:a16="http://schemas.microsoft.com/office/drawing/2014/main" id="{270F4BB3-DCE3-9B02-3232-62F61B331EAC}"/>
              </a:ext>
            </a:extLst>
          </p:cNvPr>
          <p:cNvSpPr>
            <a:spLocks noGrp="1"/>
          </p:cNvSpPr>
          <p:nvPr>
            <p:ph type="body" sz="quarter" idx="19" hasCustomPrompt="1"/>
          </p:nvPr>
        </p:nvSpPr>
        <p:spPr>
          <a:xfrm>
            <a:off x="1435999" y="791602"/>
            <a:ext cx="2304000" cy="180000"/>
          </a:xfrm>
        </p:spPr>
        <p:txBody>
          <a:bodyPr anchor="ctr"/>
          <a:lstStyle>
            <a:lvl1pPr marL="0" indent="0">
              <a:lnSpc>
                <a:spcPct val="100000"/>
              </a:lnSpc>
              <a:spcBef>
                <a:spcPct val="0"/>
              </a:spcBef>
              <a:buNone/>
              <a:defRPr sz="1050">
                <a:solidFill>
                  <a:schemeClr val="bg1"/>
                </a:solidFill>
              </a:defRPr>
            </a:lvl1pPr>
          </a:lstStyle>
          <a:p>
            <a:pPr lvl="0"/>
            <a:r>
              <a:rPr lang="en-US"/>
              <a:t>Position</a:t>
            </a:r>
            <a:endParaRPr lang="en-GB"/>
          </a:p>
        </p:txBody>
      </p:sp>
      <p:sp>
        <p:nvSpPr>
          <p:cNvPr id="17" name="Text Placeholder 28">
            <a:extLst>
              <a:ext uri="{FF2B5EF4-FFF2-40B4-BE49-F238E27FC236}">
                <a16:creationId xmlns:a16="http://schemas.microsoft.com/office/drawing/2014/main" id="{D000A76F-39EB-4717-E0DF-0035401C2A75}"/>
              </a:ext>
            </a:extLst>
          </p:cNvPr>
          <p:cNvSpPr>
            <a:spLocks noGrp="1"/>
          </p:cNvSpPr>
          <p:nvPr>
            <p:ph type="body" sz="quarter" idx="20" hasCustomPrompt="1"/>
          </p:nvPr>
        </p:nvSpPr>
        <p:spPr>
          <a:xfrm>
            <a:off x="360000" y="2127609"/>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18" name="Text Placeholder 28">
            <a:extLst>
              <a:ext uri="{FF2B5EF4-FFF2-40B4-BE49-F238E27FC236}">
                <a16:creationId xmlns:a16="http://schemas.microsoft.com/office/drawing/2014/main" id="{10BE93CF-7A28-8287-E2C8-BEEFF2A3D430}"/>
              </a:ext>
            </a:extLst>
          </p:cNvPr>
          <p:cNvSpPr>
            <a:spLocks noGrp="1"/>
          </p:cNvSpPr>
          <p:nvPr>
            <p:ph type="body" sz="quarter" idx="21" hasCustomPrompt="1"/>
          </p:nvPr>
        </p:nvSpPr>
        <p:spPr>
          <a:xfrm>
            <a:off x="1318063" y="2123699"/>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r>
              <a:rPr lang="en-US"/>
              <a:t>Company</a:t>
            </a:r>
            <a:endParaRPr lang="en-GB"/>
          </a:p>
        </p:txBody>
      </p:sp>
      <p:sp>
        <p:nvSpPr>
          <p:cNvPr id="19" name="Text Placeholder 28">
            <a:extLst>
              <a:ext uri="{FF2B5EF4-FFF2-40B4-BE49-F238E27FC236}">
                <a16:creationId xmlns:a16="http://schemas.microsoft.com/office/drawing/2014/main" id="{5DF6128E-43D9-ADFD-6D9D-FBB0DE71CB3B}"/>
              </a:ext>
            </a:extLst>
          </p:cNvPr>
          <p:cNvSpPr>
            <a:spLocks noGrp="1"/>
          </p:cNvSpPr>
          <p:nvPr>
            <p:ph type="body" sz="quarter" idx="22" hasCustomPrompt="1"/>
          </p:nvPr>
        </p:nvSpPr>
        <p:spPr>
          <a:xfrm>
            <a:off x="1318063" y="2306603"/>
            <a:ext cx="2412000" cy="180000"/>
          </a:xfrm>
        </p:spPr>
        <p:txBody>
          <a:bodyPr anchor="ctr"/>
          <a:lstStyle>
            <a:lvl1pPr marL="0" indent="0">
              <a:lnSpc>
                <a:spcPct val="100000"/>
              </a:lnSpc>
              <a:spcBef>
                <a:spcPct val="0"/>
              </a:spcBef>
              <a:buNone/>
              <a:defRPr sz="1000" i="0">
                <a:solidFill>
                  <a:schemeClr val="bg1"/>
                </a:solidFill>
              </a:defRPr>
            </a:lvl1pPr>
          </a:lstStyle>
          <a:p>
            <a:pPr lvl="0"/>
            <a:r>
              <a:rPr lang="en-US"/>
              <a:t>Position</a:t>
            </a:r>
            <a:endParaRPr lang="en-GB"/>
          </a:p>
        </p:txBody>
      </p:sp>
      <p:sp>
        <p:nvSpPr>
          <p:cNvPr id="20" name="Text Placeholder 28">
            <a:extLst>
              <a:ext uri="{FF2B5EF4-FFF2-40B4-BE49-F238E27FC236}">
                <a16:creationId xmlns:a16="http://schemas.microsoft.com/office/drawing/2014/main" id="{A9C99A24-736F-B0C4-D508-E38BEEF31087}"/>
              </a:ext>
            </a:extLst>
          </p:cNvPr>
          <p:cNvSpPr>
            <a:spLocks noGrp="1"/>
          </p:cNvSpPr>
          <p:nvPr>
            <p:ph type="body" sz="quarter" idx="23" hasCustomPrompt="1"/>
          </p:nvPr>
        </p:nvSpPr>
        <p:spPr>
          <a:xfrm>
            <a:off x="360000" y="2552226"/>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21" name="Text Placeholder 28">
            <a:extLst>
              <a:ext uri="{FF2B5EF4-FFF2-40B4-BE49-F238E27FC236}">
                <a16:creationId xmlns:a16="http://schemas.microsoft.com/office/drawing/2014/main" id="{D26F8804-7260-2EE7-762E-88F6FFED7F58}"/>
              </a:ext>
            </a:extLst>
          </p:cNvPr>
          <p:cNvSpPr>
            <a:spLocks noGrp="1"/>
          </p:cNvSpPr>
          <p:nvPr>
            <p:ph type="body" sz="quarter" idx="24" hasCustomPrompt="1"/>
          </p:nvPr>
        </p:nvSpPr>
        <p:spPr>
          <a:xfrm>
            <a:off x="1318063" y="2548316"/>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r>
              <a:rPr lang="en-US"/>
              <a:t>Company</a:t>
            </a:r>
            <a:endParaRPr lang="en-GB"/>
          </a:p>
        </p:txBody>
      </p:sp>
      <p:sp>
        <p:nvSpPr>
          <p:cNvPr id="22" name="Text Placeholder 28">
            <a:extLst>
              <a:ext uri="{FF2B5EF4-FFF2-40B4-BE49-F238E27FC236}">
                <a16:creationId xmlns:a16="http://schemas.microsoft.com/office/drawing/2014/main" id="{222390F0-B5A4-FAA4-9BA3-B36823B00F0C}"/>
              </a:ext>
            </a:extLst>
          </p:cNvPr>
          <p:cNvSpPr>
            <a:spLocks noGrp="1"/>
          </p:cNvSpPr>
          <p:nvPr>
            <p:ph type="body" sz="quarter" idx="25" hasCustomPrompt="1"/>
          </p:nvPr>
        </p:nvSpPr>
        <p:spPr>
          <a:xfrm>
            <a:off x="1318063" y="2732885"/>
            <a:ext cx="2412000" cy="180000"/>
          </a:xfrm>
        </p:spPr>
        <p:txBody>
          <a:bodyPr anchor="ctr"/>
          <a:lstStyle>
            <a:lvl1pPr marL="0" indent="0">
              <a:lnSpc>
                <a:spcPct val="100000"/>
              </a:lnSpc>
              <a:spcBef>
                <a:spcPct val="0"/>
              </a:spcBef>
              <a:buNone/>
              <a:defRPr sz="1000" i="0">
                <a:solidFill>
                  <a:schemeClr val="bg1"/>
                </a:solidFill>
              </a:defRPr>
            </a:lvl1pPr>
          </a:lstStyle>
          <a:p>
            <a:pPr lvl="0"/>
            <a:r>
              <a:rPr lang="en-US"/>
              <a:t>Position</a:t>
            </a:r>
            <a:endParaRPr lang="en-GB"/>
          </a:p>
        </p:txBody>
      </p:sp>
      <p:sp>
        <p:nvSpPr>
          <p:cNvPr id="23" name="Text Placeholder 28">
            <a:extLst>
              <a:ext uri="{FF2B5EF4-FFF2-40B4-BE49-F238E27FC236}">
                <a16:creationId xmlns:a16="http://schemas.microsoft.com/office/drawing/2014/main" id="{4C68694E-316F-1EAB-24F0-1A922F5B2ED3}"/>
              </a:ext>
            </a:extLst>
          </p:cNvPr>
          <p:cNvSpPr>
            <a:spLocks noGrp="1"/>
          </p:cNvSpPr>
          <p:nvPr>
            <p:ph type="body" sz="quarter" idx="26" hasCustomPrompt="1"/>
          </p:nvPr>
        </p:nvSpPr>
        <p:spPr>
          <a:xfrm>
            <a:off x="360000" y="2976843"/>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24" name="Text Placeholder 28">
            <a:extLst>
              <a:ext uri="{FF2B5EF4-FFF2-40B4-BE49-F238E27FC236}">
                <a16:creationId xmlns:a16="http://schemas.microsoft.com/office/drawing/2014/main" id="{11E85670-20E0-B0D6-67DE-B1377961E2A4}"/>
              </a:ext>
            </a:extLst>
          </p:cNvPr>
          <p:cNvSpPr>
            <a:spLocks noGrp="1"/>
          </p:cNvSpPr>
          <p:nvPr>
            <p:ph type="body" sz="quarter" idx="27" hasCustomPrompt="1"/>
          </p:nvPr>
        </p:nvSpPr>
        <p:spPr>
          <a:xfrm>
            <a:off x="1318063" y="2972933"/>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r>
              <a:rPr lang="en-US"/>
              <a:t>Company</a:t>
            </a:r>
            <a:endParaRPr lang="en-GB"/>
          </a:p>
        </p:txBody>
      </p:sp>
      <p:sp>
        <p:nvSpPr>
          <p:cNvPr id="25" name="Text Placeholder 28">
            <a:extLst>
              <a:ext uri="{FF2B5EF4-FFF2-40B4-BE49-F238E27FC236}">
                <a16:creationId xmlns:a16="http://schemas.microsoft.com/office/drawing/2014/main" id="{EED7AD66-D019-5E6F-7A97-70CE93096925}"/>
              </a:ext>
            </a:extLst>
          </p:cNvPr>
          <p:cNvSpPr>
            <a:spLocks noGrp="1"/>
          </p:cNvSpPr>
          <p:nvPr>
            <p:ph type="body" sz="quarter" idx="28" hasCustomPrompt="1"/>
          </p:nvPr>
        </p:nvSpPr>
        <p:spPr>
          <a:xfrm>
            <a:off x="1318063" y="3154827"/>
            <a:ext cx="2412000" cy="180000"/>
          </a:xfrm>
        </p:spPr>
        <p:txBody>
          <a:bodyPr anchor="ctr"/>
          <a:lstStyle>
            <a:lvl1pPr marL="0" indent="0">
              <a:lnSpc>
                <a:spcPct val="100000"/>
              </a:lnSpc>
              <a:spcBef>
                <a:spcPct val="0"/>
              </a:spcBef>
              <a:buNone/>
              <a:defRPr sz="1000" i="0">
                <a:solidFill>
                  <a:schemeClr val="bg1"/>
                </a:solidFill>
              </a:defRPr>
            </a:lvl1pPr>
          </a:lstStyle>
          <a:p>
            <a:pPr lvl="0"/>
            <a:r>
              <a:rPr lang="en-US"/>
              <a:t>Position</a:t>
            </a:r>
            <a:endParaRPr lang="en-GB"/>
          </a:p>
        </p:txBody>
      </p:sp>
      <p:sp>
        <p:nvSpPr>
          <p:cNvPr id="26" name="Text Placeholder 28">
            <a:extLst>
              <a:ext uri="{FF2B5EF4-FFF2-40B4-BE49-F238E27FC236}">
                <a16:creationId xmlns:a16="http://schemas.microsoft.com/office/drawing/2014/main" id="{2B8FBF66-DFFE-251C-9E2A-4586984D28D1}"/>
              </a:ext>
            </a:extLst>
          </p:cNvPr>
          <p:cNvSpPr>
            <a:spLocks noGrp="1"/>
          </p:cNvSpPr>
          <p:nvPr>
            <p:ph type="body" sz="quarter" idx="29" hasCustomPrompt="1"/>
          </p:nvPr>
        </p:nvSpPr>
        <p:spPr>
          <a:xfrm>
            <a:off x="360000" y="3401460"/>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27" name="Text Placeholder 28">
            <a:extLst>
              <a:ext uri="{FF2B5EF4-FFF2-40B4-BE49-F238E27FC236}">
                <a16:creationId xmlns:a16="http://schemas.microsoft.com/office/drawing/2014/main" id="{4C5DA838-4784-63F5-90D3-F935B5EC2526}"/>
              </a:ext>
            </a:extLst>
          </p:cNvPr>
          <p:cNvSpPr>
            <a:spLocks noGrp="1"/>
          </p:cNvSpPr>
          <p:nvPr>
            <p:ph type="body" sz="quarter" idx="30" hasCustomPrompt="1"/>
          </p:nvPr>
        </p:nvSpPr>
        <p:spPr>
          <a:xfrm>
            <a:off x="1318063" y="3397550"/>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r>
              <a:rPr lang="en-US"/>
              <a:t>Company</a:t>
            </a:r>
            <a:endParaRPr lang="en-GB"/>
          </a:p>
        </p:txBody>
      </p:sp>
      <p:sp>
        <p:nvSpPr>
          <p:cNvPr id="28" name="Text Placeholder 28">
            <a:extLst>
              <a:ext uri="{FF2B5EF4-FFF2-40B4-BE49-F238E27FC236}">
                <a16:creationId xmlns:a16="http://schemas.microsoft.com/office/drawing/2014/main" id="{D3AA768A-2A3D-272F-11D7-C36415A148D0}"/>
              </a:ext>
            </a:extLst>
          </p:cNvPr>
          <p:cNvSpPr>
            <a:spLocks noGrp="1"/>
          </p:cNvSpPr>
          <p:nvPr>
            <p:ph type="body" sz="quarter" idx="31" hasCustomPrompt="1"/>
          </p:nvPr>
        </p:nvSpPr>
        <p:spPr>
          <a:xfrm>
            <a:off x="1318063" y="3579442"/>
            <a:ext cx="2412000" cy="180000"/>
          </a:xfrm>
        </p:spPr>
        <p:txBody>
          <a:bodyPr anchor="ctr"/>
          <a:lstStyle>
            <a:lvl1pPr marL="0" indent="0">
              <a:lnSpc>
                <a:spcPct val="100000"/>
              </a:lnSpc>
              <a:spcBef>
                <a:spcPct val="0"/>
              </a:spcBef>
              <a:buNone/>
              <a:defRPr sz="1000" i="0">
                <a:solidFill>
                  <a:schemeClr val="bg1"/>
                </a:solidFill>
              </a:defRPr>
            </a:lvl1pPr>
          </a:lstStyle>
          <a:p>
            <a:pPr lvl="0"/>
            <a:r>
              <a:rPr lang="en-US"/>
              <a:t>Position</a:t>
            </a:r>
            <a:endParaRPr lang="en-GB"/>
          </a:p>
        </p:txBody>
      </p:sp>
      <p:sp>
        <p:nvSpPr>
          <p:cNvPr id="29" name="TextBox 28">
            <a:extLst>
              <a:ext uri="{FF2B5EF4-FFF2-40B4-BE49-F238E27FC236}">
                <a16:creationId xmlns:a16="http://schemas.microsoft.com/office/drawing/2014/main" id="{81F33A88-0CC6-6AC9-55DE-40131965FD14}"/>
              </a:ext>
            </a:extLst>
          </p:cNvPr>
          <p:cNvSpPr txBox="1"/>
          <p:nvPr userDrawn="1"/>
        </p:nvSpPr>
        <p:spPr bwMode="gray">
          <a:xfrm>
            <a:off x="360000" y="4255608"/>
            <a:ext cx="1728192" cy="21409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GB" sz="1050">
                <a:solidFill>
                  <a:schemeClr val="bg1"/>
                </a:solidFill>
                <a:latin typeface="+mj-lt"/>
              </a:rPr>
              <a:t>Education</a:t>
            </a:r>
            <a:endParaRPr lang="en-GB" sz="1400">
              <a:solidFill>
                <a:schemeClr val="bg1"/>
              </a:solidFill>
              <a:latin typeface="+mj-lt"/>
            </a:endParaRPr>
          </a:p>
        </p:txBody>
      </p:sp>
      <p:sp>
        <p:nvSpPr>
          <p:cNvPr id="30" name="Text Placeholder 28">
            <a:extLst>
              <a:ext uri="{FF2B5EF4-FFF2-40B4-BE49-F238E27FC236}">
                <a16:creationId xmlns:a16="http://schemas.microsoft.com/office/drawing/2014/main" id="{D528D76E-A573-F9D9-C601-5FA53C4BBC67}"/>
              </a:ext>
            </a:extLst>
          </p:cNvPr>
          <p:cNvSpPr>
            <a:spLocks noGrp="1"/>
          </p:cNvSpPr>
          <p:nvPr>
            <p:ph type="body" sz="quarter" idx="32" hasCustomPrompt="1"/>
          </p:nvPr>
        </p:nvSpPr>
        <p:spPr>
          <a:xfrm>
            <a:off x="360000" y="3826075"/>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31" name="Text Placeholder 28">
            <a:extLst>
              <a:ext uri="{FF2B5EF4-FFF2-40B4-BE49-F238E27FC236}">
                <a16:creationId xmlns:a16="http://schemas.microsoft.com/office/drawing/2014/main" id="{9D50B0BE-C016-444A-17C9-6E35F13BE504}"/>
              </a:ext>
            </a:extLst>
          </p:cNvPr>
          <p:cNvSpPr>
            <a:spLocks noGrp="1"/>
          </p:cNvSpPr>
          <p:nvPr>
            <p:ph type="body" sz="quarter" idx="33" hasCustomPrompt="1"/>
          </p:nvPr>
        </p:nvSpPr>
        <p:spPr>
          <a:xfrm>
            <a:off x="1318063" y="3822165"/>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r>
              <a:rPr lang="en-US"/>
              <a:t>Company</a:t>
            </a:r>
            <a:endParaRPr lang="en-GB"/>
          </a:p>
        </p:txBody>
      </p:sp>
      <p:sp>
        <p:nvSpPr>
          <p:cNvPr id="32" name="Text Placeholder 28">
            <a:extLst>
              <a:ext uri="{FF2B5EF4-FFF2-40B4-BE49-F238E27FC236}">
                <a16:creationId xmlns:a16="http://schemas.microsoft.com/office/drawing/2014/main" id="{526D5D41-1C3C-76EB-C05D-7E16921435F8}"/>
              </a:ext>
            </a:extLst>
          </p:cNvPr>
          <p:cNvSpPr>
            <a:spLocks noGrp="1"/>
          </p:cNvSpPr>
          <p:nvPr>
            <p:ph type="body" sz="quarter" idx="34" hasCustomPrompt="1"/>
          </p:nvPr>
        </p:nvSpPr>
        <p:spPr>
          <a:xfrm>
            <a:off x="1318063" y="4004435"/>
            <a:ext cx="2412000" cy="180000"/>
          </a:xfrm>
        </p:spPr>
        <p:txBody>
          <a:bodyPr anchor="ctr"/>
          <a:lstStyle>
            <a:lvl1pPr marL="0" indent="0">
              <a:lnSpc>
                <a:spcPct val="100000"/>
              </a:lnSpc>
              <a:spcBef>
                <a:spcPct val="0"/>
              </a:spcBef>
              <a:buNone/>
              <a:defRPr sz="1000" i="0">
                <a:solidFill>
                  <a:schemeClr val="bg1"/>
                </a:solidFill>
              </a:defRPr>
            </a:lvl1pPr>
          </a:lstStyle>
          <a:p>
            <a:pPr lvl="0"/>
            <a:r>
              <a:rPr lang="en-US"/>
              <a:t>Position</a:t>
            </a:r>
            <a:endParaRPr lang="en-GB"/>
          </a:p>
        </p:txBody>
      </p:sp>
      <p:sp>
        <p:nvSpPr>
          <p:cNvPr id="33" name="Text Placeholder 28">
            <a:extLst>
              <a:ext uri="{FF2B5EF4-FFF2-40B4-BE49-F238E27FC236}">
                <a16:creationId xmlns:a16="http://schemas.microsoft.com/office/drawing/2014/main" id="{1DC02364-A753-EDBC-CABA-1B1CC5DC5D2C}"/>
              </a:ext>
            </a:extLst>
          </p:cNvPr>
          <p:cNvSpPr>
            <a:spLocks noGrp="1"/>
          </p:cNvSpPr>
          <p:nvPr>
            <p:ph type="body" sz="quarter" idx="35" hasCustomPrompt="1"/>
          </p:nvPr>
        </p:nvSpPr>
        <p:spPr>
          <a:xfrm>
            <a:off x="360000" y="4534436"/>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34" name="Text Placeholder 28">
            <a:extLst>
              <a:ext uri="{FF2B5EF4-FFF2-40B4-BE49-F238E27FC236}">
                <a16:creationId xmlns:a16="http://schemas.microsoft.com/office/drawing/2014/main" id="{6621A6E0-57E5-2079-BCA4-F78EBDDAF1DA}"/>
              </a:ext>
            </a:extLst>
          </p:cNvPr>
          <p:cNvSpPr>
            <a:spLocks noGrp="1"/>
          </p:cNvSpPr>
          <p:nvPr>
            <p:ph type="body" sz="quarter" idx="36" hasCustomPrompt="1"/>
          </p:nvPr>
        </p:nvSpPr>
        <p:spPr>
          <a:xfrm>
            <a:off x="1301726" y="4530526"/>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r>
              <a:rPr lang="en-US"/>
              <a:t>Degree</a:t>
            </a:r>
            <a:endParaRPr lang="en-GB"/>
          </a:p>
        </p:txBody>
      </p:sp>
      <p:sp>
        <p:nvSpPr>
          <p:cNvPr id="35" name="Text Placeholder 28">
            <a:extLst>
              <a:ext uri="{FF2B5EF4-FFF2-40B4-BE49-F238E27FC236}">
                <a16:creationId xmlns:a16="http://schemas.microsoft.com/office/drawing/2014/main" id="{4DF38E78-DB04-460D-4CAA-F0E43B0D3B42}"/>
              </a:ext>
            </a:extLst>
          </p:cNvPr>
          <p:cNvSpPr>
            <a:spLocks noGrp="1"/>
          </p:cNvSpPr>
          <p:nvPr>
            <p:ph type="body" sz="quarter" idx="37" hasCustomPrompt="1"/>
          </p:nvPr>
        </p:nvSpPr>
        <p:spPr>
          <a:xfrm>
            <a:off x="1301726" y="4712796"/>
            <a:ext cx="2412000" cy="180000"/>
          </a:xfrm>
        </p:spPr>
        <p:txBody>
          <a:bodyPr anchor="ctr"/>
          <a:lstStyle>
            <a:lvl1pPr marL="0" indent="0">
              <a:lnSpc>
                <a:spcPct val="100000"/>
              </a:lnSpc>
              <a:spcBef>
                <a:spcPct val="0"/>
              </a:spcBef>
              <a:buNone/>
              <a:defRPr sz="1000" i="0">
                <a:solidFill>
                  <a:schemeClr val="bg1"/>
                </a:solidFill>
              </a:defRPr>
            </a:lvl1pPr>
          </a:lstStyle>
          <a:p>
            <a:pPr lvl="0"/>
            <a:r>
              <a:rPr lang="en-US"/>
              <a:t>University</a:t>
            </a:r>
            <a:endParaRPr lang="en-GB"/>
          </a:p>
        </p:txBody>
      </p:sp>
      <p:sp>
        <p:nvSpPr>
          <p:cNvPr id="36" name="Text Placeholder 28">
            <a:extLst>
              <a:ext uri="{FF2B5EF4-FFF2-40B4-BE49-F238E27FC236}">
                <a16:creationId xmlns:a16="http://schemas.microsoft.com/office/drawing/2014/main" id="{86F60684-9E1F-4490-3925-5D10C5CE8B08}"/>
              </a:ext>
            </a:extLst>
          </p:cNvPr>
          <p:cNvSpPr>
            <a:spLocks noGrp="1"/>
          </p:cNvSpPr>
          <p:nvPr>
            <p:ph type="body" sz="quarter" idx="38" hasCustomPrompt="1"/>
          </p:nvPr>
        </p:nvSpPr>
        <p:spPr>
          <a:xfrm>
            <a:off x="360000" y="4950211"/>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37" name="Text Placeholder 28">
            <a:extLst>
              <a:ext uri="{FF2B5EF4-FFF2-40B4-BE49-F238E27FC236}">
                <a16:creationId xmlns:a16="http://schemas.microsoft.com/office/drawing/2014/main" id="{8F941659-E09F-20AE-4C67-4EA79AD8B15D}"/>
              </a:ext>
            </a:extLst>
          </p:cNvPr>
          <p:cNvSpPr>
            <a:spLocks noGrp="1"/>
          </p:cNvSpPr>
          <p:nvPr>
            <p:ph type="body" sz="quarter" idx="39" hasCustomPrompt="1"/>
          </p:nvPr>
        </p:nvSpPr>
        <p:spPr>
          <a:xfrm>
            <a:off x="1301726" y="4950211"/>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r>
              <a:rPr lang="en-US"/>
              <a:t>Degree</a:t>
            </a:r>
            <a:endParaRPr lang="en-GB"/>
          </a:p>
        </p:txBody>
      </p:sp>
      <p:sp>
        <p:nvSpPr>
          <p:cNvPr id="38" name="Text Placeholder 28">
            <a:extLst>
              <a:ext uri="{FF2B5EF4-FFF2-40B4-BE49-F238E27FC236}">
                <a16:creationId xmlns:a16="http://schemas.microsoft.com/office/drawing/2014/main" id="{39D0EA40-1271-49EB-AC44-94CD65A31385}"/>
              </a:ext>
            </a:extLst>
          </p:cNvPr>
          <p:cNvSpPr>
            <a:spLocks noGrp="1"/>
          </p:cNvSpPr>
          <p:nvPr>
            <p:ph type="body" sz="quarter" idx="40" hasCustomPrompt="1"/>
          </p:nvPr>
        </p:nvSpPr>
        <p:spPr>
          <a:xfrm>
            <a:off x="1301726" y="5132481"/>
            <a:ext cx="2412000" cy="180000"/>
          </a:xfrm>
        </p:spPr>
        <p:txBody>
          <a:bodyPr anchor="ctr"/>
          <a:lstStyle>
            <a:lvl1pPr marL="0" indent="0">
              <a:lnSpc>
                <a:spcPct val="100000"/>
              </a:lnSpc>
              <a:spcBef>
                <a:spcPct val="0"/>
              </a:spcBef>
              <a:buNone/>
              <a:defRPr sz="1000" i="0">
                <a:solidFill>
                  <a:schemeClr val="bg1"/>
                </a:solidFill>
              </a:defRPr>
            </a:lvl1pPr>
          </a:lstStyle>
          <a:p>
            <a:pPr lvl="0"/>
            <a:r>
              <a:rPr lang="en-US"/>
              <a:t>University</a:t>
            </a:r>
            <a:endParaRPr lang="en-GB"/>
          </a:p>
        </p:txBody>
      </p:sp>
      <p:sp>
        <p:nvSpPr>
          <p:cNvPr id="39" name="Text Placeholder 28">
            <a:extLst>
              <a:ext uri="{FF2B5EF4-FFF2-40B4-BE49-F238E27FC236}">
                <a16:creationId xmlns:a16="http://schemas.microsoft.com/office/drawing/2014/main" id="{D4823A69-87F2-24AF-79E6-6E01DA864357}"/>
              </a:ext>
            </a:extLst>
          </p:cNvPr>
          <p:cNvSpPr>
            <a:spLocks noGrp="1"/>
          </p:cNvSpPr>
          <p:nvPr>
            <p:ph type="body" sz="quarter" idx="41" hasCustomPrompt="1"/>
          </p:nvPr>
        </p:nvSpPr>
        <p:spPr>
          <a:xfrm>
            <a:off x="360000" y="5379382"/>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40" name="Text Placeholder 28">
            <a:extLst>
              <a:ext uri="{FF2B5EF4-FFF2-40B4-BE49-F238E27FC236}">
                <a16:creationId xmlns:a16="http://schemas.microsoft.com/office/drawing/2014/main" id="{BD78FA25-8EEB-1349-AF53-5FB24D7C7604}"/>
              </a:ext>
            </a:extLst>
          </p:cNvPr>
          <p:cNvSpPr>
            <a:spLocks noGrp="1"/>
          </p:cNvSpPr>
          <p:nvPr>
            <p:ph type="body" sz="quarter" idx="42" hasCustomPrompt="1"/>
          </p:nvPr>
        </p:nvSpPr>
        <p:spPr>
          <a:xfrm>
            <a:off x="1301771" y="5379382"/>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r>
              <a:rPr lang="en-US"/>
              <a:t>Degree</a:t>
            </a:r>
            <a:endParaRPr lang="en-GB"/>
          </a:p>
        </p:txBody>
      </p:sp>
      <p:sp>
        <p:nvSpPr>
          <p:cNvPr id="41" name="Text Placeholder 28">
            <a:extLst>
              <a:ext uri="{FF2B5EF4-FFF2-40B4-BE49-F238E27FC236}">
                <a16:creationId xmlns:a16="http://schemas.microsoft.com/office/drawing/2014/main" id="{01C96766-647A-B828-DF52-E9C648145114}"/>
              </a:ext>
            </a:extLst>
          </p:cNvPr>
          <p:cNvSpPr>
            <a:spLocks noGrp="1"/>
          </p:cNvSpPr>
          <p:nvPr>
            <p:ph type="body" sz="quarter" idx="43" hasCustomPrompt="1"/>
          </p:nvPr>
        </p:nvSpPr>
        <p:spPr>
          <a:xfrm>
            <a:off x="1301771" y="5561652"/>
            <a:ext cx="2412000" cy="180000"/>
          </a:xfrm>
        </p:spPr>
        <p:txBody>
          <a:bodyPr anchor="ctr"/>
          <a:lstStyle>
            <a:lvl1pPr marL="0" indent="0">
              <a:lnSpc>
                <a:spcPct val="100000"/>
              </a:lnSpc>
              <a:spcBef>
                <a:spcPct val="0"/>
              </a:spcBef>
              <a:buNone/>
              <a:defRPr sz="1000" i="0">
                <a:solidFill>
                  <a:schemeClr val="bg1"/>
                </a:solidFill>
              </a:defRPr>
            </a:lvl1pPr>
          </a:lstStyle>
          <a:p>
            <a:pPr lvl="0"/>
            <a:r>
              <a:rPr lang="en-US"/>
              <a:t>University</a:t>
            </a:r>
            <a:endParaRPr lang="en-GB"/>
          </a:p>
        </p:txBody>
      </p:sp>
      <p:sp>
        <p:nvSpPr>
          <p:cNvPr id="42" name="Text Placeholder 28">
            <a:extLst>
              <a:ext uri="{FF2B5EF4-FFF2-40B4-BE49-F238E27FC236}">
                <a16:creationId xmlns:a16="http://schemas.microsoft.com/office/drawing/2014/main" id="{AFD2DE3F-C928-B96B-283E-E0541DA833E6}"/>
              </a:ext>
            </a:extLst>
          </p:cNvPr>
          <p:cNvSpPr>
            <a:spLocks noGrp="1"/>
          </p:cNvSpPr>
          <p:nvPr>
            <p:ph type="body" sz="quarter" idx="44" hasCustomPrompt="1"/>
          </p:nvPr>
        </p:nvSpPr>
        <p:spPr>
          <a:xfrm>
            <a:off x="360000" y="5803034"/>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43" name="Text Placeholder 28">
            <a:extLst>
              <a:ext uri="{FF2B5EF4-FFF2-40B4-BE49-F238E27FC236}">
                <a16:creationId xmlns:a16="http://schemas.microsoft.com/office/drawing/2014/main" id="{C7FE8ED1-E3CB-04AA-A14E-44D0612C409E}"/>
              </a:ext>
            </a:extLst>
          </p:cNvPr>
          <p:cNvSpPr>
            <a:spLocks noGrp="1"/>
          </p:cNvSpPr>
          <p:nvPr>
            <p:ph type="body" sz="quarter" idx="45" hasCustomPrompt="1"/>
          </p:nvPr>
        </p:nvSpPr>
        <p:spPr>
          <a:xfrm>
            <a:off x="1301726" y="5803034"/>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r>
              <a:rPr lang="en-US"/>
              <a:t>Degree</a:t>
            </a:r>
            <a:endParaRPr lang="en-GB"/>
          </a:p>
        </p:txBody>
      </p:sp>
      <p:sp>
        <p:nvSpPr>
          <p:cNvPr id="44" name="Text Placeholder 28">
            <a:extLst>
              <a:ext uri="{FF2B5EF4-FFF2-40B4-BE49-F238E27FC236}">
                <a16:creationId xmlns:a16="http://schemas.microsoft.com/office/drawing/2014/main" id="{419D92B9-7B14-9DD5-1D8D-6F4998979748}"/>
              </a:ext>
            </a:extLst>
          </p:cNvPr>
          <p:cNvSpPr>
            <a:spLocks noGrp="1"/>
          </p:cNvSpPr>
          <p:nvPr>
            <p:ph type="body" sz="quarter" idx="46" hasCustomPrompt="1"/>
          </p:nvPr>
        </p:nvSpPr>
        <p:spPr>
          <a:xfrm>
            <a:off x="1301726" y="5985304"/>
            <a:ext cx="2412000" cy="180000"/>
          </a:xfrm>
        </p:spPr>
        <p:txBody>
          <a:bodyPr anchor="ctr"/>
          <a:lstStyle>
            <a:lvl1pPr marL="0" indent="0">
              <a:lnSpc>
                <a:spcPct val="100000"/>
              </a:lnSpc>
              <a:spcBef>
                <a:spcPct val="0"/>
              </a:spcBef>
              <a:buNone/>
              <a:defRPr sz="1000" i="0">
                <a:solidFill>
                  <a:schemeClr val="bg1"/>
                </a:solidFill>
              </a:defRPr>
            </a:lvl1pPr>
          </a:lstStyle>
          <a:p>
            <a:pPr lvl="0"/>
            <a:r>
              <a:rPr lang="en-US"/>
              <a:t>University</a:t>
            </a:r>
            <a:endParaRPr lang="en-GB"/>
          </a:p>
        </p:txBody>
      </p:sp>
      <p:cxnSp>
        <p:nvCxnSpPr>
          <p:cNvPr id="47" name="Straight Connector 46">
            <a:extLst>
              <a:ext uri="{FF2B5EF4-FFF2-40B4-BE49-F238E27FC236}">
                <a16:creationId xmlns:a16="http://schemas.microsoft.com/office/drawing/2014/main" id="{315F8357-43DD-1A1D-1A89-5E88624679A6}"/>
              </a:ext>
            </a:extLst>
          </p:cNvPr>
          <p:cNvCxnSpPr>
            <a:cxnSpLocks/>
          </p:cNvCxnSpPr>
          <p:nvPr userDrawn="1"/>
        </p:nvCxnSpPr>
        <p:spPr bwMode="gray">
          <a:xfrm>
            <a:off x="6603203" y="1714748"/>
            <a:ext cx="0" cy="3327789"/>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1D82318C-C484-CDFD-1065-148C3A6F1227}"/>
              </a:ext>
            </a:extLst>
          </p:cNvPr>
          <p:cNvSpPr txBox="1"/>
          <p:nvPr userDrawn="1"/>
        </p:nvSpPr>
        <p:spPr bwMode="gray">
          <a:xfrm>
            <a:off x="4045397" y="1431471"/>
            <a:ext cx="1728192" cy="24833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GB" sz="1200">
                <a:solidFill>
                  <a:schemeClr val="tx1">
                    <a:lumMod val="60000"/>
                    <a:lumOff val="40000"/>
                  </a:schemeClr>
                </a:solidFill>
                <a:latin typeface="+mj-lt"/>
              </a:rPr>
              <a:t>Introduction</a:t>
            </a:r>
          </a:p>
        </p:txBody>
      </p:sp>
      <p:sp>
        <p:nvSpPr>
          <p:cNvPr id="49" name="TextBox 48">
            <a:extLst>
              <a:ext uri="{FF2B5EF4-FFF2-40B4-BE49-F238E27FC236}">
                <a16:creationId xmlns:a16="http://schemas.microsoft.com/office/drawing/2014/main" id="{AF053DF0-2CC7-2581-167F-81441EC1B378}"/>
              </a:ext>
            </a:extLst>
          </p:cNvPr>
          <p:cNvSpPr txBox="1"/>
          <p:nvPr userDrawn="1"/>
        </p:nvSpPr>
        <p:spPr bwMode="gray">
          <a:xfrm>
            <a:off x="6713009" y="1431471"/>
            <a:ext cx="1728192" cy="24833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GB" sz="1200">
                <a:solidFill>
                  <a:schemeClr val="tx1">
                    <a:lumMod val="60000"/>
                    <a:lumOff val="40000"/>
                  </a:schemeClr>
                </a:solidFill>
                <a:latin typeface="+mj-lt"/>
              </a:rPr>
              <a:t>Experience</a:t>
            </a:r>
          </a:p>
        </p:txBody>
      </p:sp>
      <p:sp>
        <p:nvSpPr>
          <p:cNvPr id="50" name="TextBox 49">
            <a:extLst>
              <a:ext uri="{FF2B5EF4-FFF2-40B4-BE49-F238E27FC236}">
                <a16:creationId xmlns:a16="http://schemas.microsoft.com/office/drawing/2014/main" id="{DAE1FE77-4203-3A77-1DF0-64E55114371C}"/>
              </a:ext>
            </a:extLst>
          </p:cNvPr>
          <p:cNvSpPr txBox="1"/>
          <p:nvPr userDrawn="1"/>
        </p:nvSpPr>
        <p:spPr bwMode="gray">
          <a:xfrm>
            <a:off x="9380620" y="1431471"/>
            <a:ext cx="1728192" cy="24833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GB" sz="1200">
                <a:solidFill>
                  <a:schemeClr val="tx1">
                    <a:lumMod val="60000"/>
                    <a:lumOff val="40000"/>
                  </a:schemeClr>
                </a:solidFill>
                <a:latin typeface="+mj-lt"/>
              </a:rPr>
              <a:t>Previous Clients</a:t>
            </a:r>
          </a:p>
        </p:txBody>
      </p:sp>
      <p:sp>
        <p:nvSpPr>
          <p:cNvPr id="51" name="Text Placeholder 78">
            <a:extLst>
              <a:ext uri="{FF2B5EF4-FFF2-40B4-BE49-F238E27FC236}">
                <a16:creationId xmlns:a16="http://schemas.microsoft.com/office/drawing/2014/main" id="{345D3BD3-E93F-2AA0-6CEF-F4F22AB6966F}"/>
              </a:ext>
            </a:extLst>
          </p:cNvPr>
          <p:cNvSpPr>
            <a:spLocks noGrp="1"/>
          </p:cNvSpPr>
          <p:nvPr>
            <p:ph type="body" sz="quarter" idx="48"/>
          </p:nvPr>
        </p:nvSpPr>
        <p:spPr>
          <a:xfrm>
            <a:off x="4045397" y="1714749"/>
            <a:ext cx="2448000" cy="3370436"/>
          </a:xfrm>
        </p:spPr>
        <p:txBody>
          <a:bodyPr/>
          <a:lstStyle>
            <a:lvl1pPr marL="0" indent="0">
              <a:lnSpc>
                <a:spcPct val="100000"/>
              </a:lnSpc>
              <a:spcBef>
                <a:spcPts val="600"/>
              </a:spcBef>
              <a:buNone/>
              <a:defRPr sz="1050">
                <a:solidFill>
                  <a:schemeClr val="tx1"/>
                </a:solidFill>
              </a:defRPr>
            </a:lvl1pPr>
          </a:lstStyle>
          <a:p>
            <a:pPr lvl="0"/>
            <a:r>
              <a:rPr lang="en-GB"/>
              <a:t>Click to edit Master text styles</a:t>
            </a:r>
          </a:p>
        </p:txBody>
      </p:sp>
      <p:sp>
        <p:nvSpPr>
          <p:cNvPr id="52" name="Text Placeholder 78">
            <a:extLst>
              <a:ext uri="{FF2B5EF4-FFF2-40B4-BE49-F238E27FC236}">
                <a16:creationId xmlns:a16="http://schemas.microsoft.com/office/drawing/2014/main" id="{DC489207-8832-E637-CADE-E780786A43F2}"/>
              </a:ext>
            </a:extLst>
          </p:cNvPr>
          <p:cNvSpPr>
            <a:spLocks noGrp="1"/>
          </p:cNvSpPr>
          <p:nvPr>
            <p:ph type="body" sz="quarter" idx="49"/>
          </p:nvPr>
        </p:nvSpPr>
        <p:spPr>
          <a:xfrm>
            <a:off x="6713009" y="1714749"/>
            <a:ext cx="2448000" cy="3370436"/>
          </a:xfrm>
        </p:spPr>
        <p:txBody>
          <a:bodyPr/>
          <a:lstStyle>
            <a:lvl1pPr marL="0" indent="0">
              <a:lnSpc>
                <a:spcPct val="100000"/>
              </a:lnSpc>
              <a:spcBef>
                <a:spcPts val="600"/>
              </a:spcBef>
              <a:buNone/>
              <a:defRPr sz="1050">
                <a:solidFill>
                  <a:schemeClr val="tx1"/>
                </a:solidFill>
              </a:defRPr>
            </a:lvl1pPr>
          </a:lstStyle>
          <a:p>
            <a:pPr lvl="0"/>
            <a:r>
              <a:rPr lang="en-GB"/>
              <a:t>Click to edit Master text styles</a:t>
            </a:r>
          </a:p>
        </p:txBody>
      </p:sp>
      <p:sp>
        <p:nvSpPr>
          <p:cNvPr id="53" name="Text Placeholder 84">
            <a:extLst>
              <a:ext uri="{FF2B5EF4-FFF2-40B4-BE49-F238E27FC236}">
                <a16:creationId xmlns:a16="http://schemas.microsoft.com/office/drawing/2014/main" id="{5EDE2799-0BFA-DE06-8453-0243AE60F7DD}"/>
              </a:ext>
            </a:extLst>
          </p:cNvPr>
          <p:cNvSpPr>
            <a:spLocks noGrp="1"/>
          </p:cNvSpPr>
          <p:nvPr>
            <p:ph type="body" sz="quarter" idx="51" hasCustomPrompt="1"/>
          </p:nvPr>
        </p:nvSpPr>
        <p:spPr>
          <a:xfrm>
            <a:off x="9380620" y="1714748"/>
            <a:ext cx="2448000" cy="3370436"/>
          </a:xfrm>
        </p:spPr>
        <p:txBody>
          <a:bodyPr/>
          <a:lstStyle>
            <a:lvl1pPr marL="0" indent="0">
              <a:lnSpc>
                <a:spcPct val="100000"/>
              </a:lnSpc>
              <a:buNone/>
              <a:defRPr sz="1050">
                <a:solidFill>
                  <a:schemeClr val="tx1"/>
                </a:solidFill>
              </a:defRPr>
            </a:lvl1pPr>
          </a:lstStyle>
          <a:p>
            <a:pPr lvl="0"/>
            <a:r>
              <a:rPr lang="en-US"/>
              <a:t>Clients</a:t>
            </a:r>
          </a:p>
        </p:txBody>
      </p:sp>
      <p:sp>
        <p:nvSpPr>
          <p:cNvPr id="54" name="TextBox 53">
            <a:extLst>
              <a:ext uri="{FF2B5EF4-FFF2-40B4-BE49-F238E27FC236}">
                <a16:creationId xmlns:a16="http://schemas.microsoft.com/office/drawing/2014/main" id="{05EF81C3-C106-72C6-708F-A4EAF1D82778}"/>
              </a:ext>
            </a:extLst>
          </p:cNvPr>
          <p:cNvSpPr txBox="1"/>
          <p:nvPr userDrawn="1"/>
        </p:nvSpPr>
        <p:spPr bwMode="gray">
          <a:xfrm>
            <a:off x="4068405" y="283262"/>
            <a:ext cx="1728192" cy="24833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GB" sz="1200">
                <a:solidFill>
                  <a:schemeClr val="tx1">
                    <a:lumMod val="60000"/>
                    <a:lumOff val="40000"/>
                  </a:schemeClr>
                </a:solidFill>
                <a:latin typeface="+mj-lt"/>
              </a:rPr>
              <a:t>Contact</a:t>
            </a:r>
          </a:p>
        </p:txBody>
      </p:sp>
      <p:sp>
        <p:nvSpPr>
          <p:cNvPr id="55" name="Text Placeholder 28">
            <a:extLst>
              <a:ext uri="{FF2B5EF4-FFF2-40B4-BE49-F238E27FC236}">
                <a16:creationId xmlns:a16="http://schemas.microsoft.com/office/drawing/2014/main" id="{83159BD0-29EF-BB05-0108-C079B08252BE}"/>
              </a:ext>
            </a:extLst>
          </p:cNvPr>
          <p:cNvSpPr>
            <a:spLocks noGrp="1"/>
          </p:cNvSpPr>
          <p:nvPr>
            <p:ph type="body" sz="quarter" idx="52" hasCustomPrompt="1"/>
          </p:nvPr>
        </p:nvSpPr>
        <p:spPr>
          <a:xfrm>
            <a:off x="4068405" y="542083"/>
            <a:ext cx="2592000" cy="180000"/>
          </a:xfrm>
        </p:spPr>
        <p:txBody>
          <a:bodyPr anchor="ctr"/>
          <a:lstStyle>
            <a:lvl1pPr marL="0" indent="0">
              <a:lnSpc>
                <a:spcPct val="100000"/>
              </a:lnSpc>
              <a:spcBef>
                <a:spcPct val="0"/>
              </a:spcBef>
              <a:buNone/>
              <a:defRPr sz="1000">
                <a:solidFill>
                  <a:schemeClr val="tx1"/>
                </a:solidFill>
              </a:defRPr>
            </a:lvl1pPr>
          </a:lstStyle>
          <a:p>
            <a:pPr lvl="0"/>
            <a:r>
              <a:rPr lang="en-US"/>
              <a:t>Email</a:t>
            </a:r>
            <a:endParaRPr lang="en-GB"/>
          </a:p>
        </p:txBody>
      </p:sp>
      <p:sp>
        <p:nvSpPr>
          <p:cNvPr id="56" name="Text Placeholder 28">
            <a:extLst>
              <a:ext uri="{FF2B5EF4-FFF2-40B4-BE49-F238E27FC236}">
                <a16:creationId xmlns:a16="http://schemas.microsoft.com/office/drawing/2014/main" id="{A0F02E58-1FF0-CD9F-A774-F5F24E67DF13}"/>
              </a:ext>
            </a:extLst>
          </p:cNvPr>
          <p:cNvSpPr>
            <a:spLocks noGrp="1"/>
          </p:cNvSpPr>
          <p:nvPr>
            <p:ph type="body" sz="quarter" idx="53" hasCustomPrompt="1"/>
          </p:nvPr>
        </p:nvSpPr>
        <p:spPr>
          <a:xfrm>
            <a:off x="4068405" y="791602"/>
            <a:ext cx="2592000" cy="180000"/>
          </a:xfrm>
        </p:spPr>
        <p:txBody>
          <a:bodyPr anchor="ctr"/>
          <a:lstStyle>
            <a:lvl1pPr marL="0" indent="0">
              <a:lnSpc>
                <a:spcPct val="100000"/>
              </a:lnSpc>
              <a:spcBef>
                <a:spcPct val="0"/>
              </a:spcBef>
              <a:buNone/>
              <a:defRPr sz="1000">
                <a:solidFill>
                  <a:schemeClr val="tx1"/>
                </a:solidFill>
              </a:defRPr>
            </a:lvl1pPr>
          </a:lstStyle>
          <a:p>
            <a:pPr lvl="0"/>
            <a:r>
              <a:rPr lang="en-US"/>
              <a:t>Mobile</a:t>
            </a:r>
            <a:endParaRPr lang="en-GB"/>
          </a:p>
        </p:txBody>
      </p:sp>
      <p:sp>
        <p:nvSpPr>
          <p:cNvPr id="57" name="TextBox 56">
            <a:extLst>
              <a:ext uri="{FF2B5EF4-FFF2-40B4-BE49-F238E27FC236}">
                <a16:creationId xmlns:a16="http://schemas.microsoft.com/office/drawing/2014/main" id="{96A17AEF-29BE-C4B1-CFF9-86758165BB35}"/>
              </a:ext>
            </a:extLst>
          </p:cNvPr>
          <p:cNvSpPr txBox="1"/>
          <p:nvPr userDrawn="1"/>
        </p:nvSpPr>
        <p:spPr bwMode="gray">
          <a:xfrm>
            <a:off x="4045397" y="5221764"/>
            <a:ext cx="1728192" cy="24833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GB" sz="1200">
                <a:solidFill>
                  <a:schemeClr val="tx1">
                    <a:lumMod val="60000"/>
                    <a:lumOff val="40000"/>
                  </a:schemeClr>
                </a:solidFill>
                <a:latin typeface="+mj-lt"/>
              </a:rPr>
              <a:t>Additional information</a:t>
            </a:r>
          </a:p>
        </p:txBody>
      </p:sp>
      <p:sp>
        <p:nvSpPr>
          <p:cNvPr id="59" name="TextBox 58">
            <a:extLst>
              <a:ext uri="{FF2B5EF4-FFF2-40B4-BE49-F238E27FC236}">
                <a16:creationId xmlns:a16="http://schemas.microsoft.com/office/drawing/2014/main" id="{068EB7D2-87CD-0014-C35D-510CECB65861}"/>
              </a:ext>
            </a:extLst>
          </p:cNvPr>
          <p:cNvSpPr txBox="1"/>
          <p:nvPr userDrawn="1"/>
        </p:nvSpPr>
        <p:spPr bwMode="gray">
          <a:xfrm>
            <a:off x="4045397" y="5741933"/>
            <a:ext cx="740216" cy="161583"/>
          </a:xfrm>
          <a:prstGeom prst="rect">
            <a:avLst/>
          </a:prstGeom>
          <a:no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pPr>
            <a:r>
              <a:rPr lang="en-GB" sz="1050">
                <a:solidFill>
                  <a:schemeClr val="tx1">
                    <a:lumMod val="60000"/>
                    <a:lumOff val="40000"/>
                  </a:schemeClr>
                </a:solidFill>
                <a:latin typeface="+mn-lt"/>
              </a:rPr>
              <a:t>Interests:</a:t>
            </a:r>
            <a:endParaRPr lang="en-GB" sz="1400">
              <a:solidFill>
                <a:schemeClr val="tx1">
                  <a:lumMod val="60000"/>
                  <a:lumOff val="40000"/>
                </a:schemeClr>
              </a:solidFill>
              <a:latin typeface="+mn-lt"/>
            </a:endParaRPr>
          </a:p>
        </p:txBody>
      </p:sp>
      <p:sp>
        <p:nvSpPr>
          <p:cNvPr id="60" name="Text Placeholder 78">
            <a:extLst>
              <a:ext uri="{FF2B5EF4-FFF2-40B4-BE49-F238E27FC236}">
                <a16:creationId xmlns:a16="http://schemas.microsoft.com/office/drawing/2014/main" id="{CA8885F2-D4A0-6CE2-F6E0-436C48D9CD39}"/>
              </a:ext>
            </a:extLst>
          </p:cNvPr>
          <p:cNvSpPr>
            <a:spLocks noGrp="1"/>
          </p:cNvSpPr>
          <p:nvPr>
            <p:ph type="body" sz="quarter" idx="54" hasCustomPrompt="1"/>
          </p:nvPr>
        </p:nvSpPr>
        <p:spPr>
          <a:xfrm>
            <a:off x="4808620" y="5527848"/>
            <a:ext cx="7020000" cy="180000"/>
          </a:xfrm>
        </p:spPr>
        <p:txBody>
          <a:bodyPr anchor="t"/>
          <a:lstStyle>
            <a:lvl1pPr marL="0" indent="0">
              <a:lnSpc>
                <a:spcPct val="100000"/>
              </a:lnSpc>
              <a:spcBef>
                <a:spcPct val="0"/>
              </a:spcBef>
              <a:buNone/>
              <a:defRPr sz="1050"/>
            </a:lvl1pPr>
          </a:lstStyle>
          <a:p>
            <a:pPr lvl="0"/>
            <a:r>
              <a:rPr lang="en-US"/>
              <a:t>Share your computer skills, such as level of Python, Java etc.</a:t>
            </a:r>
          </a:p>
        </p:txBody>
      </p:sp>
      <p:sp>
        <p:nvSpPr>
          <p:cNvPr id="61" name="Text Placeholder 78">
            <a:extLst>
              <a:ext uri="{FF2B5EF4-FFF2-40B4-BE49-F238E27FC236}">
                <a16:creationId xmlns:a16="http://schemas.microsoft.com/office/drawing/2014/main" id="{EF18ED78-44AC-AAE9-6C97-778B3B0D0D0A}"/>
              </a:ext>
            </a:extLst>
          </p:cNvPr>
          <p:cNvSpPr>
            <a:spLocks noGrp="1"/>
          </p:cNvSpPr>
          <p:nvPr>
            <p:ph type="body" sz="quarter" idx="55" hasCustomPrompt="1"/>
          </p:nvPr>
        </p:nvSpPr>
        <p:spPr>
          <a:xfrm>
            <a:off x="4813404" y="5741933"/>
            <a:ext cx="7015216" cy="164036"/>
          </a:xfrm>
        </p:spPr>
        <p:txBody>
          <a:bodyPr anchor="t"/>
          <a:lstStyle>
            <a:lvl1pPr marL="0" indent="0">
              <a:lnSpc>
                <a:spcPct val="100000"/>
              </a:lnSpc>
              <a:spcBef>
                <a:spcPct val="0"/>
              </a:spcBef>
              <a:buNone/>
              <a:defRPr sz="1050"/>
            </a:lvl1pPr>
          </a:lstStyle>
          <a:p>
            <a:pPr lvl="0"/>
            <a:r>
              <a:rPr lang="en-US"/>
              <a:t>Share your hobbies</a:t>
            </a:r>
          </a:p>
        </p:txBody>
      </p:sp>
      <p:cxnSp>
        <p:nvCxnSpPr>
          <p:cNvPr id="62" name="Straight Connector 61">
            <a:extLst>
              <a:ext uri="{FF2B5EF4-FFF2-40B4-BE49-F238E27FC236}">
                <a16:creationId xmlns:a16="http://schemas.microsoft.com/office/drawing/2014/main" id="{7104B1B1-5133-3B89-0246-F2A6A79D9881}"/>
              </a:ext>
            </a:extLst>
          </p:cNvPr>
          <p:cNvCxnSpPr>
            <a:cxnSpLocks/>
          </p:cNvCxnSpPr>
          <p:nvPr userDrawn="1"/>
        </p:nvCxnSpPr>
        <p:spPr bwMode="gray">
          <a:xfrm>
            <a:off x="9276065" y="1714748"/>
            <a:ext cx="0" cy="3327789"/>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919C8517-26DF-26CC-0872-82F4EACF1FC0}"/>
              </a:ext>
            </a:extLst>
          </p:cNvPr>
          <p:cNvSpPr txBox="1"/>
          <p:nvPr userDrawn="1"/>
        </p:nvSpPr>
        <p:spPr bwMode="gray">
          <a:xfrm>
            <a:off x="4045397" y="5527848"/>
            <a:ext cx="740216" cy="161583"/>
          </a:xfrm>
          <a:prstGeom prst="rect">
            <a:avLst/>
          </a:prstGeom>
          <a:no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pPr>
            <a:r>
              <a:rPr lang="en-GB" sz="1050">
                <a:solidFill>
                  <a:schemeClr val="tx1">
                    <a:lumMod val="60000"/>
                    <a:lumOff val="40000"/>
                  </a:schemeClr>
                </a:solidFill>
                <a:latin typeface="+mn-lt"/>
              </a:rPr>
              <a:t>Computer:</a:t>
            </a:r>
            <a:endParaRPr lang="en-GB" sz="1400">
              <a:solidFill>
                <a:schemeClr val="tx1">
                  <a:lumMod val="60000"/>
                  <a:lumOff val="40000"/>
                </a:schemeClr>
              </a:solidFill>
              <a:latin typeface="+mn-lt"/>
            </a:endParaRPr>
          </a:p>
        </p:txBody>
      </p:sp>
      <p:sp>
        <p:nvSpPr>
          <p:cNvPr id="3" name="TextBox 2">
            <a:extLst>
              <a:ext uri="{FF2B5EF4-FFF2-40B4-BE49-F238E27FC236}">
                <a16:creationId xmlns:a16="http://schemas.microsoft.com/office/drawing/2014/main" id="{2B1F94C1-67C2-D813-5155-1BB1043A727A}"/>
              </a:ext>
            </a:extLst>
          </p:cNvPr>
          <p:cNvSpPr txBox="1"/>
          <p:nvPr userDrawn="1"/>
        </p:nvSpPr>
        <p:spPr bwMode="gray">
          <a:xfrm>
            <a:off x="4045397" y="5956019"/>
            <a:ext cx="740216" cy="161583"/>
          </a:xfrm>
          <a:prstGeom prst="rect">
            <a:avLst/>
          </a:prstGeom>
          <a:no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pPr>
            <a:r>
              <a:rPr lang="en-GB" sz="1050">
                <a:solidFill>
                  <a:schemeClr val="tx1">
                    <a:lumMod val="60000"/>
                    <a:lumOff val="40000"/>
                  </a:schemeClr>
                </a:solidFill>
                <a:latin typeface="+mn-lt"/>
              </a:rPr>
              <a:t>Languages:</a:t>
            </a:r>
            <a:endParaRPr lang="en-GB" sz="1400">
              <a:solidFill>
                <a:schemeClr val="tx1">
                  <a:lumMod val="60000"/>
                  <a:lumOff val="40000"/>
                </a:schemeClr>
              </a:solidFill>
              <a:latin typeface="+mn-lt"/>
            </a:endParaRPr>
          </a:p>
        </p:txBody>
      </p:sp>
      <p:sp>
        <p:nvSpPr>
          <p:cNvPr id="63" name="Text Placeholder 78">
            <a:extLst>
              <a:ext uri="{FF2B5EF4-FFF2-40B4-BE49-F238E27FC236}">
                <a16:creationId xmlns:a16="http://schemas.microsoft.com/office/drawing/2014/main" id="{3B34B754-13E8-CA7E-5ED1-9AF974404281}"/>
              </a:ext>
            </a:extLst>
          </p:cNvPr>
          <p:cNvSpPr>
            <a:spLocks noGrp="1"/>
          </p:cNvSpPr>
          <p:nvPr>
            <p:ph type="body" sz="quarter" idx="56" hasCustomPrompt="1"/>
          </p:nvPr>
        </p:nvSpPr>
        <p:spPr>
          <a:xfrm>
            <a:off x="4813404" y="5956019"/>
            <a:ext cx="7015216" cy="164036"/>
          </a:xfrm>
        </p:spPr>
        <p:txBody>
          <a:bodyPr anchor="t"/>
          <a:lstStyle>
            <a:lvl1pPr marL="0" indent="0">
              <a:lnSpc>
                <a:spcPct val="100000"/>
              </a:lnSpc>
              <a:spcBef>
                <a:spcPct val="0"/>
              </a:spcBef>
              <a:buNone/>
              <a:defRPr sz="1050"/>
            </a:lvl1pPr>
          </a:lstStyle>
          <a:p>
            <a:pPr lvl="0"/>
            <a:r>
              <a:rPr lang="en-US"/>
              <a:t>Share your Languages</a:t>
            </a:r>
          </a:p>
        </p:txBody>
      </p:sp>
      <p:sp>
        <p:nvSpPr>
          <p:cNvPr id="64" name="TextBox 63">
            <a:extLst>
              <a:ext uri="{FF2B5EF4-FFF2-40B4-BE49-F238E27FC236}">
                <a16:creationId xmlns:a16="http://schemas.microsoft.com/office/drawing/2014/main" id="{D67FDAD8-57FE-F0CF-6AD0-35D0B6C47E8B}"/>
              </a:ext>
            </a:extLst>
          </p:cNvPr>
          <p:cNvSpPr txBox="1"/>
          <p:nvPr userDrawn="1"/>
        </p:nvSpPr>
        <p:spPr bwMode="gray">
          <a:xfrm>
            <a:off x="544286" y="6589486"/>
            <a:ext cx="0" cy="0"/>
          </a:xfrm>
          <a:prstGeom prst="rect">
            <a:avLst/>
          </a:prstGeom>
          <a:noFill/>
        </p:spPr>
        <p:txBody>
          <a:bodyPr wrap="none" lIns="0" tIns="0" rIns="0" bIns="0" rtlCol="0">
            <a:noAutofit/>
          </a:bodyPr>
          <a:lstStyle/>
          <a:p>
            <a:pPr marL="216000" indent="-216000" algn="l">
              <a:spcBef>
                <a:spcPts val="600"/>
              </a:spcBef>
              <a:buFont typeface="Arial" panose="020B0604020202020204" pitchFamily="34" charset="0"/>
              <a:buChar char="•"/>
            </a:pPr>
            <a:endParaRPr lang="en-GB" sz="1200" err="1"/>
          </a:p>
        </p:txBody>
      </p:sp>
      <p:pic>
        <p:nvPicPr>
          <p:cNvPr id="66" name="Picture 65" descr="A white text on a black background&#10;&#10;Description automatically generated">
            <a:extLst>
              <a:ext uri="{FF2B5EF4-FFF2-40B4-BE49-F238E27FC236}">
                <a16:creationId xmlns:a16="http://schemas.microsoft.com/office/drawing/2014/main" id="{97A5B77D-D2F6-4CEF-0131-80ADE79BE8B1}"/>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368711" y="6330346"/>
            <a:ext cx="310560" cy="386522"/>
          </a:xfrm>
          <a:prstGeom prst="rect">
            <a:avLst/>
          </a:prstGeom>
        </p:spPr>
      </p:pic>
    </p:spTree>
    <p:extLst>
      <p:ext uri="{BB962C8B-B14F-4D97-AF65-F5344CB8AC3E}">
        <p14:creationId xmlns:p14="http://schemas.microsoft.com/office/powerpoint/2010/main" val="1822530764"/>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B56EABE-D55B-4373-F6CF-224BF43E855B}"/>
              </a:ext>
            </a:extLst>
          </p:cNvPr>
          <p:cNvGraphicFramePr>
            <a:graphicFrameLocks noChangeAspect="1"/>
          </p:cNvGraphicFramePr>
          <p:nvPr userDrawn="1">
            <p:custDataLst>
              <p:tags r:id="rId1"/>
            </p:custDataLst>
            <p:extLst>
              <p:ext uri="{D42A27DB-BD31-4B8C-83A1-F6EECF244321}">
                <p14:modId xmlns:p14="http://schemas.microsoft.com/office/powerpoint/2010/main" val="37719812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9" name="Object 8" hidden="1">
                        <a:extLst>
                          <a:ext uri="{FF2B5EF4-FFF2-40B4-BE49-F238E27FC236}">
                            <a16:creationId xmlns:a16="http://schemas.microsoft.com/office/drawing/2014/main" id="{1B56EABE-D55B-4373-F6CF-224BF43E855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Footer Placeholder 2">
            <a:extLst>
              <a:ext uri="{FF2B5EF4-FFF2-40B4-BE49-F238E27FC236}">
                <a16:creationId xmlns:a16="http://schemas.microsoft.com/office/drawing/2014/main" id="{8F49937A-B7FC-BEF8-D201-FD47BD9953A4}"/>
              </a:ext>
            </a:extLst>
          </p:cNvPr>
          <p:cNvSpPr>
            <a:spLocks noGrp="1"/>
          </p:cNvSpPr>
          <p:nvPr>
            <p:ph type="ftr" sz="quarter" idx="3"/>
          </p:nvPr>
        </p:nvSpPr>
        <p:spPr>
          <a:xfrm>
            <a:off x="675936" y="6321425"/>
            <a:ext cx="10087857" cy="367612"/>
          </a:xfrm>
          <a:prstGeom prst="rect">
            <a:avLst/>
          </a:prstGeom>
        </p:spPr>
        <p:txBody>
          <a:bodyPr anchor="ctr"/>
          <a:lstStyle>
            <a:lvl1pPr rtl="0">
              <a:defRPr sz="1000">
                <a:solidFill>
                  <a:schemeClr val="tx1"/>
                </a:solidFill>
              </a:defRPr>
            </a:lvl1pPr>
          </a:lstStyle>
          <a:p>
            <a:endParaRPr lang="en-GB"/>
          </a:p>
        </p:txBody>
      </p:sp>
    </p:spTree>
    <p:extLst>
      <p:ext uri="{BB962C8B-B14F-4D97-AF65-F5344CB8AC3E}">
        <p14:creationId xmlns:p14="http://schemas.microsoft.com/office/powerpoint/2010/main" val="2577694285"/>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11D0870-4C4D-D254-0047-0E53AB85BE7F}"/>
              </a:ext>
            </a:extLst>
          </p:cNvPr>
          <p:cNvGraphicFramePr>
            <a:graphicFrameLocks noChangeAspect="1"/>
          </p:cNvGraphicFramePr>
          <p:nvPr userDrawn="1">
            <p:custDataLst>
              <p:tags r:id="rId1"/>
            </p:custDataLst>
            <p:extLst>
              <p:ext uri="{D42A27DB-BD31-4B8C-83A1-F6EECF244321}">
                <p14:modId xmlns:p14="http://schemas.microsoft.com/office/powerpoint/2010/main" val="25668657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3" name="Object 2" hidden="1">
                        <a:extLst>
                          <a:ext uri="{FF2B5EF4-FFF2-40B4-BE49-F238E27FC236}">
                            <a16:creationId xmlns:a16="http://schemas.microsoft.com/office/drawing/2014/main" id="{911D0870-4C4D-D254-0047-0E53AB85BE7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4" name="Picture 3">
            <a:extLst>
              <a:ext uri="{FF2B5EF4-FFF2-40B4-BE49-F238E27FC236}">
                <a16:creationId xmlns:a16="http://schemas.microsoft.com/office/drawing/2014/main" id="{E7D51B20-4026-05E8-76F6-105B6B958226}"/>
              </a:ext>
            </a:extLst>
          </p:cNvPr>
          <p:cNvPicPr>
            <a:picLocks noChangeAspect="1"/>
          </p:cNvPicPr>
          <p:nvPr userDrawn="1"/>
        </p:nvPicPr>
        <p:blipFill>
          <a:blip r:embed="rId5">
            <a:duotone>
              <a:srgbClr val="3D4D55">
                <a:shade val="45000"/>
                <a:satMod val="135000"/>
              </a:srgbClr>
              <a:prstClr val="white"/>
            </a:duotone>
          </a:blip>
          <a:stretch>
            <a:fillRect/>
          </a:stretch>
        </p:blipFill>
        <p:spPr>
          <a:xfrm>
            <a:off x="0" y="8709"/>
            <a:ext cx="12192000" cy="6858000"/>
          </a:xfrm>
          <a:prstGeom prst="rect">
            <a:avLst/>
          </a:prstGeom>
        </p:spPr>
      </p:pic>
      <p:sp>
        <p:nvSpPr>
          <p:cNvPr id="13" name="TextBox 12">
            <a:extLst>
              <a:ext uri="{FF2B5EF4-FFF2-40B4-BE49-F238E27FC236}">
                <a16:creationId xmlns:a16="http://schemas.microsoft.com/office/drawing/2014/main" id="{EA898D02-52EF-043A-9274-CBA01060A9F5}"/>
              </a:ext>
            </a:extLst>
          </p:cNvPr>
          <p:cNvSpPr txBox="1"/>
          <p:nvPr userDrawn="1"/>
        </p:nvSpPr>
        <p:spPr bwMode="ltGray">
          <a:xfrm>
            <a:off x="360363" y="1557338"/>
            <a:ext cx="4983163" cy="1435454"/>
          </a:xfrm>
          <a:prstGeom prst="rect">
            <a:avLst/>
          </a:prstGeom>
          <a:noFill/>
        </p:spPr>
        <p:txBody>
          <a:bodyPr wrap="square" lIns="0" tIns="0" rIns="0" bIns="0" rtlCol="0">
            <a:noAutofit/>
          </a:bodyPr>
          <a:lstStyle/>
          <a:p>
            <a:pPr rtl="0"/>
            <a:r>
              <a:rPr lang="en-GB" sz="3200" dirty="0">
                <a:solidFill>
                  <a:srgbClr val="EAE7E3"/>
                </a:solidFill>
                <a:latin typeface="+mj-lt"/>
              </a:rPr>
              <a:t>where it all </a:t>
            </a:r>
            <a:r>
              <a:rPr lang="en-GB" sz="3200" dirty="0">
                <a:solidFill>
                  <a:schemeClr val="tx1">
                    <a:lumMod val="60000"/>
                    <a:lumOff val="40000"/>
                  </a:schemeClr>
                </a:solidFill>
                <a:latin typeface="+mj-lt"/>
              </a:rPr>
              <a:t>adds up</a:t>
            </a:r>
          </a:p>
        </p:txBody>
      </p:sp>
      <p:pic>
        <p:nvPicPr>
          <p:cNvPr id="15" name="Graphic 14">
            <a:extLst>
              <a:ext uri="{FF2B5EF4-FFF2-40B4-BE49-F238E27FC236}">
                <a16:creationId xmlns:a16="http://schemas.microsoft.com/office/drawing/2014/main" id="{D144B9D2-97BD-5D2E-7DAB-732240DB19A2}"/>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0363" y="529362"/>
            <a:ext cx="2356712" cy="854916"/>
          </a:xfrm>
          <a:prstGeom prst="rect">
            <a:avLst/>
          </a:prstGeom>
        </p:spPr>
      </p:pic>
      <p:sp>
        <p:nvSpPr>
          <p:cNvPr id="2" name="Rectangle 1">
            <a:extLst>
              <a:ext uri="{FF2B5EF4-FFF2-40B4-BE49-F238E27FC236}">
                <a16:creationId xmlns:a16="http://schemas.microsoft.com/office/drawing/2014/main" id="{DA228619-3496-ED52-BC08-FA87C0B58065}"/>
              </a:ext>
            </a:extLst>
          </p:cNvPr>
          <p:cNvSpPr/>
          <p:nvPr userDrawn="1"/>
        </p:nvSpPr>
        <p:spPr bwMode="gray">
          <a:xfrm flipH="1" flipV="1">
            <a:off x="0" y="3622765"/>
            <a:ext cx="12192000" cy="3243943"/>
          </a:xfrm>
          <a:prstGeom prst="rect">
            <a:avLst/>
          </a:prstGeom>
          <a:gradFill>
            <a:gsLst>
              <a:gs pos="0">
                <a:srgbClr val="3D4D55">
                  <a:alpha val="0"/>
                </a:srgbClr>
              </a:gs>
              <a:gs pos="65000">
                <a:srgbClr val="25343C"/>
              </a:gs>
            </a:gsLst>
            <a:lin ang="16200000" scaled="0"/>
          </a:gradFill>
        </p:spPr>
        <p:txBody>
          <a:bodyPr vert="horz" lIns="90000" tIns="46800" rIns="90000" bIns="46800" rtlCol="0" anchor="t">
            <a:noAutofit/>
          </a:bodyPr>
          <a:lstStyle/>
          <a:p>
            <a:pPr marL="216000" marR="0" indent="-216000" algn="l" defTabSz="914400" eaLnBrk="1" fontAlgn="auto" latinLnBrk="0" hangingPunct="1">
              <a:lnSpc>
                <a:spcPct val="100000"/>
              </a:lnSpc>
              <a:spcBef>
                <a:spcPts val="600"/>
              </a:spcBef>
              <a:spcAft>
                <a:spcPts val="0"/>
              </a:spcAft>
              <a:buClrTx/>
              <a:buSzPct val="100000"/>
              <a:buFont typeface="Arial" panose="020B0604020202020204" pitchFamily="34" charset="0"/>
              <a:buChar char="•"/>
              <a:tabLst/>
            </a:pPr>
            <a:endParaRPr kumimoji="0" lang="en-GB" sz="1200" b="0" i="0" u="none" strike="noStrike" kern="1200" cap="none" spc="0" normalizeH="0" baseline="0" noProof="0" err="1">
              <a:ln>
                <a:noFill/>
              </a:ln>
              <a:solidFill>
                <a:srgbClr val="44463E"/>
              </a:solidFill>
              <a:effectLst/>
              <a:uLnTx/>
              <a:uFillTx/>
              <a:ea typeface="+mn-ea"/>
            </a:endParaRPr>
          </a:p>
        </p:txBody>
      </p:sp>
      <p:sp>
        <p:nvSpPr>
          <p:cNvPr id="20" name="TextBox 19">
            <a:extLst>
              <a:ext uri="{FF2B5EF4-FFF2-40B4-BE49-F238E27FC236}">
                <a16:creationId xmlns:a16="http://schemas.microsoft.com/office/drawing/2014/main" id="{209FCE8E-B1DB-C5B4-BDB7-B078AEB852E4}"/>
              </a:ext>
            </a:extLst>
          </p:cNvPr>
          <p:cNvSpPr txBox="1"/>
          <p:nvPr userDrawn="1"/>
        </p:nvSpPr>
        <p:spPr bwMode="ltGray">
          <a:xfrm>
            <a:off x="8999145" y="5196802"/>
            <a:ext cx="2832863" cy="252000"/>
          </a:xfrm>
          <a:prstGeom prst="rect">
            <a:avLst/>
          </a:prstGeom>
          <a:noFill/>
        </p:spPr>
        <p:txBody>
          <a:bodyPr wrap="square" lIns="0" tIns="0" rIns="0" bIns="0" rtlCol="0" anchor="ctr">
            <a:noAutofit/>
          </a:bodyPr>
          <a:lstStyle/>
          <a:p>
            <a:pPr rtl="0"/>
            <a:r>
              <a:rPr lang="en-GB" sz="1200" spc="100">
                <a:solidFill>
                  <a:schemeClr val="bg2"/>
                </a:solidFill>
                <a:latin typeface="+mj-lt"/>
              </a:rPr>
              <a:t>Contact</a:t>
            </a:r>
          </a:p>
        </p:txBody>
      </p:sp>
      <p:grpSp>
        <p:nvGrpSpPr>
          <p:cNvPr id="21" name="Group 20">
            <a:extLst>
              <a:ext uri="{FF2B5EF4-FFF2-40B4-BE49-F238E27FC236}">
                <a16:creationId xmlns:a16="http://schemas.microsoft.com/office/drawing/2014/main" id="{4D916EEE-8768-BF2F-4E95-7851A39AF713}"/>
              </a:ext>
            </a:extLst>
          </p:cNvPr>
          <p:cNvGrpSpPr/>
          <p:nvPr userDrawn="1"/>
        </p:nvGrpSpPr>
        <p:grpSpPr>
          <a:xfrm>
            <a:off x="6119550" y="5196802"/>
            <a:ext cx="2677054" cy="1131836"/>
            <a:chOff x="5343524" y="4700408"/>
            <a:chExt cx="3014239" cy="1131836"/>
          </a:xfrm>
        </p:grpSpPr>
        <p:sp>
          <p:nvSpPr>
            <p:cNvPr id="22" name="TextBox 21">
              <a:extLst>
                <a:ext uri="{FF2B5EF4-FFF2-40B4-BE49-F238E27FC236}">
                  <a16:creationId xmlns:a16="http://schemas.microsoft.com/office/drawing/2014/main" id="{F94359B7-7ECB-A98C-8767-14A63BDFC86C}"/>
                </a:ext>
              </a:extLst>
            </p:cNvPr>
            <p:cNvSpPr txBox="1"/>
            <p:nvPr userDrawn="1"/>
          </p:nvSpPr>
          <p:spPr bwMode="ltGray">
            <a:xfrm>
              <a:off x="5343524" y="4700408"/>
              <a:ext cx="3014239" cy="252000"/>
            </a:xfrm>
            <a:prstGeom prst="rect">
              <a:avLst/>
            </a:prstGeom>
            <a:noFill/>
          </p:spPr>
          <p:txBody>
            <a:bodyPr wrap="square" lIns="0" tIns="0" rIns="0" bIns="0" rtlCol="0" anchor="ctr">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rgbClr val="FFFFFF"/>
                  </a:solidFill>
                  <a:effectLst/>
                  <a:uLnTx/>
                  <a:uFillTx/>
                  <a:latin typeface="+mj-lt"/>
                </a:rPr>
                <a:t>Amsterdam</a:t>
              </a:r>
            </a:p>
          </p:txBody>
        </p:sp>
        <p:sp>
          <p:nvSpPr>
            <p:cNvPr id="27" name="TextBox 26">
              <a:extLst>
                <a:ext uri="{FF2B5EF4-FFF2-40B4-BE49-F238E27FC236}">
                  <a16:creationId xmlns:a16="http://schemas.microsoft.com/office/drawing/2014/main" id="{970BDB6E-D354-152B-B6A4-3855023F4F70}"/>
                </a:ext>
              </a:extLst>
            </p:cNvPr>
            <p:cNvSpPr txBox="1"/>
            <p:nvPr userDrawn="1"/>
          </p:nvSpPr>
          <p:spPr bwMode="ltGray">
            <a:xfrm>
              <a:off x="5343524" y="5123766"/>
              <a:ext cx="3014239" cy="252000"/>
            </a:xfrm>
            <a:prstGeom prst="rect">
              <a:avLst/>
            </a:prstGeom>
            <a:noFill/>
          </p:spPr>
          <p:txBody>
            <a:bodyPr vert="horz" lIns="0" tIns="0" rIns="0" bIns="0" rtlCol="0" anchor="ctr">
              <a:noAutofit/>
            </a:bodyPr>
            <a:lstStyle>
              <a:lvl1pPr lvl="0" indent="0">
                <a:lnSpc>
                  <a:spcPct val="100000"/>
                </a:lnSpc>
                <a:spcBef>
                  <a:spcPts val="0"/>
                </a:spcBef>
                <a:buSzPct val="100000"/>
                <a:buFont typeface="Arial" panose="020B0604020202020204" pitchFamily="34" charset="0"/>
                <a:buNone/>
                <a:defRPr lang="en-US" sz="1050" b="0" spc="0" dirty="0" smtClean="0">
                  <a:solidFill>
                    <a:schemeClr val="bg2"/>
                  </a:solidFill>
                  <a:cs typeface="Gotham-Book" pitchFamily="50" charset="0"/>
                </a:defRPr>
              </a:lvl1pPr>
              <a:lvl2pPr marL="432000" indent="-216000">
                <a:lnSpc>
                  <a:spcPct val="100000"/>
                </a:lnSpc>
                <a:spcBef>
                  <a:spcPts val="600"/>
                </a:spcBef>
                <a:buFont typeface="Arial" panose="020B0604020202020204" pitchFamily="34" charset="0"/>
                <a:buChar char="•"/>
                <a:defRPr sz="1400" spc="0">
                  <a:solidFill>
                    <a:schemeClr val="bg2"/>
                  </a:solidFill>
                  <a:cs typeface="Gotham-Book" pitchFamily="50" charset="0"/>
                </a:defRPr>
              </a:lvl2pPr>
              <a:lvl3pPr marL="648000" indent="-216000">
                <a:lnSpc>
                  <a:spcPct val="100000"/>
                </a:lnSpc>
                <a:spcBef>
                  <a:spcPts val="600"/>
                </a:spcBef>
                <a:buFont typeface="Arial" panose="020B0604020202020204" pitchFamily="34" charset="0"/>
                <a:buChar char="•"/>
                <a:defRPr sz="1400" spc="0">
                  <a:solidFill>
                    <a:schemeClr val="bg2"/>
                  </a:solidFill>
                </a:defRPr>
              </a:lvl3pPr>
              <a:lvl4pPr marL="864000" indent="-216000">
                <a:lnSpc>
                  <a:spcPct val="100000"/>
                </a:lnSpc>
                <a:spcBef>
                  <a:spcPts val="600"/>
                </a:spcBef>
                <a:buFont typeface="Arial" panose="020B0604020202020204" pitchFamily="34" charset="0"/>
                <a:buChar char="•"/>
                <a:defRPr sz="1400" cap="none" spc="0" baseline="0">
                  <a:solidFill>
                    <a:schemeClr val="bg2"/>
                  </a:solidFill>
                </a:defRPr>
              </a:lvl4pPr>
              <a:lvl5pPr marL="1080000" indent="-216000">
                <a:lnSpc>
                  <a:spcPct val="100000"/>
                </a:lnSpc>
                <a:spcBef>
                  <a:spcPts val="600"/>
                </a:spcBef>
                <a:buFont typeface="Arial" panose="020B0604020202020204" pitchFamily="34" charset="0"/>
                <a:buChar char="•"/>
                <a:defRPr sz="1400" spc="0">
                  <a:solidFill>
                    <a:schemeClr val="bg2"/>
                  </a:solidFill>
                  <a:cs typeface="Gotham-Light" pitchFamily="50" charset="0"/>
                </a:defRPr>
              </a:lvl5pPr>
              <a:lvl6pPr marL="0" indent="0">
                <a:lnSpc>
                  <a:spcPct val="150000"/>
                </a:lnSpc>
                <a:spcBef>
                  <a:spcPts val="600"/>
                </a:spcBef>
                <a:buFont typeface="Arial" panose="020B0604020202020204" pitchFamily="34" charset="0"/>
                <a:buNone/>
                <a:defRPr sz="1400">
                  <a:latin typeface="Gotham-Light" pitchFamily="50" charset="0"/>
                  <a:cs typeface="Gotham-Light" pitchFamily="50" charset="0"/>
                </a:defRPr>
              </a:lvl6pPr>
              <a:lvl7pPr marL="177800" indent="-177800">
                <a:lnSpc>
                  <a:spcPct val="150000"/>
                </a:lnSpc>
                <a:spcBef>
                  <a:spcPts val="600"/>
                </a:spcBef>
                <a:buSzPct val="120000"/>
                <a:buFontTx/>
                <a:buBlip>
                  <a:blip r:embed="rId7"/>
                </a:buBlip>
                <a:defRPr sz="1400">
                  <a:latin typeface="Gotham-Light" pitchFamily="50" charset="0"/>
                  <a:cs typeface="Gotham-Light" pitchFamily="50" charset="0"/>
                </a:defRPr>
              </a:lvl7pPr>
              <a:lvl8pPr marL="0" indent="0">
                <a:lnSpc>
                  <a:spcPct val="150000"/>
                </a:lnSpc>
                <a:spcBef>
                  <a:spcPts val="0"/>
                </a:spcBef>
                <a:spcAft>
                  <a:spcPts val="600"/>
                </a:spcAft>
                <a:buFont typeface="Arial" panose="020B0604020202020204" pitchFamily="34" charset="0"/>
                <a:buNone/>
                <a:defRPr sz="1200"/>
              </a:lvl8pPr>
              <a:lvl9pPr marL="0" indent="0">
                <a:lnSpc>
                  <a:spcPct val="150000"/>
                </a:lnSpc>
                <a:spcBef>
                  <a:spcPts val="0"/>
                </a:spcBef>
                <a:spcAft>
                  <a:spcPts val="600"/>
                </a:spcAft>
                <a:buFont typeface="Arial" panose="020B0604020202020204" pitchFamily="34" charset="0"/>
                <a:buNone/>
                <a:defRPr sz="1200">
                  <a:latin typeface="Gotham-Light" pitchFamily="50" charset="0"/>
                  <a:cs typeface="Gotham-Light" pitchFamily="50" charset="0"/>
                </a:defRPr>
              </a:lvl9pPr>
            </a:lstStyle>
            <a:p>
              <a:pPr marL="0" marR="0" lvl="0" indent="0"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0" lang="en-GB" sz="1050" b="0" i="0" u="none" strike="noStrike" kern="0" cap="none" spc="0" normalizeH="0" baseline="0" noProof="0" dirty="0">
                  <a:ln>
                    <a:noFill/>
                  </a:ln>
                  <a:solidFill>
                    <a:srgbClr val="FFFFFF"/>
                  </a:solidFill>
                  <a:effectLst/>
                  <a:uLnTx/>
                  <a:uFillTx/>
                  <a:cs typeface="Calibri" panose="020F0502020204030204" pitchFamily="34" charset="0"/>
                </a:rPr>
                <a:t>De </a:t>
              </a:r>
              <a:r>
                <a:rPr kumimoji="0" lang="en-GB" sz="1050" b="0" i="0" u="none" strike="noStrike" kern="0" cap="none" spc="0" normalizeH="0" baseline="0" noProof="0" dirty="0" err="1">
                  <a:ln>
                    <a:noFill/>
                  </a:ln>
                  <a:solidFill>
                    <a:srgbClr val="FFFFFF"/>
                  </a:solidFill>
                  <a:effectLst/>
                  <a:uLnTx/>
                  <a:uFillTx/>
                  <a:cs typeface="Calibri" panose="020F0502020204030204" pitchFamily="34" charset="0"/>
                </a:rPr>
                <a:t>Ruijterkade</a:t>
              </a:r>
              <a:r>
                <a:rPr kumimoji="0" lang="en-GB" sz="1050" b="0" i="0" u="none" strike="noStrike" kern="0" cap="none" spc="0" normalizeH="0" baseline="0" noProof="0" dirty="0">
                  <a:ln>
                    <a:noFill/>
                  </a:ln>
                  <a:solidFill>
                    <a:srgbClr val="FFFFFF"/>
                  </a:solidFill>
                  <a:effectLst/>
                  <a:uLnTx/>
                  <a:uFillTx/>
                  <a:cs typeface="Calibri" panose="020F0502020204030204" pitchFamily="34" charset="0"/>
                </a:rPr>
                <a:t> 7</a:t>
              </a:r>
            </a:p>
          </p:txBody>
        </p:sp>
        <p:sp>
          <p:nvSpPr>
            <p:cNvPr id="34" name="TextBox 33">
              <a:extLst>
                <a:ext uri="{FF2B5EF4-FFF2-40B4-BE49-F238E27FC236}">
                  <a16:creationId xmlns:a16="http://schemas.microsoft.com/office/drawing/2014/main" id="{5C92A55F-23B9-E807-337B-63C6501CD854}"/>
                </a:ext>
              </a:extLst>
            </p:cNvPr>
            <p:cNvSpPr txBox="1"/>
            <p:nvPr userDrawn="1"/>
          </p:nvSpPr>
          <p:spPr bwMode="ltGray">
            <a:xfrm>
              <a:off x="5343524" y="5352005"/>
              <a:ext cx="3014239" cy="252000"/>
            </a:xfrm>
            <a:prstGeom prst="rect">
              <a:avLst/>
            </a:prstGeom>
            <a:noFill/>
          </p:spPr>
          <p:txBody>
            <a:bodyPr vert="horz" lIns="0" tIns="0" rIns="0" bIns="0" rtlCol="0" anchor="ctr">
              <a:noAutofit/>
            </a:bodyPr>
            <a:lstStyle>
              <a:lvl1pPr lvl="0" indent="0">
                <a:lnSpc>
                  <a:spcPct val="100000"/>
                </a:lnSpc>
                <a:spcBef>
                  <a:spcPts val="0"/>
                </a:spcBef>
                <a:buSzPct val="100000"/>
                <a:buFont typeface="Arial" panose="020B0604020202020204" pitchFamily="34" charset="0"/>
                <a:buNone/>
                <a:defRPr lang="en-US" sz="1050" b="0" spc="0" dirty="0" smtClean="0">
                  <a:solidFill>
                    <a:schemeClr val="bg2"/>
                  </a:solidFill>
                  <a:cs typeface="Gotham-Book" pitchFamily="50" charset="0"/>
                </a:defRPr>
              </a:lvl1pPr>
              <a:lvl2pPr marL="432000" indent="-216000">
                <a:lnSpc>
                  <a:spcPct val="100000"/>
                </a:lnSpc>
                <a:spcBef>
                  <a:spcPts val="600"/>
                </a:spcBef>
                <a:buFont typeface="Arial" panose="020B0604020202020204" pitchFamily="34" charset="0"/>
                <a:buChar char="•"/>
                <a:defRPr sz="1400" spc="0">
                  <a:solidFill>
                    <a:schemeClr val="bg2"/>
                  </a:solidFill>
                  <a:cs typeface="Gotham-Book" pitchFamily="50" charset="0"/>
                </a:defRPr>
              </a:lvl2pPr>
              <a:lvl3pPr marL="648000" indent="-216000">
                <a:lnSpc>
                  <a:spcPct val="100000"/>
                </a:lnSpc>
                <a:spcBef>
                  <a:spcPts val="600"/>
                </a:spcBef>
                <a:buFont typeface="Arial" panose="020B0604020202020204" pitchFamily="34" charset="0"/>
                <a:buChar char="•"/>
                <a:defRPr sz="1400" spc="0">
                  <a:solidFill>
                    <a:schemeClr val="bg2"/>
                  </a:solidFill>
                </a:defRPr>
              </a:lvl3pPr>
              <a:lvl4pPr marL="864000" indent="-216000">
                <a:lnSpc>
                  <a:spcPct val="100000"/>
                </a:lnSpc>
                <a:spcBef>
                  <a:spcPts val="600"/>
                </a:spcBef>
                <a:buFont typeface="Arial" panose="020B0604020202020204" pitchFamily="34" charset="0"/>
                <a:buChar char="•"/>
                <a:defRPr sz="1400" cap="none" spc="0" baseline="0">
                  <a:solidFill>
                    <a:schemeClr val="bg2"/>
                  </a:solidFill>
                </a:defRPr>
              </a:lvl4pPr>
              <a:lvl5pPr marL="1080000" indent="-216000">
                <a:lnSpc>
                  <a:spcPct val="100000"/>
                </a:lnSpc>
                <a:spcBef>
                  <a:spcPts val="600"/>
                </a:spcBef>
                <a:buFont typeface="Arial" panose="020B0604020202020204" pitchFamily="34" charset="0"/>
                <a:buChar char="•"/>
                <a:defRPr sz="1400" spc="0">
                  <a:solidFill>
                    <a:schemeClr val="bg2"/>
                  </a:solidFill>
                  <a:cs typeface="Gotham-Light" pitchFamily="50" charset="0"/>
                </a:defRPr>
              </a:lvl5pPr>
              <a:lvl6pPr marL="0" indent="0">
                <a:lnSpc>
                  <a:spcPct val="150000"/>
                </a:lnSpc>
                <a:spcBef>
                  <a:spcPts val="600"/>
                </a:spcBef>
                <a:buFont typeface="Arial" panose="020B0604020202020204" pitchFamily="34" charset="0"/>
                <a:buNone/>
                <a:defRPr sz="1400">
                  <a:latin typeface="Gotham-Light" pitchFamily="50" charset="0"/>
                  <a:cs typeface="Gotham-Light" pitchFamily="50" charset="0"/>
                </a:defRPr>
              </a:lvl6pPr>
              <a:lvl7pPr marL="177800" indent="-177800">
                <a:lnSpc>
                  <a:spcPct val="150000"/>
                </a:lnSpc>
                <a:spcBef>
                  <a:spcPts val="600"/>
                </a:spcBef>
                <a:buSzPct val="120000"/>
                <a:buFontTx/>
                <a:buBlip>
                  <a:blip r:embed="rId7"/>
                </a:buBlip>
                <a:defRPr sz="1400">
                  <a:latin typeface="Gotham-Light" pitchFamily="50" charset="0"/>
                  <a:cs typeface="Gotham-Light" pitchFamily="50" charset="0"/>
                </a:defRPr>
              </a:lvl7pPr>
              <a:lvl8pPr marL="0" indent="0">
                <a:lnSpc>
                  <a:spcPct val="150000"/>
                </a:lnSpc>
                <a:spcBef>
                  <a:spcPts val="0"/>
                </a:spcBef>
                <a:spcAft>
                  <a:spcPts val="600"/>
                </a:spcAft>
                <a:buFont typeface="Arial" panose="020B0604020202020204" pitchFamily="34" charset="0"/>
                <a:buNone/>
                <a:defRPr sz="1200"/>
              </a:lvl8pPr>
              <a:lvl9pPr marL="0" indent="0">
                <a:lnSpc>
                  <a:spcPct val="150000"/>
                </a:lnSpc>
                <a:spcBef>
                  <a:spcPts val="0"/>
                </a:spcBef>
                <a:spcAft>
                  <a:spcPts val="600"/>
                </a:spcAft>
                <a:buFont typeface="Arial" panose="020B0604020202020204" pitchFamily="34" charset="0"/>
                <a:buNone/>
                <a:defRPr sz="1200">
                  <a:latin typeface="Gotham-Light" pitchFamily="50" charset="0"/>
                  <a:cs typeface="Gotham-Light" pitchFamily="50" charset="0"/>
                </a:defRPr>
              </a:lvl9pPr>
            </a:lstStyle>
            <a:p>
              <a:pPr marL="0" marR="0" lvl="0" indent="0"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0" lang="en-GB" sz="1050" b="0" i="0" u="none" strike="noStrike" kern="0" cap="none" spc="0" normalizeH="0" baseline="0" noProof="0" dirty="0">
                  <a:ln>
                    <a:noFill/>
                  </a:ln>
                  <a:solidFill>
                    <a:srgbClr val="FFFFFF"/>
                  </a:solidFill>
                  <a:effectLst/>
                  <a:uLnTx/>
                  <a:uFillTx/>
                  <a:cs typeface="Calibri" panose="020F0502020204030204" pitchFamily="34" charset="0"/>
                </a:rPr>
                <a:t>1013 AA Amsterdam</a:t>
              </a:r>
            </a:p>
          </p:txBody>
        </p:sp>
        <p:sp>
          <p:nvSpPr>
            <p:cNvPr id="40" name="TextBox 39">
              <a:extLst>
                <a:ext uri="{FF2B5EF4-FFF2-40B4-BE49-F238E27FC236}">
                  <a16:creationId xmlns:a16="http://schemas.microsoft.com/office/drawing/2014/main" id="{34475B40-9D0F-A8A3-307B-64BA4659D78B}"/>
                </a:ext>
              </a:extLst>
            </p:cNvPr>
            <p:cNvSpPr txBox="1"/>
            <p:nvPr userDrawn="1"/>
          </p:nvSpPr>
          <p:spPr bwMode="ltGray">
            <a:xfrm>
              <a:off x="5343524" y="5580244"/>
              <a:ext cx="3014239" cy="252000"/>
            </a:xfrm>
            <a:prstGeom prst="rect">
              <a:avLst/>
            </a:prstGeom>
            <a:noFill/>
          </p:spPr>
          <p:txBody>
            <a:bodyPr vert="horz" lIns="0" tIns="0" rIns="0" bIns="0" rtlCol="0" anchor="ctr">
              <a:noAutofit/>
            </a:bodyPr>
            <a:lstStyle>
              <a:lvl1pPr lvl="0" indent="0">
                <a:lnSpc>
                  <a:spcPct val="100000"/>
                </a:lnSpc>
                <a:spcBef>
                  <a:spcPts val="0"/>
                </a:spcBef>
                <a:buSzPct val="100000"/>
                <a:buFont typeface="Arial" panose="020B0604020202020204" pitchFamily="34" charset="0"/>
                <a:buNone/>
                <a:defRPr lang="en-US" sz="1050" b="0" spc="0" dirty="0" smtClean="0">
                  <a:solidFill>
                    <a:schemeClr val="bg2"/>
                  </a:solidFill>
                  <a:cs typeface="Gotham-Book" pitchFamily="50" charset="0"/>
                </a:defRPr>
              </a:lvl1pPr>
              <a:lvl2pPr marL="432000" indent="-216000">
                <a:lnSpc>
                  <a:spcPct val="100000"/>
                </a:lnSpc>
                <a:spcBef>
                  <a:spcPts val="600"/>
                </a:spcBef>
                <a:buFont typeface="Arial" panose="020B0604020202020204" pitchFamily="34" charset="0"/>
                <a:buChar char="•"/>
                <a:defRPr sz="1400" spc="0">
                  <a:solidFill>
                    <a:schemeClr val="bg2"/>
                  </a:solidFill>
                  <a:cs typeface="Gotham-Book" pitchFamily="50" charset="0"/>
                </a:defRPr>
              </a:lvl2pPr>
              <a:lvl3pPr marL="648000" indent="-216000">
                <a:lnSpc>
                  <a:spcPct val="100000"/>
                </a:lnSpc>
                <a:spcBef>
                  <a:spcPts val="600"/>
                </a:spcBef>
                <a:buFont typeface="Arial" panose="020B0604020202020204" pitchFamily="34" charset="0"/>
                <a:buChar char="•"/>
                <a:defRPr sz="1400" spc="0">
                  <a:solidFill>
                    <a:schemeClr val="bg2"/>
                  </a:solidFill>
                </a:defRPr>
              </a:lvl3pPr>
              <a:lvl4pPr marL="864000" indent="-216000">
                <a:lnSpc>
                  <a:spcPct val="100000"/>
                </a:lnSpc>
                <a:spcBef>
                  <a:spcPts val="600"/>
                </a:spcBef>
                <a:buFont typeface="Arial" panose="020B0604020202020204" pitchFamily="34" charset="0"/>
                <a:buChar char="•"/>
                <a:defRPr sz="1400" cap="none" spc="0" baseline="0">
                  <a:solidFill>
                    <a:schemeClr val="bg2"/>
                  </a:solidFill>
                </a:defRPr>
              </a:lvl4pPr>
              <a:lvl5pPr marL="1080000" indent="-216000">
                <a:lnSpc>
                  <a:spcPct val="100000"/>
                </a:lnSpc>
                <a:spcBef>
                  <a:spcPts val="600"/>
                </a:spcBef>
                <a:buFont typeface="Arial" panose="020B0604020202020204" pitchFamily="34" charset="0"/>
                <a:buChar char="•"/>
                <a:defRPr sz="1400" spc="0">
                  <a:solidFill>
                    <a:schemeClr val="bg2"/>
                  </a:solidFill>
                  <a:cs typeface="Gotham-Light" pitchFamily="50" charset="0"/>
                </a:defRPr>
              </a:lvl5pPr>
              <a:lvl6pPr marL="0" indent="0">
                <a:lnSpc>
                  <a:spcPct val="150000"/>
                </a:lnSpc>
                <a:spcBef>
                  <a:spcPts val="600"/>
                </a:spcBef>
                <a:buFont typeface="Arial" panose="020B0604020202020204" pitchFamily="34" charset="0"/>
                <a:buNone/>
                <a:defRPr sz="1400">
                  <a:latin typeface="Gotham-Light" pitchFamily="50" charset="0"/>
                  <a:cs typeface="Gotham-Light" pitchFamily="50" charset="0"/>
                </a:defRPr>
              </a:lvl6pPr>
              <a:lvl7pPr marL="177800" indent="-177800">
                <a:lnSpc>
                  <a:spcPct val="150000"/>
                </a:lnSpc>
                <a:spcBef>
                  <a:spcPts val="600"/>
                </a:spcBef>
                <a:buSzPct val="120000"/>
                <a:buFontTx/>
                <a:buBlip>
                  <a:blip r:embed="rId7"/>
                </a:buBlip>
                <a:defRPr sz="1400">
                  <a:latin typeface="Gotham-Light" pitchFamily="50" charset="0"/>
                  <a:cs typeface="Gotham-Light" pitchFamily="50" charset="0"/>
                </a:defRPr>
              </a:lvl7pPr>
              <a:lvl8pPr marL="0" indent="0">
                <a:lnSpc>
                  <a:spcPct val="150000"/>
                </a:lnSpc>
                <a:spcBef>
                  <a:spcPts val="0"/>
                </a:spcBef>
                <a:spcAft>
                  <a:spcPts val="600"/>
                </a:spcAft>
                <a:buFont typeface="Arial" panose="020B0604020202020204" pitchFamily="34" charset="0"/>
                <a:buNone/>
                <a:defRPr sz="1200"/>
              </a:lvl8pPr>
              <a:lvl9pPr marL="0" indent="0">
                <a:lnSpc>
                  <a:spcPct val="150000"/>
                </a:lnSpc>
                <a:spcBef>
                  <a:spcPts val="0"/>
                </a:spcBef>
                <a:spcAft>
                  <a:spcPts val="600"/>
                </a:spcAft>
                <a:buFont typeface="Arial" panose="020B0604020202020204" pitchFamily="34" charset="0"/>
                <a:buNone/>
                <a:defRPr sz="1200">
                  <a:latin typeface="Gotham-Light" pitchFamily="50" charset="0"/>
                  <a:cs typeface="Gotham-Light" pitchFamily="50" charset="0"/>
                </a:defRPr>
              </a:lvl9pPr>
            </a:lstStyle>
            <a:p>
              <a:pPr marL="0" marR="0" lvl="0" indent="0"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0" lang="en-GB" sz="1050" b="0" i="0" u="none" strike="noStrike" kern="0" cap="none" spc="0" normalizeH="0" baseline="0" noProof="0">
                  <a:ln>
                    <a:noFill/>
                  </a:ln>
                  <a:solidFill>
                    <a:srgbClr val="FFFFFF"/>
                  </a:solidFill>
                  <a:effectLst/>
                  <a:uLnTx/>
                  <a:uFillTx/>
                  <a:cs typeface="Calibri" panose="020F0502020204030204" pitchFamily="34" charset="0"/>
                </a:rPr>
                <a:t>The Netherlands</a:t>
              </a:r>
            </a:p>
          </p:txBody>
        </p:sp>
      </p:grpSp>
      <p:grpSp>
        <p:nvGrpSpPr>
          <p:cNvPr id="41" name="Group 40">
            <a:extLst>
              <a:ext uri="{FF2B5EF4-FFF2-40B4-BE49-F238E27FC236}">
                <a16:creationId xmlns:a16="http://schemas.microsoft.com/office/drawing/2014/main" id="{CEEAAE18-AB80-F7DC-1CAE-653488EF6313}"/>
              </a:ext>
            </a:extLst>
          </p:cNvPr>
          <p:cNvGrpSpPr/>
          <p:nvPr userDrawn="1"/>
        </p:nvGrpSpPr>
        <p:grpSpPr>
          <a:xfrm>
            <a:off x="3239956" y="5196802"/>
            <a:ext cx="2677054" cy="1131836"/>
            <a:chOff x="5343524" y="4700408"/>
            <a:chExt cx="3014239" cy="1131836"/>
          </a:xfrm>
        </p:grpSpPr>
        <p:sp>
          <p:nvSpPr>
            <p:cNvPr id="42" name="TextBox 41">
              <a:extLst>
                <a:ext uri="{FF2B5EF4-FFF2-40B4-BE49-F238E27FC236}">
                  <a16:creationId xmlns:a16="http://schemas.microsoft.com/office/drawing/2014/main" id="{380C2B2D-2B17-43E1-A39E-5E4AA5ABDE8D}"/>
                </a:ext>
              </a:extLst>
            </p:cNvPr>
            <p:cNvSpPr txBox="1"/>
            <p:nvPr userDrawn="1"/>
          </p:nvSpPr>
          <p:spPr bwMode="ltGray">
            <a:xfrm>
              <a:off x="5343524" y="4700408"/>
              <a:ext cx="3014239" cy="252000"/>
            </a:xfrm>
            <a:prstGeom prst="rect">
              <a:avLst/>
            </a:prstGeom>
            <a:noFill/>
          </p:spPr>
          <p:txBody>
            <a:bodyPr wrap="square" lIns="0" tIns="0" rIns="0" bIns="0" rtlCol="0" anchor="ctr">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rgbClr val="FFFFFF"/>
                  </a:solidFill>
                  <a:effectLst/>
                  <a:uLnTx/>
                  <a:uFillTx/>
                  <a:latin typeface="+mj-lt"/>
                </a:rPr>
                <a:t>Stockholm</a:t>
              </a:r>
            </a:p>
          </p:txBody>
        </p:sp>
        <p:sp>
          <p:nvSpPr>
            <p:cNvPr id="43" name="TextBox 42">
              <a:extLst>
                <a:ext uri="{FF2B5EF4-FFF2-40B4-BE49-F238E27FC236}">
                  <a16:creationId xmlns:a16="http://schemas.microsoft.com/office/drawing/2014/main" id="{ED4AA5AC-492A-714A-1D4A-B4356457E402}"/>
                </a:ext>
              </a:extLst>
            </p:cNvPr>
            <p:cNvSpPr txBox="1"/>
            <p:nvPr userDrawn="1"/>
          </p:nvSpPr>
          <p:spPr bwMode="ltGray">
            <a:xfrm>
              <a:off x="5343524" y="5123766"/>
              <a:ext cx="3014239" cy="252000"/>
            </a:xfrm>
            <a:prstGeom prst="rect">
              <a:avLst/>
            </a:prstGeom>
            <a:noFill/>
          </p:spPr>
          <p:txBody>
            <a:bodyPr vert="horz" lIns="0" tIns="0" rIns="0" bIns="0" rtlCol="0" anchor="ctr">
              <a:noAutofit/>
            </a:bodyPr>
            <a:lstStyle>
              <a:lvl1pPr lvl="0" indent="0">
                <a:lnSpc>
                  <a:spcPct val="100000"/>
                </a:lnSpc>
                <a:spcBef>
                  <a:spcPts val="0"/>
                </a:spcBef>
                <a:buSzPct val="100000"/>
                <a:buFont typeface="Arial" panose="020B0604020202020204" pitchFamily="34" charset="0"/>
                <a:buNone/>
                <a:defRPr lang="en-US" sz="1050" b="0" spc="0" dirty="0" smtClean="0">
                  <a:solidFill>
                    <a:schemeClr val="bg2"/>
                  </a:solidFill>
                  <a:cs typeface="Gotham-Book" pitchFamily="50" charset="0"/>
                </a:defRPr>
              </a:lvl1pPr>
              <a:lvl2pPr marL="432000" indent="-216000">
                <a:lnSpc>
                  <a:spcPct val="100000"/>
                </a:lnSpc>
                <a:spcBef>
                  <a:spcPts val="600"/>
                </a:spcBef>
                <a:buFont typeface="Arial" panose="020B0604020202020204" pitchFamily="34" charset="0"/>
                <a:buChar char="•"/>
                <a:defRPr sz="1400" spc="0">
                  <a:solidFill>
                    <a:schemeClr val="bg2"/>
                  </a:solidFill>
                  <a:cs typeface="Gotham-Book" pitchFamily="50" charset="0"/>
                </a:defRPr>
              </a:lvl2pPr>
              <a:lvl3pPr marL="648000" indent="-216000">
                <a:lnSpc>
                  <a:spcPct val="100000"/>
                </a:lnSpc>
                <a:spcBef>
                  <a:spcPts val="600"/>
                </a:spcBef>
                <a:buFont typeface="Arial" panose="020B0604020202020204" pitchFamily="34" charset="0"/>
                <a:buChar char="•"/>
                <a:defRPr sz="1400" spc="0">
                  <a:solidFill>
                    <a:schemeClr val="bg2"/>
                  </a:solidFill>
                </a:defRPr>
              </a:lvl3pPr>
              <a:lvl4pPr marL="864000" indent="-216000">
                <a:lnSpc>
                  <a:spcPct val="100000"/>
                </a:lnSpc>
                <a:spcBef>
                  <a:spcPts val="600"/>
                </a:spcBef>
                <a:buFont typeface="Arial" panose="020B0604020202020204" pitchFamily="34" charset="0"/>
                <a:buChar char="•"/>
                <a:defRPr sz="1400" cap="none" spc="0" baseline="0">
                  <a:solidFill>
                    <a:schemeClr val="bg2"/>
                  </a:solidFill>
                </a:defRPr>
              </a:lvl4pPr>
              <a:lvl5pPr marL="1080000" indent="-216000">
                <a:lnSpc>
                  <a:spcPct val="100000"/>
                </a:lnSpc>
                <a:spcBef>
                  <a:spcPts val="600"/>
                </a:spcBef>
                <a:buFont typeface="Arial" panose="020B0604020202020204" pitchFamily="34" charset="0"/>
                <a:buChar char="•"/>
                <a:defRPr sz="1400" spc="0">
                  <a:solidFill>
                    <a:schemeClr val="bg2"/>
                  </a:solidFill>
                  <a:cs typeface="Gotham-Light" pitchFamily="50" charset="0"/>
                </a:defRPr>
              </a:lvl5pPr>
              <a:lvl6pPr marL="0" indent="0">
                <a:lnSpc>
                  <a:spcPct val="150000"/>
                </a:lnSpc>
                <a:spcBef>
                  <a:spcPts val="600"/>
                </a:spcBef>
                <a:buFont typeface="Arial" panose="020B0604020202020204" pitchFamily="34" charset="0"/>
                <a:buNone/>
                <a:defRPr sz="1400">
                  <a:latin typeface="Gotham-Light" pitchFamily="50" charset="0"/>
                  <a:cs typeface="Gotham-Light" pitchFamily="50" charset="0"/>
                </a:defRPr>
              </a:lvl6pPr>
              <a:lvl7pPr marL="177800" indent="-177800">
                <a:lnSpc>
                  <a:spcPct val="150000"/>
                </a:lnSpc>
                <a:spcBef>
                  <a:spcPts val="600"/>
                </a:spcBef>
                <a:buSzPct val="120000"/>
                <a:buFontTx/>
                <a:buBlip>
                  <a:blip r:embed="rId7"/>
                </a:buBlip>
                <a:defRPr sz="1400">
                  <a:latin typeface="Gotham-Light" pitchFamily="50" charset="0"/>
                  <a:cs typeface="Gotham-Light" pitchFamily="50" charset="0"/>
                </a:defRPr>
              </a:lvl7pPr>
              <a:lvl8pPr marL="0" indent="0">
                <a:lnSpc>
                  <a:spcPct val="150000"/>
                </a:lnSpc>
                <a:spcBef>
                  <a:spcPts val="0"/>
                </a:spcBef>
                <a:spcAft>
                  <a:spcPts val="600"/>
                </a:spcAft>
                <a:buFont typeface="Arial" panose="020B0604020202020204" pitchFamily="34" charset="0"/>
                <a:buNone/>
                <a:defRPr sz="1200"/>
              </a:lvl8pPr>
              <a:lvl9pPr marL="0" indent="0">
                <a:lnSpc>
                  <a:spcPct val="150000"/>
                </a:lnSpc>
                <a:spcBef>
                  <a:spcPts val="0"/>
                </a:spcBef>
                <a:spcAft>
                  <a:spcPts val="600"/>
                </a:spcAft>
                <a:buFont typeface="Arial" panose="020B0604020202020204" pitchFamily="34" charset="0"/>
                <a:buNone/>
                <a:defRPr sz="1200">
                  <a:latin typeface="Gotham-Light" pitchFamily="50" charset="0"/>
                  <a:cs typeface="Gotham-Light" pitchFamily="50" charset="0"/>
                </a:defRPr>
              </a:lvl9pPr>
            </a:lstStyle>
            <a:p>
              <a:pPr marL="0" marR="0" lvl="0" indent="0"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0" lang="en-GB" sz="1050" b="0" i="0" u="none" strike="noStrike" kern="0" cap="none" spc="0" normalizeH="0" baseline="0" noProof="0" err="1">
                  <a:ln>
                    <a:noFill/>
                  </a:ln>
                  <a:solidFill>
                    <a:srgbClr val="FFFFFF"/>
                  </a:solidFill>
                  <a:effectLst/>
                  <a:uLnTx/>
                  <a:uFillTx/>
                  <a:cs typeface="Calibri" panose="020F0502020204030204" pitchFamily="34" charset="0"/>
                </a:rPr>
                <a:t>Götgatan</a:t>
              </a:r>
              <a:r>
                <a:rPr kumimoji="0" lang="en-GB" sz="1050" b="0" i="0" u="none" strike="noStrike" kern="0" cap="none" spc="0" normalizeH="0" baseline="0" noProof="0">
                  <a:ln>
                    <a:noFill/>
                  </a:ln>
                  <a:solidFill>
                    <a:srgbClr val="FFFFFF"/>
                  </a:solidFill>
                  <a:effectLst/>
                  <a:uLnTx/>
                  <a:uFillTx/>
                  <a:cs typeface="Calibri" panose="020F0502020204030204" pitchFamily="34" charset="0"/>
                </a:rPr>
                <a:t> 22A</a:t>
              </a:r>
            </a:p>
          </p:txBody>
        </p:sp>
        <p:sp>
          <p:nvSpPr>
            <p:cNvPr id="44" name="TextBox 43">
              <a:extLst>
                <a:ext uri="{FF2B5EF4-FFF2-40B4-BE49-F238E27FC236}">
                  <a16:creationId xmlns:a16="http://schemas.microsoft.com/office/drawing/2014/main" id="{6EBC595A-42F5-4763-8C5B-00A2275720D2}"/>
                </a:ext>
              </a:extLst>
            </p:cNvPr>
            <p:cNvSpPr txBox="1"/>
            <p:nvPr userDrawn="1"/>
          </p:nvSpPr>
          <p:spPr bwMode="ltGray">
            <a:xfrm>
              <a:off x="5343524" y="5352005"/>
              <a:ext cx="3014239" cy="252000"/>
            </a:xfrm>
            <a:prstGeom prst="rect">
              <a:avLst/>
            </a:prstGeom>
            <a:noFill/>
          </p:spPr>
          <p:txBody>
            <a:bodyPr vert="horz" lIns="0" tIns="0" rIns="0" bIns="0" rtlCol="0" anchor="ctr">
              <a:noAutofit/>
            </a:bodyPr>
            <a:lstStyle>
              <a:lvl1pPr lvl="0" indent="0">
                <a:lnSpc>
                  <a:spcPct val="100000"/>
                </a:lnSpc>
                <a:spcBef>
                  <a:spcPts val="0"/>
                </a:spcBef>
                <a:buSzPct val="100000"/>
                <a:buFont typeface="Arial" panose="020B0604020202020204" pitchFamily="34" charset="0"/>
                <a:buNone/>
                <a:defRPr lang="en-US" sz="1050" b="0" spc="0" dirty="0" smtClean="0">
                  <a:solidFill>
                    <a:schemeClr val="bg2"/>
                  </a:solidFill>
                  <a:cs typeface="Gotham-Book" pitchFamily="50" charset="0"/>
                </a:defRPr>
              </a:lvl1pPr>
              <a:lvl2pPr marL="432000" indent="-216000">
                <a:lnSpc>
                  <a:spcPct val="100000"/>
                </a:lnSpc>
                <a:spcBef>
                  <a:spcPts val="600"/>
                </a:spcBef>
                <a:buFont typeface="Arial" panose="020B0604020202020204" pitchFamily="34" charset="0"/>
                <a:buChar char="•"/>
                <a:defRPr sz="1400" spc="0">
                  <a:solidFill>
                    <a:schemeClr val="bg2"/>
                  </a:solidFill>
                  <a:cs typeface="Gotham-Book" pitchFamily="50" charset="0"/>
                </a:defRPr>
              </a:lvl2pPr>
              <a:lvl3pPr marL="648000" indent="-216000">
                <a:lnSpc>
                  <a:spcPct val="100000"/>
                </a:lnSpc>
                <a:spcBef>
                  <a:spcPts val="600"/>
                </a:spcBef>
                <a:buFont typeface="Arial" panose="020B0604020202020204" pitchFamily="34" charset="0"/>
                <a:buChar char="•"/>
                <a:defRPr sz="1400" spc="0">
                  <a:solidFill>
                    <a:schemeClr val="bg2"/>
                  </a:solidFill>
                </a:defRPr>
              </a:lvl3pPr>
              <a:lvl4pPr marL="864000" indent="-216000">
                <a:lnSpc>
                  <a:spcPct val="100000"/>
                </a:lnSpc>
                <a:spcBef>
                  <a:spcPts val="600"/>
                </a:spcBef>
                <a:buFont typeface="Arial" panose="020B0604020202020204" pitchFamily="34" charset="0"/>
                <a:buChar char="•"/>
                <a:defRPr sz="1400" cap="none" spc="0" baseline="0">
                  <a:solidFill>
                    <a:schemeClr val="bg2"/>
                  </a:solidFill>
                </a:defRPr>
              </a:lvl4pPr>
              <a:lvl5pPr marL="1080000" indent="-216000">
                <a:lnSpc>
                  <a:spcPct val="100000"/>
                </a:lnSpc>
                <a:spcBef>
                  <a:spcPts val="600"/>
                </a:spcBef>
                <a:buFont typeface="Arial" panose="020B0604020202020204" pitchFamily="34" charset="0"/>
                <a:buChar char="•"/>
                <a:defRPr sz="1400" spc="0">
                  <a:solidFill>
                    <a:schemeClr val="bg2"/>
                  </a:solidFill>
                  <a:cs typeface="Gotham-Light" pitchFamily="50" charset="0"/>
                </a:defRPr>
              </a:lvl5pPr>
              <a:lvl6pPr marL="0" indent="0">
                <a:lnSpc>
                  <a:spcPct val="150000"/>
                </a:lnSpc>
                <a:spcBef>
                  <a:spcPts val="600"/>
                </a:spcBef>
                <a:buFont typeface="Arial" panose="020B0604020202020204" pitchFamily="34" charset="0"/>
                <a:buNone/>
                <a:defRPr sz="1400">
                  <a:latin typeface="Gotham-Light" pitchFamily="50" charset="0"/>
                  <a:cs typeface="Gotham-Light" pitchFamily="50" charset="0"/>
                </a:defRPr>
              </a:lvl6pPr>
              <a:lvl7pPr marL="177800" indent="-177800">
                <a:lnSpc>
                  <a:spcPct val="150000"/>
                </a:lnSpc>
                <a:spcBef>
                  <a:spcPts val="600"/>
                </a:spcBef>
                <a:buSzPct val="120000"/>
                <a:buFontTx/>
                <a:buBlip>
                  <a:blip r:embed="rId7"/>
                </a:buBlip>
                <a:defRPr sz="1400">
                  <a:latin typeface="Gotham-Light" pitchFamily="50" charset="0"/>
                  <a:cs typeface="Gotham-Light" pitchFamily="50" charset="0"/>
                </a:defRPr>
              </a:lvl7pPr>
              <a:lvl8pPr marL="0" indent="0">
                <a:lnSpc>
                  <a:spcPct val="150000"/>
                </a:lnSpc>
                <a:spcBef>
                  <a:spcPts val="0"/>
                </a:spcBef>
                <a:spcAft>
                  <a:spcPts val="600"/>
                </a:spcAft>
                <a:buFont typeface="Arial" panose="020B0604020202020204" pitchFamily="34" charset="0"/>
                <a:buNone/>
                <a:defRPr sz="1200"/>
              </a:lvl8pPr>
              <a:lvl9pPr marL="0" indent="0">
                <a:lnSpc>
                  <a:spcPct val="150000"/>
                </a:lnSpc>
                <a:spcBef>
                  <a:spcPts val="0"/>
                </a:spcBef>
                <a:spcAft>
                  <a:spcPts val="600"/>
                </a:spcAft>
                <a:buFont typeface="Arial" panose="020B0604020202020204" pitchFamily="34" charset="0"/>
                <a:buNone/>
                <a:defRPr sz="1200">
                  <a:latin typeface="Gotham-Light" pitchFamily="50" charset="0"/>
                  <a:cs typeface="Gotham-Light" pitchFamily="50" charset="0"/>
                </a:defRPr>
              </a:lvl9pPr>
            </a:lstStyle>
            <a:p>
              <a:pPr marL="0" marR="0" lvl="0" indent="0"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0" lang="en-GB" sz="1050" b="0" i="0" u="none" strike="noStrike" kern="0" cap="none" spc="0" normalizeH="0" baseline="0" noProof="0">
                  <a:ln>
                    <a:noFill/>
                  </a:ln>
                  <a:solidFill>
                    <a:srgbClr val="FFFFFF"/>
                  </a:solidFill>
                  <a:effectLst/>
                  <a:uLnTx/>
                  <a:uFillTx/>
                  <a:cs typeface="Calibri" panose="020F0502020204030204" pitchFamily="34" charset="0"/>
                </a:rPr>
                <a:t>118 46 Stockholm</a:t>
              </a:r>
            </a:p>
          </p:txBody>
        </p:sp>
        <p:sp>
          <p:nvSpPr>
            <p:cNvPr id="45" name="TextBox 44">
              <a:extLst>
                <a:ext uri="{FF2B5EF4-FFF2-40B4-BE49-F238E27FC236}">
                  <a16:creationId xmlns:a16="http://schemas.microsoft.com/office/drawing/2014/main" id="{FF9A0F7D-72F9-213F-F442-D1C1D41C4FDB}"/>
                </a:ext>
              </a:extLst>
            </p:cNvPr>
            <p:cNvSpPr txBox="1"/>
            <p:nvPr userDrawn="1"/>
          </p:nvSpPr>
          <p:spPr bwMode="ltGray">
            <a:xfrm>
              <a:off x="5343524" y="5580244"/>
              <a:ext cx="3014239" cy="252000"/>
            </a:xfrm>
            <a:prstGeom prst="rect">
              <a:avLst/>
            </a:prstGeom>
            <a:noFill/>
          </p:spPr>
          <p:txBody>
            <a:bodyPr vert="horz" lIns="0" tIns="0" rIns="0" bIns="0" rtlCol="0" anchor="ctr">
              <a:noAutofit/>
            </a:bodyPr>
            <a:lstStyle>
              <a:lvl1pPr lvl="0" indent="0">
                <a:lnSpc>
                  <a:spcPct val="100000"/>
                </a:lnSpc>
                <a:spcBef>
                  <a:spcPts val="0"/>
                </a:spcBef>
                <a:buSzPct val="100000"/>
                <a:buFont typeface="Arial" panose="020B0604020202020204" pitchFamily="34" charset="0"/>
                <a:buNone/>
                <a:defRPr lang="en-US" sz="1050" b="0" spc="0" dirty="0" smtClean="0">
                  <a:solidFill>
                    <a:schemeClr val="bg2"/>
                  </a:solidFill>
                  <a:cs typeface="Gotham-Book" pitchFamily="50" charset="0"/>
                </a:defRPr>
              </a:lvl1pPr>
              <a:lvl2pPr marL="432000" indent="-216000">
                <a:lnSpc>
                  <a:spcPct val="100000"/>
                </a:lnSpc>
                <a:spcBef>
                  <a:spcPts val="600"/>
                </a:spcBef>
                <a:buFont typeface="Arial" panose="020B0604020202020204" pitchFamily="34" charset="0"/>
                <a:buChar char="•"/>
                <a:defRPr sz="1400" spc="0">
                  <a:solidFill>
                    <a:schemeClr val="bg2"/>
                  </a:solidFill>
                  <a:cs typeface="Gotham-Book" pitchFamily="50" charset="0"/>
                </a:defRPr>
              </a:lvl2pPr>
              <a:lvl3pPr marL="648000" indent="-216000">
                <a:lnSpc>
                  <a:spcPct val="100000"/>
                </a:lnSpc>
                <a:spcBef>
                  <a:spcPts val="600"/>
                </a:spcBef>
                <a:buFont typeface="Arial" panose="020B0604020202020204" pitchFamily="34" charset="0"/>
                <a:buChar char="•"/>
                <a:defRPr sz="1400" spc="0">
                  <a:solidFill>
                    <a:schemeClr val="bg2"/>
                  </a:solidFill>
                </a:defRPr>
              </a:lvl3pPr>
              <a:lvl4pPr marL="864000" indent="-216000">
                <a:lnSpc>
                  <a:spcPct val="100000"/>
                </a:lnSpc>
                <a:spcBef>
                  <a:spcPts val="600"/>
                </a:spcBef>
                <a:buFont typeface="Arial" panose="020B0604020202020204" pitchFamily="34" charset="0"/>
                <a:buChar char="•"/>
                <a:defRPr sz="1400" cap="none" spc="0" baseline="0">
                  <a:solidFill>
                    <a:schemeClr val="bg2"/>
                  </a:solidFill>
                </a:defRPr>
              </a:lvl4pPr>
              <a:lvl5pPr marL="1080000" indent="-216000">
                <a:lnSpc>
                  <a:spcPct val="100000"/>
                </a:lnSpc>
                <a:spcBef>
                  <a:spcPts val="600"/>
                </a:spcBef>
                <a:buFont typeface="Arial" panose="020B0604020202020204" pitchFamily="34" charset="0"/>
                <a:buChar char="•"/>
                <a:defRPr sz="1400" spc="0">
                  <a:solidFill>
                    <a:schemeClr val="bg2"/>
                  </a:solidFill>
                  <a:cs typeface="Gotham-Light" pitchFamily="50" charset="0"/>
                </a:defRPr>
              </a:lvl5pPr>
              <a:lvl6pPr marL="0" indent="0">
                <a:lnSpc>
                  <a:spcPct val="150000"/>
                </a:lnSpc>
                <a:spcBef>
                  <a:spcPts val="600"/>
                </a:spcBef>
                <a:buFont typeface="Arial" panose="020B0604020202020204" pitchFamily="34" charset="0"/>
                <a:buNone/>
                <a:defRPr sz="1400">
                  <a:latin typeface="Gotham-Light" pitchFamily="50" charset="0"/>
                  <a:cs typeface="Gotham-Light" pitchFamily="50" charset="0"/>
                </a:defRPr>
              </a:lvl6pPr>
              <a:lvl7pPr marL="177800" indent="-177800">
                <a:lnSpc>
                  <a:spcPct val="150000"/>
                </a:lnSpc>
                <a:spcBef>
                  <a:spcPts val="600"/>
                </a:spcBef>
                <a:buSzPct val="120000"/>
                <a:buFontTx/>
                <a:buBlip>
                  <a:blip r:embed="rId7"/>
                </a:buBlip>
                <a:defRPr sz="1400">
                  <a:latin typeface="Gotham-Light" pitchFamily="50" charset="0"/>
                  <a:cs typeface="Gotham-Light" pitchFamily="50" charset="0"/>
                </a:defRPr>
              </a:lvl7pPr>
              <a:lvl8pPr marL="0" indent="0">
                <a:lnSpc>
                  <a:spcPct val="150000"/>
                </a:lnSpc>
                <a:spcBef>
                  <a:spcPts val="0"/>
                </a:spcBef>
                <a:spcAft>
                  <a:spcPts val="600"/>
                </a:spcAft>
                <a:buFont typeface="Arial" panose="020B0604020202020204" pitchFamily="34" charset="0"/>
                <a:buNone/>
                <a:defRPr sz="1200"/>
              </a:lvl8pPr>
              <a:lvl9pPr marL="0" indent="0">
                <a:lnSpc>
                  <a:spcPct val="150000"/>
                </a:lnSpc>
                <a:spcBef>
                  <a:spcPts val="0"/>
                </a:spcBef>
                <a:spcAft>
                  <a:spcPts val="600"/>
                </a:spcAft>
                <a:buFont typeface="Arial" panose="020B0604020202020204" pitchFamily="34" charset="0"/>
                <a:buNone/>
                <a:defRPr sz="1200">
                  <a:latin typeface="Gotham-Light" pitchFamily="50" charset="0"/>
                  <a:cs typeface="Gotham-Light" pitchFamily="50" charset="0"/>
                </a:defRPr>
              </a:lvl9pPr>
            </a:lstStyle>
            <a:p>
              <a:pPr marL="0" marR="0" lvl="0" indent="0"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0" lang="en-GB" sz="1050" b="0" i="0" u="none" strike="noStrike" kern="0" cap="none" spc="0" normalizeH="0" baseline="0" noProof="0">
                  <a:ln>
                    <a:noFill/>
                  </a:ln>
                  <a:solidFill>
                    <a:srgbClr val="FFFFFF"/>
                  </a:solidFill>
                  <a:effectLst/>
                  <a:uLnTx/>
                  <a:uFillTx/>
                  <a:cs typeface="Calibri" panose="020F0502020204030204" pitchFamily="34" charset="0"/>
                </a:rPr>
                <a:t>Sweden</a:t>
              </a:r>
            </a:p>
          </p:txBody>
        </p:sp>
      </p:grpSp>
      <p:grpSp>
        <p:nvGrpSpPr>
          <p:cNvPr id="46" name="Group 45">
            <a:extLst>
              <a:ext uri="{FF2B5EF4-FFF2-40B4-BE49-F238E27FC236}">
                <a16:creationId xmlns:a16="http://schemas.microsoft.com/office/drawing/2014/main" id="{52F52F53-1EBD-E369-4A94-5C89B525AE53}"/>
              </a:ext>
            </a:extLst>
          </p:cNvPr>
          <p:cNvGrpSpPr/>
          <p:nvPr userDrawn="1"/>
        </p:nvGrpSpPr>
        <p:grpSpPr>
          <a:xfrm>
            <a:off x="360362" y="5196802"/>
            <a:ext cx="2677054" cy="1131836"/>
            <a:chOff x="5343524" y="4700408"/>
            <a:chExt cx="3014239" cy="1131836"/>
          </a:xfrm>
        </p:grpSpPr>
        <p:sp>
          <p:nvSpPr>
            <p:cNvPr id="47" name="TextBox 46">
              <a:extLst>
                <a:ext uri="{FF2B5EF4-FFF2-40B4-BE49-F238E27FC236}">
                  <a16:creationId xmlns:a16="http://schemas.microsoft.com/office/drawing/2014/main" id="{A4FF260A-9F87-DDDF-E25C-94B0431A8E71}"/>
                </a:ext>
              </a:extLst>
            </p:cNvPr>
            <p:cNvSpPr txBox="1"/>
            <p:nvPr userDrawn="1"/>
          </p:nvSpPr>
          <p:spPr bwMode="ltGray">
            <a:xfrm>
              <a:off x="5343524" y="4700408"/>
              <a:ext cx="3014239" cy="252000"/>
            </a:xfrm>
            <a:prstGeom prst="rect">
              <a:avLst/>
            </a:prstGeom>
            <a:noFill/>
          </p:spPr>
          <p:txBody>
            <a:bodyPr wrap="square" lIns="0" tIns="0" rIns="0" bIns="0" rtlCol="0" anchor="ctr">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rgbClr val="FFFFFF"/>
                  </a:solidFill>
                  <a:effectLst/>
                  <a:uLnTx/>
                  <a:uFillTx/>
                  <a:latin typeface="+mj-lt"/>
                </a:rPr>
                <a:t>Copenhagen</a:t>
              </a:r>
            </a:p>
          </p:txBody>
        </p:sp>
        <p:sp>
          <p:nvSpPr>
            <p:cNvPr id="48" name="TextBox 47">
              <a:extLst>
                <a:ext uri="{FF2B5EF4-FFF2-40B4-BE49-F238E27FC236}">
                  <a16:creationId xmlns:a16="http://schemas.microsoft.com/office/drawing/2014/main" id="{92634C32-5C3E-0120-36E4-468EE936591D}"/>
                </a:ext>
              </a:extLst>
            </p:cNvPr>
            <p:cNvSpPr txBox="1"/>
            <p:nvPr userDrawn="1"/>
          </p:nvSpPr>
          <p:spPr bwMode="ltGray">
            <a:xfrm>
              <a:off x="5343524" y="5123766"/>
              <a:ext cx="3014239" cy="252000"/>
            </a:xfrm>
            <a:prstGeom prst="rect">
              <a:avLst/>
            </a:prstGeom>
            <a:noFill/>
          </p:spPr>
          <p:txBody>
            <a:bodyPr vert="horz" lIns="0" tIns="0" rIns="0" bIns="0" rtlCol="0" anchor="ctr">
              <a:noAutofit/>
            </a:bodyPr>
            <a:lstStyle>
              <a:lvl1pPr lvl="0" indent="0">
                <a:lnSpc>
                  <a:spcPct val="100000"/>
                </a:lnSpc>
                <a:spcBef>
                  <a:spcPts val="0"/>
                </a:spcBef>
                <a:buSzPct val="100000"/>
                <a:buFont typeface="Arial" panose="020B0604020202020204" pitchFamily="34" charset="0"/>
                <a:buNone/>
                <a:defRPr lang="en-US" sz="1050" b="0" spc="0" dirty="0" smtClean="0">
                  <a:solidFill>
                    <a:schemeClr val="bg2"/>
                  </a:solidFill>
                  <a:cs typeface="Gotham-Book" pitchFamily="50" charset="0"/>
                </a:defRPr>
              </a:lvl1pPr>
              <a:lvl2pPr marL="432000" indent="-216000">
                <a:lnSpc>
                  <a:spcPct val="100000"/>
                </a:lnSpc>
                <a:spcBef>
                  <a:spcPts val="600"/>
                </a:spcBef>
                <a:buFont typeface="Arial" panose="020B0604020202020204" pitchFamily="34" charset="0"/>
                <a:buChar char="•"/>
                <a:defRPr sz="1400" spc="0">
                  <a:solidFill>
                    <a:schemeClr val="bg2"/>
                  </a:solidFill>
                  <a:cs typeface="Gotham-Book" pitchFamily="50" charset="0"/>
                </a:defRPr>
              </a:lvl2pPr>
              <a:lvl3pPr marL="648000" indent="-216000">
                <a:lnSpc>
                  <a:spcPct val="100000"/>
                </a:lnSpc>
                <a:spcBef>
                  <a:spcPts val="600"/>
                </a:spcBef>
                <a:buFont typeface="Arial" panose="020B0604020202020204" pitchFamily="34" charset="0"/>
                <a:buChar char="•"/>
                <a:defRPr sz="1400" spc="0">
                  <a:solidFill>
                    <a:schemeClr val="bg2"/>
                  </a:solidFill>
                </a:defRPr>
              </a:lvl3pPr>
              <a:lvl4pPr marL="864000" indent="-216000">
                <a:lnSpc>
                  <a:spcPct val="100000"/>
                </a:lnSpc>
                <a:spcBef>
                  <a:spcPts val="600"/>
                </a:spcBef>
                <a:buFont typeface="Arial" panose="020B0604020202020204" pitchFamily="34" charset="0"/>
                <a:buChar char="•"/>
                <a:defRPr sz="1400" cap="none" spc="0" baseline="0">
                  <a:solidFill>
                    <a:schemeClr val="bg2"/>
                  </a:solidFill>
                </a:defRPr>
              </a:lvl4pPr>
              <a:lvl5pPr marL="1080000" indent="-216000">
                <a:lnSpc>
                  <a:spcPct val="100000"/>
                </a:lnSpc>
                <a:spcBef>
                  <a:spcPts val="600"/>
                </a:spcBef>
                <a:buFont typeface="Arial" panose="020B0604020202020204" pitchFamily="34" charset="0"/>
                <a:buChar char="•"/>
                <a:defRPr sz="1400" spc="0">
                  <a:solidFill>
                    <a:schemeClr val="bg2"/>
                  </a:solidFill>
                  <a:cs typeface="Gotham-Light" pitchFamily="50" charset="0"/>
                </a:defRPr>
              </a:lvl5pPr>
              <a:lvl6pPr marL="0" indent="0">
                <a:lnSpc>
                  <a:spcPct val="150000"/>
                </a:lnSpc>
                <a:spcBef>
                  <a:spcPts val="600"/>
                </a:spcBef>
                <a:buFont typeface="Arial" panose="020B0604020202020204" pitchFamily="34" charset="0"/>
                <a:buNone/>
                <a:defRPr sz="1400">
                  <a:latin typeface="Gotham-Light" pitchFamily="50" charset="0"/>
                  <a:cs typeface="Gotham-Light" pitchFamily="50" charset="0"/>
                </a:defRPr>
              </a:lvl6pPr>
              <a:lvl7pPr marL="177800" indent="-177800">
                <a:lnSpc>
                  <a:spcPct val="150000"/>
                </a:lnSpc>
                <a:spcBef>
                  <a:spcPts val="600"/>
                </a:spcBef>
                <a:buSzPct val="120000"/>
                <a:buFontTx/>
                <a:buBlip>
                  <a:blip r:embed="rId7"/>
                </a:buBlip>
                <a:defRPr sz="1400">
                  <a:latin typeface="Gotham-Light" pitchFamily="50" charset="0"/>
                  <a:cs typeface="Gotham-Light" pitchFamily="50" charset="0"/>
                </a:defRPr>
              </a:lvl7pPr>
              <a:lvl8pPr marL="0" indent="0">
                <a:lnSpc>
                  <a:spcPct val="150000"/>
                </a:lnSpc>
                <a:spcBef>
                  <a:spcPts val="0"/>
                </a:spcBef>
                <a:spcAft>
                  <a:spcPts val="600"/>
                </a:spcAft>
                <a:buFont typeface="Arial" panose="020B0604020202020204" pitchFamily="34" charset="0"/>
                <a:buNone/>
                <a:defRPr sz="1200"/>
              </a:lvl8pPr>
              <a:lvl9pPr marL="0" indent="0">
                <a:lnSpc>
                  <a:spcPct val="150000"/>
                </a:lnSpc>
                <a:spcBef>
                  <a:spcPts val="0"/>
                </a:spcBef>
                <a:spcAft>
                  <a:spcPts val="600"/>
                </a:spcAft>
                <a:buFont typeface="Arial" panose="020B0604020202020204" pitchFamily="34" charset="0"/>
                <a:buNone/>
                <a:defRPr sz="1200">
                  <a:latin typeface="Gotham-Light" pitchFamily="50" charset="0"/>
                  <a:cs typeface="Gotham-Light" pitchFamily="50" charset="0"/>
                </a:defRPr>
              </a:lvl9pPr>
            </a:lstStyle>
            <a:p>
              <a:pPr marL="0" marR="0" lvl="0" indent="0"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0" lang="en-GB" sz="1050" b="0" i="0" u="none" strike="noStrike" kern="0" cap="none" spc="0" normalizeH="0" baseline="0" noProof="0" err="1">
                  <a:ln>
                    <a:noFill/>
                  </a:ln>
                  <a:solidFill>
                    <a:srgbClr val="FFFFFF"/>
                  </a:solidFill>
                  <a:effectLst/>
                  <a:uLnTx/>
                  <a:uFillTx/>
                  <a:cs typeface="Calibri" panose="020F0502020204030204" pitchFamily="34" charset="0"/>
                </a:rPr>
                <a:t>Overgaden</a:t>
              </a:r>
              <a:r>
                <a:rPr kumimoji="0" lang="en-GB" sz="1050" b="0" i="0" u="none" strike="noStrike" kern="0" cap="none" spc="0" normalizeH="0" baseline="0" noProof="0">
                  <a:ln>
                    <a:noFill/>
                  </a:ln>
                  <a:solidFill>
                    <a:srgbClr val="FFFFFF"/>
                  </a:solidFill>
                  <a:effectLst/>
                  <a:uLnTx/>
                  <a:uFillTx/>
                  <a:cs typeface="Calibri" panose="020F0502020204030204" pitchFamily="34" charset="0"/>
                </a:rPr>
                <a:t> Oven </a:t>
              </a:r>
              <a:r>
                <a:rPr kumimoji="0" lang="en-GB" sz="1050" b="0" i="0" u="none" strike="noStrike" kern="0" cap="none" spc="0" normalizeH="0" baseline="0" noProof="0" err="1">
                  <a:ln>
                    <a:noFill/>
                  </a:ln>
                  <a:solidFill>
                    <a:srgbClr val="FFFFFF"/>
                  </a:solidFill>
                  <a:effectLst/>
                  <a:uLnTx/>
                  <a:uFillTx/>
                  <a:cs typeface="Calibri" panose="020F0502020204030204" pitchFamily="34" charset="0"/>
                </a:rPr>
                <a:t>Vandet</a:t>
              </a:r>
              <a:r>
                <a:rPr kumimoji="0" lang="en-GB" sz="1050" b="0" i="0" u="none" strike="noStrike" kern="0" cap="none" spc="0" normalizeH="0" baseline="0" noProof="0">
                  <a:ln>
                    <a:noFill/>
                  </a:ln>
                  <a:solidFill>
                    <a:srgbClr val="FFFFFF"/>
                  </a:solidFill>
                  <a:effectLst/>
                  <a:uLnTx/>
                  <a:uFillTx/>
                  <a:cs typeface="Calibri" panose="020F0502020204030204" pitchFamily="34" charset="0"/>
                </a:rPr>
                <a:t> 58A</a:t>
              </a:r>
            </a:p>
          </p:txBody>
        </p:sp>
        <p:sp>
          <p:nvSpPr>
            <p:cNvPr id="49" name="TextBox 48">
              <a:extLst>
                <a:ext uri="{FF2B5EF4-FFF2-40B4-BE49-F238E27FC236}">
                  <a16:creationId xmlns:a16="http://schemas.microsoft.com/office/drawing/2014/main" id="{472C78A5-CA49-F56D-28E0-61F7AA80E92A}"/>
                </a:ext>
              </a:extLst>
            </p:cNvPr>
            <p:cNvSpPr txBox="1"/>
            <p:nvPr userDrawn="1"/>
          </p:nvSpPr>
          <p:spPr bwMode="ltGray">
            <a:xfrm>
              <a:off x="5343524" y="5352005"/>
              <a:ext cx="3014239" cy="252000"/>
            </a:xfrm>
            <a:prstGeom prst="rect">
              <a:avLst/>
            </a:prstGeom>
            <a:noFill/>
          </p:spPr>
          <p:txBody>
            <a:bodyPr vert="horz" lIns="0" tIns="0" rIns="0" bIns="0" rtlCol="0" anchor="ctr">
              <a:noAutofit/>
            </a:bodyPr>
            <a:lstStyle>
              <a:lvl1pPr lvl="0" indent="0">
                <a:lnSpc>
                  <a:spcPct val="100000"/>
                </a:lnSpc>
                <a:spcBef>
                  <a:spcPts val="0"/>
                </a:spcBef>
                <a:buSzPct val="100000"/>
                <a:buFont typeface="Arial" panose="020B0604020202020204" pitchFamily="34" charset="0"/>
                <a:buNone/>
                <a:defRPr lang="en-US" sz="1050" b="0" spc="0" dirty="0" smtClean="0">
                  <a:solidFill>
                    <a:schemeClr val="bg2"/>
                  </a:solidFill>
                  <a:cs typeface="Gotham-Book" pitchFamily="50" charset="0"/>
                </a:defRPr>
              </a:lvl1pPr>
              <a:lvl2pPr marL="432000" indent="-216000">
                <a:lnSpc>
                  <a:spcPct val="100000"/>
                </a:lnSpc>
                <a:spcBef>
                  <a:spcPts val="600"/>
                </a:spcBef>
                <a:buFont typeface="Arial" panose="020B0604020202020204" pitchFamily="34" charset="0"/>
                <a:buChar char="•"/>
                <a:defRPr sz="1400" spc="0">
                  <a:solidFill>
                    <a:schemeClr val="bg2"/>
                  </a:solidFill>
                  <a:cs typeface="Gotham-Book" pitchFamily="50" charset="0"/>
                </a:defRPr>
              </a:lvl2pPr>
              <a:lvl3pPr marL="648000" indent="-216000">
                <a:lnSpc>
                  <a:spcPct val="100000"/>
                </a:lnSpc>
                <a:spcBef>
                  <a:spcPts val="600"/>
                </a:spcBef>
                <a:buFont typeface="Arial" panose="020B0604020202020204" pitchFamily="34" charset="0"/>
                <a:buChar char="•"/>
                <a:defRPr sz="1400" spc="0">
                  <a:solidFill>
                    <a:schemeClr val="bg2"/>
                  </a:solidFill>
                </a:defRPr>
              </a:lvl3pPr>
              <a:lvl4pPr marL="864000" indent="-216000">
                <a:lnSpc>
                  <a:spcPct val="100000"/>
                </a:lnSpc>
                <a:spcBef>
                  <a:spcPts val="600"/>
                </a:spcBef>
                <a:buFont typeface="Arial" panose="020B0604020202020204" pitchFamily="34" charset="0"/>
                <a:buChar char="•"/>
                <a:defRPr sz="1400" cap="none" spc="0" baseline="0">
                  <a:solidFill>
                    <a:schemeClr val="bg2"/>
                  </a:solidFill>
                </a:defRPr>
              </a:lvl4pPr>
              <a:lvl5pPr marL="1080000" indent="-216000">
                <a:lnSpc>
                  <a:spcPct val="100000"/>
                </a:lnSpc>
                <a:spcBef>
                  <a:spcPts val="600"/>
                </a:spcBef>
                <a:buFont typeface="Arial" panose="020B0604020202020204" pitchFamily="34" charset="0"/>
                <a:buChar char="•"/>
                <a:defRPr sz="1400" spc="0">
                  <a:solidFill>
                    <a:schemeClr val="bg2"/>
                  </a:solidFill>
                  <a:cs typeface="Gotham-Light" pitchFamily="50" charset="0"/>
                </a:defRPr>
              </a:lvl5pPr>
              <a:lvl6pPr marL="0" indent="0">
                <a:lnSpc>
                  <a:spcPct val="150000"/>
                </a:lnSpc>
                <a:spcBef>
                  <a:spcPts val="600"/>
                </a:spcBef>
                <a:buFont typeface="Arial" panose="020B0604020202020204" pitchFamily="34" charset="0"/>
                <a:buNone/>
                <a:defRPr sz="1400">
                  <a:latin typeface="Gotham-Light" pitchFamily="50" charset="0"/>
                  <a:cs typeface="Gotham-Light" pitchFamily="50" charset="0"/>
                </a:defRPr>
              </a:lvl6pPr>
              <a:lvl7pPr marL="177800" indent="-177800">
                <a:lnSpc>
                  <a:spcPct val="150000"/>
                </a:lnSpc>
                <a:spcBef>
                  <a:spcPts val="600"/>
                </a:spcBef>
                <a:buSzPct val="120000"/>
                <a:buFontTx/>
                <a:buBlip>
                  <a:blip r:embed="rId7"/>
                </a:buBlip>
                <a:defRPr sz="1400">
                  <a:latin typeface="Gotham-Light" pitchFamily="50" charset="0"/>
                  <a:cs typeface="Gotham-Light" pitchFamily="50" charset="0"/>
                </a:defRPr>
              </a:lvl7pPr>
              <a:lvl8pPr marL="0" indent="0">
                <a:lnSpc>
                  <a:spcPct val="150000"/>
                </a:lnSpc>
                <a:spcBef>
                  <a:spcPts val="0"/>
                </a:spcBef>
                <a:spcAft>
                  <a:spcPts val="600"/>
                </a:spcAft>
                <a:buFont typeface="Arial" panose="020B0604020202020204" pitchFamily="34" charset="0"/>
                <a:buNone/>
                <a:defRPr sz="1200"/>
              </a:lvl8pPr>
              <a:lvl9pPr marL="0" indent="0">
                <a:lnSpc>
                  <a:spcPct val="150000"/>
                </a:lnSpc>
                <a:spcBef>
                  <a:spcPts val="0"/>
                </a:spcBef>
                <a:spcAft>
                  <a:spcPts val="600"/>
                </a:spcAft>
                <a:buFont typeface="Arial" panose="020B0604020202020204" pitchFamily="34" charset="0"/>
                <a:buNone/>
                <a:defRPr sz="1200">
                  <a:latin typeface="Gotham-Light" pitchFamily="50" charset="0"/>
                  <a:cs typeface="Gotham-Light" pitchFamily="50" charset="0"/>
                </a:defRPr>
              </a:lvl9pPr>
            </a:lstStyle>
            <a:p>
              <a:pPr marL="0" marR="0" lvl="0" indent="0"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0" lang="en-GB" sz="1050" b="0" i="0" u="none" strike="noStrike" kern="0" cap="none" spc="0" normalizeH="0" baseline="0" noProof="0">
                  <a:ln>
                    <a:noFill/>
                  </a:ln>
                  <a:solidFill>
                    <a:srgbClr val="FFFFFF"/>
                  </a:solidFill>
                  <a:effectLst/>
                  <a:uLnTx/>
                  <a:uFillTx/>
                  <a:cs typeface="Calibri" panose="020F0502020204030204" pitchFamily="34" charset="0"/>
                </a:rPr>
                <a:t>1415 Copenhagen</a:t>
              </a:r>
            </a:p>
          </p:txBody>
        </p:sp>
        <p:sp>
          <p:nvSpPr>
            <p:cNvPr id="50" name="TextBox 49">
              <a:extLst>
                <a:ext uri="{FF2B5EF4-FFF2-40B4-BE49-F238E27FC236}">
                  <a16:creationId xmlns:a16="http://schemas.microsoft.com/office/drawing/2014/main" id="{936FFE02-D349-BF56-EAB4-E0A9F67E8CEA}"/>
                </a:ext>
              </a:extLst>
            </p:cNvPr>
            <p:cNvSpPr txBox="1"/>
            <p:nvPr userDrawn="1"/>
          </p:nvSpPr>
          <p:spPr bwMode="ltGray">
            <a:xfrm>
              <a:off x="5343524" y="5580244"/>
              <a:ext cx="3014239" cy="252000"/>
            </a:xfrm>
            <a:prstGeom prst="rect">
              <a:avLst/>
            </a:prstGeom>
            <a:noFill/>
          </p:spPr>
          <p:txBody>
            <a:bodyPr vert="horz" lIns="0" tIns="0" rIns="0" bIns="0" rtlCol="0" anchor="ctr">
              <a:noAutofit/>
            </a:bodyPr>
            <a:lstStyle>
              <a:lvl1pPr lvl="0" indent="0">
                <a:lnSpc>
                  <a:spcPct val="100000"/>
                </a:lnSpc>
                <a:spcBef>
                  <a:spcPts val="0"/>
                </a:spcBef>
                <a:buSzPct val="100000"/>
                <a:buFont typeface="Arial" panose="020B0604020202020204" pitchFamily="34" charset="0"/>
                <a:buNone/>
                <a:defRPr lang="en-US" sz="1050" b="0" spc="0" dirty="0" smtClean="0">
                  <a:solidFill>
                    <a:schemeClr val="bg2"/>
                  </a:solidFill>
                  <a:cs typeface="Gotham-Book" pitchFamily="50" charset="0"/>
                </a:defRPr>
              </a:lvl1pPr>
              <a:lvl2pPr marL="432000" indent="-216000">
                <a:lnSpc>
                  <a:spcPct val="100000"/>
                </a:lnSpc>
                <a:spcBef>
                  <a:spcPts val="600"/>
                </a:spcBef>
                <a:buFont typeface="Arial" panose="020B0604020202020204" pitchFamily="34" charset="0"/>
                <a:buChar char="•"/>
                <a:defRPr sz="1400" spc="0">
                  <a:solidFill>
                    <a:schemeClr val="bg2"/>
                  </a:solidFill>
                  <a:cs typeface="Gotham-Book" pitchFamily="50" charset="0"/>
                </a:defRPr>
              </a:lvl2pPr>
              <a:lvl3pPr marL="648000" indent="-216000">
                <a:lnSpc>
                  <a:spcPct val="100000"/>
                </a:lnSpc>
                <a:spcBef>
                  <a:spcPts val="600"/>
                </a:spcBef>
                <a:buFont typeface="Arial" panose="020B0604020202020204" pitchFamily="34" charset="0"/>
                <a:buChar char="•"/>
                <a:defRPr sz="1400" spc="0">
                  <a:solidFill>
                    <a:schemeClr val="bg2"/>
                  </a:solidFill>
                </a:defRPr>
              </a:lvl3pPr>
              <a:lvl4pPr marL="864000" indent="-216000">
                <a:lnSpc>
                  <a:spcPct val="100000"/>
                </a:lnSpc>
                <a:spcBef>
                  <a:spcPts val="600"/>
                </a:spcBef>
                <a:buFont typeface="Arial" panose="020B0604020202020204" pitchFamily="34" charset="0"/>
                <a:buChar char="•"/>
                <a:defRPr sz="1400" cap="none" spc="0" baseline="0">
                  <a:solidFill>
                    <a:schemeClr val="bg2"/>
                  </a:solidFill>
                </a:defRPr>
              </a:lvl4pPr>
              <a:lvl5pPr marL="1080000" indent="-216000">
                <a:lnSpc>
                  <a:spcPct val="100000"/>
                </a:lnSpc>
                <a:spcBef>
                  <a:spcPts val="600"/>
                </a:spcBef>
                <a:buFont typeface="Arial" panose="020B0604020202020204" pitchFamily="34" charset="0"/>
                <a:buChar char="•"/>
                <a:defRPr sz="1400" spc="0">
                  <a:solidFill>
                    <a:schemeClr val="bg2"/>
                  </a:solidFill>
                  <a:cs typeface="Gotham-Light" pitchFamily="50" charset="0"/>
                </a:defRPr>
              </a:lvl5pPr>
              <a:lvl6pPr marL="0" indent="0">
                <a:lnSpc>
                  <a:spcPct val="150000"/>
                </a:lnSpc>
                <a:spcBef>
                  <a:spcPts val="600"/>
                </a:spcBef>
                <a:buFont typeface="Arial" panose="020B0604020202020204" pitchFamily="34" charset="0"/>
                <a:buNone/>
                <a:defRPr sz="1400">
                  <a:latin typeface="Gotham-Light" pitchFamily="50" charset="0"/>
                  <a:cs typeface="Gotham-Light" pitchFamily="50" charset="0"/>
                </a:defRPr>
              </a:lvl6pPr>
              <a:lvl7pPr marL="177800" indent="-177800">
                <a:lnSpc>
                  <a:spcPct val="150000"/>
                </a:lnSpc>
                <a:spcBef>
                  <a:spcPts val="600"/>
                </a:spcBef>
                <a:buSzPct val="120000"/>
                <a:buFontTx/>
                <a:buBlip>
                  <a:blip r:embed="rId7"/>
                </a:buBlip>
                <a:defRPr sz="1400">
                  <a:latin typeface="Gotham-Light" pitchFamily="50" charset="0"/>
                  <a:cs typeface="Gotham-Light" pitchFamily="50" charset="0"/>
                </a:defRPr>
              </a:lvl7pPr>
              <a:lvl8pPr marL="0" indent="0">
                <a:lnSpc>
                  <a:spcPct val="150000"/>
                </a:lnSpc>
                <a:spcBef>
                  <a:spcPts val="0"/>
                </a:spcBef>
                <a:spcAft>
                  <a:spcPts val="600"/>
                </a:spcAft>
                <a:buFont typeface="Arial" panose="020B0604020202020204" pitchFamily="34" charset="0"/>
                <a:buNone/>
                <a:defRPr sz="1200"/>
              </a:lvl8pPr>
              <a:lvl9pPr marL="0" indent="0">
                <a:lnSpc>
                  <a:spcPct val="150000"/>
                </a:lnSpc>
                <a:spcBef>
                  <a:spcPts val="0"/>
                </a:spcBef>
                <a:spcAft>
                  <a:spcPts val="600"/>
                </a:spcAft>
                <a:buFont typeface="Arial" panose="020B0604020202020204" pitchFamily="34" charset="0"/>
                <a:buNone/>
                <a:defRPr sz="1200">
                  <a:latin typeface="Gotham-Light" pitchFamily="50" charset="0"/>
                  <a:cs typeface="Gotham-Light" pitchFamily="50" charset="0"/>
                </a:defRPr>
              </a:lvl9pPr>
            </a:lstStyle>
            <a:p>
              <a:pPr marL="0" marR="0" lvl="0" indent="0"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0" lang="en-GB" sz="1050" b="0" i="0" u="none" strike="noStrike" kern="0" cap="none" spc="0" normalizeH="0" baseline="0" noProof="0">
                  <a:ln>
                    <a:noFill/>
                  </a:ln>
                  <a:solidFill>
                    <a:srgbClr val="FFFFFF"/>
                  </a:solidFill>
                  <a:effectLst/>
                  <a:uLnTx/>
                  <a:uFillTx/>
                  <a:cs typeface="Calibri" panose="020F0502020204030204" pitchFamily="34" charset="0"/>
                </a:rPr>
                <a:t>Denmark</a:t>
              </a:r>
            </a:p>
          </p:txBody>
        </p:sp>
      </p:grpSp>
      <p:sp>
        <p:nvSpPr>
          <p:cNvPr id="5" name="Text Placeholder 4">
            <a:extLst>
              <a:ext uri="{FF2B5EF4-FFF2-40B4-BE49-F238E27FC236}">
                <a16:creationId xmlns:a16="http://schemas.microsoft.com/office/drawing/2014/main" id="{A1DF0683-9AC3-55F0-01C7-0FD0C4ABAE50}"/>
              </a:ext>
            </a:extLst>
          </p:cNvPr>
          <p:cNvSpPr>
            <a:spLocks noGrp="1"/>
          </p:cNvSpPr>
          <p:nvPr>
            <p:ph type="body" sz="quarter" idx="10" hasCustomPrompt="1"/>
          </p:nvPr>
        </p:nvSpPr>
        <p:spPr>
          <a:xfrm>
            <a:off x="8999143" y="5454431"/>
            <a:ext cx="2224087" cy="252000"/>
          </a:xfrm>
          <a:prstGeom prst="rect">
            <a:avLst/>
          </a:prstGeom>
        </p:spPr>
        <p:txBody>
          <a:bodyPr/>
          <a:lstStyle>
            <a:lvl1pPr marL="0" indent="0">
              <a:buNone/>
              <a:defRPr sz="1050">
                <a:solidFill>
                  <a:schemeClr val="bg2"/>
                </a:solidFill>
              </a:defRPr>
            </a:lvl1pPr>
            <a:lvl2pPr marL="216000" indent="0">
              <a:buNone/>
              <a:defRPr/>
            </a:lvl2pPr>
          </a:lstStyle>
          <a:p>
            <a:pPr lvl="0"/>
            <a:r>
              <a:rPr lang="en-GB"/>
              <a:t>Name</a:t>
            </a:r>
          </a:p>
        </p:txBody>
      </p:sp>
      <p:sp>
        <p:nvSpPr>
          <p:cNvPr id="7" name="Text Placeholder 4">
            <a:extLst>
              <a:ext uri="{FF2B5EF4-FFF2-40B4-BE49-F238E27FC236}">
                <a16:creationId xmlns:a16="http://schemas.microsoft.com/office/drawing/2014/main" id="{15F1978D-B826-7D9A-5E25-B770B31A6070}"/>
              </a:ext>
            </a:extLst>
          </p:cNvPr>
          <p:cNvSpPr>
            <a:spLocks noGrp="1"/>
          </p:cNvSpPr>
          <p:nvPr>
            <p:ph type="body" sz="quarter" idx="11" hasCustomPrompt="1"/>
          </p:nvPr>
        </p:nvSpPr>
        <p:spPr>
          <a:xfrm>
            <a:off x="8999143" y="5714767"/>
            <a:ext cx="2224087" cy="252000"/>
          </a:xfrm>
          <a:prstGeom prst="rect">
            <a:avLst/>
          </a:prstGeom>
        </p:spPr>
        <p:txBody>
          <a:bodyPr/>
          <a:lstStyle>
            <a:lvl1pPr marL="0" indent="0">
              <a:buNone/>
              <a:defRPr sz="1050">
                <a:solidFill>
                  <a:schemeClr val="bg2"/>
                </a:solidFill>
              </a:defRPr>
            </a:lvl1pPr>
            <a:lvl2pPr marL="216000" indent="0">
              <a:buNone/>
              <a:defRPr/>
            </a:lvl2pPr>
          </a:lstStyle>
          <a:p>
            <a:pPr lvl="0"/>
            <a:r>
              <a:rPr lang="en-GB"/>
              <a:t>Job title</a:t>
            </a:r>
          </a:p>
        </p:txBody>
      </p:sp>
      <p:sp>
        <p:nvSpPr>
          <p:cNvPr id="8" name="Text Placeholder 4">
            <a:extLst>
              <a:ext uri="{FF2B5EF4-FFF2-40B4-BE49-F238E27FC236}">
                <a16:creationId xmlns:a16="http://schemas.microsoft.com/office/drawing/2014/main" id="{D36D67F4-FD34-193A-6EF6-D7C4CFCAAE24}"/>
              </a:ext>
            </a:extLst>
          </p:cNvPr>
          <p:cNvSpPr>
            <a:spLocks noGrp="1"/>
          </p:cNvSpPr>
          <p:nvPr>
            <p:ph type="body" sz="quarter" idx="12" hasCustomPrompt="1"/>
          </p:nvPr>
        </p:nvSpPr>
        <p:spPr>
          <a:xfrm>
            <a:off x="8999143" y="5975103"/>
            <a:ext cx="2224087" cy="252000"/>
          </a:xfrm>
          <a:prstGeom prst="rect">
            <a:avLst/>
          </a:prstGeom>
        </p:spPr>
        <p:txBody>
          <a:bodyPr/>
          <a:lstStyle>
            <a:lvl1pPr marL="0" indent="0">
              <a:buNone/>
              <a:defRPr sz="1050">
                <a:solidFill>
                  <a:schemeClr val="bg2"/>
                </a:solidFill>
              </a:defRPr>
            </a:lvl1pPr>
            <a:lvl2pPr marL="216000" indent="0">
              <a:buNone/>
              <a:defRPr/>
            </a:lvl2pPr>
          </a:lstStyle>
          <a:p>
            <a:pPr lvl="0"/>
            <a:r>
              <a:rPr lang="en-GB"/>
              <a:t>Phone number</a:t>
            </a:r>
          </a:p>
        </p:txBody>
      </p:sp>
      <p:sp>
        <p:nvSpPr>
          <p:cNvPr id="9" name="Text Placeholder 4">
            <a:extLst>
              <a:ext uri="{FF2B5EF4-FFF2-40B4-BE49-F238E27FC236}">
                <a16:creationId xmlns:a16="http://schemas.microsoft.com/office/drawing/2014/main" id="{DB315EEF-C995-6ECA-272C-343AD1E8357F}"/>
              </a:ext>
            </a:extLst>
          </p:cNvPr>
          <p:cNvSpPr>
            <a:spLocks noGrp="1"/>
          </p:cNvSpPr>
          <p:nvPr>
            <p:ph type="body" sz="quarter" idx="13" hasCustomPrompt="1"/>
          </p:nvPr>
        </p:nvSpPr>
        <p:spPr>
          <a:xfrm>
            <a:off x="8999143" y="6235440"/>
            <a:ext cx="2224087" cy="252000"/>
          </a:xfrm>
          <a:prstGeom prst="rect">
            <a:avLst/>
          </a:prstGeom>
        </p:spPr>
        <p:txBody>
          <a:bodyPr/>
          <a:lstStyle>
            <a:lvl1pPr marL="0" indent="0">
              <a:buNone/>
              <a:defRPr sz="1050">
                <a:solidFill>
                  <a:schemeClr val="bg2"/>
                </a:solidFill>
              </a:defRPr>
            </a:lvl1pPr>
            <a:lvl2pPr marL="216000" indent="0">
              <a:buNone/>
              <a:defRPr/>
            </a:lvl2pPr>
          </a:lstStyle>
          <a:p>
            <a:pPr lvl="0"/>
            <a:r>
              <a:rPr lang="en-GB"/>
              <a:t>Email</a:t>
            </a:r>
          </a:p>
        </p:txBody>
      </p:sp>
    </p:spTree>
    <p:extLst>
      <p:ext uri="{BB962C8B-B14F-4D97-AF65-F5344CB8AC3E}">
        <p14:creationId xmlns:p14="http://schemas.microsoft.com/office/powerpoint/2010/main" val="881120967"/>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userDrawn="1">
  <p:cSld name="1_CV">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3E21EC5-3165-50E6-8FB1-E20BDA68912E}"/>
              </a:ext>
            </a:extLst>
          </p:cNvPr>
          <p:cNvSpPr/>
          <p:nvPr userDrawn="1"/>
        </p:nvSpPr>
        <p:spPr bwMode="gray">
          <a:xfrm>
            <a:off x="0" y="0"/>
            <a:ext cx="393576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err="1"/>
          </a:p>
        </p:txBody>
      </p:sp>
      <p:sp>
        <p:nvSpPr>
          <p:cNvPr id="6" name="Footer Placeholder 5">
            <a:extLst>
              <a:ext uri="{FF2B5EF4-FFF2-40B4-BE49-F238E27FC236}">
                <a16:creationId xmlns:a16="http://schemas.microsoft.com/office/drawing/2014/main" id="{A5FC60E9-D707-4E80-B036-D30F68EB25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1BDE82-A79B-451C-844A-F97DF288ABA0}"/>
              </a:ext>
            </a:extLst>
          </p:cNvPr>
          <p:cNvSpPr>
            <a:spLocks noGrp="1"/>
          </p:cNvSpPr>
          <p:nvPr>
            <p:ph type="sldNum" sz="quarter" idx="12"/>
          </p:nvPr>
        </p:nvSpPr>
        <p:spPr>
          <a:xfrm>
            <a:off x="11099223" y="6336000"/>
            <a:ext cx="540000" cy="288000"/>
          </a:xfrm>
        </p:spPr>
        <p:txBody>
          <a:bodyPr/>
          <a:lstStyle/>
          <a:p>
            <a:fld id="{40B7701B-8974-48F8-B448-DF2B8164D2B4}" type="slidenum">
              <a:rPr lang="en-US" smtClean="0"/>
              <a:t>‹#›</a:t>
            </a:fld>
            <a:endParaRPr lang="en-US"/>
          </a:p>
        </p:txBody>
      </p:sp>
      <p:pic>
        <p:nvPicPr>
          <p:cNvPr id="9" name="Logo-white">
            <a:extLst>
              <a:ext uri="{FF2B5EF4-FFF2-40B4-BE49-F238E27FC236}">
                <a16:creationId xmlns:a16="http://schemas.microsoft.com/office/drawing/2014/main" id="{0314C39B-17CD-B4D1-E5A3-FC27EEA8DB26}"/>
              </a:ext>
            </a:extLst>
          </p:cNvPr>
          <p:cNvPicPr>
            <a:picLocks noChangeAspect="1"/>
          </p:cNvPicPr>
          <p:nvPr userDrawn="1"/>
        </p:nvPicPr>
        <p:blipFill>
          <a:blip r:embed="rId2"/>
          <a:srcRect/>
          <a:stretch/>
        </p:blipFill>
        <p:spPr>
          <a:xfrm>
            <a:off x="11334902" y="216000"/>
            <a:ext cx="646728" cy="763199"/>
          </a:xfrm>
          <a:prstGeom prst="rect">
            <a:avLst/>
          </a:prstGeom>
        </p:spPr>
      </p:pic>
      <p:sp>
        <p:nvSpPr>
          <p:cNvPr id="15" name="Picture Placeholder 14">
            <a:extLst>
              <a:ext uri="{FF2B5EF4-FFF2-40B4-BE49-F238E27FC236}">
                <a16:creationId xmlns:a16="http://schemas.microsoft.com/office/drawing/2014/main" id="{73F8928D-65E1-F0BF-28BB-68F740C9B867}"/>
              </a:ext>
            </a:extLst>
          </p:cNvPr>
          <p:cNvSpPr>
            <a:spLocks noGrp="1"/>
          </p:cNvSpPr>
          <p:nvPr>
            <p:ph type="pic" sz="quarter" idx="13" hasCustomPrompt="1"/>
          </p:nvPr>
        </p:nvSpPr>
        <p:spPr>
          <a:xfrm>
            <a:off x="266272" y="225500"/>
            <a:ext cx="1080000" cy="1080000"/>
          </a:xfrm>
          <a:prstGeom prst="ellipse">
            <a:avLst/>
          </a:prstGeom>
          <a:solidFill>
            <a:schemeClr val="bg1"/>
          </a:solidFill>
        </p:spPr>
        <p:txBody>
          <a:bodyPr/>
          <a:lstStyle>
            <a:lvl1pPr marL="0" indent="0" algn="ctr">
              <a:buNone/>
              <a:defRPr sz="1200"/>
            </a:lvl1pPr>
          </a:lstStyle>
          <a:p>
            <a:r>
              <a:rPr lang="en-GB"/>
              <a:t>Profile Picture</a:t>
            </a:r>
          </a:p>
        </p:txBody>
      </p:sp>
      <p:pic>
        <p:nvPicPr>
          <p:cNvPr id="20" name="Graphic 19" descr="Speech with solid fill">
            <a:extLst>
              <a:ext uri="{FF2B5EF4-FFF2-40B4-BE49-F238E27FC236}">
                <a16:creationId xmlns:a16="http://schemas.microsoft.com/office/drawing/2014/main" id="{F7DD865E-78A3-B35E-D585-7774EB18FB6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40272" y="6244821"/>
            <a:ext cx="252000" cy="252000"/>
          </a:xfrm>
          <a:prstGeom prst="rect">
            <a:avLst/>
          </a:prstGeom>
        </p:spPr>
      </p:pic>
      <p:pic>
        <p:nvPicPr>
          <p:cNvPr id="22" name="Graphic 21" descr="Graduation cap with solid fill">
            <a:extLst>
              <a:ext uri="{FF2B5EF4-FFF2-40B4-BE49-F238E27FC236}">
                <a16:creationId xmlns:a16="http://schemas.microsoft.com/office/drawing/2014/main" id="{F4DBE13B-5E89-E7D8-0474-5A2639D00D36}"/>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40272" y="4259850"/>
            <a:ext cx="252000" cy="252000"/>
          </a:xfrm>
          <a:prstGeom prst="rect">
            <a:avLst/>
          </a:prstGeom>
        </p:spPr>
      </p:pic>
      <p:pic>
        <p:nvPicPr>
          <p:cNvPr id="24" name="Graphic 23" descr="User with solid fill">
            <a:extLst>
              <a:ext uri="{FF2B5EF4-FFF2-40B4-BE49-F238E27FC236}">
                <a16:creationId xmlns:a16="http://schemas.microsoft.com/office/drawing/2014/main" id="{5985BF63-0ABB-E0C3-90B3-14FB35365829}"/>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40272" y="1381834"/>
            <a:ext cx="252000" cy="252000"/>
          </a:xfrm>
          <a:prstGeom prst="rect">
            <a:avLst/>
          </a:prstGeom>
        </p:spPr>
      </p:pic>
      <p:sp>
        <p:nvSpPr>
          <p:cNvPr id="29" name="Text Placeholder 28">
            <a:extLst>
              <a:ext uri="{FF2B5EF4-FFF2-40B4-BE49-F238E27FC236}">
                <a16:creationId xmlns:a16="http://schemas.microsoft.com/office/drawing/2014/main" id="{AACC45FB-FF1D-2D77-348C-DC96EB7D5996}"/>
              </a:ext>
            </a:extLst>
          </p:cNvPr>
          <p:cNvSpPr>
            <a:spLocks noGrp="1"/>
          </p:cNvSpPr>
          <p:nvPr>
            <p:ph type="body" sz="quarter" idx="15" hasCustomPrompt="1"/>
          </p:nvPr>
        </p:nvSpPr>
        <p:spPr>
          <a:xfrm>
            <a:off x="407368" y="1699082"/>
            <a:ext cx="864000" cy="180000"/>
          </a:xfrm>
        </p:spPr>
        <p:txBody>
          <a:bodyPr anchor="ctr"/>
          <a:lstStyle>
            <a:lvl1pPr marL="0" indent="0">
              <a:lnSpc>
                <a:spcPct val="100000"/>
              </a:lnSpc>
              <a:spcBef>
                <a:spcPts val="0"/>
              </a:spcBef>
              <a:buNone/>
              <a:defRPr sz="1000">
                <a:solidFill>
                  <a:schemeClr val="bg1"/>
                </a:solidFill>
              </a:defRPr>
            </a:lvl1pPr>
          </a:lstStyle>
          <a:p>
            <a:pPr lvl="0"/>
            <a:r>
              <a:rPr lang="en-US"/>
              <a:t>2000 - 2000</a:t>
            </a:r>
            <a:endParaRPr lang="en-GB"/>
          </a:p>
        </p:txBody>
      </p:sp>
      <p:sp>
        <p:nvSpPr>
          <p:cNvPr id="30" name="TextBox 29">
            <a:extLst>
              <a:ext uri="{FF2B5EF4-FFF2-40B4-BE49-F238E27FC236}">
                <a16:creationId xmlns:a16="http://schemas.microsoft.com/office/drawing/2014/main" id="{63EC6C24-6182-50EA-55BB-CF35B51D649F}"/>
              </a:ext>
            </a:extLst>
          </p:cNvPr>
          <p:cNvSpPr txBox="1"/>
          <p:nvPr userDrawn="1"/>
        </p:nvSpPr>
        <p:spPr bwMode="gray">
          <a:xfrm>
            <a:off x="407368" y="1419736"/>
            <a:ext cx="1728192" cy="214098"/>
          </a:xfrm>
          <a:prstGeom prst="rect">
            <a:avLst/>
          </a:prstGeom>
          <a:noFill/>
        </p:spPr>
        <p:txBody>
          <a:bodyPr wrap="square" lIns="0" tIns="0" rIns="0" bIns="0" rtlCol="0">
            <a:spAutoFit/>
          </a:bodyPr>
          <a:lstStyle/>
          <a:p>
            <a:pPr algn="l">
              <a:lnSpc>
                <a:spcPct val="150000"/>
              </a:lnSpc>
            </a:pPr>
            <a:r>
              <a:rPr lang="en-GB" sz="1050">
                <a:solidFill>
                  <a:schemeClr val="bg1"/>
                </a:solidFill>
                <a:latin typeface="+mj-lt"/>
              </a:rPr>
              <a:t>Experience</a:t>
            </a:r>
            <a:endParaRPr lang="en-GB" sz="1400">
              <a:solidFill>
                <a:schemeClr val="bg1"/>
              </a:solidFill>
              <a:latin typeface="+mj-lt"/>
            </a:endParaRPr>
          </a:p>
        </p:txBody>
      </p:sp>
      <p:sp>
        <p:nvSpPr>
          <p:cNvPr id="31" name="Text Placeholder 28">
            <a:extLst>
              <a:ext uri="{FF2B5EF4-FFF2-40B4-BE49-F238E27FC236}">
                <a16:creationId xmlns:a16="http://schemas.microsoft.com/office/drawing/2014/main" id="{E4B1C7D3-0259-E383-25FA-98F6E7D79D50}"/>
              </a:ext>
            </a:extLst>
          </p:cNvPr>
          <p:cNvSpPr>
            <a:spLocks noGrp="1"/>
          </p:cNvSpPr>
          <p:nvPr>
            <p:ph type="body" sz="quarter" idx="16" hasCustomPrompt="1"/>
          </p:nvPr>
        </p:nvSpPr>
        <p:spPr>
          <a:xfrm>
            <a:off x="1318063" y="1698131"/>
            <a:ext cx="2412000" cy="180000"/>
          </a:xfrm>
        </p:spPr>
        <p:txBody>
          <a:bodyPr anchor="ctr"/>
          <a:lstStyle>
            <a:lvl1pPr marL="0" indent="0">
              <a:lnSpc>
                <a:spcPct val="100000"/>
              </a:lnSpc>
              <a:spcBef>
                <a:spcPts val="0"/>
              </a:spcBef>
              <a:buNone/>
              <a:defRPr sz="1000">
                <a:solidFill>
                  <a:schemeClr val="bg1"/>
                </a:solidFill>
              </a:defRPr>
            </a:lvl1pPr>
          </a:lstStyle>
          <a:p>
            <a:pPr lvl="0"/>
            <a:r>
              <a:rPr lang="en-US"/>
              <a:t>Company</a:t>
            </a:r>
            <a:endParaRPr lang="en-GB"/>
          </a:p>
        </p:txBody>
      </p:sp>
      <p:sp>
        <p:nvSpPr>
          <p:cNvPr id="32" name="Text Placeholder 28">
            <a:extLst>
              <a:ext uri="{FF2B5EF4-FFF2-40B4-BE49-F238E27FC236}">
                <a16:creationId xmlns:a16="http://schemas.microsoft.com/office/drawing/2014/main" id="{DB7A8836-A0A5-7331-B728-A323C8B322D3}"/>
              </a:ext>
            </a:extLst>
          </p:cNvPr>
          <p:cNvSpPr>
            <a:spLocks noGrp="1"/>
          </p:cNvSpPr>
          <p:nvPr>
            <p:ph type="body" sz="quarter" idx="17" hasCustomPrompt="1"/>
          </p:nvPr>
        </p:nvSpPr>
        <p:spPr>
          <a:xfrm>
            <a:off x="1318063" y="1883242"/>
            <a:ext cx="2412000" cy="180000"/>
          </a:xfrm>
        </p:spPr>
        <p:txBody>
          <a:bodyPr anchor="ctr"/>
          <a:lstStyle>
            <a:lvl1pPr marL="0" indent="0">
              <a:lnSpc>
                <a:spcPct val="100000"/>
              </a:lnSpc>
              <a:spcBef>
                <a:spcPts val="0"/>
              </a:spcBef>
              <a:buNone/>
              <a:defRPr sz="1000" i="1">
                <a:solidFill>
                  <a:schemeClr val="bg1"/>
                </a:solidFill>
              </a:defRPr>
            </a:lvl1pPr>
          </a:lstStyle>
          <a:p>
            <a:pPr lvl="0"/>
            <a:r>
              <a:rPr lang="en-US"/>
              <a:t>Position</a:t>
            </a:r>
            <a:endParaRPr lang="en-GB"/>
          </a:p>
        </p:txBody>
      </p:sp>
      <p:sp>
        <p:nvSpPr>
          <p:cNvPr id="34" name="Text Placeholder 28">
            <a:extLst>
              <a:ext uri="{FF2B5EF4-FFF2-40B4-BE49-F238E27FC236}">
                <a16:creationId xmlns:a16="http://schemas.microsoft.com/office/drawing/2014/main" id="{AB293057-9D9C-26C6-9347-D01A8AAF8F39}"/>
              </a:ext>
            </a:extLst>
          </p:cNvPr>
          <p:cNvSpPr>
            <a:spLocks noGrp="1"/>
          </p:cNvSpPr>
          <p:nvPr>
            <p:ph type="body" sz="quarter" idx="18" hasCustomPrompt="1"/>
          </p:nvPr>
        </p:nvSpPr>
        <p:spPr>
          <a:xfrm>
            <a:off x="1435999" y="537937"/>
            <a:ext cx="2304000" cy="180000"/>
          </a:xfrm>
        </p:spPr>
        <p:txBody>
          <a:bodyPr anchor="ctr"/>
          <a:lstStyle>
            <a:lvl1pPr marL="0" indent="0">
              <a:lnSpc>
                <a:spcPct val="100000"/>
              </a:lnSpc>
              <a:spcBef>
                <a:spcPts val="0"/>
              </a:spcBef>
              <a:buNone/>
              <a:defRPr sz="1100" cap="all" baseline="0">
                <a:solidFill>
                  <a:schemeClr val="bg1"/>
                </a:solidFill>
                <a:latin typeface="+mj-lt"/>
              </a:defRPr>
            </a:lvl1pPr>
          </a:lstStyle>
          <a:p>
            <a:pPr lvl="0"/>
            <a:r>
              <a:rPr lang="en-US"/>
              <a:t>Name</a:t>
            </a:r>
            <a:endParaRPr lang="en-GB"/>
          </a:p>
        </p:txBody>
      </p:sp>
      <p:sp>
        <p:nvSpPr>
          <p:cNvPr id="35" name="Text Placeholder 28">
            <a:extLst>
              <a:ext uri="{FF2B5EF4-FFF2-40B4-BE49-F238E27FC236}">
                <a16:creationId xmlns:a16="http://schemas.microsoft.com/office/drawing/2014/main" id="{822028F3-F945-4FBA-E28F-01161F1616F7}"/>
              </a:ext>
            </a:extLst>
          </p:cNvPr>
          <p:cNvSpPr>
            <a:spLocks noGrp="1"/>
          </p:cNvSpPr>
          <p:nvPr>
            <p:ph type="body" sz="quarter" idx="19" hasCustomPrompt="1"/>
          </p:nvPr>
        </p:nvSpPr>
        <p:spPr>
          <a:xfrm>
            <a:off x="1435999" y="791602"/>
            <a:ext cx="2304000" cy="180000"/>
          </a:xfrm>
        </p:spPr>
        <p:txBody>
          <a:bodyPr anchor="ctr"/>
          <a:lstStyle>
            <a:lvl1pPr marL="0" indent="0">
              <a:lnSpc>
                <a:spcPct val="100000"/>
              </a:lnSpc>
              <a:spcBef>
                <a:spcPts val="0"/>
              </a:spcBef>
              <a:buNone/>
              <a:defRPr sz="1050">
                <a:solidFill>
                  <a:schemeClr val="bg1"/>
                </a:solidFill>
              </a:defRPr>
            </a:lvl1pPr>
          </a:lstStyle>
          <a:p>
            <a:pPr lvl="0"/>
            <a:r>
              <a:rPr lang="en-US"/>
              <a:t>Position</a:t>
            </a:r>
            <a:endParaRPr lang="en-GB"/>
          </a:p>
        </p:txBody>
      </p:sp>
      <p:sp>
        <p:nvSpPr>
          <p:cNvPr id="36" name="Text Placeholder 28">
            <a:extLst>
              <a:ext uri="{FF2B5EF4-FFF2-40B4-BE49-F238E27FC236}">
                <a16:creationId xmlns:a16="http://schemas.microsoft.com/office/drawing/2014/main" id="{D0A46EBE-70B1-6D82-8289-59D3CEBBB20B}"/>
              </a:ext>
            </a:extLst>
          </p:cNvPr>
          <p:cNvSpPr>
            <a:spLocks noGrp="1"/>
          </p:cNvSpPr>
          <p:nvPr>
            <p:ph type="body" sz="quarter" idx="20" hasCustomPrompt="1"/>
          </p:nvPr>
        </p:nvSpPr>
        <p:spPr>
          <a:xfrm>
            <a:off x="407368" y="2123699"/>
            <a:ext cx="864000" cy="180000"/>
          </a:xfrm>
        </p:spPr>
        <p:txBody>
          <a:bodyPr anchor="ctr"/>
          <a:lstStyle>
            <a:lvl1pPr marL="0" indent="0">
              <a:lnSpc>
                <a:spcPct val="100000"/>
              </a:lnSpc>
              <a:spcBef>
                <a:spcPts val="0"/>
              </a:spcBef>
              <a:buNone/>
              <a:defRPr sz="1000">
                <a:solidFill>
                  <a:schemeClr val="bg1"/>
                </a:solidFill>
              </a:defRPr>
            </a:lvl1pPr>
          </a:lstStyle>
          <a:p>
            <a:pPr lvl="0"/>
            <a:r>
              <a:rPr lang="en-US"/>
              <a:t>2000 - 2000</a:t>
            </a:r>
            <a:endParaRPr lang="en-GB"/>
          </a:p>
        </p:txBody>
      </p:sp>
      <p:sp>
        <p:nvSpPr>
          <p:cNvPr id="37" name="Text Placeholder 28">
            <a:extLst>
              <a:ext uri="{FF2B5EF4-FFF2-40B4-BE49-F238E27FC236}">
                <a16:creationId xmlns:a16="http://schemas.microsoft.com/office/drawing/2014/main" id="{8F7FE891-941E-88BA-F20E-7EAB81FD7A90}"/>
              </a:ext>
            </a:extLst>
          </p:cNvPr>
          <p:cNvSpPr>
            <a:spLocks noGrp="1"/>
          </p:cNvSpPr>
          <p:nvPr>
            <p:ph type="body" sz="quarter" idx="21" hasCustomPrompt="1"/>
          </p:nvPr>
        </p:nvSpPr>
        <p:spPr>
          <a:xfrm>
            <a:off x="1318063" y="2123699"/>
            <a:ext cx="2412000" cy="180000"/>
          </a:xfrm>
        </p:spPr>
        <p:txBody>
          <a:bodyPr anchor="ctr"/>
          <a:lstStyle>
            <a:lvl1pPr marL="0" indent="0">
              <a:lnSpc>
                <a:spcPct val="100000"/>
              </a:lnSpc>
              <a:spcBef>
                <a:spcPts val="0"/>
              </a:spcBef>
              <a:buNone/>
              <a:defRPr sz="1000">
                <a:solidFill>
                  <a:schemeClr val="bg1"/>
                </a:solidFill>
              </a:defRPr>
            </a:lvl1pPr>
          </a:lstStyle>
          <a:p>
            <a:pPr lvl="0"/>
            <a:r>
              <a:rPr lang="en-US"/>
              <a:t>Company</a:t>
            </a:r>
            <a:endParaRPr lang="en-GB"/>
          </a:p>
        </p:txBody>
      </p:sp>
      <p:sp>
        <p:nvSpPr>
          <p:cNvPr id="38" name="Text Placeholder 28">
            <a:extLst>
              <a:ext uri="{FF2B5EF4-FFF2-40B4-BE49-F238E27FC236}">
                <a16:creationId xmlns:a16="http://schemas.microsoft.com/office/drawing/2014/main" id="{A119FFDB-59B9-B0DD-4815-F89B1D93EEE0}"/>
              </a:ext>
            </a:extLst>
          </p:cNvPr>
          <p:cNvSpPr>
            <a:spLocks noGrp="1"/>
          </p:cNvSpPr>
          <p:nvPr>
            <p:ph type="body" sz="quarter" idx="22" hasCustomPrompt="1"/>
          </p:nvPr>
        </p:nvSpPr>
        <p:spPr>
          <a:xfrm>
            <a:off x="1318063" y="2306603"/>
            <a:ext cx="2412000" cy="180000"/>
          </a:xfrm>
        </p:spPr>
        <p:txBody>
          <a:bodyPr anchor="ctr"/>
          <a:lstStyle>
            <a:lvl1pPr marL="0" indent="0">
              <a:lnSpc>
                <a:spcPct val="100000"/>
              </a:lnSpc>
              <a:spcBef>
                <a:spcPts val="0"/>
              </a:spcBef>
              <a:buNone/>
              <a:defRPr sz="1000" i="1">
                <a:solidFill>
                  <a:schemeClr val="bg1"/>
                </a:solidFill>
              </a:defRPr>
            </a:lvl1pPr>
          </a:lstStyle>
          <a:p>
            <a:pPr lvl="0"/>
            <a:r>
              <a:rPr lang="en-US"/>
              <a:t>Position</a:t>
            </a:r>
            <a:endParaRPr lang="en-GB"/>
          </a:p>
        </p:txBody>
      </p:sp>
      <p:sp>
        <p:nvSpPr>
          <p:cNvPr id="39" name="Text Placeholder 28">
            <a:extLst>
              <a:ext uri="{FF2B5EF4-FFF2-40B4-BE49-F238E27FC236}">
                <a16:creationId xmlns:a16="http://schemas.microsoft.com/office/drawing/2014/main" id="{7A3BEAE2-1F0A-2F3D-EAF5-1A1CB29B522B}"/>
              </a:ext>
            </a:extLst>
          </p:cNvPr>
          <p:cNvSpPr>
            <a:spLocks noGrp="1"/>
          </p:cNvSpPr>
          <p:nvPr>
            <p:ph type="body" sz="quarter" idx="23" hasCustomPrompt="1"/>
          </p:nvPr>
        </p:nvSpPr>
        <p:spPr>
          <a:xfrm>
            <a:off x="407368" y="2548316"/>
            <a:ext cx="864000" cy="180000"/>
          </a:xfrm>
        </p:spPr>
        <p:txBody>
          <a:bodyPr anchor="ctr"/>
          <a:lstStyle>
            <a:lvl1pPr marL="0" indent="0">
              <a:lnSpc>
                <a:spcPct val="100000"/>
              </a:lnSpc>
              <a:spcBef>
                <a:spcPts val="0"/>
              </a:spcBef>
              <a:buNone/>
              <a:defRPr sz="1000">
                <a:solidFill>
                  <a:schemeClr val="bg1"/>
                </a:solidFill>
              </a:defRPr>
            </a:lvl1pPr>
          </a:lstStyle>
          <a:p>
            <a:pPr lvl="0"/>
            <a:r>
              <a:rPr lang="en-US"/>
              <a:t>2000 - 2000</a:t>
            </a:r>
            <a:endParaRPr lang="en-GB"/>
          </a:p>
        </p:txBody>
      </p:sp>
      <p:sp>
        <p:nvSpPr>
          <p:cNvPr id="40" name="Text Placeholder 28">
            <a:extLst>
              <a:ext uri="{FF2B5EF4-FFF2-40B4-BE49-F238E27FC236}">
                <a16:creationId xmlns:a16="http://schemas.microsoft.com/office/drawing/2014/main" id="{5A0D7F44-DE45-7F8B-2B43-3B02510FB02E}"/>
              </a:ext>
            </a:extLst>
          </p:cNvPr>
          <p:cNvSpPr>
            <a:spLocks noGrp="1"/>
          </p:cNvSpPr>
          <p:nvPr>
            <p:ph type="body" sz="quarter" idx="24" hasCustomPrompt="1"/>
          </p:nvPr>
        </p:nvSpPr>
        <p:spPr>
          <a:xfrm>
            <a:off x="1318063" y="2548316"/>
            <a:ext cx="2412000" cy="180000"/>
          </a:xfrm>
        </p:spPr>
        <p:txBody>
          <a:bodyPr anchor="ctr"/>
          <a:lstStyle>
            <a:lvl1pPr marL="0" indent="0">
              <a:lnSpc>
                <a:spcPct val="100000"/>
              </a:lnSpc>
              <a:spcBef>
                <a:spcPts val="0"/>
              </a:spcBef>
              <a:buNone/>
              <a:defRPr sz="1000">
                <a:solidFill>
                  <a:schemeClr val="bg1"/>
                </a:solidFill>
              </a:defRPr>
            </a:lvl1pPr>
          </a:lstStyle>
          <a:p>
            <a:pPr lvl="0"/>
            <a:r>
              <a:rPr lang="en-US"/>
              <a:t>Company</a:t>
            </a:r>
            <a:endParaRPr lang="en-GB"/>
          </a:p>
        </p:txBody>
      </p:sp>
      <p:sp>
        <p:nvSpPr>
          <p:cNvPr id="41" name="Text Placeholder 28">
            <a:extLst>
              <a:ext uri="{FF2B5EF4-FFF2-40B4-BE49-F238E27FC236}">
                <a16:creationId xmlns:a16="http://schemas.microsoft.com/office/drawing/2014/main" id="{CEE1A96E-B1A0-3BB1-EAC5-DCE0E7711279}"/>
              </a:ext>
            </a:extLst>
          </p:cNvPr>
          <p:cNvSpPr>
            <a:spLocks noGrp="1"/>
          </p:cNvSpPr>
          <p:nvPr>
            <p:ph type="body" sz="quarter" idx="25" hasCustomPrompt="1"/>
          </p:nvPr>
        </p:nvSpPr>
        <p:spPr>
          <a:xfrm>
            <a:off x="1318063" y="2732885"/>
            <a:ext cx="2412000" cy="180000"/>
          </a:xfrm>
        </p:spPr>
        <p:txBody>
          <a:bodyPr anchor="ctr"/>
          <a:lstStyle>
            <a:lvl1pPr marL="0" indent="0">
              <a:lnSpc>
                <a:spcPct val="100000"/>
              </a:lnSpc>
              <a:spcBef>
                <a:spcPts val="0"/>
              </a:spcBef>
              <a:buNone/>
              <a:defRPr sz="1000" i="1">
                <a:solidFill>
                  <a:schemeClr val="bg1"/>
                </a:solidFill>
              </a:defRPr>
            </a:lvl1pPr>
          </a:lstStyle>
          <a:p>
            <a:pPr lvl="0"/>
            <a:r>
              <a:rPr lang="en-US"/>
              <a:t>Position</a:t>
            </a:r>
            <a:endParaRPr lang="en-GB"/>
          </a:p>
        </p:txBody>
      </p:sp>
      <p:sp>
        <p:nvSpPr>
          <p:cNvPr id="42" name="Text Placeholder 28">
            <a:extLst>
              <a:ext uri="{FF2B5EF4-FFF2-40B4-BE49-F238E27FC236}">
                <a16:creationId xmlns:a16="http://schemas.microsoft.com/office/drawing/2014/main" id="{D308860B-0915-46DE-0917-FC3E485A6A66}"/>
              </a:ext>
            </a:extLst>
          </p:cNvPr>
          <p:cNvSpPr>
            <a:spLocks noGrp="1"/>
          </p:cNvSpPr>
          <p:nvPr>
            <p:ph type="body" sz="quarter" idx="26" hasCustomPrompt="1"/>
          </p:nvPr>
        </p:nvSpPr>
        <p:spPr>
          <a:xfrm>
            <a:off x="407368" y="2972933"/>
            <a:ext cx="864000" cy="180000"/>
          </a:xfrm>
        </p:spPr>
        <p:txBody>
          <a:bodyPr anchor="ctr"/>
          <a:lstStyle>
            <a:lvl1pPr marL="0" indent="0">
              <a:lnSpc>
                <a:spcPct val="100000"/>
              </a:lnSpc>
              <a:spcBef>
                <a:spcPts val="0"/>
              </a:spcBef>
              <a:buNone/>
              <a:defRPr sz="1000">
                <a:solidFill>
                  <a:schemeClr val="bg1"/>
                </a:solidFill>
              </a:defRPr>
            </a:lvl1pPr>
          </a:lstStyle>
          <a:p>
            <a:pPr lvl="0"/>
            <a:r>
              <a:rPr lang="en-US"/>
              <a:t>2000 - 2000</a:t>
            </a:r>
            <a:endParaRPr lang="en-GB"/>
          </a:p>
        </p:txBody>
      </p:sp>
      <p:sp>
        <p:nvSpPr>
          <p:cNvPr id="43" name="Text Placeholder 28">
            <a:extLst>
              <a:ext uri="{FF2B5EF4-FFF2-40B4-BE49-F238E27FC236}">
                <a16:creationId xmlns:a16="http://schemas.microsoft.com/office/drawing/2014/main" id="{77B81376-1F1C-AD7B-9AAA-00F838D51D4A}"/>
              </a:ext>
            </a:extLst>
          </p:cNvPr>
          <p:cNvSpPr>
            <a:spLocks noGrp="1"/>
          </p:cNvSpPr>
          <p:nvPr>
            <p:ph type="body" sz="quarter" idx="27" hasCustomPrompt="1"/>
          </p:nvPr>
        </p:nvSpPr>
        <p:spPr>
          <a:xfrm>
            <a:off x="1318063" y="2972933"/>
            <a:ext cx="2412000" cy="180000"/>
          </a:xfrm>
        </p:spPr>
        <p:txBody>
          <a:bodyPr anchor="ctr"/>
          <a:lstStyle>
            <a:lvl1pPr marL="0" indent="0">
              <a:lnSpc>
                <a:spcPct val="100000"/>
              </a:lnSpc>
              <a:spcBef>
                <a:spcPts val="0"/>
              </a:spcBef>
              <a:buNone/>
              <a:defRPr sz="1000">
                <a:solidFill>
                  <a:schemeClr val="bg1"/>
                </a:solidFill>
              </a:defRPr>
            </a:lvl1pPr>
          </a:lstStyle>
          <a:p>
            <a:pPr lvl="0"/>
            <a:r>
              <a:rPr lang="en-US"/>
              <a:t>Company</a:t>
            </a:r>
            <a:endParaRPr lang="en-GB"/>
          </a:p>
        </p:txBody>
      </p:sp>
      <p:sp>
        <p:nvSpPr>
          <p:cNvPr id="44" name="Text Placeholder 28">
            <a:extLst>
              <a:ext uri="{FF2B5EF4-FFF2-40B4-BE49-F238E27FC236}">
                <a16:creationId xmlns:a16="http://schemas.microsoft.com/office/drawing/2014/main" id="{56D76710-F993-65AD-99F3-3124041CA047}"/>
              </a:ext>
            </a:extLst>
          </p:cNvPr>
          <p:cNvSpPr>
            <a:spLocks noGrp="1"/>
          </p:cNvSpPr>
          <p:nvPr>
            <p:ph type="body" sz="quarter" idx="28" hasCustomPrompt="1"/>
          </p:nvPr>
        </p:nvSpPr>
        <p:spPr>
          <a:xfrm>
            <a:off x="1318063" y="3154827"/>
            <a:ext cx="2412000" cy="180000"/>
          </a:xfrm>
        </p:spPr>
        <p:txBody>
          <a:bodyPr anchor="ctr"/>
          <a:lstStyle>
            <a:lvl1pPr marL="0" indent="0">
              <a:lnSpc>
                <a:spcPct val="100000"/>
              </a:lnSpc>
              <a:spcBef>
                <a:spcPts val="0"/>
              </a:spcBef>
              <a:buNone/>
              <a:defRPr sz="1000" i="1">
                <a:solidFill>
                  <a:schemeClr val="bg1"/>
                </a:solidFill>
              </a:defRPr>
            </a:lvl1pPr>
          </a:lstStyle>
          <a:p>
            <a:pPr lvl="0"/>
            <a:r>
              <a:rPr lang="en-US"/>
              <a:t>Position</a:t>
            </a:r>
            <a:endParaRPr lang="en-GB"/>
          </a:p>
        </p:txBody>
      </p:sp>
      <p:sp>
        <p:nvSpPr>
          <p:cNvPr id="45" name="Text Placeholder 28">
            <a:extLst>
              <a:ext uri="{FF2B5EF4-FFF2-40B4-BE49-F238E27FC236}">
                <a16:creationId xmlns:a16="http://schemas.microsoft.com/office/drawing/2014/main" id="{96EE3191-FD1F-7687-7780-14886BA79972}"/>
              </a:ext>
            </a:extLst>
          </p:cNvPr>
          <p:cNvSpPr>
            <a:spLocks noGrp="1"/>
          </p:cNvSpPr>
          <p:nvPr>
            <p:ph type="body" sz="quarter" idx="29" hasCustomPrompt="1"/>
          </p:nvPr>
        </p:nvSpPr>
        <p:spPr>
          <a:xfrm>
            <a:off x="407368" y="3397550"/>
            <a:ext cx="864000" cy="180000"/>
          </a:xfrm>
        </p:spPr>
        <p:txBody>
          <a:bodyPr anchor="ctr"/>
          <a:lstStyle>
            <a:lvl1pPr marL="0" indent="0">
              <a:lnSpc>
                <a:spcPct val="100000"/>
              </a:lnSpc>
              <a:spcBef>
                <a:spcPts val="0"/>
              </a:spcBef>
              <a:buNone/>
              <a:defRPr sz="1000">
                <a:solidFill>
                  <a:schemeClr val="bg1"/>
                </a:solidFill>
              </a:defRPr>
            </a:lvl1pPr>
          </a:lstStyle>
          <a:p>
            <a:pPr lvl="0"/>
            <a:r>
              <a:rPr lang="en-US"/>
              <a:t>2000 - 2000</a:t>
            </a:r>
            <a:endParaRPr lang="en-GB"/>
          </a:p>
        </p:txBody>
      </p:sp>
      <p:sp>
        <p:nvSpPr>
          <p:cNvPr id="46" name="Text Placeholder 28">
            <a:extLst>
              <a:ext uri="{FF2B5EF4-FFF2-40B4-BE49-F238E27FC236}">
                <a16:creationId xmlns:a16="http://schemas.microsoft.com/office/drawing/2014/main" id="{8BBD8F81-FD26-F84E-199C-A6131B3EA59F}"/>
              </a:ext>
            </a:extLst>
          </p:cNvPr>
          <p:cNvSpPr>
            <a:spLocks noGrp="1"/>
          </p:cNvSpPr>
          <p:nvPr>
            <p:ph type="body" sz="quarter" idx="30" hasCustomPrompt="1"/>
          </p:nvPr>
        </p:nvSpPr>
        <p:spPr>
          <a:xfrm>
            <a:off x="1318063" y="3397550"/>
            <a:ext cx="2412000" cy="180000"/>
          </a:xfrm>
        </p:spPr>
        <p:txBody>
          <a:bodyPr anchor="ctr"/>
          <a:lstStyle>
            <a:lvl1pPr marL="0" indent="0">
              <a:lnSpc>
                <a:spcPct val="100000"/>
              </a:lnSpc>
              <a:spcBef>
                <a:spcPts val="0"/>
              </a:spcBef>
              <a:buNone/>
              <a:defRPr sz="1000">
                <a:solidFill>
                  <a:schemeClr val="bg1"/>
                </a:solidFill>
              </a:defRPr>
            </a:lvl1pPr>
          </a:lstStyle>
          <a:p>
            <a:pPr lvl="0"/>
            <a:r>
              <a:rPr lang="en-US"/>
              <a:t>Company</a:t>
            </a:r>
            <a:endParaRPr lang="en-GB"/>
          </a:p>
        </p:txBody>
      </p:sp>
      <p:sp>
        <p:nvSpPr>
          <p:cNvPr id="47" name="Text Placeholder 28">
            <a:extLst>
              <a:ext uri="{FF2B5EF4-FFF2-40B4-BE49-F238E27FC236}">
                <a16:creationId xmlns:a16="http://schemas.microsoft.com/office/drawing/2014/main" id="{06430277-AF2F-8DEB-DD84-18C85057ECB0}"/>
              </a:ext>
            </a:extLst>
          </p:cNvPr>
          <p:cNvSpPr>
            <a:spLocks noGrp="1"/>
          </p:cNvSpPr>
          <p:nvPr>
            <p:ph type="body" sz="quarter" idx="31" hasCustomPrompt="1"/>
          </p:nvPr>
        </p:nvSpPr>
        <p:spPr>
          <a:xfrm>
            <a:off x="1318063" y="3579442"/>
            <a:ext cx="2412000" cy="180000"/>
          </a:xfrm>
        </p:spPr>
        <p:txBody>
          <a:bodyPr anchor="ctr"/>
          <a:lstStyle>
            <a:lvl1pPr marL="0" indent="0">
              <a:lnSpc>
                <a:spcPct val="100000"/>
              </a:lnSpc>
              <a:spcBef>
                <a:spcPts val="0"/>
              </a:spcBef>
              <a:buNone/>
              <a:defRPr sz="1000" i="1">
                <a:solidFill>
                  <a:schemeClr val="bg1"/>
                </a:solidFill>
              </a:defRPr>
            </a:lvl1pPr>
          </a:lstStyle>
          <a:p>
            <a:pPr lvl="0"/>
            <a:r>
              <a:rPr lang="en-US"/>
              <a:t>Position</a:t>
            </a:r>
            <a:endParaRPr lang="en-GB"/>
          </a:p>
        </p:txBody>
      </p:sp>
      <p:sp>
        <p:nvSpPr>
          <p:cNvPr id="48" name="TextBox 47">
            <a:extLst>
              <a:ext uri="{FF2B5EF4-FFF2-40B4-BE49-F238E27FC236}">
                <a16:creationId xmlns:a16="http://schemas.microsoft.com/office/drawing/2014/main" id="{491C2143-FF56-E546-0B0B-7B01A4F45357}"/>
              </a:ext>
            </a:extLst>
          </p:cNvPr>
          <p:cNvSpPr txBox="1"/>
          <p:nvPr userDrawn="1"/>
        </p:nvSpPr>
        <p:spPr bwMode="gray">
          <a:xfrm>
            <a:off x="407368" y="4251698"/>
            <a:ext cx="1728192" cy="214098"/>
          </a:xfrm>
          <a:prstGeom prst="rect">
            <a:avLst/>
          </a:prstGeom>
          <a:noFill/>
        </p:spPr>
        <p:txBody>
          <a:bodyPr wrap="square" lIns="0" tIns="0" rIns="0" bIns="0" rtlCol="0">
            <a:spAutoFit/>
          </a:bodyPr>
          <a:lstStyle/>
          <a:p>
            <a:pPr algn="l">
              <a:lnSpc>
                <a:spcPct val="150000"/>
              </a:lnSpc>
            </a:pPr>
            <a:r>
              <a:rPr lang="en-GB" sz="1050">
                <a:solidFill>
                  <a:schemeClr val="bg1"/>
                </a:solidFill>
                <a:latin typeface="+mj-lt"/>
              </a:rPr>
              <a:t>Education</a:t>
            </a:r>
            <a:endParaRPr lang="en-GB" sz="1400">
              <a:solidFill>
                <a:schemeClr val="bg1"/>
              </a:solidFill>
              <a:latin typeface="+mj-lt"/>
            </a:endParaRPr>
          </a:p>
        </p:txBody>
      </p:sp>
      <p:sp>
        <p:nvSpPr>
          <p:cNvPr id="49" name="Text Placeholder 28">
            <a:extLst>
              <a:ext uri="{FF2B5EF4-FFF2-40B4-BE49-F238E27FC236}">
                <a16:creationId xmlns:a16="http://schemas.microsoft.com/office/drawing/2014/main" id="{6B369B25-D843-4DAC-BD5A-C68DB7468721}"/>
              </a:ext>
            </a:extLst>
          </p:cNvPr>
          <p:cNvSpPr>
            <a:spLocks noGrp="1"/>
          </p:cNvSpPr>
          <p:nvPr>
            <p:ph type="body" sz="quarter" idx="32" hasCustomPrompt="1"/>
          </p:nvPr>
        </p:nvSpPr>
        <p:spPr>
          <a:xfrm>
            <a:off x="407368" y="3822165"/>
            <a:ext cx="864000" cy="180000"/>
          </a:xfrm>
        </p:spPr>
        <p:txBody>
          <a:bodyPr anchor="ctr"/>
          <a:lstStyle>
            <a:lvl1pPr marL="0" indent="0">
              <a:lnSpc>
                <a:spcPct val="100000"/>
              </a:lnSpc>
              <a:spcBef>
                <a:spcPts val="0"/>
              </a:spcBef>
              <a:buNone/>
              <a:defRPr sz="1000">
                <a:solidFill>
                  <a:schemeClr val="bg1"/>
                </a:solidFill>
              </a:defRPr>
            </a:lvl1pPr>
          </a:lstStyle>
          <a:p>
            <a:pPr lvl="0"/>
            <a:r>
              <a:rPr lang="en-US"/>
              <a:t>2000 - 2000</a:t>
            </a:r>
            <a:endParaRPr lang="en-GB"/>
          </a:p>
        </p:txBody>
      </p:sp>
      <p:sp>
        <p:nvSpPr>
          <p:cNvPr id="50" name="Text Placeholder 28">
            <a:extLst>
              <a:ext uri="{FF2B5EF4-FFF2-40B4-BE49-F238E27FC236}">
                <a16:creationId xmlns:a16="http://schemas.microsoft.com/office/drawing/2014/main" id="{44B2A45D-1E18-4631-176C-9598F6846302}"/>
              </a:ext>
            </a:extLst>
          </p:cNvPr>
          <p:cNvSpPr>
            <a:spLocks noGrp="1"/>
          </p:cNvSpPr>
          <p:nvPr>
            <p:ph type="body" sz="quarter" idx="33" hasCustomPrompt="1"/>
          </p:nvPr>
        </p:nvSpPr>
        <p:spPr>
          <a:xfrm>
            <a:off x="1318063" y="3822165"/>
            <a:ext cx="2412000" cy="180000"/>
          </a:xfrm>
        </p:spPr>
        <p:txBody>
          <a:bodyPr anchor="ctr"/>
          <a:lstStyle>
            <a:lvl1pPr marL="0" indent="0">
              <a:lnSpc>
                <a:spcPct val="100000"/>
              </a:lnSpc>
              <a:spcBef>
                <a:spcPts val="0"/>
              </a:spcBef>
              <a:buNone/>
              <a:defRPr sz="1000">
                <a:solidFill>
                  <a:schemeClr val="bg1"/>
                </a:solidFill>
              </a:defRPr>
            </a:lvl1pPr>
          </a:lstStyle>
          <a:p>
            <a:pPr lvl="0"/>
            <a:r>
              <a:rPr lang="en-US"/>
              <a:t>Company</a:t>
            </a:r>
            <a:endParaRPr lang="en-GB"/>
          </a:p>
        </p:txBody>
      </p:sp>
      <p:sp>
        <p:nvSpPr>
          <p:cNvPr id="51" name="Text Placeholder 28">
            <a:extLst>
              <a:ext uri="{FF2B5EF4-FFF2-40B4-BE49-F238E27FC236}">
                <a16:creationId xmlns:a16="http://schemas.microsoft.com/office/drawing/2014/main" id="{BAA62BC1-793D-D8CA-03C6-1189D10479C1}"/>
              </a:ext>
            </a:extLst>
          </p:cNvPr>
          <p:cNvSpPr>
            <a:spLocks noGrp="1"/>
          </p:cNvSpPr>
          <p:nvPr>
            <p:ph type="body" sz="quarter" idx="34" hasCustomPrompt="1"/>
          </p:nvPr>
        </p:nvSpPr>
        <p:spPr>
          <a:xfrm>
            <a:off x="1318063" y="4004435"/>
            <a:ext cx="2412000" cy="180000"/>
          </a:xfrm>
        </p:spPr>
        <p:txBody>
          <a:bodyPr anchor="ctr"/>
          <a:lstStyle>
            <a:lvl1pPr marL="0" indent="0">
              <a:lnSpc>
                <a:spcPct val="100000"/>
              </a:lnSpc>
              <a:spcBef>
                <a:spcPts val="0"/>
              </a:spcBef>
              <a:buNone/>
              <a:defRPr sz="1000" i="1">
                <a:solidFill>
                  <a:schemeClr val="bg1"/>
                </a:solidFill>
              </a:defRPr>
            </a:lvl1pPr>
          </a:lstStyle>
          <a:p>
            <a:pPr lvl="0"/>
            <a:r>
              <a:rPr lang="en-US"/>
              <a:t>Position</a:t>
            </a:r>
            <a:endParaRPr lang="en-GB"/>
          </a:p>
        </p:txBody>
      </p:sp>
      <p:sp>
        <p:nvSpPr>
          <p:cNvPr id="58" name="Text Placeholder 28">
            <a:extLst>
              <a:ext uri="{FF2B5EF4-FFF2-40B4-BE49-F238E27FC236}">
                <a16:creationId xmlns:a16="http://schemas.microsoft.com/office/drawing/2014/main" id="{021E79FC-A2DF-5E70-98B4-D6EE9C271266}"/>
              </a:ext>
            </a:extLst>
          </p:cNvPr>
          <p:cNvSpPr>
            <a:spLocks noGrp="1"/>
          </p:cNvSpPr>
          <p:nvPr>
            <p:ph type="body" sz="quarter" idx="35" hasCustomPrompt="1"/>
          </p:nvPr>
        </p:nvSpPr>
        <p:spPr>
          <a:xfrm>
            <a:off x="391031" y="4530526"/>
            <a:ext cx="864000" cy="180000"/>
          </a:xfrm>
        </p:spPr>
        <p:txBody>
          <a:bodyPr anchor="ctr"/>
          <a:lstStyle>
            <a:lvl1pPr marL="0" indent="0">
              <a:lnSpc>
                <a:spcPct val="100000"/>
              </a:lnSpc>
              <a:spcBef>
                <a:spcPts val="0"/>
              </a:spcBef>
              <a:buNone/>
              <a:defRPr sz="1000">
                <a:solidFill>
                  <a:schemeClr val="bg1"/>
                </a:solidFill>
              </a:defRPr>
            </a:lvl1pPr>
          </a:lstStyle>
          <a:p>
            <a:pPr lvl="0"/>
            <a:r>
              <a:rPr lang="en-US"/>
              <a:t>2000 - 2000</a:t>
            </a:r>
            <a:endParaRPr lang="en-GB"/>
          </a:p>
        </p:txBody>
      </p:sp>
      <p:sp>
        <p:nvSpPr>
          <p:cNvPr id="59" name="Text Placeholder 28">
            <a:extLst>
              <a:ext uri="{FF2B5EF4-FFF2-40B4-BE49-F238E27FC236}">
                <a16:creationId xmlns:a16="http://schemas.microsoft.com/office/drawing/2014/main" id="{380F1CF5-5E39-D4B2-F91A-E6B2A4B75429}"/>
              </a:ext>
            </a:extLst>
          </p:cNvPr>
          <p:cNvSpPr>
            <a:spLocks noGrp="1"/>
          </p:cNvSpPr>
          <p:nvPr>
            <p:ph type="body" sz="quarter" idx="36" hasCustomPrompt="1"/>
          </p:nvPr>
        </p:nvSpPr>
        <p:spPr>
          <a:xfrm>
            <a:off x="1301726" y="4530526"/>
            <a:ext cx="2412000" cy="180000"/>
          </a:xfrm>
        </p:spPr>
        <p:txBody>
          <a:bodyPr anchor="ctr"/>
          <a:lstStyle>
            <a:lvl1pPr marL="0" indent="0">
              <a:lnSpc>
                <a:spcPct val="100000"/>
              </a:lnSpc>
              <a:spcBef>
                <a:spcPts val="0"/>
              </a:spcBef>
              <a:buNone/>
              <a:defRPr sz="1000">
                <a:solidFill>
                  <a:schemeClr val="bg1"/>
                </a:solidFill>
              </a:defRPr>
            </a:lvl1pPr>
          </a:lstStyle>
          <a:p>
            <a:pPr lvl="0"/>
            <a:r>
              <a:rPr lang="en-US"/>
              <a:t>Degree</a:t>
            </a:r>
            <a:endParaRPr lang="en-GB"/>
          </a:p>
        </p:txBody>
      </p:sp>
      <p:sp>
        <p:nvSpPr>
          <p:cNvPr id="60" name="Text Placeholder 28">
            <a:extLst>
              <a:ext uri="{FF2B5EF4-FFF2-40B4-BE49-F238E27FC236}">
                <a16:creationId xmlns:a16="http://schemas.microsoft.com/office/drawing/2014/main" id="{3CBC4BCC-DB00-6022-33AD-C40A841188EE}"/>
              </a:ext>
            </a:extLst>
          </p:cNvPr>
          <p:cNvSpPr>
            <a:spLocks noGrp="1"/>
          </p:cNvSpPr>
          <p:nvPr>
            <p:ph type="body" sz="quarter" idx="37" hasCustomPrompt="1"/>
          </p:nvPr>
        </p:nvSpPr>
        <p:spPr>
          <a:xfrm>
            <a:off x="1301726" y="4712796"/>
            <a:ext cx="2412000" cy="180000"/>
          </a:xfrm>
        </p:spPr>
        <p:txBody>
          <a:bodyPr anchor="ctr"/>
          <a:lstStyle>
            <a:lvl1pPr marL="0" indent="0">
              <a:lnSpc>
                <a:spcPct val="100000"/>
              </a:lnSpc>
              <a:spcBef>
                <a:spcPts val="0"/>
              </a:spcBef>
              <a:buNone/>
              <a:defRPr sz="1000" i="1">
                <a:solidFill>
                  <a:schemeClr val="bg1"/>
                </a:solidFill>
              </a:defRPr>
            </a:lvl1pPr>
          </a:lstStyle>
          <a:p>
            <a:pPr lvl="0"/>
            <a:r>
              <a:rPr lang="en-US"/>
              <a:t>University</a:t>
            </a:r>
            <a:endParaRPr lang="en-GB"/>
          </a:p>
        </p:txBody>
      </p:sp>
      <p:sp>
        <p:nvSpPr>
          <p:cNvPr id="61" name="Text Placeholder 28">
            <a:extLst>
              <a:ext uri="{FF2B5EF4-FFF2-40B4-BE49-F238E27FC236}">
                <a16:creationId xmlns:a16="http://schemas.microsoft.com/office/drawing/2014/main" id="{189279C5-F7A4-147A-FBD7-20129AE101C6}"/>
              </a:ext>
            </a:extLst>
          </p:cNvPr>
          <p:cNvSpPr>
            <a:spLocks noGrp="1"/>
          </p:cNvSpPr>
          <p:nvPr>
            <p:ph type="body" sz="quarter" idx="38" hasCustomPrompt="1"/>
          </p:nvPr>
        </p:nvSpPr>
        <p:spPr>
          <a:xfrm>
            <a:off x="391031" y="4950211"/>
            <a:ext cx="864000" cy="180000"/>
          </a:xfrm>
        </p:spPr>
        <p:txBody>
          <a:bodyPr anchor="ctr"/>
          <a:lstStyle>
            <a:lvl1pPr marL="0" indent="0">
              <a:lnSpc>
                <a:spcPct val="100000"/>
              </a:lnSpc>
              <a:spcBef>
                <a:spcPts val="0"/>
              </a:spcBef>
              <a:buNone/>
              <a:defRPr sz="1000">
                <a:solidFill>
                  <a:schemeClr val="bg1"/>
                </a:solidFill>
              </a:defRPr>
            </a:lvl1pPr>
          </a:lstStyle>
          <a:p>
            <a:pPr lvl="0"/>
            <a:r>
              <a:rPr lang="en-US"/>
              <a:t>2000 - 2000</a:t>
            </a:r>
            <a:endParaRPr lang="en-GB"/>
          </a:p>
        </p:txBody>
      </p:sp>
      <p:sp>
        <p:nvSpPr>
          <p:cNvPr id="62" name="Text Placeholder 28">
            <a:extLst>
              <a:ext uri="{FF2B5EF4-FFF2-40B4-BE49-F238E27FC236}">
                <a16:creationId xmlns:a16="http://schemas.microsoft.com/office/drawing/2014/main" id="{9F56AF7B-D51A-B5C3-F167-98C1081D2C95}"/>
              </a:ext>
            </a:extLst>
          </p:cNvPr>
          <p:cNvSpPr>
            <a:spLocks noGrp="1"/>
          </p:cNvSpPr>
          <p:nvPr>
            <p:ph type="body" sz="quarter" idx="39" hasCustomPrompt="1"/>
          </p:nvPr>
        </p:nvSpPr>
        <p:spPr>
          <a:xfrm>
            <a:off x="1301726" y="4950211"/>
            <a:ext cx="2412000" cy="180000"/>
          </a:xfrm>
        </p:spPr>
        <p:txBody>
          <a:bodyPr anchor="ctr"/>
          <a:lstStyle>
            <a:lvl1pPr marL="0" indent="0">
              <a:lnSpc>
                <a:spcPct val="100000"/>
              </a:lnSpc>
              <a:spcBef>
                <a:spcPts val="0"/>
              </a:spcBef>
              <a:buNone/>
              <a:defRPr sz="1000">
                <a:solidFill>
                  <a:schemeClr val="bg1"/>
                </a:solidFill>
              </a:defRPr>
            </a:lvl1pPr>
          </a:lstStyle>
          <a:p>
            <a:pPr lvl="0"/>
            <a:r>
              <a:rPr lang="en-US"/>
              <a:t>Degree</a:t>
            </a:r>
            <a:endParaRPr lang="en-GB"/>
          </a:p>
        </p:txBody>
      </p:sp>
      <p:sp>
        <p:nvSpPr>
          <p:cNvPr id="63" name="Text Placeholder 28">
            <a:extLst>
              <a:ext uri="{FF2B5EF4-FFF2-40B4-BE49-F238E27FC236}">
                <a16:creationId xmlns:a16="http://schemas.microsoft.com/office/drawing/2014/main" id="{26C9AAED-6651-9857-BFF0-92978C4A63F2}"/>
              </a:ext>
            </a:extLst>
          </p:cNvPr>
          <p:cNvSpPr>
            <a:spLocks noGrp="1"/>
          </p:cNvSpPr>
          <p:nvPr>
            <p:ph type="body" sz="quarter" idx="40" hasCustomPrompt="1"/>
          </p:nvPr>
        </p:nvSpPr>
        <p:spPr>
          <a:xfrm>
            <a:off x="1301726" y="5132481"/>
            <a:ext cx="2412000" cy="180000"/>
          </a:xfrm>
        </p:spPr>
        <p:txBody>
          <a:bodyPr anchor="ctr"/>
          <a:lstStyle>
            <a:lvl1pPr marL="0" indent="0">
              <a:lnSpc>
                <a:spcPct val="100000"/>
              </a:lnSpc>
              <a:spcBef>
                <a:spcPts val="0"/>
              </a:spcBef>
              <a:buNone/>
              <a:defRPr sz="1000" i="1">
                <a:solidFill>
                  <a:schemeClr val="bg1"/>
                </a:solidFill>
              </a:defRPr>
            </a:lvl1pPr>
          </a:lstStyle>
          <a:p>
            <a:pPr lvl="0"/>
            <a:r>
              <a:rPr lang="en-US"/>
              <a:t>University</a:t>
            </a:r>
            <a:endParaRPr lang="en-GB"/>
          </a:p>
        </p:txBody>
      </p:sp>
      <p:sp>
        <p:nvSpPr>
          <p:cNvPr id="64" name="Text Placeholder 28">
            <a:extLst>
              <a:ext uri="{FF2B5EF4-FFF2-40B4-BE49-F238E27FC236}">
                <a16:creationId xmlns:a16="http://schemas.microsoft.com/office/drawing/2014/main" id="{C13ADAB3-97C4-B87D-40E2-5A08BFC6983E}"/>
              </a:ext>
            </a:extLst>
          </p:cNvPr>
          <p:cNvSpPr>
            <a:spLocks noGrp="1"/>
          </p:cNvSpPr>
          <p:nvPr>
            <p:ph type="body" sz="quarter" idx="41" hasCustomPrompt="1"/>
          </p:nvPr>
        </p:nvSpPr>
        <p:spPr>
          <a:xfrm>
            <a:off x="391076" y="5379382"/>
            <a:ext cx="864000" cy="180000"/>
          </a:xfrm>
        </p:spPr>
        <p:txBody>
          <a:bodyPr anchor="ctr"/>
          <a:lstStyle>
            <a:lvl1pPr marL="0" indent="0">
              <a:lnSpc>
                <a:spcPct val="100000"/>
              </a:lnSpc>
              <a:spcBef>
                <a:spcPts val="0"/>
              </a:spcBef>
              <a:buNone/>
              <a:defRPr sz="1000">
                <a:solidFill>
                  <a:schemeClr val="bg1"/>
                </a:solidFill>
              </a:defRPr>
            </a:lvl1pPr>
          </a:lstStyle>
          <a:p>
            <a:pPr lvl="0"/>
            <a:r>
              <a:rPr lang="en-US"/>
              <a:t>2000 - 2000</a:t>
            </a:r>
            <a:endParaRPr lang="en-GB"/>
          </a:p>
        </p:txBody>
      </p:sp>
      <p:sp>
        <p:nvSpPr>
          <p:cNvPr id="65" name="Text Placeholder 28">
            <a:extLst>
              <a:ext uri="{FF2B5EF4-FFF2-40B4-BE49-F238E27FC236}">
                <a16:creationId xmlns:a16="http://schemas.microsoft.com/office/drawing/2014/main" id="{7BE4AE85-D15D-2FBC-76C1-D7DC523712AC}"/>
              </a:ext>
            </a:extLst>
          </p:cNvPr>
          <p:cNvSpPr>
            <a:spLocks noGrp="1"/>
          </p:cNvSpPr>
          <p:nvPr>
            <p:ph type="body" sz="quarter" idx="42" hasCustomPrompt="1"/>
          </p:nvPr>
        </p:nvSpPr>
        <p:spPr>
          <a:xfrm>
            <a:off x="1301771" y="5379382"/>
            <a:ext cx="2412000" cy="180000"/>
          </a:xfrm>
        </p:spPr>
        <p:txBody>
          <a:bodyPr anchor="ctr"/>
          <a:lstStyle>
            <a:lvl1pPr marL="0" indent="0">
              <a:lnSpc>
                <a:spcPct val="100000"/>
              </a:lnSpc>
              <a:spcBef>
                <a:spcPts val="0"/>
              </a:spcBef>
              <a:buNone/>
              <a:defRPr sz="1000">
                <a:solidFill>
                  <a:schemeClr val="bg1"/>
                </a:solidFill>
              </a:defRPr>
            </a:lvl1pPr>
          </a:lstStyle>
          <a:p>
            <a:pPr lvl="0"/>
            <a:r>
              <a:rPr lang="en-US"/>
              <a:t>Degree</a:t>
            </a:r>
            <a:endParaRPr lang="en-GB"/>
          </a:p>
        </p:txBody>
      </p:sp>
      <p:sp>
        <p:nvSpPr>
          <p:cNvPr id="66" name="Text Placeholder 28">
            <a:extLst>
              <a:ext uri="{FF2B5EF4-FFF2-40B4-BE49-F238E27FC236}">
                <a16:creationId xmlns:a16="http://schemas.microsoft.com/office/drawing/2014/main" id="{FA13367C-8379-E481-E4BB-277BF8233547}"/>
              </a:ext>
            </a:extLst>
          </p:cNvPr>
          <p:cNvSpPr>
            <a:spLocks noGrp="1"/>
          </p:cNvSpPr>
          <p:nvPr>
            <p:ph type="body" sz="quarter" idx="43" hasCustomPrompt="1"/>
          </p:nvPr>
        </p:nvSpPr>
        <p:spPr>
          <a:xfrm>
            <a:off x="1301771" y="5561652"/>
            <a:ext cx="2412000" cy="180000"/>
          </a:xfrm>
        </p:spPr>
        <p:txBody>
          <a:bodyPr anchor="ctr"/>
          <a:lstStyle>
            <a:lvl1pPr marL="0" indent="0">
              <a:lnSpc>
                <a:spcPct val="100000"/>
              </a:lnSpc>
              <a:spcBef>
                <a:spcPts val="0"/>
              </a:spcBef>
              <a:buNone/>
              <a:defRPr sz="1000" i="1">
                <a:solidFill>
                  <a:schemeClr val="bg1"/>
                </a:solidFill>
              </a:defRPr>
            </a:lvl1pPr>
          </a:lstStyle>
          <a:p>
            <a:pPr lvl="0"/>
            <a:r>
              <a:rPr lang="en-US"/>
              <a:t>University</a:t>
            </a:r>
            <a:endParaRPr lang="en-GB"/>
          </a:p>
        </p:txBody>
      </p:sp>
      <p:sp>
        <p:nvSpPr>
          <p:cNvPr id="67" name="Text Placeholder 28">
            <a:extLst>
              <a:ext uri="{FF2B5EF4-FFF2-40B4-BE49-F238E27FC236}">
                <a16:creationId xmlns:a16="http://schemas.microsoft.com/office/drawing/2014/main" id="{31381257-9358-B142-1D52-2E8677FAD49F}"/>
              </a:ext>
            </a:extLst>
          </p:cNvPr>
          <p:cNvSpPr>
            <a:spLocks noGrp="1"/>
          </p:cNvSpPr>
          <p:nvPr>
            <p:ph type="body" sz="quarter" idx="44" hasCustomPrompt="1"/>
          </p:nvPr>
        </p:nvSpPr>
        <p:spPr>
          <a:xfrm>
            <a:off x="391031" y="5803034"/>
            <a:ext cx="864000" cy="180000"/>
          </a:xfrm>
        </p:spPr>
        <p:txBody>
          <a:bodyPr anchor="ctr"/>
          <a:lstStyle>
            <a:lvl1pPr marL="0" indent="0">
              <a:lnSpc>
                <a:spcPct val="100000"/>
              </a:lnSpc>
              <a:spcBef>
                <a:spcPts val="0"/>
              </a:spcBef>
              <a:buNone/>
              <a:defRPr sz="1000">
                <a:solidFill>
                  <a:schemeClr val="bg1"/>
                </a:solidFill>
              </a:defRPr>
            </a:lvl1pPr>
          </a:lstStyle>
          <a:p>
            <a:pPr lvl="0"/>
            <a:r>
              <a:rPr lang="en-US"/>
              <a:t>2000 - 2000</a:t>
            </a:r>
            <a:endParaRPr lang="en-GB"/>
          </a:p>
        </p:txBody>
      </p:sp>
      <p:sp>
        <p:nvSpPr>
          <p:cNvPr id="68" name="Text Placeholder 28">
            <a:extLst>
              <a:ext uri="{FF2B5EF4-FFF2-40B4-BE49-F238E27FC236}">
                <a16:creationId xmlns:a16="http://schemas.microsoft.com/office/drawing/2014/main" id="{27AEBFDD-41B9-3FBE-B04C-A30D4FE85116}"/>
              </a:ext>
            </a:extLst>
          </p:cNvPr>
          <p:cNvSpPr>
            <a:spLocks noGrp="1"/>
          </p:cNvSpPr>
          <p:nvPr>
            <p:ph type="body" sz="quarter" idx="45" hasCustomPrompt="1"/>
          </p:nvPr>
        </p:nvSpPr>
        <p:spPr>
          <a:xfrm>
            <a:off x="1301726" y="5803034"/>
            <a:ext cx="2412000" cy="180000"/>
          </a:xfrm>
        </p:spPr>
        <p:txBody>
          <a:bodyPr anchor="ctr"/>
          <a:lstStyle>
            <a:lvl1pPr marL="0" indent="0">
              <a:lnSpc>
                <a:spcPct val="100000"/>
              </a:lnSpc>
              <a:spcBef>
                <a:spcPts val="0"/>
              </a:spcBef>
              <a:buNone/>
              <a:defRPr sz="1000">
                <a:solidFill>
                  <a:schemeClr val="bg1"/>
                </a:solidFill>
              </a:defRPr>
            </a:lvl1pPr>
          </a:lstStyle>
          <a:p>
            <a:pPr lvl="0"/>
            <a:r>
              <a:rPr lang="en-US"/>
              <a:t>Degree</a:t>
            </a:r>
            <a:endParaRPr lang="en-GB"/>
          </a:p>
        </p:txBody>
      </p:sp>
      <p:sp>
        <p:nvSpPr>
          <p:cNvPr id="69" name="Text Placeholder 28">
            <a:extLst>
              <a:ext uri="{FF2B5EF4-FFF2-40B4-BE49-F238E27FC236}">
                <a16:creationId xmlns:a16="http://schemas.microsoft.com/office/drawing/2014/main" id="{648DD48D-FD6A-E6D1-E7FA-00C148A67193}"/>
              </a:ext>
            </a:extLst>
          </p:cNvPr>
          <p:cNvSpPr>
            <a:spLocks noGrp="1"/>
          </p:cNvSpPr>
          <p:nvPr>
            <p:ph type="body" sz="quarter" idx="46" hasCustomPrompt="1"/>
          </p:nvPr>
        </p:nvSpPr>
        <p:spPr>
          <a:xfrm>
            <a:off x="1301726" y="5985304"/>
            <a:ext cx="2412000" cy="180000"/>
          </a:xfrm>
        </p:spPr>
        <p:txBody>
          <a:bodyPr anchor="ctr"/>
          <a:lstStyle>
            <a:lvl1pPr marL="0" indent="0">
              <a:lnSpc>
                <a:spcPct val="100000"/>
              </a:lnSpc>
              <a:spcBef>
                <a:spcPts val="0"/>
              </a:spcBef>
              <a:buNone/>
              <a:defRPr sz="1000" i="1">
                <a:solidFill>
                  <a:schemeClr val="bg1"/>
                </a:solidFill>
              </a:defRPr>
            </a:lvl1pPr>
          </a:lstStyle>
          <a:p>
            <a:pPr lvl="0"/>
            <a:r>
              <a:rPr lang="en-US"/>
              <a:t>University</a:t>
            </a:r>
            <a:endParaRPr lang="en-GB"/>
          </a:p>
        </p:txBody>
      </p:sp>
      <p:sp>
        <p:nvSpPr>
          <p:cNvPr id="70" name="TextBox 69">
            <a:extLst>
              <a:ext uri="{FF2B5EF4-FFF2-40B4-BE49-F238E27FC236}">
                <a16:creationId xmlns:a16="http://schemas.microsoft.com/office/drawing/2014/main" id="{BBDECD02-CC36-F54D-0CFB-18C764D23C33}"/>
              </a:ext>
            </a:extLst>
          </p:cNvPr>
          <p:cNvSpPr txBox="1"/>
          <p:nvPr userDrawn="1"/>
        </p:nvSpPr>
        <p:spPr bwMode="gray">
          <a:xfrm>
            <a:off x="407368" y="6228951"/>
            <a:ext cx="1728192" cy="214098"/>
          </a:xfrm>
          <a:prstGeom prst="rect">
            <a:avLst/>
          </a:prstGeom>
          <a:noFill/>
        </p:spPr>
        <p:txBody>
          <a:bodyPr wrap="square" lIns="0" tIns="0" rIns="0" bIns="0" rtlCol="0">
            <a:spAutoFit/>
          </a:bodyPr>
          <a:lstStyle/>
          <a:p>
            <a:pPr algn="l">
              <a:lnSpc>
                <a:spcPct val="150000"/>
              </a:lnSpc>
            </a:pPr>
            <a:r>
              <a:rPr lang="en-GB" sz="1050">
                <a:solidFill>
                  <a:schemeClr val="bg1"/>
                </a:solidFill>
                <a:latin typeface="+mj-lt"/>
              </a:rPr>
              <a:t>Languages</a:t>
            </a:r>
            <a:endParaRPr lang="en-GB" sz="1400">
              <a:solidFill>
                <a:schemeClr val="bg1"/>
              </a:solidFill>
              <a:latin typeface="+mj-lt"/>
            </a:endParaRPr>
          </a:p>
        </p:txBody>
      </p:sp>
      <p:sp>
        <p:nvSpPr>
          <p:cNvPr id="71" name="Text Placeholder 28">
            <a:extLst>
              <a:ext uri="{FF2B5EF4-FFF2-40B4-BE49-F238E27FC236}">
                <a16:creationId xmlns:a16="http://schemas.microsoft.com/office/drawing/2014/main" id="{2E0B00E8-F68C-2B73-9968-D5954DAF8189}"/>
              </a:ext>
            </a:extLst>
          </p:cNvPr>
          <p:cNvSpPr>
            <a:spLocks noGrp="1"/>
          </p:cNvSpPr>
          <p:nvPr>
            <p:ph type="body" sz="quarter" idx="47" hasCustomPrompt="1"/>
          </p:nvPr>
        </p:nvSpPr>
        <p:spPr>
          <a:xfrm>
            <a:off x="407368" y="6508966"/>
            <a:ext cx="3348000" cy="180000"/>
          </a:xfrm>
        </p:spPr>
        <p:txBody>
          <a:bodyPr anchor="ctr"/>
          <a:lstStyle>
            <a:lvl1pPr marL="0" indent="0">
              <a:lnSpc>
                <a:spcPct val="100000"/>
              </a:lnSpc>
              <a:spcBef>
                <a:spcPts val="0"/>
              </a:spcBef>
              <a:buNone/>
              <a:defRPr sz="1000">
                <a:solidFill>
                  <a:schemeClr val="bg1"/>
                </a:solidFill>
              </a:defRPr>
            </a:lvl1pPr>
          </a:lstStyle>
          <a:p>
            <a:pPr lvl="0"/>
            <a:r>
              <a:rPr lang="en-US"/>
              <a:t>Languages,</a:t>
            </a:r>
            <a:endParaRPr lang="en-GB"/>
          </a:p>
        </p:txBody>
      </p:sp>
      <p:cxnSp>
        <p:nvCxnSpPr>
          <p:cNvPr id="73" name="Straight Connector 72">
            <a:extLst>
              <a:ext uri="{FF2B5EF4-FFF2-40B4-BE49-F238E27FC236}">
                <a16:creationId xmlns:a16="http://schemas.microsoft.com/office/drawing/2014/main" id="{B1A851F6-DC40-507A-1DCA-ADF26B531272}"/>
              </a:ext>
            </a:extLst>
          </p:cNvPr>
          <p:cNvCxnSpPr>
            <a:cxnSpLocks/>
          </p:cNvCxnSpPr>
          <p:nvPr userDrawn="1"/>
        </p:nvCxnSpPr>
        <p:spPr bwMode="gray">
          <a:xfrm>
            <a:off x="6706937" y="1633834"/>
            <a:ext cx="0" cy="442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EBBBBE2C-576D-1FD1-4167-81DEDD69ECDA}"/>
              </a:ext>
            </a:extLst>
          </p:cNvPr>
          <p:cNvCxnSpPr>
            <a:cxnSpLocks/>
          </p:cNvCxnSpPr>
          <p:nvPr userDrawn="1"/>
        </p:nvCxnSpPr>
        <p:spPr bwMode="gray">
          <a:xfrm>
            <a:off x="9442283" y="1633834"/>
            <a:ext cx="0" cy="442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5" name="TextBox 74">
            <a:extLst>
              <a:ext uri="{FF2B5EF4-FFF2-40B4-BE49-F238E27FC236}">
                <a16:creationId xmlns:a16="http://schemas.microsoft.com/office/drawing/2014/main" id="{05C07BF7-8808-D0E7-84CE-67C4AE464396}"/>
              </a:ext>
            </a:extLst>
          </p:cNvPr>
          <p:cNvSpPr txBox="1"/>
          <p:nvPr userDrawn="1"/>
        </p:nvSpPr>
        <p:spPr bwMode="gray">
          <a:xfrm>
            <a:off x="4073922" y="1700808"/>
            <a:ext cx="1728192" cy="214098"/>
          </a:xfrm>
          <a:prstGeom prst="rect">
            <a:avLst/>
          </a:prstGeom>
          <a:noFill/>
        </p:spPr>
        <p:txBody>
          <a:bodyPr wrap="square" lIns="0" tIns="0" rIns="0" bIns="0" rtlCol="0">
            <a:spAutoFit/>
          </a:bodyPr>
          <a:lstStyle/>
          <a:p>
            <a:pPr algn="l">
              <a:lnSpc>
                <a:spcPct val="150000"/>
              </a:lnSpc>
            </a:pPr>
            <a:r>
              <a:rPr lang="en-GB" sz="1050">
                <a:solidFill>
                  <a:schemeClr val="accent2"/>
                </a:solidFill>
                <a:latin typeface="+mj-lt"/>
              </a:rPr>
              <a:t>Introduction</a:t>
            </a:r>
            <a:endParaRPr lang="en-GB" sz="1400">
              <a:solidFill>
                <a:schemeClr val="accent2"/>
              </a:solidFill>
              <a:latin typeface="+mj-lt"/>
            </a:endParaRPr>
          </a:p>
        </p:txBody>
      </p:sp>
      <p:sp>
        <p:nvSpPr>
          <p:cNvPr id="76" name="TextBox 75">
            <a:extLst>
              <a:ext uri="{FF2B5EF4-FFF2-40B4-BE49-F238E27FC236}">
                <a16:creationId xmlns:a16="http://schemas.microsoft.com/office/drawing/2014/main" id="{DE3F16BF-9DD0-11D3-FF3D-A0380BCB137A}"/>
              </a:ext>
            </a:extLst>
          </p:cNvPr>
          <p:cNvSpPr txBox="1"/>
          <p:nvPr userDrawn="1"/>
        </p:nvSpPr>
        <p:spPr bwMode="gray">
          <a:xfrm>
            <a:off x="6814610" y="1700808"/>
            <a:ext cx="1728192" cy="214098"/>
          </a:xfrm>
          <a:prstGeom prst="rect">
            <a:avLst/>
          </a:prstGeom>
          <a:noFill/>
        </p:spPr>
        <p:txBody>
          <a:bodyPr wrap="square" lIns="0" tIns="0" rIns="0" bIns="0" rtlCol="0">
            <a:spAutoFit/>
          </a:bodyPr>
          <a:lstStyle/>
          <a:p>
            <a:pPr algn="l">
              <a:lnSpc>
                <a:spcPct val="150000"/>
              </a:lnSpc>
            </a:pPr>
            <a:r>
              <a:rPr lang="en-GB" sz="1050">
                <a:solidFill>
                  <a:schemeClr val="accent2"/>
                </a:solidFill>
                <a:latin typeface="+mj-lt"/>
              </a:rPr>
              <a:t>Experience</a:t>
            </a:r>
            <a:endParaRPr lang="en-GB" sz="1400">
              <a:solidFill>
                <a:schemeClr val="accent2"/>
              </a:solidFill>
              <a:latin typeface="+mj-lt"/>
            </a:endParaRPr>
          </a:p>
        </p:txBody>
      </p:sp>
      <p:sp>
        <p:nvSpPr>
          <p:cNvPr id="77" name="TextBox 76">
            <a:extLst>
              <a:ext uri="{FF2B5EF4-FFF2-40B4-BE49-F238E27FC236}">
                <a16:creationId xmlns:a16="http://schemas.microsoft.com/office/drawing/2014/main" id="{EBF9CE2C-9ABD-D045-DC95-4DE525BD0DA4}"/>
              </a:ext>
            </a:extLst>
          </p:cNvPr>
          <p:cNvSpPr txBox="1"/>
          <p:nvPr userDrawn="1"/>
        </p:nvSpPr>
        <p:spPr bwMode="gray">
          <a:xfrm>
            <a:off x="9549955" y="1700808"/>
            <a:ext cx="1728192" cy="214098"/>
          </a:xfrm>
          <a:prstGeom prst="rect">
            <a:avLst/>
          </a:prstGeom>
          <a:noFill/>
        </p:spPr>
        <p:txBody>
          <a:bodyPr wrap="square" lIns="0" tIns="0" rIns="0" bIns="0" rtlCol="0">
            <a:spAutoFit/>
          </a:bodyPr>
          <a:lstStyle/>
          <a:p>
            <a:pPr algn="l">
              <a:lnSpc>
                <a:spcPct val="150000"/>
              </a:lnSpc>
            </a:pPr>
            <a:r>
              <a:rPr lang="en-GB" sz="1050">
                <a:solidFill>
                  <a:schemeClr val="accent2"/>
                </a:solidFill>
                <a:latin typeface="+mj-lt"/>
              </a:rPr>
              <a:t>Previous Clients</a:t>
            </a:r>
            <a:endParaRPr lang="en-GB" sz="1400">
              <a:solidFill>
                <a:schemeClr val="accent2"/>
              </a:solidFill>
              <a:latin typeface="+mj-lt"/>
            </a:endParaRPr>
          </a:p>
        </p:txBody>
      </p:sp>
      <p:sp>
        <p:nvSpPr>
          <p:cNvPr id="79" name="Text Placeholder 78">
            <a:extLst>
              <a:ext uri="{FF2B5EF4-FFF2-40B4-BE49-F238E27FC236}">
                <a16:creationId xmlns:a16="http://schemas.microsoft.com/office/drawing/2014/main" id="{FDBEB7FD-8E84-B3E4-1EAA-7ECE6AB8D225}"/>
              </a:ext>
            </a:extLst>
          </p:cNvPr>
          <p:cNvSpPr>
            <a:spLocks noGrp="1"/>
          </p:cNvSpPr>
          <p:nvPr>
            <p:ph type="body" sz="quarter" idx="48"/>
          </p:nvPr>
        </p:nvSpPr>
        <p:spPr>
          <a:xfrm>
            <a:off x="4079264" y="2041126"/>
            <a:ext cx="2520000" cy="3960000"/>
          </a:xfrm>
        </p:spPr>
        <p:txBody>
          <a:bodyPr/>
          <a:lstStyle>
            <a:lvl1pPr marL="0" indent="0">
              <a:lnSpc>
                <a:spcPct val="100000"/>
              </a:lnSpc>
              <a:spcBef>
                <a:spcPts val="600"/>
              </a:spcBef>
              <a:buNone/>
              <a:defRPr sz="1050"/>
            </a:lvl1pPr>
          </a:lstStyle>
          <a:p>
            <a:pPr lvl="0"/>
            <a:r>
              <a:rPr lang="en-GB"/>
              <a:t>Click to edit Master text styles</a:t>
            </a:r>
          </a:p>
        </p:txBody>
      </p:sp>
      <p:sp>
        <p:nvSpPr>
          <p:cNvPr id="80" name="Text Placeholder 78">
            <a:extLst>
              <a:ext uri="{FF2B5EF4-FFF2-40B4-BE49-F238E27FC236}">
                <a16:creationId xmlns:a16="http://schemas.microsoft.com/office/drawing/2014/main" id="{4156D091-BEA4-733F-AADE-698FD97B7115}"/>
              </a:ext>
            </a:extLst>
          </p:cNvPr>
          <p:cNvSpPr>
            <a:spLocks noGrp="1"/>
          </p:cNvSpPr>
          <p:nvPr>
            <p:ph type="body" sz="quarter" idx="49"/>
          </p:nvPr>
        </p:nvSpPr>
        <p:spPr>
          <a:xfrm>
            <a:off x="6814610" y="2041126"/>
            <a:ext cx="2520000" cy="3960000"/>
          </a:xfrm>
        </p:spPr>
        <p:txBody>
          <a:bodyPr/>
          <a:lstStyle>
            <a:lvl1pPr marL="0" indent="0">
              <a:lnSpc>
                <a:spcPct val="100000"/>
              </a:lnSpc>
              <a:spcBef>
                <a:spcPts val="600"/>
              </a:spcBef>
              <a:buNone/>
              <a:defRPr sz="1050"/>
            </a:lvl1pPr>
          </a:lstStyle>
          <a:p>
            <a:pPr lvl="0"/>
            <a:r>
              <a:rPr lang="en-GB"/>
              <a:t>Click to edit Master text styles</a:t>
            </a:r>
          </a:p>
        </p:txBody>
      </p:sp>
      <p:sp>
        <p:nvSpPr>
          <p:cNvPr id="85" name="Text Placeholder 84">
            <a:extLst>
              <a:ext uri="{FF2B5EF4-FFF2-40B4-BE49-F238E27FC236}">
                <a16:creationId xmlns:a16="http://schemas.microsoft.com/office/drawing/2014/main" id="{E1052E85-F257-60A6-E5A3-C9FCC7C0A986}"/>
              </a:ext>
            </a:extLst>
          </p:cNvPr>
          <p:cNvSpPr>
            <a:spLocks noGrp="1"/>
          </p:cNvSpPr>
          <p:nvPr>
            <p:ph type="body" sz="quarter" idx="51" hasCustomPrompt="1"/>
          </p:nvPr>
        </p:nvSpPr>
        <p:spPr>
          <a:xfrm>
            <a:off x="9549955" y="2037205"/>
            <a:ext cx="2520000" cy="3960000"/>
          </a:xfrm>
        </p:spPr>
        <p:txBody>
          <a:bodyPr/>
          <a:lstStyle>
            <a:lvl1pPr>
              <a:lnSpc>
                <a:spcPct val="100000"/>
              </a:lnSpc>
              <a:defRPr sz="1050"/>
            </a:lvl1pPr>
          </a:lstStyle>
          <a:p>
            <a:pPr lvl="0"/>
            <a:r>
              <a:rPr lang="en-US"/>
              <a:t>Clients</a:t>
            </a:r>
          </a:p>
        </p:txBody>
      </p:sp>
      <p:sp>
        <p:nvSpPr>
          <p:cNvPr id="86" name="TextBox 85">
            <a:extLst>
              <a:ext uri="{FF2B5EF4-FFF2-40B4-BE49-F238E27FC236}">
                <a16:creationId xmlns:a16="http://schemas.microsoft.com/office/drawing/2014/main" id="{BF49E47F-F852-617C-8EA7-03F499724563}"/>
              </a:ext>
            </a:extLst>
          </p:cNvPr>
          <p:cNvSpPr txBox="1"/>
          <p:nvPr userDrawn="1"/>
        </p:nvSpPr>
        <p:spPr bwMode="gray">
          <a:xfrm>
            <a:off x="4068405" y="259313"/>
            <a:ext cx="1728192" cy="214098"/>
          </a:xfrm>
          <a:prstGeom prst="rect">
            <a:avLst/>
          </a:prstGeom>
          <a:noFill/>
        </p:spPr>
        <p:txBody>
          <a:bodyPr wrap="square" lIns="0" tIns="0" rIns="0" bIns="0" rtlCol="0">
            <a:spAutoFit/>
          </a:bodyPr>
          <a:lstStyle/>
          <a:p>
            <a:pPr algn="l">
              <a:lnSpc>
                <a:spcPct val="150000"/>
              </a:lnSpc>
            </a:pPr>
            <a:r>
              <a:rPr lang="en-GB" sz="1050">
                <a:solidFill>
                  <a:schemeClr val="accent2"/>
                </a:solidFill>
                <a:latin typeface="+mj-lt"/>
              </a:rPr>
              <a:t>Contact</a:t>
            </a:r>
            <a:endParaRPr lang="en-GB" sz="1400">
              <a:solidFill>
                <a:schemeClr val="accent2"/>
              </a:solidFill>
              <a:latin typeface="+mj-lt"/>
            </a:endParaRPr>
          </a:p>
        </p:txBody>
      </p:sp>
      <p:sp>
        <p:nvSpPr>
          <p:cNvPr id="87" name="Text Placeholder 28">
            <a:extLst>
              <a:ext uri="{FF2B5EF4-FFF2-40B4-BE49-F238E27FC236}">
                <a16:creationId xmlns:a16="http://schemas.microsoft.com/office/drawing/2014/main" id="{31654542-39E7-86F4-2DAA-E369D1F94548}"/>
              </a:ext>
            </a:extLst>
          </p:cNvPr>
          <p:cNvSpPr>
            <a:spLocks noGrp="1"/>
          </p:cNvSpPr>
          <p:nvPr>
            <p:ph type="body" sz="quarter" idx="52" hasCustomPrompt="1"/>
          </p:nvPr>
        </p:nvSpPr>
        <p:spPr>
          <a:xfrm>
            <a:off x="4068405" y="542083"/>
            <a:ext cx="2592000" cy="180000"/>
          </a:xfrm>
        </p:spPr>
        <p:txBody>
          <a:bodyPr anchor="ctr"/>
          <a:lstStyle>
            <a:lvl1pPr marL="0" indent="0">
              <a:lnSpc>
                <a:spcPct val="100000"/>
              </a:lnSpc>
              <a:spcBef>
                <a:spcPts val="0"/>
              </a:spcBef>
              <a:buNone/>
              <a:defRPr sz="1000">
                <a:solidFill>
                  <a:schemeClr val="tx1"/>
                </a:solidFill>
              </a:defRPr>
            </a:lvl1pPr>
          </a:lstStyle>
          <a:p>
            <a:pPr lvl="0"/>
            <a:r>
              <a:rPr lang="en-US"/>
              <a:t>Email</a:t>
            </a:r>
            <a:endParaRPr lang="en-GB"/>
          </a:p>
        </p:txBody>
      </p:sp>
      <p:sp>
        <p:nvSpPr>
          <p:cNvPr id="88" name="Text Placeholder 28">
            <a:extLst>
              <a:ext uri="{FF2B5EF4-FFF2-40B4-BE49-F238E27FC236}">
                <a16:creationId xmlns:a16="http://schemas.microsoft.com/office/drawing/2014/main" id="{045D05F7-8B8B-439E-4F30-2600E88D6608}"/>
              </a:ext>
            </a:extLst>
          </p:cNvPr>
          <p:cNvSpPr>
            <a:spLocks noGrp="1"/>
          </p:cNvSpPr>
          <p:nvPr>
            <p:ph type="body" sz="quarter" idx="53" hasCustomPrompt="1"/>
          </p:nvPr>
        </p:nvSpPr>
        <p:spPr>
          <a:xfrm>
            <a:off x="4068405" y="791602"/>
            <a:ext cx="2592000" cy="180000"/>
          </a:xfrm>
        </p:spPr>
        <p:txBody>
          <a:bodyPr anchor="ctr"/>
          <a:lstStyle>
            <a:lvl1pPr marL="0" indent="0">
              <a:lnSpc>
                <a:spcPct val="100000"/>
              </a:lnSpc>
              <a:spcBef>
                <a:spcPts val="0"/>
              </a:spcBef>
              <a:buNone/>
              <a:defRPr sz="1000">
                <a:solidFill>
                  <a:schemeClr val="tx1"/>
                </a:solidFill>
              </a:defRPr>
            </a:lvl1pPr>
          </a:lstStyle>
          <a:p>
            <a:pPr lvl="0"/>
            <a:r>
              <a:rPr lang="en-US"/>
              <a:t>Mobile</a:t>
            </a:r>
            <a:endParaRPr lang="en-GB"/>
          </a:p>
        </p:txBody>
      </p:sp>
    </p:spTree>
    <p:extLst>
      <p:ext uri="{BB962C8B-B14F-4D97-AF65-F5344CB8AC3E}">
        <p14:creationId xmlns:p14="http://schemas.microsoft.com/office/powerpoint/2010/main" val="1682651410"/>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Title Slide - Picture">
    <p:bg>
      <p:bgPr>
        <a:solidFill>
          <a:schemeClr val="accent1"/>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BBF30689-BACF-220E-9869-EF4152B00165}"/>
              </a:ext>
            </a:extLst>
          </p:cNvPr>
          <p:cNvGraphicFramePr>
            <a:graphicFrameLocks noChangeAspect="1"/>
          </p:cNvGraphicFramePr>
          <p:nvPr userDrawn="1">
            <p:custDataLst>
              <p:tags r:id="rId1"/>
            </p:custDataLst>
            <p:extLst>
              <p:ext uri="{D42A27DB-BD31-4B8C-83A1-F6EECF244321}">
                <p14:modId xmlns:p14="http://schemas.microsoft.com/office/powerpoint/2010/main" val="27519123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6" name="Object 5" hidden="1">
                        <a:extLst>
                          <a:ext uri="{FF2B5EF4-FFF2-40B4-BE49-F238E27FC236}">
                            <a16:creationId xmlns:a16="http://schemas.microsoft.com/office/drawing/2014/main" id="{BBF30689-BACF-220E-9869-EF4152B0016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4" name="Picture 13" descr="A picture containing map, earth, world, space&#10;&#10;Description automatically generated">
            <a:extLst>
              <a:ext uri="{FF2B5EF4-FFF2-40B4-BE49-F238E27FC236}">
                <a16:creationId xmlns:a16="http://schemas.microsoft.com/office/drawing/2014/main" id="{E9C226ED-E6FA-8409-A6DC-0569023DA16D}"/>
              </a:ext>
            </a:extLst>
          </p:cNvPr>
          <p:cNvPicPr>
            <a:picLocks noChangeAspect="1"/>
          </p:cNvPicPr>
          <p:nvPr userDrawn="1"/>
        </p:nvPicPr>
        <p:blipFill rotWithShape="1">
          <a:blip r:embed="rId5" cstate="print">
            <a:duotone>
              <a:srgbClr val="3D4D55">
                <a:shade val="45000"/>
                <a:satMod val="135000"/>
              </a:srgbClr>
              <a:prstClr val="white"/>
            </a:duotone>
            <a:extLst>
              <a:ext uri="{28A0092B-C50C-407E-A947-70E740481C1C}">
                <a14:useLocalDpi xmlns:a14="http://schemas.microsoft.com/office/drawing/2010/main" val="0"/>
              </a:ext>
            </a:extLst>
          </a:blip>
          <a:srcRect t="-2"/>
          <a:stretch/>
        </p:blipFill>
        <p:spPr>
          <a:xfrm>
            <a:off x="2794500" y="0"/>
            <a:ext cx="9397500" cy="6858000"/>
          </a:xfrm>
          <a:prstGeom prst="rect">
            <a:avLst/>
          </a:prstGeom>
        </p:spPr>
      </p:pic>
      <p:sp>
        <p:nvSpPr>
          <p:cNvPr id="3" name="Rectangle 2">
            <a:extLst>
              <a:ext uri="{FF2B5EF4-FFF2-40B4-BE49-F238E27FC236}">
                <a16:creationId xmlns:a16="http://schemas.microsoft.com/office/drawing/2014/main" id="{1586E056-74EB-5395-3882-1C6EEF7AE651}"/>
              </a:ext>
            </a:extLst>
          </p:cNvPr>
          <p:cNvSpPr/>
          <p:nvPr userDrawn="1"/>
        </p:nvSpPr>
        <p:spPr bwMode="gray">
          <a:xfrm flipH="1" flipV="1">
            <a:off x="0" y="3622765"/>
            <a:ext cx="12192000" cy="3243943"/>
          </a:xfrm>
          <a:prstGeom prst="rect">
            <a:avLst/>
          </a:prstGeom>
          <a:gradFill>
            <a:gsLst>
              <a:gs pos="0">
                <a:srgbClr val="3D4D55">
                  <a:alpha val="0"/>
                </a:srgbClr>
              </a:gs>
              <a:gs pos="65000">
                <a:srgbClr val="25343C"/>
              </a:gs>
            </a:gsLst>
            <a:lin ang="16200000" scaled="0"/>
          </a:gradFill>
        </p:spPr>
        <p:txBody>
          <a:bodyPr vert="horz" lIns="90000" tIns="46800" rIns="90000" bIns="46800" rtlCol="0" anchor="t">
            <a:noAutofit/>
          </a:bodyPr>
          <a:lstStyle/>
          <a:p>
            <a:pPr marL="216000" marR="0" indent="-216000" algn="l" defTabSz="914400" eaLnBrk="1" fontAlgn="auto" latinLnBrk="0" hangingPunct="1">
              <a:lnSpc>
                <a:spcPct val="100000"/>
              </a:lnSpc>
              <a:spcBef>
                <a:spcPts val="600"/>
              </a:spcBef>
              <a:spcAft>
                <a:spcPts val="0"/>
              </a:spcAft>
              <a:buClrTx/>
              <a:buSzPct val="100000"/>
              <a:buFont typeface="Arial" panose="020B0604020202020204" pitchFamily="34" charset="0"/>
              <a:buChar char="•"/>
              <a:tabLst/>
            </a:pPr>
            <a:endParaRPr kumimoji="0" lang="en-GB" sz="1200" b="0" i="0" u="none" strike="noStrike" kern="1200" cap="none" spc="0" normalizeH="0" baseline="0" noProof="0" err="1">
              <a:ln>
                <a:noFill/>
              </a:ln>
              <a:solidFill>
                <a:srgbClr val="44463E"/>
              </a:solidFill>
              <a:effectLst/>
              <a:uLnTx/>
              <a:uFillTx/>
              <a:ea typeface="+mn-ea"/>
            </a:endParaRPr>
          </a:p>
        </p:txBody>
      </p:sp>
      <p:sp>
        <p:nvSpPr>
          <p:cNvPr id="15" name="Rectangle 14">
            <a:extLst>
              <a:ext uri="{FF2B5EF4-FFF2-40B4-BE49-F238E27FC236}">
                <a16:creationId xmlns:a16="http://schemas.microsoft.com/office/drawing/2014/main" id="{0A7CD2E6-707F-3E5B-05A0-39B45295F724}"/>
              </a:ext>
            </a:extLst>
          </p:cNvPr>
          <p:cNvSpPr/>
          <p:nvPr userDrawn="1"/>
        </p:nvSpPr>
        <p:spPr bwMode="gray">
          <a:xfrm>
            <a:off x="0" y="8708"/>
            <a:ext cx="12192000" cy="6858000"/>
          </a:xfrm>
          <a:prstGeom prst="rect">
            <a:avLst/>
          </a:prstGeom>
          <a:gradFill flip="none" rotWithShape="1">
            <a:gsLst>
              <a:gs pos="15000">
                <a:srgbClr val="3D4D55">
                  <a:alpha val="0"/>
                </a:srgbClr>
              </a:gs>
              <a:gs pos="72000">
                <a:schemeClr val="tx2">
                  <a:lumMod val="75000"/>
                </a:schemeClr>
              </a:gs>
            </a:gsLst>
            <a:lin ang="1080000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srgbClr val="EAE7E3"/>
              </a:solidFill>
              <a:effectLst/>
              <a:uLnTx/>
              <a:uFillTx/>
              <a:latin typeface="+mj-lt"/>
              <a:ea typeface="+mn-ea"/>
              <a:cs typeface="+mn-cs"/>
            </a:endParaRPr>
          </a:p>
        </p:txBody>
      </p:sp>
      <p:sp>
        <p:nvSpPr>
          <p:cNvPr id="16" name="Text Placeholder 15">
            <a:extLst>
              <a:ext uri="{FF2B5EF4-FFF2-40B4-BE49-F238E27FC236}">
                <a16:creationId xmlns:a16="http://schemas.microsoft.com/office/drawing/2014/main" id="{D9B54094-113D-2847-B070-92BDCA336ACA}"/>
              </a:ext>
            </a:extLst>
          </p:cNvPr>
          <p:cNvSpPr>
            <a:spLocks noGrp="1"/>
          </p:cNvSpPr>
          <p:nvPr>
            <p:ph type="body" sz="quarter" idx="10"/>
          </p:nvPr>
        </p:nvSpPr>
        <p:spPr>
          <a:xfrm>
            <a:off x="360363" y="5438901"/>
            <a:ext cx="6060315" cy="699962"/>
          </a:xfrm>
          <a:prstGeom prst="rect">
            <a:avLst/>
          </a:prstGeom>
        </p:spPr>
        <p:txBody>
          <a:bodyPr wrap="square" lIns="0" tIns="0" rIns="0" bIns="0">
            <a:noAutofit/>
          </a:bodyPr>
          <a:lstStyle>
            <a:lvl1pPr marL="0" indent="0" rtl="0">
              <a:spcBef>
                <a:spcPts val="0"/>
              </a:spcBef>
              <a:buFontTx/>
              <a:buNone/>
              <a:defRPr sz="1200" cap="all" baseline="0">
                <a:solidFill>
                  <a:schemeClr val="bg1"/>
                </a:solidFill>
                <a:latin typeface="+mj-lt"/>
              </a:defRPr>
            </a:lvl1pPr>
            <a:lvl2pPr>
              <a:spcBef>
                <a:spcPts val="0"/>
              </a:spcBef>
              <a:buFontTx/>
              <a:buNone/>
              <a:defRPr>
                <a:solidFill>
                  <a:schemeClr val="bg2"/>
                </a:solidFill>
              </a:defRPr>
            </a:lvl2pPr>
            <a:lvl3pPr>
              <a:buFontTx/>
              <a:buNone/>
              <a:defRPr>
                <a:solidFill>
                  <a:schemeClr val="bg2"/>
                </a:solidFill>
              </a:defRPr>
            </a:lvl3pPr>
            <a:lvl4pPr marL="0" indent="0">
              <a:buFontTx/>
              <a:buNone/>
              <a:defRPr>
                <a:solidFill>
                  <a:schemeClr val="bg2"/>
                </a:solidFill>
              </a:defRPr>
            </a:lvl4pPr>
            <a:lvl5pPr>
              <a:buFontTx/>
              <a:buNone/>
              <a:defRPr>
                <a:solidFill>
                  <a:schemeClr val="bg2"/>
                </a:solidFill>
              </a:defRPr>
            </a:lvl5pPr>
          </a:lstStyle>
          <a:p>
            <a:pPr lvl="0"/>
            <a:r>
              <a:rPr lang="en-GB"/>
              <a:t>Click to edit Master text styles</a:t>
            </a:r>
          </a:p>
        </p:txBody>
      </p:sp>
      <p:sp>
        <p:nvSpPr>
          <p:cNvPr id="17" name="Rectangle 16">
            <a:extLst>
              <a:ext uri="{FF2B5EF4-FFF2-40B4-BE49-F238E27FC236}">
                <a16:creationId xmlns:a16="http://schemas.microsoft.com/office/drawing/2014/main" id="{C981C32C-EDE5-2BE8-788F-E1F14F6DE4A9}"/>
              </a:ext>
            </a:extLst>
          </p:cNvPr>
          <p:cNvSpPr/>
          <p:nvPr userDrawn="1"/>
        </p:nvSpPr>
        <p:spPr bwMode="gray">
          <a:xfrm>
            <a:off x="360363" y="5265387"/>
            <a:ext cx="720000" cy="54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400"/>
          </a:p>
        </p:txBody>
      </p:sp>
      <p:sp>
        <p:nvSpPr>
          <p:cNvPr id="4" name="Title 1">
            <a:extLst>
              <a:ext uri="{FF2B5EF4-FFF2-40B4-BE49-F238E27FC236}">
                <a16:creationId xmlns:a16="http://schemas.microsoft.com/office/drawing/2014/main" id="{52E7401F-3DB7-5101-19C2-C7469208ED89}"/>
              </a:ext>
            </a:extLst>
          </p:cNvPr>
          <p:cNvSpPr>
            <a:spLocks noGrp="1"/>
          </p:cNvSpPr>
          <p:nvPr>
            <p:ph type="ctrTitle"/>
          </p:nvPr>
        </p:nvSpPr>
        <p:spPr bwMode="gray">
          <a:xfrm>
            <a:off x="360363" y="2600998"/>
            <a:ext cx="6060315" cy="1473743"/>
          </a:xfrm>
          <a:prstGeom prst="rect">
            <a:avLst/>
          </a:prstGeom>
        </p:spPr>
        <p:txBody>
          <a:bodyPr vert="horz" wrap="square" lIns="0" tIns="0" rIns="0" bIns="0" anchor="b" anchorCtr="0">
            <a:noAutofit/>
          </a:bodyPr>
          <a:lstStyle>
            <a:lvl1pPr algn="l" rtl="0">
              <a:lnSpc>
                <a:spcPct val="90000"/>
              </a:lnSpc>
              <a:spcBef>
                <a:spcPts val="0"/>
              </a:spcBef>
              <a:defRPr sz="3200" b="0" cap="none" spc="0" baseline="0">
                <a:solidFill>
                  <a:schemeClr val="bg1"/>
                </a:solidFill>
                <a:latin typeface="+mj-lt"/>
              </a:defRPr>
            </a:lvl1pPr>
          </a:lstStyle>
          <a:p>
            <a:r>
              <a:rPr lang="en-GB"/>
              <a:t>Click to edit Master title style</a:t>
            </a:r>
          </a:p>
        </p:txBody>
      </p:sp>
      <p:pic>
        <p:nvPicPr>
          <p:cNvPr id="2" name="Graphic 1">
            <a:extLst>
              <a:ext uri="{FF2B5EF4-FFF2-40B4-BE49-F238E27FC236}">
                <a16:creationId xmlns:a16="http://schemas.microsoft.com/office/drawing/2014/main" id="{27EC6DB6-4C7C-E19E-D026-02E98FF19C24}"/>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0363" y="537323"/>
            <a:ext cx="2967697" cy="1076555"/>
          </a:xfrm>
          <a:prstGeom prst="rect">
            <a:avLst/>
          </a:prstGeom>
        </p:spPr>
      </p:pic>
      <p:sp>
        <p:nvSpPr>
          <p:cNvPr id="8" name="Subtitle 2">
            <a:extLst>
              <a:ext uri="{FF2B5EF4-FFF2-40B4-BE49-F238E27FC236}">
                <a16:creationId xmlns:a16="http://schemas.microsoft.com/office/drawing/2014/main" id="{B1A7E542-F670-C5F8-BE90-C1AF592ED895}"/>
              </a:ext>
            </a:extLst>
          </p:cNvPr>
          <p:cNvSpPr>
            <a:spLocks noGrp="1"/>
          </p:cNvSpPr>
          <p:nvPr>
            <p:ph type="subTitle" idx="1"/>
          </p:nvPr>
        </p:nvSpPr>
        <p:spPr bwMode="gray">
          <a:xfrm>
            <a:off x="360363" y="4195518"/>
            <a:ext cx="6060315" cy="380945"/>
          </a:xfrm>
          <a:prstGeom prst="rect">
            <a:avLst/>
          </a:prstGeom>
        </p:spPr>
        <p:txBody>
          <a:bodyPr wrap="square" lIns="0" tIns="0" rIns="0" bIns="0">
            <a:noAutofit/>
          </a:bodyPr>
          <a:lstStyle>
            <a:lvl1pPr marL="0" indent="0" algn="l" rtl="0">
              <a:lnSpc>
                <a:spcPct val="100000"/>
              </a:lnSpc>
              <a:spcBef>
                <a:spcPts val="600"/>
              </a:spcBef>
              <a:buFontTx/>
              <a:buNone/>
              <a:defRPr sz="1600" cap="none" spc="100" baseline="0">
                <a:solidFill>
                  <a:schemeClr val="bg1"/>
                </a:solidFill>
                <a:latin typeface="+mj-lt"/>
              </a:defRPr>
            </a:lvl1pPr>
            <a:lvl2pPr marL="0" indent="0" algn="l">
              <a:spcBef>
                <a:spcPts val="0"/>
              </a:spcBef>
              <a:buNone/>
              <a:defRPr sz="1200">
                <a:solidFill>
                  <a:schemeClr val="bg2"/>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Tree>
    <p:extLst>
      <p:ext uri="{BB962C8B-B14F-4D97-AF65-F5344CB8AC3E}">
        <p14:creationId xmlns:p14="http://schemas.microsoft.com/office/powerpoint/2010/main" val="245687027"/>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tx1"/>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BBF30689-BACF-220E-9869-EF4152B00165}"/>
              </a:ext>
            </a:extLst>
          </p:cNvPr>
          <p:cNvGraphicFramePr>
            <a:graphicFrameLocks noChangeAspect="1"/>
          </p:cNvGraphicFramePr>
          <p:nvPr userDrawn="1">
            <p:custDataLst>
              <p:tags r:id="rId1"/>
            </p:custDataLst>
            <p:extLst>
              <p:ext uri="{D42A27DB-BD31-4B8C-83A1-F6EECF244321}">
                <p14:modId xmlns:p14="http://schemas.microsoft.com/office/powerpoint/2010/main" val="1017471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6" name="Object 5" hidden="1">
                        <a:extLst>
                          <a:ext uri="{FF2B5EF4-FFF2-40B4-BE49-F238E27FC236}">
                            <a16:creationId xmlns:a16="http://schemas.microsoft.com/office/drawing/2014/main" id="{BBF30689-BACF-220E-9869-EF4152B0016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2" name="Graphic 11">
            <a:extLst>
              <a:ext uri="{FF2B5EF4-FFF2-40B4-BE49-F238E27FC236}">
                <a16:creationId xmlns:a16="http://schemas.microsoft.com/office/drawing/2014/main" id="{CD800E2F-D62F-D42E-BA48-796A49B968F5}"/>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r="34206"/>
          <a:stretch>
            <a:fillRect/>
          </a:stretch>
        </p:blipFill>
        <p:spPr>
          <a:xfrm>
            <a:off x="5112746" y="703948"/>
            <a:ext cx="7079254" cy="6154052"/>
          </a:xfrm>
          <a:custGeom>
            <a:avLst/>
            <a:gdLst>
              <a:gd name="connsiteX0" fmla="*/ 0 w 7079254"/>
              <a:gd name="connsiteY0" fmla="*/ 0 h 6154052"/>
              <a:gd name="connsiteX1" fmla="*/ 7079254 w 7079254"/>
              <a:gd name="connsiteY1" fmla="*/ 0 h 6154052"/>
              <a:gd name="connsiteX2" fmla="*/ 7079254 w 7079254"/>
              <a:gd name="connsiteY2" fmla="*/ 6154052 h 6154052"/>
              <a:gd name="connsiteX3" fmla="*/ 0 w 7079254"/>
              <a:gd name="connsiteY3" fmla="*/ 6154052 h 6154052"/>
            </a:gdLst>
            <a:ahLst/>
            <a:cxnLst>
              <a:cxn ang="0">
                <a:pos x="connsiteX0" y="connsiteY0"/>
              </a:cxn>
              <a:cxn ang="0">
                <a:pos x="connsiteX1" y="connsiteY1"/>
              </a:cxn>
              <a:cxn ang="0">
                <a:pos x="connsiteX2" y="connsiteY2"/>
              </a:cxn>
              <a:cxn ang="0">
                <a:pos x="connsiteX3" y="connsiteY3"/>
              </a:cxn>
            </a:cxnLst>
            <a:rect l="l" t="t" r="r" b="b"/>
            <a:pathLst>
              <a:path w="7079254" h="6154052">
                <a:moveTo>
                  <a:pt x="0" y="0"/>
                </a:moveTo>
                <a:lnTo>
                  <a:pt x="7079254" y="0"/>
                </a:lnTo>
                <a:lnTo>
                  <a:pt x="7079254" y="6154052"/>
                </a:lnTo>
                <a:lnTo>
                  <a:pt x="0" y="6154052"/>
                </a:lnTo>
                <a:close/>
              </a:path>
            </a:pathLst>
          </a:custGeom>
        </p:spPr>
      </p:pic>
      <p:sp>
        <p:nvSpPr>
          <p:cNvPr id="2" name="Title 1">
            <a:extLst>
              <a:ext uri="{FF2B5EF4-FFF2-40B4-BE49-F238E27FC236}">
                <a16:creationId xmlns:a16="http://schemas.microsoft.com/office/drawing/2014/main" id="{36E9A45B-10F9-487C-9A74-F7DCE0C77A42}"/>
              </a:ext>
            </a:extLst>
          </p:cNvPr>
          <p:cNvSpPr>
            <a:spLocks noGrp="1"/>
          </p:cNvSpPr>
          <p:nvPr>
            <p:ph type="ctrTitle"/>
          </p:nvPr>
        </p:nvSpPr>
        <p:spPr bwMode="gray">
          <a:xfrm>
            <a:off x="360363" y="2600998"/>
            <a:ext cx="6060315" cy="1473743"/>
          </a:xfrm>
          <a:prstGeom prst="rect">
            <a:avLst/>
          </a:prstGeom>
        </p:spPr>
        <p:txBody>
          <a:bodyPr vert="horz" wrap="square" lIns="0" tIns="0" rIns="0" bIns="0" anchor="b" anchorCtr="0">
            <a:noAutofit/>
          </a:bodyPr>
          <a:lstStyle>
            <a:lvl1pPr algn="l" rtl="0">
              <a:lnSpc>
                <a:spcPct val="90000"/>
              </a:lnSpc>
              <a:defRPr sz="3200" b="0" cap="none" spc="0" baseline="0">
                <a:solidFill>
                  <a:schemeClr val="bg1"/>
                </a:solidFill>
                <a:latin typeface="+mj-lt"/>
              </a:defRPr>
            </a:lvl1pPr>
          </a:lstStyle>
          <a:p>
            <a:r>
              <a:rPr lang="en-GB"/>
              <a:t>Click to edit Master title style</a:t>
            </a:r>
          </a:p>
        </p:txBody>
      </p:sp>
      <p:sp>
        <p:nvSpPr>
          <p:cNvPr id="3" name="Subtitle 2">
            <a:extLst>
              <a:ext uri="{FF2B5EF4-FFF2-40B4-BE49-F238E27FC236}">
                <a16:creationId xmlns:a16="http://schemas.microsoft.com/office/drawing/2014/main" id="{CBA3E240-43D7-4C56-BC1B-38BA9D4E9E21}"/>
              </a:ext>
            </a:extLst>
          </p:cNvPr>
          <p:cNvSpPr>
            <a:spLocks noGrp="1"/>
          </p:cNvSpPr>
          <p:nvPr>
            <p:ph type="subTitle" idx="1"/>
          </p:nvPr>
        </p:nvSpPr>
        <p:spPr bwMode="gray">
          <a:xfrm>
            <a:off x="360363" y="4195518"/>
            <a:ext cx="6060315" cy="380945"/>
          </a:xfrm>
          <a:prstGeom prst="rect">
            <a:avLst/>
          </a:prstGeom>
        </p:spPr>
        <p:txBody>
          <a:bodyPr wrap="square" lIns="0" tIns="0" rIns="0" bIns="0">
            <a:noAutofit/>
          </a:bodyPr>
          <a:lstStyle>
            <a:lvl1pPr marL="0" indent="0" algn="l" rtl="0">
              <a:lnSpc>
                <a:spcPct val="100000"/>
              </a:lnSpc>
              <a:spcBef>
                <a:spcPts val="600"/>
              </a:spcBef>
              <a:buFontTx/>
              <a:buNone/>
              <a:defRPr sz="1600" cap="none" spc="100" baseline="0">
                <a:solidFill>
                  <a:schemeClr val="bg1"/>
                </a:solidFill>
                <a:latin typeface="+mj-lt"/>
              </a:defRPr>
            </a:lvl1pPr>
            <a:lvl2pPr marL="0" indent="0" algn="l">
              <a:spcBef>
                <a:spcPts val="0"/>
              </a:spcBef>
              <a:buNone/>
              <a:defRPr sz="1200">
                <a:solidFill>
                  <a:schemeClr val="bg2"/>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16" name="Text Placeholder 15">
            <a:extLst>
              <a:ext uri="{FF2B5EF4-FFF2-40B4-BE49-F238E27FC236}">
                <a16:creationId xmlns:a16="http://schemas.microsoft.com/office/drawing/2014/main" id="{D9B54094-113D-2847-B070-92BDCA336ACA}"/>
              </a:ext>
            </a:extLst>
          </p:cNvPr>
          <p:cNvSpPr>
            <a:spLocks noGrp="1"/>
          </p:cNvSpPr>
          <p:nvPr>
            <p:ph type="body" sz="quarter" idx="10"/>
          </p:nvPr>
        </p:nvSpPr>
        <p:spPr>
          <a:xfrm>
            <a:off x="360363" y="5438901"/>
            <a:ext cx="6060315" cy="699962"/>
          </a:xfrm>
          <a:prstGeom prst="rect">
            <a:avLst/>
          </a:prstGeom>
        </p:spPr>
        <p:txBody>
          <a:bodyPr wrap="square" lIns="0" tIns="0" rIns="0" bIns="0">
            <a:noAutofit/>
          </a:bodyPr>
          <a:lstStyle>
            <a:lvl1pPr marL="0" indent="0" rtl="0">
              <a:spcBef>
                <a:spcPts val="0"/>
              </a:spcBef>
              <a:buFontTx/>
              <a:buNone/>
              <a:defRPr sz="1200" cap="all" baseline="0">
                <a:solidFill>
                  <a:schemeClr val="bg1"/>
                </a:solidFill>
                <a:latin typeface="+mj-lt"/>
              </a:defRPr>
            </a:lvl1pPr>
            <a:lvl2pPr>
              <a:spcBef>
                <a:spcPts val="0"/>
              </a:spcBef>
              <a:buFontTx/>
              <a:buNone/>
              <a:defRPr>
                <a:solidFill>
                  <a:schemeClr val="bg2"/>
                </a:solidFill>
              </a:defRPr>
            </a:lvl2pPr>
            <a:lvl3pPr>
              <a:buFontTx/>
              <a:buNone/>
              <a:defRPr>
                <a:solidFill>
                  <a:schemeClr val="bg2"/>
                </a:solidFill>
              </a:defRPr>
            </a:lvl3pPr>
            <a:lvl4pPr marL="0" indent="0">
              <a:buFontTx/>
              <a:buNone/>
              <a:defRPr>
                <a:solidFill>
                  <a:schemeClr val="bg2"/>
                </a:solidFill>
              </a:defRPr>
            </a:lvl4pPr>
            <a:lvl5pPr>
              <a:buFontTx/>
              <a:buNone/>
              <a:defRPr>
                <a:solidFill>
                  <a:schemeClr val="bg2"/>
                </a:solidFill>
              </a:defRPr>
            </a:lvl5pPr>
          </a:lstStyle>
          <a:p>
            <a:pPr lvl="0"/>
            <a:r>
              <a:rPr lang="en-GB"/>
              <a:t>Click to edit Master text styles</a:t>
            </a:r>
          </a:p>
        </p:txBody>
      </p:sp>
      <p:sp>
        <p:nvSpPr>
          <p:cNvPr id="17" name="Rectangle 16">
            <a:extLst>
              <a:ext uri="{FF2B5EF4-FFF2-40B4-BE49-F238E27FC236}">
                <a16:creationId xmlns:a16="http://schemas.microsoft.com/office/drawing/2014/main" id="{C981C32C-EDE5-2BE8-788F-E1F14F6DE4A9}"/>
              </a:ext>
            </a:extLst>
          </p:cNvPr>
          <p:cNvSpPr/>
          <p:nvPr userDrawn="1"/>
        </p:nvSpPr>
        <p:spPr bwMode="gray">
          <a:xfrm>
            <a:off x="360363" y="5265387"/>
            <a:ext cx="720000" cy="54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400"/>
          </a:p>
        </p:txBody>
      </p:sp>
      <p:pic>
        <p:nvPicPr>
          <p:cNvPr id="4" name="Graphic 3">
            <a:extLst>
              <a:ext uri="{FF2B5EF4-FFF2-40B4-BE49-F238E27FC236}">
                <a16:creationId xmlns:a16="http://schemas.microsoft.com/office/drawing/2014/main" id="{A486FE90-240C-0722-A3B2-7FC8C877A0A4}"/>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0363" y="537323"/>
            <a:ext cx="2967697" cy="1076555"/>
          </a:xfrm>
          <a:prstGeom prst="rect">
            <a:avLst/>
          </a:prstGeom>
        </p:spPr>
      </p:pic>
    </p:spTree>
    <p:extLst>
      <p:ext uri="{BB962C8B-B14F-4D97-AF65-F5344CB8AC3E}">
        <p14:creationId xmlns:p14="http://schemas.microsoft.com/office/powerpoint/2010/main" val="1576507225"/>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Section/Divider">
    <p:bg>
      <p:bgPr>
        <a:solidFill>
          <a:schemeClr val="tx1"/>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BBF30689-BACF-220E-9869-EF4152B00165}"/>
              </a:ext>
            </a:extLst>
          </p:cNvPr>
          <p:cNvGraphicFramePr>
            <a:graphicFrameLocks noChangeAspect="1"/>
          </p:cNvGraphicFramePr>
          <p:nvPr userDrawn="1">
            <p:custDataLst>
              <p:tags r:id="rId1"/>
            </p:custDataLst>
            <p:extLst>
              <p:ext uri="{D42A27DB-BD31-4B8C-83A1-F6EECF244321}">
                <p14:modId xmlns:p14="http://schemas.microsoft.com/office/powerpoint/2010/main" val="35754221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6" name="Object 5" hidden="1">
                        <a:extLst>
                          <a:ext uri="{FF2B5EF4-FFF2-40B4-BE49-F238E27FC236}">
                            <a16:creationId xmlns:a16="http://schemas.microsoft.com/office/drawing/2014/main" id="{BBF30689-BACF-220E-9869-EF4152B0016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4" name="Graphic 3">
            <a:extLst>
              <a:ext uri="{FF2B5EF4-FFF2-40B4-BE49-F238E27FC236}">
                <a16:creationId xmlns:a16="http://schemas.microsoft.com/office/drawing/2014/main" id="{4A064E1E-3789-252D-1117-D6AB26C776B3}"/>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r="34206"/>
          <a:stretch>
            <a:fillRect/>
          </a:stretch>
        </p:blipFill>
        <p:spPr>
          <a:xfrm>
            <a:off x="5112746" y="703948"/>
            <a:ext cx="7079254" cy="6154052"/>
          </a:xfrm>
          <a:custGeom>
            <a:avLst/>
            <a:gdLst>
              <a:gd name="connsiteX0" fmla="*/ 0 w 7079254"/>
              <a:gd name="connsiteY0" fmla="*/ 0 h 6154052"/>
              <a:gd name="connsiteX1" fmla="*/ 7079254 w 7079254"/>
              <a:gd name="connsiteY1" fmla="*/ 0 h 6154052"/>
              <a:gd name="connsiteX2" fmla="*/ 7079254 w 7079254"/>
              <a:gd name="connsiteY2" fmla="*/ 6154052 h 6154052"/>
              <a:gd name="connsiteX3" fmla="*/ 0 w 7079254"/>
              <a:gd name="connsiteY3" fmla="*/ 6154052 h 6154052"/>
            </a:gdLst>
            <a:ahLst/>
            <a:cxnLst>
              <a:cxn ang="0">
                <a:pos x="connsiteX0" y="connsiteY0"/>
              </a:cxn>
              <a:cxn ang="0">
                <a:pos x="connsiteX1" y="connsiteY1"/>
              </a:cxn>
              <a:cxn ang="0">
                <a:pos x="connsiteX2" y="connsiteY2"/>
              </a:cxn>
              <a:cxn ang="0">
                <a:pos x="connsiteX3" y="connsiteY3"/>
              </a:cxn>
            </a:cxnLst>
            <a:rect l="l" t="t" r="r" b="b"/>
            <a:pathLst>
              <a:path w="7079254" h="6154052">
                <a:moveTo>
                  <a:pt x="0" y="0"/>
                </a:moveTo>
                <a:lnTo>
                  <a:pt x="7079254" y="0"/>
                </a:lnTo>
                <a:lnTo>
                  <a:pt x="7079254" y="6154052"/>
                </a:lnTo>
                <a:lnTo>
                  <a:pt x="0" y="6154052"/>
                </a:lnTo>
                <a:close/>
              </a:path>
            </a:pathLst>
          </a:custGeom>
        </p:spPr>
      </p:pic>
      <p:sp>
        <p:nvSpPr>
          <p:cNvPr id="2" name="Title 1">
            <a:extLst>
              <a:ext uri="{FF2B5EF4-FFF2-40B4-BE49-F238E27FC236}">
                <a16:creationId xmlns:a16="http://schemas.microsoft.com/office/drawing/2014/main" id="{36E9A45B-10F9-487C-9A74-F7DCE0C77A42}"/>
              </a:ext>
            </a:extLst>
          </p:cNvPr>
          <p:cNvSpPr>
            <a:spLocks noGrp="1"/>
          </p:cNvSpPr>
          <p:nvPr>
            <p:ph type="ctrTitle" hasCustomPrompt="1"/>
          </p:nvPr>
        </p:nvSpPr>
        <p:spPr bwMode="gray">
          <a:xfrm>
            <a:off x="360364" y="1921733"/>
            <a:ext cx="11471274" cy="1473743"/>
          </a:xfrm>
          <a:prstGeom prst="rect">
            <a:avLst/>
          </a:prstGeom>
        </p:spPr>
        <p:txBody>
          <a:bodyPr vert="horz" wrap="square" lIns="0" tIns="0" rIns="0" bIns="0" anchor="b" anchorCtr="0">
            <a:noAutofit/>
          </a:bodyPr>
          <a:lstStyle>
            <a:lvl1pPr algn="l" rtl="0">
              <a:lnSpc>
                <a:spcPct val="90000"/>
              </a:lnSpc>
              <a:defRPr sz="3200" b="0" cap="none" spc="0" baseline="0">
                <a:solidFill>
                  <a:schemeClr val="bg1"/>
                </a:solidFill>
                <a:latin typeface="+mj-lt"/>
              </a:defRPr>
            </a:lvl1pPr>
          </a:lstStyle>
          <a:p>
            <a:r>
              <a:rPr lang="en-GB"/>
              <a:t>Section title</a:t>
            </a:r>
          </a:p>
        </p:txBody>
      </p:sp>
      <p:sp>
        <p:nvSpPr>
          <p:cNvPr id="3" name="Subtitle 2">
            <a:extLst>
              <a:ext uri="{FF2B5EF4-FFF2-40B4-BE49-F238E27FC236}">
                <a16:creationId xmlns:a16="http://schemas.microsoft.com/office/drawing/2014/main" id="{CBA3E240-43D7-4C56-BC1B-38BA9D4E9E21}"/>
              </a:ext>
            </a:extLst>
          </p:cNvPr>
          <p:cNvSpPr>
            <a:spLocks noGrp="1"/>
          </p:cNvSpPr>
          <p:nvPr>
            <p:ph type="subTitle" idx="1" hasCustomPrompt="1"/>
          </p:nvPr>
        </p:nvSpPr>
        <p:spPr bwMode="gray">
          <a:xfrm>
            <a:off x="360364" y="3516253"/>
            <a:ext cx="11471274" cy="380945"/>
          </a:xfrm>
          <a:prstGeom prst="rect">
            <a:avLst/>
          </a:prstGeom>
        </p:spPr>
        <p:txBody>
          <a:bodyPr vert="horz" wrap="square" lIns="0" tIns="0" rIns="0" bIns="0" rtlCol="0">
            <a:noAutofit/>
          </a:bodyPr>
          <a:lstStyle>
            <a:lvl1pPr marL="0" indent="0" rtl="0">
              <a:buNone/>
              <a:defRPr lang="en-US" sz="1600" cap="none" spc="100" baseline="0" dirty="0">
                <a:solidFill>
                  <a:schemeClr val="bg1"/>
                </a:solidFill>
                <a:latin typeface="+mj-lt"/>
              </a:defRPr>
            </a:lvl1pPr>
          </a:lstStyle>
          <a:p>
            <a:pPr marL="216000" lvl="0" indent="-216000"/>
            <a:r>
              <a:rPr lang="en-GB"/>
              <a:t>Section subtitle</a:t>
            </a:r>
          </a:p>
        </p:txBody>
      </p:sp>
    </p:spTree>
    <p:extLst>
      <p:ext uri="{BB962C8B-B14F-4D97-AF65-F5344CB8AC3E}">
        <p14:creationId xmlns:p14="http://schemas.microsoft.com/office/powerpoint/2010/main" val="3209361369"/>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B56EABE-D55B-4373-F6CF-224BF43E855B}"/>
              </a:ext>
            </a:extLst>
          </p:cNvPr>
          <p:cNvGraphicFramePr>
            <a:graphicFrameLocks noChangeAspect="1"/>
          </p:cNvGraphicFramePr>
          <p:nvPr userDrawn="1">
            <p:custDataLst>
              <p:tags r:id="rId1"/>
            </p:custDataLst>
            <p:extLst>
              <p:ext uri="{D42A27DB-BD31-4B8C-83A1-F6EECF244321}">
                <p14:modId xmlns:p14="http://schemas.microsoft.com/office/powerpoint/2010/main" val="30746966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9" name="Object 8" hidden="1">
                        <a:extLst>
                          <a:ext uri="{FF2B5EF4-FFF2-40B4-BE49-F238E27FC236}">
                            <a16:creationId xmlns:a16="http://schemas.microsoft.com/office/drawing/2014/main" id="{1B56EABE-D55B-4373-F6CF-224BF43E855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CE8AADD-913B-949E-D663-554B1349714E}"/>
              </a:ext>
            </a:extLst>
          </p:cNvPr>
          <p:cNvSpPr>
            <a:spLocks noGrp="1"/>
          </p:cNvSpPr>
          <p:nvPr>
            <p:ph type="title" hasCustomPrompt="1"/>
          </p:nvPr>
        </p:nvSpPr>
        <p:spPr>
          <a:xfrm>
            <a:off x="360363" y="536576"/>
            <a:ext cx="11471275" cy="661988"/>
          </a:xfrm>
          <a:prstGeom prst="rect">
            <a:avLst/>
          </a:prstGeom>
        </p:spPr>
        <p:txBody>
          <a:bodyPr vert="horz"/>
          <a:lstStyle>
            <a:lvl1pPr rtl="0">
              <a:defRPr>
                <a:solidFill>
                  <a:schemeClr val="tx1"/>
                </a:solidFill>
              </a:defRPr>
            </a:lvl1pPr>
          </a:lstStyle>
          <a:p>
            <a:pPr lvl="0"/>
            <a:r>
              <a:rPr lang="en-GB"/>
              <a:t>Click to edit action title</a:t>
            </a:r>
          </a:p>
        </p:txBody>
      </p:sp>
      <p:sp>
        <p:nvSpPr>
          <p:cNvPr id="7" name="Text Placeholder 6">
            <a:extLst>
              <a:ext uri="{FF2B5EF4-FFF2-40B4-BE49-F238E27FC236}">
                <a16:creationId xmlns:a16="http://schemas.microsoft.com/office/drawing/2014/main" id="{9AB3F6AF-ED74-5EBB-9159-83208AE07A23}"/>
              </a:ext>
            </a:extLst>
          </p:cNvPr>
          <p:cNvSpPr>
            <a:spLocks noGrp="1"/>
          </p:cNvSpPr>
          <p:nvPr>
            <p:ph type="body" sz="quarter" idx="12" hasCustomPrompt="1"/>
          </p:nvPr>
        </p:nvSpPr>
        <p:spPr>
          <a:xfrm>
            <a:off x="360363" y="207165"/>
            <a:ext cx="11471275" cy="178593"/>
          </a:xfrm>
          <a:prstGeom prst="rect">
            <a:avLst/>
          </a:prstGeom>
        </p:spPr>
        <p:txBody>
          <a:bodyPr anchor="b"/>
          <a:lstStyle>
            <a:lvl1pPr marL="0" indent="0" rtl="0">
              <a:buNone/>
              <a:defRPr sz="1200" cap="all" baseline="0">
                <a:solidFill>
                  <a:schemeClr val="tx2">
                    <a:lumMod val="60000"/>
                    <a:lumOff val="40000"/>
                  </a:schemeClr>
                </a:solidFill>
                <a:latin typeface="+mj-lt"/>
              </a:defRPr>
            </a:lvl1pPr>
          </a:lstStyle>
          <a:p>
            <a:pPr lvl="0"/>
            <a:r>
              <a:rPr lang="en-GB"/>
              <a:t>Click to edit chapter text</a:t>
            </a:r>
          </a:p>
        </p:txBody>
      </p:sp>
      <p:sp>
        <p:nvSpPr>
          <p:cNvPr id="8" name="Footer Placeholder 2">
            <a:extLst>
              <a:ext uri="{FF2B5EF4-FFF2-40B4-BE49-F238E27FC236}">
                <a16:creationId xmlns:a16="http://schemas.microsoft.com/office/drawing/2014/main" id="{479BF71E-D350-F7CD-EB30-FEBBECE0A545}"/>
              </a:ext>
            </a:extLst>
          </p:cNvPr>
          <p:cNvSpPr>
            <a:spLocks noGrp="1"/>
          </p:cNvSpPr>
          <p:nvPr>
            <p:ph type="ftr" sz="quarter" idx="3"/>
          </p:nvPr>
        </p:nvSpPr>
        <p:spPr>
          <a:xfrm>
            <a:off x="675936" y="6321425"/>
            <a:ext cx="10087857" cy="367612"/>
          </a:xfrm>
          <a:prstGeom prst="rect">
            <a:avLst/>
          </a:prstGeom>
        </p:spPr>
        <p:txBody>
          <a:bodyPr anchor="ctr"/>
          <a:lstStyle>
            <a:lvl1pPr rtl="0">
              <a:defRPr sz="1000">
                <a:solidFill>
                  <a:schemeClr val="tx1"/>
                </a:solidFill>
              </a:defRPr>
            </a:lvl1pPr>
          </a:lstStyle>
          <a:p>
            <a:endParaRPr lang="en-GB"/>
          </a:p>
        </p:txBody>
      </p:sp>
    </p:spTree>
    <p:extLst>
      <p:ext uri="{BB962C8B-B14F-4D97-AF65-F5344CB8AC3E}">
        <p14:creationId xmlns:p14="http://schemas.microsoft.com/office/powerpoint/2010/main" val="1973321686"/>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B56EABE-D55B-4373-F6CF-224BF43E855B}"/>
              </a:ext>
            </a:extLst>
          </p:cNvPr>
          <p:cNvGraphicFramePr>
            <a:graphicFrameLocks noChangeAspect="1"/>
          </p:cNvGraphicFramePr>
          <p:nvPr userDrawn="1">
            <p:custDataLst>
              <p:tags r:id="rId1"/>
            </p:custDataLst>
            <p:extLst>
              <p:ext uri="{D42A27DB-BD31-4B8C-83A1-F6EECF244321}">
                <p14:modId xmlns:p14="http://schemas.microsoft.com/office/powerpoint/2010/main" val="10522854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9" name="Object 8" hidden="1">
                        <a:extLst>
                          <a:ext uri="{FF2B5EF4-FFF2-40B4-BE49-F238E27FC236}">
                            <a16:creationId xmlns:a16="http://schemas.microsoft.com/office/drawing/2014/main" id="{1B56EABE-D55B-4373-F6CF-224BF43E855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CE8AADD-913B-949E-D663-554B1349714E}"/>
              </a:ext>
            </a:extLst>
          </p:cNvPr>
          <p:cNvSpPr>
            <a:spLocks noGrp="1"/>
          </p:cNvSpPr>
          <p:nvPr>
            <p:ph type="title" hasCustomPrompt="1"/>
          </p:nvPr>
        </p:nvSpPr>
        <p:spPr>
          <a:xfrm>
            <a:off x="360363" y="536576"/>
            <a:ext cx="11471275" cy="661988"/>
          </a:xfrm>
          <a:prstGeom prst="rect">
            <a:avLst/>
          </a:prstGeom>
        </p:spPr>
        <p:txBody>
          <a:bodyPr vert="horz"/>
          <a:lstStyle>
            <a:lvl1pPr rtl="0">
              <a:defRPr/>
            </a:lvl1pPr>
          </a:lstStyle>
          <a:p>
            <a:r>
              <a:rPr lang="en-GB"/>
              <a:t>Click to edit action title</a:t>
            </a:r>
          </a:p>
        </p:txBody>
      </p:sp>
      <p:sp>
        <p:nvSpPr>
          <p:cNvPr id="7" name="Text Placeholder 6">
            <a:extLst>
              <a:ext uri="{FF2B5EF4-FFF2-40B4-BE49-F238E27FC236}">
                <a16:creationId xmlns:a16="http://schemas.microsoft.com/office/drawing/2014/main" id="{9AB3F6AF-ED74-5EBB-9159-83208AE07A23}"/>
              </a:ext>
            </a:extLst>
          </p:cNvPr>
          <p:cNvSpPr>
            <a:spLocks noGrp="1"/>
          </p:cNvSpPr>
          <p:nvPr>
            <p:ph type="body" sz="quarter" idx="12" hasCustomPrompt="1"/>
          </p:nvPr>
        </p:nvSpPr>
        <p:spPr>
          <a:xfrm>
            <a:off x="360363" y="207165"/>
            <a:ext cx="11471275" cy="178593"/>
          </a:xfrm>
          <a:prstGeom prst="rect">
            <a:avLst/>
          </a:prstGeom>
        </p:spPr>
        <p:txBody>
          <a:bodyPr anchor="b"/>
          <a:lstStyle>
            <a:lvl1pPr marL="0" indent="0" rtl="0">
              <a:buNone/>
              <a:defRPr sz="1200" cap="all" baseline="0">
                <a:solidFill>
                  <a:schemeClr val="tx2">
                    <a:lumMod val="60000"/>
                    <a:lumOff val="40000"/>
                  </a:schemeClr>
                </a:solidFill>
                <a:latin typeface="+mj-lt"/>
              </a:defRPr>
            </a:lvl1pPr>
          </a:lstStyle>
          <a:p>
            <a:pPr lvl="0"/>
            <a:r>
              <a:rPr lang="en-GB"/>
              <a:t>Click to edit chapter text</a:t>
            </a:r>
          </a:p>
        </p:txBody>
      </p:sp>
      <p:sp>
        <p:nvSpPr>
          <p:cNvPr id="12" name="Text Placeholder 11">
            <a:extLst>
              <a:ext uri="{FF2B5EF4-FFF2-40B4-BE49-F238E27FC236}">
                <a16:creationId xmlns:a16="http://schemas.microsoft.com/office/drawing/2014/main" id="{8282BAF1-276B-A194-EB89-47200DC6CF6B}"/>
              </a:ext>
            </a:extLst>
          </p:cNvPr>
          <p:cNvSpPr>
            <a:spLocks noGrp="1"/>
          </p:cNvSpPr>
          <p:nvPr>
            <p:ph type="body" sz="quarter" idx="13"/>
          </p:nvPr>
        </p:nvSpPr>
        <p:spPr>
          <a:xfrm>
            <a:off x="360363" y="1557338"/>
            <a:ext cx="11471275" cy="4581525"/>
          </a:xfrm>
          <a:prstGeom prst="rect">
            <a:avLst/>
          </a:prstGeom>
        </p:spPr>
        <p:txBody>
          <a:bodyPr lIns="0" tIns="0" rIns="0" bIns="0"/>
          <a:lstStyle>
            <a:lvl1pPr rtl="0">
              <a:defRPr/>
            </a:lvl1pPr>
            <a:lvl2pPr rtl="0">
              <a:defRPr/>
            </a:lvl2pPr>
            <a:lvl3pPr rtl="0">
              <a:defRPr/>
            </a:lvl3pPr>
            <a:lvl4pPr rtl="0">
              <a:defRPr/>
            </a:lvl4pPr>
            <a:lvl5pPr rtl="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2">
            <a:extLst>
              <a:ext uri="{FF2B5EF4-FFF2-40B4-BE49-F238E27FC236}">
                <a16:creationId xmlns:a16="http://schemas.microsoft.com/office/drawing/2014/main" id="{6C423670-CCD5-5DCA-1D29-0D7EC8484860}"/>
              </a:ext>
            </a:extLst>
          </p:cNvPr>
          <p:cNvSpPr>
            <a:spLocks noGrp="1"/>
          </p:cNvSpPr>
          <p:nvPr>
            <p:ph type="ftr" sz="quarter" idx="3"/>
          </p:nvPr>
        </p:nvSpPr>
        <p:spPr>
          <a:xfrm>
            <a:off x="675936" y="6321425"/>
            <a:ext cx="10087857" cy="367612"/>
          </a:xfrm>
          <a:prstGeom prst="rect">
            <a:avLst/>
          </a:prstGeom>
        </p:spPr>
        <p:txBody>
          <a:bodyPr anchor="ctr"/>
          <a:lstStyle>
            <a:lvl1pPr rtl="0">
              <a:defRPr sz="1000">
                <a:solidFill>
                  <a:schemeClr val="accent2">
                    <a:lumMod val="75000"/>
                  </a:schemeClr>
                </a:solidFill>
              </a:defRPr>
            </a:lvl1pPr>
          </a:lstStyle>
          <a:p>
            <a:endParaRPr lang="en-GB"/>
          </a:p>
        </p:txBody>
      </p:sp>
    </p:spTree>
    <p:extLst>
      <p:ext uri="{BB962C8B-B14F-4D97-AF65-F5344CB8AC3E}">
        <p14:creationId xmlns:p14="http://schemas.microsoft.com/office/powerpoint/2010/main" val="4185999188"/>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2 Columns">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B56EABE-D55B-4373-F6CF-224BF43E855B}"/>
              </a:ext>
            </a:extLst>
          </p:cNvPr>
          <p:cNvGraphicFramePr>
            <a:graphicFrameLocks noChangeAspect="1"/>
          </p:cNvGraphicFramePr>
          <p:nvPr userDrawn="1">
            <p:custDataLst>
              <p:tags r:id="rId1"/>
            </p:custDataLst>
            <p:extLst>
              <p:ext uri="{D42A27DB-BD31-4B8C-83A1-F6EECF244321}">
                <p14:modId xmlns:p14="http://schemas.microsoft.com/office/powerpoint/2010/main" val="26926638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9" name="Object 8" hidden="1">
                        <a:extLst>
                          <a:ext uri="{FF2B5EF4-FFF2-40B4-BE49-F238E27FC236}">
                            <a16:creationId xmlns:a16="http://schemas.microsoft.com/office/drawing/2014/main" id="{1B56EABE-D55B-4373-F6CF-224BF43E855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CE8AADD-913B-949E-D663-554B1349714E}"/>
              </a:ext>
            </a:extLst>
          </p:cNvPr>
          <p:cNvSpPr>
            <a:spLocks noGrp="1"/>
          </p:cNvSpPr>
          <p:nvPr>
            <p:ph type="title" hasCustomPrompt="1"/>
          </p:nvPr>
        </p:nvSpPr>
        <p:spPr>
          <a:xfrm>
            <a:off x="360363" y="536576"/>
            <a:ext cx="11471275" cy="661988"/>
          </a:xfrm>
          <a:prstGeom prst="rect">
            <a:avLst/>
          </a:prstGeom>
        </p:spPr>
        <p:txBody>
          <a:bodyPr vert="horz"/>
          <a:lstStyle>
            <a:lvl1pPr rtl="0">
              <a:defRPr/>
            </a:lvl1pPr>
          </a:lstStyle>
          <a:p>
            <a:r>
              <a:rPr lang="en-GB"/>
              <a:t>Click to edit action title</a:t>
            </a:r>
          </a:p>
        </p:txBody>
      </p:sp>
      <p:sp>
        <p:nvSpPr>
          <p:cNvPr id="7" name="Text Placeholder 6">
            <a:extLst>
              <a:ext uri="{FF2B5EF4-FFF2-40B4-BE49-F238E27FC236}">
                <a16:creationId xmlns:a16="http://schemas.microsoft.com/office/drawing/2014/main" id="{9AB3F6AF-ED74-5EBB-9159-83208AE07A23}"/>
              </a:ext>
            </a:extLst>
          </p:cNvPr>
          <p:cNvSpPr>
            <a:spLocks noGrp="1"/>
          </p:cNvSpPr>
          <p:nvPr>
            <p:ph type="body" sz="quarter" idx="12" hasCustomPrompt="1"/>
          </p:nvPr>
        </p:nvSpPr>
        <p:spPr>
          <a:xfrm>
            <a:off x="360363" y="207165"/>
            <a:ext cx="11471275" cy="178593"/>
          </a:xfrm>
          <a:prstGeom prst="rect">
            <a:avLst/>
          </a:prstGeom>
        </p:spPr>
        <p:txBody>
          <a:bodyPr anchor="b"/>
          <a:lstStyle>
            <a:lvl1pPr marL="0" indent="0" rtl="0">
              <a:buNone/>
              <a:defRPr sz="1200" cap="all" baseline="0">
                <a:solidFill>
                  <a:schemeClr val="tx2">
                    <a:lumMod val="60000"/>
                    <a:lumOff val="40000"/>
                  </a:schemeClr>
                </a:solidFill>
                <a:latin typeface="+mj-lt"/>
              </a:defRPr>
            </a:lvl1pPr>
          </a:lstStyle>
          <a:p>
            <a:pPr lvl="0"/>
            <a:r>
              <a:rPr lang="en-GB"/>
              <a:t>Click to edit chapter text</a:t>
            </a:r>
          </a:p>
        </p:txBody>
      </p:sp>
      <p:sp>
        <p:nvSpPr>
          <p:cNvPr id="12" name="Text Placeholder 11">
            <a:extLst>
              <a:ext uri="{FF2B5EF4-FFF2-40B4-BE49-F238E27FC236}">
                <a16:creationId xmlns:a16="http://schemas.microsoft.com/office/drawing/2014/main" id="{8282BAF1-276B-A194-EB89-47200DC6CF6B}"/>
              </a:ext>
            </a:extLst>
          </p:cNvPr>
          <p:cNvSpPr>
            <a:spLocks noGrp="1"/>
          </p:cNvSpPr>
          <p:nvPr>
            <p:ph type="body" sz="quarter" idx="13"/>
          </p:nvPr>
        </p:nvSpPr>
        <p:spPr>
          <a:xfrm>
            <a:off x="360364" y="1557338"/>
            <a:ext cx="5555636" cy="4581525"/>
          </a:xfrm>
          <a:prstGeom prst="rect">
            <a:avLst/>
          </a:prstGeom>
        </p:spPr>
        <p:txBody>
          <a:bodyPr/>
          <a:lstStyle>
            <a:lvl1pPr rtl="0">
              <a:defRPr/>
            </a:lvl1pPr>
            <a:lvl2pPr rtl="0">
              <a:defRPr/>
            </a:lvl2pPr>
            <a:lvl3pPr rtl="0">
              <a:defRPr/>
            </a:lvl3pPr>
            <a:lvl4pPr rtl="0">
              <a:defRPr/>
            </a:lvl4pPr>
            <a:lvl5pPr rtl="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Text Placeholder 11">
            <a:extLst>
              <a:ext uri="{FF2B5EF4-FFF2-40B4-BE49-F238E27FC236}">
                <a16:creationId xmlns:a16="http://schemas.microsoft.com/office/drawing/2014/main" id="{AA0D52EB-632D-88E7-6317-C688F978D8CD}"/>
              </a:ext>
            </a:extLst>
          </p:cNvPr>
          <p:cNvSpPr>
            <a:spLocks noGrp="1"/>
          </p:cNvSpPr>
          <p:nvPr>
            <p:ph type="body" sz="quarter" idx="14"/>
          </p:nvPr>
        </p:nvSpPr>
        <p:spPr>
          <a:xfrm>
            <a:off x="6276002" y="1557338"/>
            <a:ext cx="5555636" cy="4581525"/>
          </a:xfrm>
          <a:prstGeom prst="rect">
            <a:avLst/>
          </a:prstGeom>
        </p:spPr>
        <p:txBody>
          <a:bodyPr/>
          <a:lstStyle>
            <a:lvl1pPr rtl="0">
              <a:defRPr/>
            </a:lvl1pPr>
            <a:lvl2pPr rtl="0">
              <a:defRPr/>
            </a:lvl2pPr>
            <a:lvl3pPr rtl="0">
              <a:defRPr/>
            </a:lvl3pPr>
            <a:lvl4pPr rtl="0">
              <a:defRPr/>
            </a:lvl4pPr>
            <a:lvl5pPr rtl="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cxnSp>
        <p:nvCxnSpPr>
          <p:cNvPr id="11" name="Straight Connector 10">
            <a:extLst>
              <a:ext uri="{FF2B5EF4-FFF2-40B4-BE49-F238E27FC236}">
                <a16:creationId xmlns:a16="http://schemas.microsoft.com/office/drawing/2014/main" id="{53EB1BCA-6BD5-247C-67BB-74FF5B9E096A}"/>
              </a:ext>
            </a:extLst>
          </p:cNvPr>
          <p:cNvCxnSpPr>
            <a:cxnSpLocks/>
          </p:cNvCxnSpPr>
          <p:nvPr userDrawn="1"/>
        </p:nvCxnSpPr>
        <p:spPr bwMode="gray">
          <a:xfrm>
            <a:off x="6096000" y="1557338"/>
            <a:ext cx="0" cy="4581525"/>
          </a:xfrm>
          <a:prstGeom prst="line">
            <a:avLst/>
          </a:prstGeom>
          <a:ln w="9525">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2">
            <a:extLst>
              <a:ext uri="{FF2B5EF4-FFF2-40B4-BE49-F238E27FC236}">
                <a16:creationId xmlns:a16="http://schemas.microsoft.com/office/drawing/2014/main" id="{FD394BFE-4996-FB35-0C7B-6936CA83F796}"/>
              </a:ext>
            </a:extLst>
          </p:cNvPr>
          <p:cNvSpPr>
            <a:spLocks noGrp="1"/>
          </p:cNvSpPr>
          <p:nvPr>
            <p:ph type="ftr" sz="quarter" idx="3"/>
          </p:nvPr>
        </p:nvSpPr>
        <p:spPr>
          <a:xfrm>
            <a:off x="675936" y="6321425"/>
            <a:ext cx="10087857" cy="367612"/>
          </a:xfrm>
          <a:prstGeom prst="rect">
            <a:avLst/>
          </a:prstGeom>
        </p:spPr>
        <p:txBody>
          <a:bodyPr anchor="ctr"/>
          <a:lstStyle>
            <a:lvl1pPr rtl="0">
              <a:defRPr sz="1000">
                <a:solidFill>
                  <a:schemeClr val="tx1"/>
                </a:solidFill>
              </a:defRPr>
            </a:lvl1pPr>
          </a:lstStyle>
          <a:p>
            <a:endParaRPr lang="en-GB"/>
          </a:p>
        </p:txBody>
      </p:sp>
    </p:spTree>
    <p:extLst>
      <p:ext uri="{BB962C8B-B14F-4D97-AF65-F5344CB8AC3E}">
        <p14:creationId xmlns:p14="http://schemas.microsoft.com/office/powerpoint/2010/main" val="1097187678"/>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3 Columns">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B56EABE-D55B-4373-F6CF-224BF43E855B}"/>
              </a:ext>
            </a:extLst>
          </p:cNvPr>
          <p:cNvGraphicFramePr>
            <a:graphicFrameLocks noChangeAspect="1"/>
          </p:cNvGraphicFramePr>
          <p:nvPr userDrawn="1">
            <p:custDataLst>
              <p:tags r:id="rId1"/>
            </p:custDataLst>
            <p:extLst>
              <p:ext uri="{D42A27DB-BD31-4B8C-83A1-F6EECF244321}">
                <p14:modId xmlns:p14="http://schemas.microsoft.com/office/powerpoint/2010/main" val="17572686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9" name="Object 8" hidden="1">
                        <a:extLst>
                          <a:ext uri="{FF2B5EF4-FFF2-40B4-BE49-F238E27FC236}">
                            <a16:creationId xmlns:a16="http://schemas.microsoft.com/office/drawing/2014/main" id="{1B56EABE-D55B-4373-F6CF-224BF43E855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CE8AADD-913B-949E-D663-554B1349714E}"/>
              </a:ext>
            </a:extLst>
          </p:cNvPr>
          <p:cNvSpPr>
            <a:spLocks noGrp="1"/>
          </p:cNvSpPr>
          <p:nvPr>
            <p:ph type="title" hasCustomPrompt="1"/>
          </p:nvPr>
        </p:nvSpPr>
        <p:spPr>
          <a:xfrm>
            <a:off x="360363" y="536576"/>
            <a:ext cx="11471275" cy="661988"/>
          </a:xfrm>
          <a:prstGeom prst="rect">
            <a:avLst/>
          </a:prstGeom>
        </p:spPr>
        <p:txBody>
          <a:bodyPr vert="horz"/>
          <a:lstStyle>
            <a:lvl1pPr rtl="0">
              <a:defRPr/>
            </a:lvl1pPr>
          </a:lstStyle>
          <a:p>
            <a:r>
              <a:rPr lang="en-GB"/>
              <a:t>Click to edit action title</a:t>
            </a:r>
          </a:p>
        </p:txBody>
      </p:sp>
      <p:sp>
        <p:nvSpPr>
          <p:cNvPr id="7" name="Text Placeholder 6">
            <a:extLst>
              <a:ext uri="{FF2B5EF4-FFF2-40B4-BE49-F238E27FC236}">
                <a16:creationId xmlns:a16="http://schemas.microsoft.com/office/drawing/2014/main" id="{9AB3F6AF-ED74-5EBB-9159-83208AE07A23}"/>
              </a:ext>
            </a:extLst>
          </p:cNvPr>
          <p:cNvSpPr>
            <a:spLocks noGrp="1"/>
          </p:cNvSpPr>
          <p:nvPr>
            <p:ph type="body" sz="quarter" idx="12" hasCustomPrompt="1"/>
          </p:nvPr>
        </p:nvSpPr>
        <p:spPr>
          <a:xfrm>
            <a:off x="360363" y="207165"/>
            <a:ext cx="11471275" cy="178593"/>
          </a:xfrm>
          <a:prstGeom prst="rect">
            <a:avLst/>
          </a:prstGeom>
        </p:spPr>
        <p:txBody>
          <a:bodyPr anchor="b"/>
          <a:lstStyle>
            <a:lvl1pPr marL="0" indent="0" rtl="0">
              <a:buNone/>
              <a:defRPr sz="1200" cap="all" baseline="0">
                <a:solidFill>
                  <a:schemeClr val="tx2">
                    <a:lumMod val="60000"/>
                    <a:lumOff val="40000"/>
                  </a:schemeClr>
                </a:solidFill>
                <a:latin typeface="+mj-lt"/>
              </a:defRPr>
            </a:lvl1pPr>
          </a:lstStyle>
          <a:p>
            <a:pPr lvl="0"/>
            <a:r>
              <a:rPr lang="en-GB"/>
              <a:t>Click to edit chapter text</a:t>
            </a:r>
          </a:p>
        </p:txBody>
      </p:sp>
      <p:sp>
        <p:nvSpPr>
          <p:cNvPr id="12" name="Text Placeholder 11">
            <a:extLst>
              <a:ext uri="{FF2B5EF4-FFF2-40B4-BE49-F238E27FC236}">
                <a16:creationId xmlns:a16="http://schemas.microsoft.com/office/drawing/2014/main" id="{8282BAF1-276B-A194-EB89-47200DC6CF6B}"/>
              </a:ext>
            </a:extLst>
          </p:cNvPr>
          <p:cNvSpPr>
            <a:spLocks noGrp="1"/>
          </p:cNvSpPr>
          <p:nvPr>
            <p:ph type="body" sz="quarter" idx="13"/>
          </p:nvPr>
        </p:nvSpPr>
        <p:spPr>
          <a:xfrm>
            <a:off x="360364" y="1557338"/>
            <a:ext cx="3585600" cy="4581525"/>
          </a:xfrm>
          <a:prstGeom prst="rect">
            <a:avLst/>
          </a:prstGeom>
        </p:spPr>
        <p:txBody>
          <a:bodyPr/>
          <a:lstStyle>
            <a:lvl1pPr rtl="0">
              <a:defRPr/>
            </a:lvl1pPr>
            <a:lvl2pPr rtl="0">
              <a:defRPr/>
            </a:lvl2pPr>
            <a:lvl3pPr rtl="0">
              <a:defRPr/>
            </a:lvl3pPr>
            <a:lvl4pPr rtl="0">
              <a:defRPr/>
            </a:lvl4pPr>
            <a:lvl5pPr rtl="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Text Placeholder 11">
            <a:extLst>
              <a:ext uri="{FF2B5EF4-FFF2-40B4-BE49-F238E27FC236}">
                <a16:creationId xmlns:a16="http://schemas.microsoft.com/office/drawing/2014/main" id="{AA0D52EB-632D-88E7-6317-C688F978D8CD}"/>
              </a:ext>
            </a:extLst>
          </p:cNvPr>
          <p:cNvSpPr>
            <a:spLocks noGrp="1"/>
          </p:cNvSpPr>
          <p:nvPr>
            <p:ph type="body" sz="quarter" idx="14"/>
          </p:nvPr>
        </p:nvSpPr>
        <p:spPr>
          <a:xfrm>
            <a:off x="4303202" y="1557338"/>
            <a:ext cx="3585600" cy="4581525"/>
          </a:xfrm>
          <a:prstGeom prst="rect">
            <a:avLst/>
          </a:prstGeom>
        </p:spPr>
        <p:txBody>
          <a:bodyPr/>
          <a:lstStyle>
            <a:lvl1pPr rtl="0">
              <a:defRPr/>
            </a:lvl1pPr>
            <a:lvl2pPr rtl="0">
              <a:defRPr/>
            </a:lvl2pPr>
            <a:lvl3pPr rtl="0">
              <a:defRPr/>
            </a:lvl3pPr>
            <a:lvl4pPr rtl="0">
              <a:defRPr/>
            </a:lvl4pPr>
            <a:lvl5pPr rtl="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11">
            <a:extLst>
              <a:ext uri="{FF2B5EF4-FFF2-40B4-BE49-F238E27FC236}">
                <a16:creationId xmlns:a16="http://schemas.microsoft.com/office/drawing/2014/main" id="{A4F8645A-4C8F-B5EF-ABBE-0A7944FB9652}"/>
              </a:ext>
            </a:extLst>
          </p:cNvPr>
          <p:cNvSpPr>
            <a:spLocks noGrp="1"/>
          </p:cNvSpPr>
          <p:nvPr>
            <p:ph type="body" sz="quarter" idx="15"/>
          </p:nvPr>
        </p:nvSpPr>
        <p:spPr>
          <a:xfrm>
            <a:off x="8246038" y="1557338"/>
            <a:ext cx="3585600" cy="4581525"/>
          </a:xfrm>
          <a:prstGeom prst="rect">
            <a:avLst/>
          </a:prstGeom>
        </p:spPr>
        <p:txBody>
          <a:bodyPr/>
          <a:lstStyle>
            <a:lvl1pPr rtl="0">
              <a:defRPr/>
            </a:lvl1pPr>
            <a:lvl2pPr rtl="0">
              <a:defRPr/>
            </a:lvl2pPr>
            <a:lvl3pPr rtl="0">
              <a:defRPr/>
            </a:lvl3pPr>
            <a:lvl4pPr rtl="0">
              <a:defRPr/>
            </a:lvl4pPr>
            <a:lvl5pPr rtl="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cxnSp>
        <p:nvCxnSpPr>
          <p:cNvPr id="8" name="Straight Connector 7">
            <a:extLst>
              <a:ext uri="{FF2B5EF4-FFF2-40B4-BE49-F238E27FC236}">
                <a16:creationId xmlns:a16="http://schemas.microsoft.com/office/drawing/2014/main" id="{077A0E30-9124-5E6A-F7CB-DA7136515E2A}"/>
              </a:ext>
            </a:extLst>
          </p:cNvPr>
          <p:cNvCxnSpPr>
            <a:cxnSpLocks/>
          </p:cNvCxnSpPr>
          <p:nvPr userDrawn="1"/>
        </p:nvCxnSpPr>
        <p:spPr bwMode="gray">
          <a:xfrm>
            <a:off x="4124583" y="1557338"/>
            <a:ext cx="0" cy="458152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752DA0A-4663-C15E-45D1-287C660996D3}"/>
              </a:ext>
            </a:extLst>
          </p:cNvPr>
          <p:cNvCxnSpPr>
            <a:cxnSpLocks/>
          </p:cNvCxnSpPr>
          <p:nvPr userDrawn="1"/>
        </p:nvCxnSpPr>
        <p:spPr bwMode="gray">
          <a:xfrm>
            <a:off x="8067421" y="1557338"/>
            <a:ext cx="0" cy="458152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2">
            <a:extLst>
              <a:ext uri="{FF2B5EF4-FFF2-40B4-BE49-F238E27FC236}">
                <a16:creationId xmlns:a16="http://schemas.microsoft.com/office/drawing/2014/main" id="{03B40352-4AB6-C52B-44D6-EC669C4E2C3F}"/>
              </a:ext>
            </a:extLst>
          </p:cNvPr>
          <p:cNvSpPr>
            <a:spLocks noGrp="1"/>
          </p:cNvSpPr>
          <p:nvPr>
            <p:ph type="ftr" sz="quarter" idx="3"/>
          </p:nvPr>
        </p:nvSpPr>
        <p:spPr>
          <a:xfrm>
            <a:off x="675936" y="6321425"/>
            <a:ext cx="10087857" cy="367612"/>
          </a:xfrm>
          <a:prstGeom prst="rect">
            <a:avLst/>
          </a:prstGeom>
        </p:spPr>
        <p:txBody>
          <a:bodyPr anchor="ctr"/>
          <a:lstStyle>
            <a:lvl1pPr rtl="0">
              <a:defRPr sz="1000">
                <a:solidFill>
                  <a:schemeClr val="tx1"/>
                </a:solidFill>
              </a:defRPr>
            </a:lvl1pPr>
          </a:lstStyle>
          <a:p>
            <a:endParaRPr lang="en-GB"/>
          </a:p>
        </p:txBody>
      </p:sp>
    </p:spTree>
    <p:extLst>
      <p:ext uri="{BB962C8B-B14F-4D97-AF65-F5344CB8AC3E}">
        <p14:creationId xmlns:p14="http://schemas.microsoft.com/office/powerpoint/2010/main" val="1794579090"/>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Picture Layout - Right 1/2 ">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B56EABE-D55B-4373-F6CF-224BF43E855B}"/>
              </a:ext>
            </a:extLst>
          </p:cNvPr>
          <p:cNvGraphicFramePr>
            <a:graphicFrameLocks noChangeAspect="1"/>
          </p:cNvGraphicFramePr>
          <p:nvPr userDrawn="1">
            <p:custDataLst>
              <p:tags r:id="rId1"/>
            </p:custDataLst>
            <p:extLst>
              <p:ext uri="{D42A27DB-BD31-4B8C-83A1-F6EECF244321}">
                <p14:modId xmlns:p14="http://schemas.microsoft.com/office/powerpoint/2010/main" val="8755444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9" name="Object 8" hidden="1">
                        <a:extLst>
                          <a:ext uri="{FF2B5EF4-FFF2-40B4-BE49-F238E27FC236}">
                            <a16:creationId xmlns:a16="http://schemas.microsoft.com/office/drawing/2014/main" id="{1B56EABE-D55B-4373-F6CF-224BF43E855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id="{3AA15091-913D-700B-D6C5-7EC0E7D4BE42}"/>
              </a:ext>
            </a:extLst>
          </p:cNvPr>
          <p:cNvSpPr>
            <a:spLocks noGrp="1"/>
          </p:cNvSpPr>
          <p:nvPr>
            <p:ph type="pic" sz="quarter" idx="14"/>
          </p:nvPr>
        </p:nvSpPr>
        <p:spPr>
          <a:xfrm>
            <a:off x="6276002" y="0"/>
            <a:ext cx="5915998" cy="6858000"/>
          </a:xfrm>
          <a:prstGeom prst="rect">
            <a:avLst/>
          </a:prstGeom>
          <a:solidFill>
            <a:schemeClr val="tx1"/>
          </a:solidFill>
        </p:spPr>
        <p:txBody>
          <a:bodyPr/>
          <a:lstStyle>
            <a:lvl1pPr marL="0" indent="0">
              <a:buNone/>
              <a:defRPr>
                <a:solidFill>
                  <a:schemeClr val="bg2"/>
                </a:solidFill>
              </a:defRPr>
            </a:lvl1pPr>
          </a:lstStyle>
          <a:p>
            <a:r>
              <a:rPr lang="en-GB"/>
              <a:t>Click icon to add picture</a:t>
            </a:r>
            <a:endParaRPr lang="en-US"/>
          </a:p>
        </p:txBody>
      </p:sp>
      <p:sp>
        <p:nvSpPr>
          <p:cNvPr id="2" name="Title 1">
            <a:extLst>
              <a:ext uri="{FF2B5EF4-FFF2-40B4-BE49-F238E27FC236}">
                <a16:creationId xmlns:a16="http://schemas.microsoft.com/office/drawing/2014/main" id="{6CE8AADD-913B-949E-D663-554B1349714E}"/>
              </a:ext>
            </a:extLst>
          </p:cNvPr>
          <p:cNvSpPr>
            <a:spLocks noGrp="1"/>
          </p:cNvSpPr>
          <p:nvPr>
            <p:ph type="title" hasCustomPrompt="1"/>
          </p:nvPr>
        </p:nvSpPr>
        <p:spPr>
          <a:xfrm>
            <a:off x="360364" y="536576"/>
            <a:ext cx="5555636" cy="661988"/>
          </a:xfrm>
          <a:prstGeom prst="rect">
            <a:avLst/>
          </a:prstGeom>
        </p:spPr>
        <p:txBody>
          <a:bodyPr vert="horz"/>
          <a:lstStyle>
            <a:lvl1pPr rtl="0">
              <a:defRPr/>
            </a:lvl1pPr>
          </a:lstStyle>
          <a:p>
            <a:r>
              <a:rPr lang="en-GB"/>
              <a:t>Click to edit action title</a:t>
            </a:r>
          </a:p>
        </p:txBody>
      </p:sp>
      <p:sp>
        <p:nvSpPr>
          <p:cNvPr id="7" name="Text Placeholder 6">
            <a:extLst>
              <a:ext uri="{FF2B5EF4-FFF2-40B4-BE49-F238E27FC236}">
                <a16:creationId xmlns:a16="http://schemas.microsoft.com/office/drawing/2014/main" id="{9AB3F6AF-ED74-5EBB-9159-83208AE07A23}"/>
              </a:ext>
            </a:extLst>
          </p:cNvPr>
          <p:cNvSpPr>
            <a:spLocks noGrp="1"/>
          </p:cNvSpPr>
          <p:nvPr>
            <p:ph type="body" sz="quarter" idx="12" hasCustomPrompt="1"/>
          </p:nvPr>
        </p:nvSpPr>
        <p:spPr>
          <a:xfrm>
            <a:off x="360364" y="207165"/>
            <a:ext cx="5555636" cy="178593"/>
          </a:xfrm>
          <a:prstGeom prst="rect">
            <a:avLst/>
          </a:prstGeom>
        </p:spPr>
        <p:txBody>
          <a:bodyPr anchor="b"/>
          <a:lstStyle>
            <a:lvl1pPr marL="0" indent="0" rtl="0">
              <a:buNone/>
              <a:defRPr sz="1200" cap="all" baseline="0">
                <a:solidFill>
                  <a:schemeClr val="tx2">
                    <a:lumMod val="60000"/>
                    <a:lumOff val="40000"/>
                  </a:schemeClr>
                </a:solidFill>
                <a:latin typeface="+mj-lt"/>
              </a:defRPr>
            </a:lvl1pPr>
          </a:lstStyle>
          <a:p>
            <a:pPr lvl="0"/>
            <a:r>
              <a:rPr lang="en-GB"/>
              <a:t>Click to edit chapter text</a:t>
            </a:r>
          </a:p>
        </p:txBody>
      </p:sp>
      <p:sp>
        <p:nvSpPr>
          <p:cNvPr id="12" name="Text Placeholder 11">
            <a:extLst>
              <a:ext uri="{FF2B5EF4-FFF2-40B4-BE49-F238E27FC236}">
                <a16:creationId xmlns:a16="http://schemas.microsoft.com/office/drawing/2014/main" id="{8282BAF1-276B-A194-EB89-47200DC6CF6B}"/>
              </a:ext>
            </a:extLst>
          </p:cNvPr>
          <p:cNvSpPr>
            <a:spLocks noGrp="1"/>
          </p:cNvSpPr>
          <p:nvPr>
            <p:ph type="body" sz="quarter" idx="13"/>
          </p:nvPr>
        </p:nvSpPr>
        <p:spPr>
          <a:xfrm>
            <a:off x="360364" y="1557338"/>
            <a:ext cx="5555636" cy="4581525"/>
          </a:xfrm>
          <a:prstGeom prst="rect">
            <a:avLst/>
          </a:prstGeom>
        </p:spPr>
        <p:txBody>
          <a:bodyPr/>
          <a:lstStyle>
            <a:lvl1pPr rtl="0">
              <a:defRPr/>
            </a:lvl1pPr>
            <a:lvl2pPr rtl="0">
              <a:defRPr/>
            </a:lvl2pPr>
            <a:lvl3pPr rtl="0">
              <a:defRPr/>
            </a:lvl3pPr>
            <a:lvl4pPr rtl="0">
              <a:defRPr/>
            </a:lvl4pPr>
            <a:lvl5pPr rtl="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Footer Placeholder 2">
            <a:extLst>
              <a:ext uri="{FF2B5EF4-FFF2-40B4-BE49-F238E27FC236}">
                <a16:creationId xmlns:a16="http://schemas.microsoft.com/office/drawing/2014/main" id="{0E395449-3998-CDAA-2BC7-214BCDF5446A}"/>
              </a:ext>
            </a:extLst>
          </p:cNvPr>
          <p:cNvSpPr>
            <a:spLocks noGrp="1"/>
          </p:cNvSpPr>
          <p:nvPr>
            <p:ph type="ftr" sz="quarter" idx="3"/>
          </p:nvPr>
        </p:nvSpPr>
        <p:spPr>
          <a:xfrm>
            <a:off x="675936" y="6321425"/>
            <a:ext cx="5240677" cy="367612"/>
          </a:xfrm>
          <a:prstGeom prst="rect">
            <a:avLst/>
          </a:prstGeom>
        </p:spPr>
        <p:txBody>
          <a:bodyPr anchor="ctr"/>
          <a:lstStyle>
            <a:lvl1pPr rtl="0">
              <a:defRPr sz="1000">
                <a:solidFill>
                  <a:schemeClr val="tx1"/>
                </a:solidFill>
              </a:defRPr>
            </a:lvl1pPr>
          </a:lstStyle>
          <a:p>
            <a:endParaRPr lang="en-GB"/>
          </a:p>
        </p:txBody>
      </p:sp>
      <p:sp>
        <p:nvSpPr>
          <p:cNvPr id="6" name="Slide Number Placeholder 3">
            <a:extLst>
              <a:ext uri="{FF2B5EF4-FFF2-40B4-BE49-F238E27FC236}">
                <a16:creationId xmlns:a16="http://schemas.microsoft.com/office/drawing/2014/main" id="{8119F505-CCC0-1D76-FA0D-06161C3D5EFF}"/>
              </a:ext>
            </a:extLst>
          </p:cNvPr>
          <p:cNvSpPr>
            <a:spLocks noGrp="1"/>
          </p:cNvSpPr>
          <p:nvPr>
            <p:ph type="sldNum" sz="quarter" idx="11"/>
          </p:nvPr>
        </p:nvSpPr>
        <p:spPr>
          <a:xfrm>
            <a:off x="11126972" y="6317863"/>
            <a:ext cx="704666" cy="181362"/>
          </a:xfrm>
          <a:prstGeom prst="rect">
            <a:avLst/>
          </a:prstGeom>
          <a:noFill/>
        </p:spPr>
        <p:txBody>
          <a:bodyPr vert="horz" lIns="0" tIns="0" rIns="0" bIns="0" rtlCol="0" anchor="b">
            <a:noAutofit/>
          </a:bodyPr>
          <a:lstStyle>
            <a:defPPr>
              <a:defRPr lang="en-US"/>
            </a:defPPr>
            <a:lvl1pPr marL="0" algn="r" defTabSz="914400" rtl="0" eaLnBrk="1" latinLnBrk="0" hangingPunct="1">
              <a:defRPr sz="10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0BE2C1E-995C-4121-AD26-7DE6C74EE600}" type="slidenum">
              <a:rPr lang="en-GB" smtClean="0"/>
              <a:pPr/>
              <a:t>‹#›</a:t>
            </a:fld>
            <a:endParaRPr lang="en-GB"/>
          </a:p>
        </p:txBody>
      </p:sp>
      <p:sp>
        <p:nvSpPr>
          <p:cNvPr id="10" name="TextBox 9">
            <a:extLst>
              <a:ext uri="{FF2B5EF4-FFF2-40B4-BE49-F238E27FC236}">
                <a16:creationId xmlns:a16="http://schemas.microsoft.com/office/drawing/2014/main" id="{C91EFB40-908A-B2E7-72DD-3D490605C48D}"/>
              </a:ext>
            </a:extLst>
          </p:cNvPr>
          <p:cNvSpPr txBox="1"/>
          <p:nvPr userDrawn="1"/>
        </p:nvSpPr>
        <p:spPr bwMode="gray">
          <a:xfrm>
            <a:off x="-718457" y="6814457"/>
            <a:ext cx="0" cy="0"/>
          </a:xfrm>
          <a:prstGeom prst="rect">
            <a:avLst/>
          </a:prstGeom>
          <a:noFill/>
        </p:spPr>
        <p:txBody>
          <a:bodyPr wrap="none" lIns="0" tIns="0" rIns="0" bIns="0" rtlCol="0">
            <a:noAutofit/>
          </a:bodyPr>
          <a:lstStyle/>
          <a:p>
            <a:pPr marL="216000" indent="-216000" algn="l">
              <a:spcBef>
                <a:spcPts val="600"/>
              </a:spcBef>
              <a:buFont typeface="Arial" panose="020B0604020202020204" pitchFamily="34" charset="0"/>
              <a:buChar char="•"/>
            </a:pPr>
            <a:endParaRPr lang="en-GB" sz="1200" err="1"/>
          </a:p>
        </p:txBody>
      </p:sp>
    </p:spTree>
    <p:extLst>
      <p:ext uri="{BB962C8B-B14F-4D97-AF65-F5344CB8AC3E}">
        <p14:creationId xmlns:p14="http://schemas.microsoft.com/office/powerpoint/2010/main" val="798912644"/>
      </p:ext>
    </p:extLst>
  </p:cSld>
  <p:clrMapOvr>
    <a:masterClrMapping/>
  </p:clrMapOvr>
  <p:extLst>
    <p:ext uri="{DCECCB84-F9BA-43D5-87BE-67443E8EF086}">
      <p15:sldGuideLst xmlns:p15="http://schemas.microsoft.com/office/powerpoint/2012/main">
        <p15:guide id="1" pos="3727">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37CCCAD9-9256-CF6B-F4ED-9A34A4CA118B}"/>
              </a:ext>
            </a:extLst>
          </p:cNvPr>
          <p:cNvSpPr>
            <a:spLocks noGrp="1"/>
          </p:cNvSpPr>
          <p:nvPr>
            <p:ph type="pic" sz="quarter" idx="11"/>
          </p:nvPr>
        </p:nvSpPr>
        <p:spPr>
          <a:xfrm>
            <a:off x="8121330" y="0"/>
            <a:ext cx="4070667" cy="6858000"/>
          </a:xfrm>
          <a:solidFill>
            <a:schemeClr val="tx1"/>
          </a:solidFill>
        </p:spPr>
        <p:txBody>
          <a:bodyPr/>
          <a:lstStyle/>
          <a:p>
            <a:r>
              <a:rPr lang="en-GB"/>
              <a:t>Click icon to add picture</a:t>
            </a:r>
          </a:p>
        </p:txBody>
      </p:sp>
      <p:sp>
        <p:nvSpPr>
          <p:cNvPr id="2" name="Title 1">
            <a:extLst>
              <a:ext uri="{FF2B5EF4-FFF2-40B4-BE49-F238E27FC236}">
                <a16:creationId xmlns:a16="http://schemas.microsoft.com/office/drawing/2014/main" id="{4D5AB824-8E31-DCCB-7816-8C043272CE1A}"/>
              </a:ext>
            </a:extLst>
          </p:cNvPr>
          <p:cNvSpPr>
            <a:spLocks noGrp="1"/>
          </p:cNvSpPr>
          <p:nvPr>
            <p:ph type="title"/>
          </p:nvPr>
        </p:nvSpPr>
        <p:spPr>
          <a:xfrm>
            <a:off x="360000" y="536576"/>
            <a:ext cx="7485623" cy="661987"/>
          </a:xfrm>
        </p:spPr>
        <p:txBody>
          <a:bodyPr/>
          <a:lstStyle/>
          <a:p>
            <a:r>
              <a:rPr lang="en-GB"/>
              <a:t>Click to edit Master title style</a:t>
            </a:r>
          </a:p>
        </p:txBody>
      </p:sp>
      <p:sp>
        <p:nvSpPr>
          <p:cNvPr id="3" name="Footer Placeholder 2">
            <a:extLst>
              <a:ext uri="{FF2B5EF4-FFF2-40B4-BE49-F238E27FC236}">
                <a16:creationId xmlns:a16="http://schemas.microsoft.com/office/drawing/2014/main" id="{304F5DB0-C987-FA9A-46F5-2520A0BA1DF6}"/>
              </a:ext>
            </a:extLst>
          </p:cNvPr>
          <p:cNvSpPr>
            <a:spLocks noGrp="1"/>
          </p:cNvSpPr>
          <p:nvPr>
            <p:ph type="ftr" sz="quarter" idx="10"/>
          </p:nvPr>
        </p:nvSpPr>
        <p:spPr>
          <a:xfrm>
            <a:off x="675937" y="6321425"/>
            <a:ext cx="7368606" cy="367612"/>
          </a:xfrm>
        </p:spPr>
        <p:txBody>
          <a:bodyPr/>
          <a:lstStyle/>
          <a:p>
            <a:endParaRPr lang="en-GB"/>
          </a:p>
        </p:txBody>
      </p:sp>
      <p:cxnSp>
        <p:nvCxnSpPr>
          <p:cNvPr id="5" name="Straight Connector 4">
            <a:extLst>
              <a:ext uri="{FF2B5EF4-FFF2-40B4-BE49-F238E27FC236}">
                <a16:creationId xmlns:a16="http://schemas.microsoft.com/office/drawing/2014/main" id="{0FF2B470-6416-ED2A-CEE1-47942FB5C702}"/>
              </a:ext>
            </a:extLst>
          </p:cNvPr>
          <p:cNvCxnSpPr>
            <a:cxnSpLocks/>
          </p:cNvCxnSpPr>
          <p:nvPr userDrawn="1"/>
        </p:nvCxnSpPr>
        <p:spPr bwMode="gray">
          <a:xfrm>
            <a:off x="2743200" y="3722766"/>
            <a:ext cx="0" cy="2160911"/>
          </a:xfrm>
          <a:prstGeom prst="line">
            <a:avLst/>
          </a:prstGeom>
          <a:ln w="1270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5EF2DE82-B254-EDE8-E7C8-B2A811AE61DB}"/>
              </a:ext>
            </a:extLst>
          </p:cNvPr>
          <p:cNvCxnSpPr>
            <a:cxnSpLocks/>
          </p:cNvCxnSpPr>
          <p:nvPr userDrawn="1"/>
        </p:nvCxnSpPr>
        <p:spPr bwMode="gray">
          <a:xfrm>
            <a:off x="5448300" y="3722766"/>
            <a:ext cx="0" cy="2160911"/>
          </a:xfrm>
          <a:prstGeom prst="line">
            <a:avLst/>
          </a:prstGeom>
          <a:ln w="1270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8" name="Text Placeholder 6">
            <a:extLst>
              <a:ext uri="{FF2B5EF4-FFF2-40B4-BE49-F238E27FC236}">
                <a16:creationId xmlns:a16="http://schemas.microsoft.com/office/drawing/2014/main" id="{A7D2A3A8-4263-816F-EB8C-E298B2B1CAF7}"/>
              </a:ext>
            </a:extLst>
          </p:cNvPr>
          <p:cNvSpPr>
            <a:spLocks noGrp="1"/>
          </p:cNvSpPr>
          <p:nvPr>
            <p:ph type="body" sz="quarter" idx="12" hasCustomPrompt="1"/>
          </p:nvPr>
        </p:nvSpPr>
        <p:spPr>
          <a:xfrm>
            <a:off x="360364" y="207165"/>
            <a:ext cx="7485260" cy="178593"/>
          </a:xfrm>
          <a:prstGeom prst="rect">
            <a:avLst/>
          </a:prstGeom>
        </p:spPr>
        <p:txBody>
          <a:bodyPr anchor="b"/>
          <a:lstStyle>
            <a:lvl1pPr marL="0" indent="0" rtl="0">
              <a:buNone/>
              <a:defRPr sz="1200" cap="all" baseline="0">
                <a:solidFill>
                  <a:schemeClr val="tx2">
                    <a:lumMod val="60000"/>
                    <a:lumOff val="40000"/>
                  </a:schemeClr>
                </a:solidFill>
                <a:latin typeface="+mj-lt"/>
              </a:defRPr>
            </a:lvl1pPr>
          </a:lstStyle>
          <a:p>
            <a:pPr lvl="0"/>
            <a:r>
              <a:rPr lang="en-GB"/>
              <a:t>Click to edit chapter text</a:t>
            </a:r>
          </a:p>
        </p:txBody>
      </p:sp>
      <p:sp>
        <p:nvSpPr>
          <p:cNvPr id="19" name="Text Placeholder 11">
            <a:extLst>
              <a:ext uri="{FF2B5EF4-FFF2-40B4-BE49-F238E27FC236}">
                <a16:creationId xmlns:a16="http://schemas.microsoft.com/office/drawing/2014/main" id="{2EA70141-D634-DDAE-7CDD-3D62AA17E329}"/>
              </a:ext>
            </a:extLst>
          </p:cNvPr>
          <p:cNvSpPr>
            <a:spLocks noGrp="1"/>
          </p:cNvSpPr>
          <p:nvPr>
            <p:ph type="body" sz="quarter" idx="13"/>
          </p:nvPr>
        </p:nvSpPr>
        <p:spPr>
          <a:xfrm>
            <a:off x="360364" y="1557339"/>
            <a:ext cx="7485260" cy="1577896"/>
          </a:xfrm>
          <a:prstGeom prst="rect">
            <a:avLst/>
          </a:prstGeom>
        </p:spPr>
        <p:txBody>
          <a:bodyPr/>
          <a:lstStyle>
            <a:lvl1pPr rtl="0">
              <a:defRPr/>
            </a:lvl1pPr>
            <a:lvl2pPr rtl="0">
              <a:defRPr/>
            </a:lvl2pPr>
            <a:lvl3pPr rtl="0">
              <a:defRPr/>
            </a:lvl3pPr>
            <a:lvl4pPr rtl="0">
              <a:defRPr/>
            </a:lvl4pPr>
            <a:lvl5pPr rtl="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3" name="Text Placeholder 22">
            <a:extLst>
              <a:ext uri="{FF2B5EF4-FFF2-40B4-BE49-F238E27FC236}">
                <a16:creationId xmlns:a16="http://schemas.microsoft.com/office/drawing/2014/main" id="{7A040119-EDAD-89B4-AF59-D7794C22A7A0}"/>
              </a:ext>
            </a:extLst>
          </p:cNvPr>
          <p:cNvSpPr>
            <a:spLocks noGrp="1"/>
          </p:cNvSpPr>
          <p:nvPr>
            <p:ph type="body" sz="quarter" idx="14"/>
          </p:nvPr>
        </p:nvSpPr>
        <p:spPr>
          <a:xfrm>
            <a:off x="360364" y="3357563"/>
            <a:ext cx="2107130" cy="27495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4" name="Text Placeholder 22">
            <a:extLst>
              <a:ext uri="{FF2B5EF4-FFF2-40B4-BE49-F238E27FC236}">
                <a16:creationId xmlns:a16="http://schemas.microsoft.com/office/drawing/2014/main" id="{74FCE1E1-5E79-19AD-8917-8F4D4D6BE63F}"/>
              </a:ext>
            </a:extLst>
          </p:cNvPr>
          <p:cNvSpPr>
            <a:spLocks noGrp="1"/>
          </p:cNvSpPr>
          <p:nvPr>
            <p:ph type="body" sz="quarter" idx="15"/>
          </p:nvPr>
        </p:nvSpPr>
        <p:spPr>
          <a:xfrm>
            <a:off x="3060021" y="3357563"/>
            <a:ext cx="2140374" cy="27495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5" name="Text Placeholder 22">
            <a:extLst>
              <a:ext uri="{FF2B5EF4-FFF2-40B4-BE49-F238E27FC236}">
                <a16:creationId xmlns:a16="http://schemas.microsoft.com/office/drawing/2014/main" id="{59532641-4A59-C098-AD86-DD47DC3D23C1}"/>
              </a:ext>
            </a:extLst>
          </p:cNvPr>
          <p:cNvSpPr>
            <a:spLocks noGrp="1"/>
          </p:cNvSpPr>
          <p:nvPr>
            <p:ph type="body" sz="quarter" idx="16"/>
          </p:nvPr>
        </p:nvSpPr>
        <p:spPr>
          <a:xfrm>
            <a:off x="5705249" y="3357563"/>
            <a:ext cx="2140374" cy="27495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6" name="Slide Number Placeholder 3">
            <a:extLst>
              <a:ext uri="{FF2B5EF4-FFF2-40B4-BE49-F238E27FC236}">
                <a16:creationId xmlns:a16="http://schemas.microsoft.com/office/drawing/2014/main" id="{8EAFDB7A-387F-173C-A81F-BF4D9ACD20C7}"/>
              </a:ext>
            </a:extLst>
          </p:cNvPr>
          <p:cNvSpPr>
            <a:spLocks noGrp="1"/>
          </p:cNvSpPr>
          <p:nvPr>
            <p:ph type="sldNum" sz="quarter" idx="17"/>
          </p:nvPr>
        </p:nvSpPr>
        <p:spPr>
          <a:xfrm>
            <a:off x="11126972" y="6317863"/>
            <a:ext cx="704666" cy="181362"/>
          </a:xfrm>
          <a:prstGeom prst="rect">
            <a:avLst/>
          </a:prstGeom>
          <a:noFill/>
        </p:spPr>
        <p:txBody>
          <a:bodyPr vert="horz" lIns="0" tIns="0" rIns="0" bIns="0" rtlCol="0" anchor="b">
            <a:noAutofit/>
          </a:bodyPr>
          <a:lstStyle>
            <a:defPPr>
              <a:defRPr lang="en-US"/>
            </a:defPPr>
            <a:lvl1pPr marL="0" algn="r" defTabSz="914400" rtl="0" eaLnBrk="1" latinLnBrk="0" hangingPunct="1">
              <a:defRPr sz="10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0BE2C1E-995C-4121-AD26-7DE6C74EE600}" type="slidenum">
              <a:rPr lang="en-GB" smtClean="0"/>
              <a:pPr/>
              <a:t>‹#›</a:t>
            </a:fld>
            <a:endParaRPr lang="en-GB"/>
          </a:p>
        </p:txBody>
      </p:sp>
    </p:spTree>
    <p:extLst>
      <p:ext uri="{BB962C8B-B14F-4D97-AF65-F5344CB8AC3E}">
        <p14:creationId xmlns:p14="http://schemas.microsoft.com/office/powerpoint/2010/main" val="2973443606"/>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CV">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FC6C5F2-0587-E71A-6AF6-1C672CE4AFE7}"/>
              </a:ext>
            </a:extLst>
          </p:cNvPr>
          <p:cNvSpPr/>
          <p:nvPr userDrawn="1"/>
        </p:nvSpPr>
        <p:spPr bwMode="gray">
          <a:xfrm>
            <a:off x="-5419" y="0"/>
            <a:ext cx="383120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GB" sz="1400"/>
          </a:p>
        </p:txBody>
      </p:sp>
      <p:sp>
        <p:nvSpPr>
          <p:cNvPr id="5" name="Footer Placeholder 5">
            <a:extLst>
              <a:ext uri="{FF2B5EF4-FFF2-40B4-BE49-F238E27FC236}">
                <a16:creationId xmlns:a16="http://schemas.microsoft.com/office/drawing/2014/main" id="{E8D38161-7E77-5DB9-F2CC-E33C2846AECE}"/>
              </a:ext>
            </a:extLst>
          </p:cNvPr>
          <p:cNvSpPr>
            <a:spLocks noGrp="1"/>
          </p:cNvSpPr>
          <p:nvPr>
            <p:ph type="ftr" sz="quarter" idx="11"/>
          </p:nvPr>
        </p:nvSpPr>
        <p:spPr>
          <a:xfrm>
            <a:off x="4045397" y="6321425"/>
            <a:ext cx="6718396" cy="367612"/>
          </a:xfrm>
        </p:spPr>
        <p:txBody>
          <a:bodyPr/>
          <a:lstStyle/>
          <a:p>
            <a:endParaRPr lang="en-US"/>
          </a:p>
        </p:txBody>
      </p:sp>
      <p:pic>
        <p:nvPicPr>
          <p:cNvPr id="6" name="Logo-white">
            <a:extLst>
              <a:ext uri="{FF2B5EF4-FFF2-40B4-BE49-F238E27FC236}">
                <a16:creationId xmlns:a16="http://schemas.microsoft.com/office/drawing/2014/main" id="{47D0D993-0553-6A5C-25AB-EFCBE9B5B82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1334902" y="216000"/>
            <a:ext cx="646728" cy="763199"/>
          </a:xfrm>
          <a:prstGeom prst="rect">
            <a:avLst/>
          </a:prstGeom>
        </p:spPr>
      </p:pic>
      <p:sp>
        <p:nvSpPr>
          <p:cNvPr id="7" name="Picture Placeholder 14">
            <a:extLst>
              <a:ext uri="{FF2B5EF4-FFF2-40B4-BE49-F238E27FC236}">
                <a16:creationId xmlns:a16="http://schemas.microsoft.com/office/drawing/2014/main" id="{EBE17BB3-EF85-EA2E-4187-BC13B34E4A47}"/>
              </a:ext>
            </a:extLst>
          </p:cNvPr>
          <p:cNvSpPr>
            <a:spLocks noGrp="1"/>
          </p:cNvSpPr>
          <p:nvPr>
            <p:ph type="pic" sz="quarter" idx="13" hasCustomPrompt="1"/>
          </p:nvPr>
        </p:nvSpPr>
        <p:spPr>
          <a:xfrm>
            <a:off x="360000" y="360000"/>
            <a:ext cx="827999" cy="827999"/>
          </a:xfrm>
          <a:prstGeom prst="ellipse">
            <a:avLst/>
          </a:prstGeom>
          <a:solidFill>
            <a:schemeClr val="bg1"/>
          </a:solidFill>
        </p:spPr>
        <p:txBody>
          <a:bodyPr/>
          <a:lstStyle>
            <a:lvl1pPr marL="0" indent="0" algn="ctr">
              <a:buNone/>
              <a:defRPr sz="1200"/>
            </a:lvl1pPr>
          </a:lstStyle>
          <a:p>
            <a:r>
              <a:rPr lang="en-GB"/>
              <a:t>Profile Picture</a:t>
            </a:r>
          </a:p>
        </p:txBody>
      </p:sp>
      <p:sp>
        <p:nvSpPr>
          <p:cNvPr id="11" name="Text Placeholder 28">
            <a:extLst>
              <a:ext uri="{FF2B5EF4-FFF2-40B4-BE49-F238E27FC236}">
                <a16:creationId xmlns:a16="http://schemas.microsoft.com/office/drawing/2014/main" id="{FFA551A1-BF35-C39C-8697-CB1E9345E642}"/>
              </a:ext>
            </a:extLst>
          </p:cNvPr>
          <p:cNvSpPr>
            <a:spLocks noGrp="1"/>
          </p:cNvSpPr>
          <p:nvPr>
            <p:ph type="body" sz="quarter" idx="15" hasCustomPrompt="1"/>
          </p:nvPr>
        </p:nvSpPr>
        <p:spPr>
          <a:xfrm>
            <a:off x="360000" y="1702992"/>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12" name="TextBox 11">
            <a:extLst>
              <a:ext uri="{FF2B5EF4-FFF2-40B4-BE49-F238E27FC236}">
                <a16:creationId xmlns:a16="http://schemas.microsoft.com/office/drawing/2014/main" id="{5DD36D57-5269-61F2-B19F-1F6BB9536DE8}"/>
              </a:ext>
            </a:extLst>
          </p:cNvPr>
          <p:cNvSpPr txBox="1"/>
          <p:nvPr userDrawn="1"/>
        </p:nvSpPr>
        <p:spPr bwMode="gray">
          <a:xfrm>
            <a:off x="360000" y="1423646"/>
            <a:ext cx="1728192" cy="21409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GB" sz="1050">
                <a:solidFill>
                  <a:schemeClr val="bg1"/>
                </a:solidFill>
                <a:latin typeface="+mj-lt"/>
              </a:rPr>
              <a:t>Experience</a:t>
            </a:r>
            <a:endParaRPr lang="en-GB" sz="1400">
              <a:solidFill>
                <a:schemeClr val="bg1"/>
              </a:solidFill>
              <a:latin typeface="+mj-lt"/>
            </a:endParaRPr>
          </a:p>
        </p:txBody>
      </p:sp>
      <p:sp>
        <p:nvSpPr>
          <p:cNvPr id="13" name="Text Placeholder 28">
            <a:extLst>
              <a:ext uri="{FF2B5EF4-FFF2-40B4-BE49-F238E27FC236}">
                <a16:creationId xmlns:a16="http://schemas.microsoft.com/office/drawing/2014/main" id="{95C386AA-BD58-3018-CD73-1889351A6020}"/>
              </a:ext>
            </a:extLst>
          </p:cNvPr>
          <p:cNvSpPr>
            <a:spLocks noGrp="1"/>
          </p:cNvSpPr>
          <p:nvPr>
            <p:ph type="body" sz="quarter" idx="16" hasCustomPrompt="1"/>
          </p:nvPr>
        </p:nvSpPr>
        <p:spPr>
          <a:xfrm>
            <a:off x="1318063" y="1698131"/>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r>
              <a:rPr lang="en-US"/>
              <a:t>Company</a:t>
            </a:r>
            <a:endParaRPr lang="en-GB"/>
          </a:p>
        </p:txBody>
      </p:sp>
      <p:sp>
        <p:nvSpPr>
          <p:cNvPr id="14" name="Text Placeholder 28">
            <a:extLst>
              <a:ext uri="{FF2B5EF4-FFF2-40B4-BE49-F238E27FC236}">
                <a16:creationId xmlns:a16="http://schemas.microsoft.com/office/drawing/2014/main" id="{8A736D33-7C4D-BC9E-6A16-FE42C1380200}"/>
              </a:ext>
            </a:extLst>
          </p:cNvPr>
          <p:cNvSpPr>
            <a:spLocks noGrp="1"/>
          </p:cNvSpPr>
          <p:nvPr>
            <p:ph type="body" sz="quarter" idx="17" hasCustomPrompt="1"/>
          </p:nvPr>
        </p:nvSpPr>
        <p:spPr>
          <a:xfrm>
            <a:off x="1318063" y="1883242"/>
            <a:ext cx="2412000" cy="180000"/>
          </a:xfrm>
        </p:spPr>
        <p:txBody>
          <a:bodyPr anchor="ctr"/>
          <a:lstStyle>
            <a:lvl1pPr marL="0" indent="0">
              <a:lnSpc>
                <a:spcPct val="100000"/>
              </a:lnSpc>
              <a:spcBef>
                <a:spcPct val="0"/>
              </a:spcBef>
              <a:buNone/>
              <a:defRPr sz="1000" i="0">
                <a:solidFill>
                  <a:schemeClr val="bg1"/>
                </a:solidFill>
              </a:defRPr>
            </a:lvl1pPr>
          </a:lstStyle>
          <a:p>
            <a:pPr lvl="0"/>
            <a:r>
              <a:rPr lang="en-US"/>
              <a:t>Position</a:t>
            </a:r>
            <a:endParaRPr lang="en-GB"/>
          </a:p>
        </p:txBody>
      </p:sp>
      <p:sp>
        <p:nvSpPr>
          <p:cNvPr id="15" name="Text Placeholder 28">
            <a:extLst>
              <a:ext uri="{FF2B5EF4-FFF2-40B4-BE49-F238E27FC236}">
                <a16:creationId xmlns:a16="http://schemas.microsoft.com/office/drawing/2014/main" id="{61A79F10-4485-A613-9A8B-563723845ED9}"/>
              </a:ext>
            </a:extLst>
          </p:cNvPr>
          <p:cNvSpPr>
            <a:spLocks noGrp="1"/>
          </p:cNvSpPr>
          <p:nvPr>
            <p:ph type="body" sz="quarter" idx="18" hasCustomPrompt="1"/>
          </p:nvPr>
        </p:nvSpPr>
        <p:spPr>
          <a:xfrm>
            <a:off x="1435999" y="537937"/>
            <a:ext cx="2304000" cy="180000"/>
          </a:xfrm>
        </p:spPr>
        <p:txBody>
          <a:bodyPr anchor="ctr"/>
          <a:lstStyle>
            <a:lvl1pPr marL="0" indent="0">
              <a:lnSpc>
                <a:spcPct val="100000"/>
              </a:lnSpc>
              <a:spcBef>
                <a:spcPct val="0"/>
              </a:spcBef>
              <a:buNone/>
              <a:defRPr sz="1200" cap="all" baseline="0">
                <a:solidFill>
                  <a:schemeClr val="bg1"/>
                </a:solidFill>
                <a:latin typeface="+mj-lt"/>
              </a:defRPr>
            </a:lvl1pPr>
          </a:lstStyle>
          <a:p>
            <a:pPr lvl="0"/>
            <a:r>
              <a:rPr lang="en-US"/>
              <a:t>Name</a:t>
            </a:r>
            <a:endParaRPr lang="en-GB"/>
          </a:p>
        </p:txBody>
      </p:sp>
      <p:sp>
        <p:nvSpPr>
          <p:cNvPr id="16" name="Text Placeholder 28">
            <a:extLst>
              <a:ext uri="{FF2B5EF4-FFF2-40B4-BE49-F238E27FC236}">
                <a16:creationId xmlns:a16="http://schemas.microsoft.com/office/drawing/2014/main" id="{270F4BB3-DCE3-9B02-3232-62F61B331EAC}"/>
              </a:ext>
            </a:extLst>
          </p:cNvPr>
          <p:cNvSpPr>
            <a:spLocks noGrp="1"/>
          </p:cNvSpPr>
          <p:nvPr>
            <p:ph type="body" sz="quarter" idx="19" hasCustomPrompt="1"/>
          </p:nvPr>
        </p:nvSpPr>
        <p:spPr>
          <a:xfrm>
            <a:off x="1435999" y="791602"/>
            <a:ext cx="2304000" cy="180000"/>
          </a:xfrm>
        </p:spPr>
        <p:txBody>
          <a:bodyPr anchor="ctr"/>
          <a:lstStyle>
            <a:lvl1pPr marL="0" indent="0">
              <a:lnSpc>
                <a:spcPct val="100000"/>
              </a:lnSpc>
              <a:spcBef>
                <a:spcPct val="0"/>
              </a:spcBef>
              <a:buNone/>
              <a:defRPr sz="1050">
                <a:solidFill>
                  <a:schemeClr val="bg1"/>
                </a:solidFill>
              </a:defRPr>
            </a:lvl1pPr>
          </a:lstStyle>
          <a:p>
            <a:pPr lvl="0"/>
            <a:r>
              <a:rPr lang="en-US"/>
              <a:t>Position</a:t>
            </a:r>
            <a:endParaRPr lang="en-GB"/>
          </a:p>
        </p:txBody>
      </p:sp>
      <p:sp>
        <p:nvSpPr>
          <p:cNvPr id="17" name="Text Placeholder 28">
            <a:extLst>
              <a:ext uri="{FF2B5EF4-FFF2-40B4-BE49-F238E27FC236}">
                <a16:creationId xmlns:a16="http://schemas.microsoft.com/office/drawing/2014/main" id="{D000A76F-39EB-4717-E0DF-0035401C2A75}"/>
              </a:ext>
            </a:extLst>
          </p:cNvPr>
          <p:cNvSpPr>
            <a:spLocks noGrp="1"/>
          </p:cNvSpPr>
          <p:nvPr>
            <p:ph type="body" sz="quarter" idx="20" hasCustomPrompt="1"/>
          </p:nvPr>
        </p:nvSpPr>
        <p:spPr>
          <a:xfrm>
            <a:off x="360000" y="2127609"/>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18" name="Text Placeholder 28">
            <a:extLst>
              <a:ext uri="{FF2B5EF4-FFF2-40B4-BE49-F238E27FC236}">
                <a16:creationId xmlns:a16="http://schemas.microsoft.com/office/drawing/2014/main" id="{10BE93CF-7A28-8287-E2C8-BEEFF2A3D430}"/>
              </a:ext>
            </a:extLst>
          </p:cNvPr>
          <p:cNvSpPr>
            <a:spLocks noGrp="1"/>
          </p:cNvSpPr>
          <p:nvPr>
            <p:ph type="body" sz="quarter" idx="21" hasCustomPrompt="1"/>
          </p:nvPr>
        </p:nvSpPr>
        <p:spPr>
          <a:xfrm>
            <a:off x="1318063" y="2123699"/>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r>
              <a:rPr lang="en-US"/>
              <a:t>Company</a:t>
            </a:r>
            <a:endParaRPr lang="en-GB"/>
          </a:p>
        </p:txBody>
      </p:sp>
      <p:sp>
        <p:nvSpPr>
          <p:cNvPr id="19" name="Text Placeholder 28">
            <a:extLst>
              <a:ext uri="{FF2B5EF4-FFF2-40B4-BE49-F238E27FC236}">
                <a16:creationId xmlns:a16="http://schemas.microsoft.com/office/drawing/2014/main" id="{5DF6128E-43D9-ADFD-6D9D-FBB0DE71CB3B}"/>
              </a:ext>
            </a:extLst>
          </p:cNvPr>
          <p:cNvSpPr>
            <a:spLocks noGrp="1"/>
          </p:cNvSpPr>
          <p:nvPr>
            <p:ph type="body" sz="quarter" idx="22" hasCustomPrompt="1"/>
          </p:nvPr>
        </p:nvSpPr>
        <p:spPr>
          <a:xfrm>
            <a:off x="1318063" y="2306603"/>
            <a:ext cx="2412000" cy="180000"/>
          </a:xfrm>
        </p:spPr>
        <p:txBody>
          <a:bodyPr anchor="ctr"/>
          <a:lstStyle>
            <a:lvl1pPr marL="0" indent="0">
              <a:lnSpc>
                <a:spcPct val="100000"/>
              </a:lnSpc>
              <a:spcBef>
                <a:spcPct val="0"/>
              </a:spcBef>
              <a:buNone/>
              <a:defRPr sz="1000" i="0">
                <a:solidFill>
                  <a:schemeClr val="bg1"/>
                </a:solidFill>
              </a:defRPr>
            </a:lvl1pPr>
          </a:lstStyle>
          <a:p>
            <a:pPr lvl="0"/>
            <a:r>
              <a:rPr lang="en-US"/>
              <a:t>Position</a:t>
            </a:r>
            <a:endParaRPr lang="en-GB"/>
          </a:p>
        </p:txBody>
      </p:sp>
      <p:sp>
        <p:nvSpPr>
          <p:cNvPr id="20" name="Text Placeholder 28">
            <a:extLst>
              <a:ext uri="{FF2B5EF4-FFF2-40B4-BE49-F238E27FC236}">
                <a16:creationId xmlns:a16="http://schemas.microsoft.com/office/drawing/2014/main" id="{A9C99A24-736F-B0C4-D508-E38BEEF31087}"/>
              </a:ext>
            </a:extLst>
          </p:cNvPr>
          <p:cNvSpPr>
            <a:spLocks noGrp="1"/>
          </p:cNvSpPr>
          <p:nvPr>
            <p:ph type="body" sz="quarter" idx="23" hasCustomPrompt="1"/>
          </p:nvPr>
        </p:nvSpPr>
        <p:spPr>
          <a:xfrm>
            <a:off x="360000" y="2552226"/>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21" name="Text Placeholder 28">
            <a:extLst>
              <a:ext uri="{FF2B5EF4-FFF2-40B4-BE49-F238E27FC236}">
                <a16:creationId xmlns:a16="http://schemas.microsoft.com/office/drawing/2014/main" id="{D26F8804-7260-2EE7-762E-88F6FFED7F58}"/>
              </a:ext>
            </a:extLst>
          </p:cNvPr>
          <p:cNvSpPr>
            <a:spLocks noGrp="1"/>
          </p:cNvSpPr>
          <p:nvPr>
            <p:ph type="body" sz="quarter" idx="24" hasCustomPrompt="1"/>
          </p:nvPr>
        </p:nvSpPr>
        <p:spPr>
          <a:xfrm>
            <a:off x="1318063" y="2548316"/>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r>
              <a:rPr lang="en-US"/>
              <a:t>Company</a:t>
            </a:r>
            <a:endParaRPr lang="en-GB"/>
          </a:p>
        </p:txBody>
      </p:sp>
      <p:sp>
        <p:nvSpPr>
          <p:cNvPr id="22" name="Text Placeholder 28">
            <a:extLst>
              <a:ext uri="{FF2B5EF4-FFF2-40B4-BE49-F238E27FC236}">
                <a16:creationId xmlns:a16="http://schemas.microsoft.com/office/drawing/2014/main" id="{222390F0-B5A4-FAA4-9BA3-B36823B00F0C}"/>
              </a:ext>
            </a:extLst>
          </p:cNvPr>
          <p:cNvSpPr>
            <a:spLocks noGrp="1"/>
          </p:cNvSpPr>
          <p:nvPr>
            <p:ph type="body" sz="quarter" idx="25" hasCustomPrompt="1"/>
          </p:nvPr>
        </p:nvSpPr>
        <p:spPr>
          <a:xfrm>
            <a:off x="1318063" y="2732885"/>
            <a:ext cx="2412000" cy="180000"/>
          </a:xfrm>
        </p:spPr>
        <p:txBody>
          <a:bodyPr anchor="ctr"/>
          <a:lstStyle>
            <a:lvl1pPr marL="0" indent="0">
              <a:lnSpc>
                <a:spcPct val="100000"/>
              </a:lnSpc>
              <a:spcBef>
                <a:spcPct val="0"/>
              </a:spcBef>
              <a:buNone/>
              <a:defRPr sz="1000" i="0">
                <a:solidFill>
                  <a:schemeClr val="bg1"/>
                </a:solidFill>
              </a:defRPr>
            </a:lvl1pPr>
          </a:lstStyle>
          <a:p>
            <a:pPr lvl="0"/>
            <a:r>
              <a:rPr lang="en-US"/>
              <a:t>Position</a:t>
            </a:r>
            <a:endParaRPr lang="en-GB"/>
          </a:p>
        </p:txBody>
      </p:sp>
      <p:sp>
        <p:nvSpPr>
          <p:cNvPr id="23" name="Text Placeholder 28">
            <a:extLst>
              <a:ext uri="{FF2B5EF4-FFF2-40B4-BE49-F238E27FC236}">
                <a16:creationId xmlns:a16="http://schemas.microsoft.com/office/drawing/2014/main" id="{4C68694E-316F-1EAB-24F0-1A922F5B2ED3}"/>
              </a:ext>
            </a:extLst>
          </p:cNvPr>
          <p:cNvSpPr>
            <a:spLocks noGrp="1"/>
          </p:cNvSpPr>
          <p:nvPr>
            <p:ph type="body" sz="quarter" idx="26" hasCustomPrompt="1"/>
          </p:nvPr>
        </p:nvSpPr>
        <p:spPr>
          <a:xfrm>
            <a:off x="360000" y="2976843"/>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24" name="Text Placeholder 28">
            <a:extLst>
              <a:ext uri="{FF2B5EF4-FFF2-40B4-BE49-F238E27FC236}">
                <a16:creationId xmlns:a16="http://schemas.microsoft.com/office/drawing/2014/main" id="{11E85670-20E0-B0D6-67DE-B1377961E2A4}"/>
              </a:ext>
            </a:extLst>
          </p:cNvPr>
          <p:cNvSpPr>
            <a:spLocks noGrp="1"/>
          </p:cNvSpPr>
          <p:nvPr>
            <p:ph type="body" sz="quarter" idx="27" hasCustomPrompt="1"/>
          </p:nvPr>
        </p:nvSpPr>
        <p:spPr>
          <a:xfrm>
            <a:off x="1318063" y="2972933"/>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r>
              <a:rPr lang="en-US"/>
              <a:t>Company</a:t>
            </a:r>
            <a:endParaRPr lang="en-GB"/>
          </a:p>
        </p:txBody>
      </p:sp>
      <p:sp>
        <p:nvSpPr>
          <p:cNvPr id="25" name="Text Placeholder 28">
            <a:extLst>
              <a:ext uri="{FF2B5EF4-FFF2-40B4-BE49-F238E27FC236}">
                <a16:creationId xmlns:a16="http://schemas.microsoft.com/office/drawing/2014/main" id="{EED7AD66-D019-5E6F-7A97-70CE93096925}"/>
              </a:ext>
            </a:extLst>
          </p:cNvPr>
          <p:cNvSpPr>
            <a:spLocks noGrp="1"/>
          </p:cNvSpPr>
          <p:nvPr>
            <p:ph type="body" sz="quarter" idx="28" hasCustomPrompt="1"/>
          </p:nvPr>
        </p:nvSpPr>
        <p:spPr>
          <a:xfrm>
            <a:off x="1318063" y="3154827"/>
            <a:ext cx="2412000" cy="180000"/>
          </a:xfrm>
        </p:spPr>
        <p:txBody>
          <a:bodyPr anchor="ctr"/>
          <a:lstStyle>
            <a:lvl1pPr marL="0" indent="0">
              <a:lnSpc>
                <a:spcPct val="100000"/>
              </a:lnSpc>
              <a:spcBef>
                <a:spcPct val="0"/>
              </a:spcBef>
              <a:buNone/>
              <a:defRPr sz="1000" i="0">
                <a:solidFill>
                  <a:schemeClr val="bg1"/>
                </a:solidFill>
              </a:defRPr>
            </a:lvl1pPr>
          </a:lstStyle>
          <a:p>
            <a:pPr lvl="0"/>
            <a:r>
              <a:rPr lang="en-US"/>
              <a:t>Position</a:t>
            </a:r>
            <a:endParaRPr lang="en-GB"/>
          </a:p>
        </p:txBody>
      </p:sp>
      <p:sp>
        <p:nvSpPr>
          <p:cNvPr id="26" name="Text Placeholder 28">
            <a:extLst>
              <a:ext uri="{FF2B5EF4-FFF2-40B4-BE49-F238E27FC236}">
                <a16:creationId xmlns:a16="http://schemas.microsoft.com/office/drawing/2014/main" id="{2B8FBF66-DFFE-251C-9E2A-4586984D28D1}"/>
              </a:ext>
            </a:extLst>
          </p:cNvPr>
          <p:cNvSpPr>
            <a:spLocks noGrp="1"/>
          </p:cNvSpPr>
          <p:nvPr>
            <p:ph type="body" sz="quarter" idx="29" hasCustomPrompt="1"/>
          </p:nvPr>
        </p:nvSpPr>
        <p:spPr>
          <a:xfrm>
            <a:off x="360000" y="3401460"/>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27" name="Text Placeholder 28">
            <a:extLst>
              <a:ext uri="{FF2B5EF4-FFF2-40B4-BE49-F238E27FC236}">
                <a16:creationId xmlns:a16="http://schemas.microsoft.com/office/drawing/2014/main" id="{4C5DA838-4784-63F5-90D3-F935B5EC2526}"/>
              </a:ext>
            </a:extLst>
          </p:cNvPr>
          <p:cNvSpPr>
            <a:spLocks noGrp="1"/>
          </p:cNvSpPr>
          <p:nvPr>
            <p:ph type="body" sz="quarter" idx="30" hasCustomPrompt="1"/>
          </p:nvPr>
        </p:nvSpPr>
        <p:spPr>
          <a:xfrm>
            <a:off x="1318063" y="3397550"/>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r>
              <a:rPr lang="en-US"/>
              <a:t>Company</a:t>
            </a:r>
            <a:endParaRPr lang="en-GB"/>
          </a:p>
        </p:txBody>
      </p:sp>
      <p:sp>
        <p:nvSpPr>
          <p:cNvPr id="28" name="Text Placeholder 28">
            <a:extLst>
              <a:ext uri="{FF2B5EF4-FFF2-40B4-BE49-F238E27FC236}">
                <a16:creationId xmlns:a16="http://schemas.microsoft.com/office/drawing/2014/main" id="{D3AA768A-2A3D-272F-11D7-C36415A148D0}"/>
              </a:ext>
            </a:extLst>
          </p:cNvPr>
          <p:cNvSpPr>
            <a:spLocks noGrp="1"/>
          </p:cNvSpPr>
          <p:nvPr>
            <p:ph type="body" sz="quarter" idx="31" hasCustomPrompt="1"/>
          </p:nvPr>
        </p:nvSpPr>
        <p:spPr>
          <a:xfrm>
            <a:off x="1318063" y="3579442"/>
            <a:ext cx="2412000" cy="180000"/>
          </a:xfrm>
        </p:spPr>
        <p:txBody>
          <a:bodyPr anchor="ctr"/>
          <a:lstStyle>
            <a:lvl1pPr marL="0" indent="0">
              <a:lnSpc>
                <a:spcPct val="100000"/>
              </a:lnSpc>
              <a:spcBef>
                <a:spcPct val="0"/>
              </a:spcBef>
              <a:buNone/>
              <a:defRPr sz="1000" i="0">
                <a:solidFill>
                  <a:schemeClr val="bg1"/>
                </a:solidFill>
              </a:defRPr>
            </a:lvl1pPr>
          </a:lstStyle>
          <a:p>
            <a:pPr lvl="0"/>
            <a:r>
              <a:rPr lang="en-US"/>
              <a:t>Position</a:t>
            </a:r>
            <a:endParaRPr lang="en-GB"/>
          </a:p>
        </p:txBody>
      </p:sp>
      <p:sp>
        <p:nvSpPr>
          <p:cNvPr id="29" name="TextBox 28">
            <a:extLst>
              <a:ext uri="{FF2B5EF4-FFF2-40B4-BE49-F238E27FC236}">
                <a16:creationId xmlns:a16="http://schemas.microsoft.com/office/drawing/2014/main" id="{81F33A88-0CC6-6AC9-55DE-40131965FD14}"/>
              </a:ext>
            </a:extLst>
          </p:cNvPr>
          <p:cNvSpPr txBox="1"/>
          <p:nvPr userDrawn="1"/>
        </p:nvSpPr>
        <p:spPr bwMode="gray">
          <a:xfrm>
            <a:off x="360000" y="4255608"/>
            <a:ext cx="1728192" cy="21409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GB" sz="1050">
                <a:solidFill>
                  <a:schemeClr val="bg1"/>
                </a:solidFill>
                <a:latin typeface="+mj-lt"/>
              </a:rPr>
              <a:t>Education</a:t>
            </a:r>
            <a:endParaRPr lang="en-GB" sz="1400">
              <a:solidFill>
                <a:schemeClr val="bg1"/>
              </a:solidFill>
              <a:latin typeface="+mj-lt"/>
            </a:endParaRPr>
          </a:p>
        </p:txBody>
      </p:sp>
      <p:sp>
        <p:nvSpPr>
          <p:cNvPr id="30" name="Text Placeholder 28">
            <a:extLst>
              <a:ext uri="{FF2B5EF4-FFF2-40B4-BE49-F238E27FC236}">
                <a16:creationId xmlns:a16="http://schemas.microsoft.com/office/drawing/2014/main" id="{D528D76E-A573-F9D9-C601-5FA53C4BBC67}"/>
              </a:ext>
            </a:extLst>
          </p:cNvPr>
          <p:cNvSpPr>
            <a:spLocks noGrp="1"/>
          </p:cNvSpPr>
          <p:nvPr>
            <p:ph type="body" sz="quarter" idx="32" hasCustomPrompt="1"/>
          </p:nvPr>
        </p:nvSpPr>
        <p:spPr>
          <a:xfrm>
            <a:off x="360000" y="3826075"/>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31" name="Text Placeholder 28">
            <a:extLst>
              <a:ext uri="{FF2B5EF4-FFF2-40B4-BE49-F238E27FC236}">
                <a16:creationId xmlns:a16="http://schemas.microsoft.com/office/drawing/2014/main" id="{9D50B0BE-C016-444A-17C9-6E35F13BE504}"/>
              </a:ext>
            </a:extLst>
          </p:cNvPr>
          <p:cNvSpPr>
            <a:spLocks noGrp="1"/>
          </p:cNvSpPr>
          <p:nvPr>
            <p:ph type="body" sz="quarter" idx="33" hasCustomPrompt="1"/>
          </p:nvPr>
        </p:nvSpPr>
        <p:spPr>
          <a:xfrm>
            <a:off x="1318063" y="3822165"/>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r>
              <a:rPr lang="en-US"/>
              <a:t>Company</a:t>
            </a:r>
            <a:endParaRPr lang="en-GB"/>
          </a:p>
        </p:txBody>
      </p:sp>
      <p:sp>
        <p:nvSpPr>
          <p:cNvPr id="32" name="Text Placeholder 28">
            <a:extLst>
              <a:ext uri="{FF2B5EF4-FFF2-40B4-BE49-F238E27FC236}">
                <a16:creationId xmlns:a16="http://schemas.microsoft.com/office/drawing/2014/main" id="{526D5D41-1C3C-76EB-C05D-7E16921435F8}"/>
              </a:ext>
            </a:extLst>
          </p:cNvPr>
          <p:cNvSpPr>
            <a:spLocks noGrp="1"/>
          </p:cNvSpPr>
          <p:nvPr>
            <p:ph type="body" sz="quarter" idx="34" hasCustomPrompt="1"/>
          </p:nvPr>
        </p:nvSpPr>
        <p:spPr>
          <a:xfrm>
            <a:off x="1318063" y="4004435"/>
            <a:ext cx="2412000" cy="180000"/>
          </a:xfrm>
        </p:spPr>
        <p:txBody>
          <a:bodyPr anchor="ctr"/>
          <a:lstStyle>
            <a:lvl1pPr marL="0" indent="0">
              <a:lnSpc>
                <a:spcPct val="100000"/>
              </a:lnSpc>
              <a:spcBef>
                <a:spcPct val="0"/>
              </a:spcBef>
              <a:buNone/>
              <a:defRPr sz="1000" i="0">
                <a:solidFill>
                  <a:schemeClr val="bg1"/>
                </a:solidFill>
              </a:defRPr>
            </a:lvl1pPr>
          </a:lstStyle>
          <a:p>
            <a:pPr lvl="0"/>
            <a:r>
              <a:rPr lang="en-US"/>
              <a:t>Position</a:t>
            </a:r>
            <a:endParaRPr lang="en-GB"/>
          </a:p>
        </p:txBody>
      </p:sp>
      <p:sp>
        <p:nvSpPr>
          <p:cNvPr id="33" name="Text Placeholder 28">
            <a:extLst>
              <a:ext uri="{FF2B5EF4-FFF2-40B4-BE49-F238E27FC236}">
                <a16:creationId xmlns:a16="http://schemas.microsoft.com/office/drawing/2014/main" id="{1DC02364-A753-EDBC-CABA-1B1CC5DC5D2C}"/>
              </a:ext>
            </a:extLst>
          </p:cNvPr>
          <p:cNvSpPr>
            <a:spLocks noGrp="1"/>
          </p:cNvSpPr>
          <p:nvPr>
            <p:ph type="body" sz="quarter" idx="35" hasCustomPrompt="1"/>
          </p:nvPr>
        </p:nvSpPr>
        <p:spPr>
          <a:xfrm>
            <a:off x="360000" y="4534436"/>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34" name="Text Placeholder 28">
            <a:extLst>
              <a:ext uri="{FF2B5EF4-FFF2-40B4-BE49-F238E27FC236}">
                <a16:creationId xmlns:a16="http://schemas.microsoft.com/office/drawing/2014/main" id="{6621A6E0-57E5-2079-BCA4-F78EBDDAF1DA}"/>
              </a:ext>
            </a:extLst>
          </p:cNvPr>
          <p:cNvSpPr>
            <a:spLocks noGrp="1"/>
          </p:cNvSpPr>
          <p:nvPr>
            <p:ph type="body" sz="quarter" idx="36" hasCustomPrompt="1"/>
          </p:nvPr>
        </p:nvSpPr>
        <p:spPr>
          <a:xfrm>
            <a:off x="1301726" y="4530526"/>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r>
              <a:rPr lang="en-US"/>
              <a:t>Degree</a:t>
            </a:r>
            <a:endParaRPr lang="en-GB"/>
          </a:p>
        </p:txBody>
      </p:sp>
      <p:sp>
        <p:nvSpPr>
          <p:cNvPr id="35" name="Text Placeholder 28">
            <a:extLst>
              <a:ext uri="{FF2B5EF4-FFF2-40B4-BE49-F238E27FC236}">
                <a16:creationId xmlns:a16="http://schemas.microsoft.com/office/drawing/2014/main" id="{4DF38E78-DB04-460D-4CAA-F0E43B0D3B42}"/>
              </a:ext>
            </a:extLst>
          </p:cNvPr>
          <p:cNvSpPr>
            <a:spLocks noGrp="1"/>
          </p:cNvSpPr>
          <p:nvPr>
            <p:ph type="body" sz="quarter" idx="37" hasCustomPrompt="1"/>
          </p:nvPr>
        </p:nvSpPr>
        <p:spPr>
          <a:xfrm>
            <a:off x="1301726" y="4712796"/>
            <a:ext cx="2412000" cy="180000"/>
          </a:xfrm>
        </p:spPr>
        <p:txBody>
          <a:bodyPr anchor="ctr"/>
          <a:lstStyle>
            <a:lvl1pPr marL="0" indent="0">
              <a:lnSpc>
                <a:spcPct val="100000"/>
              </a:lnSpc>
              <a:spcBef>
                <a:spcPct val="0"/>
              </a:spcBef>
              <a:buNone/>
              <a:defRPr sz="1000" i="0">
                <a:solidFill>
                  <a:schemeClr val="bg1"/>
                </a:solidFill>
              </a:defRPr>
            </a:lvl1pPr>
          </a:lstStyle>
          <a:p>
            <a:pPr lvl="0"/>
            <a:r>
              <a:rPr lang="en-US"/>
              <a:t>University</a:t>
            </a:r>
            <a:endParaRPr lang="en-GB"/>
          </a:p>
        </p:txBody>
      </p:sp>
      <p:sp>
        <p:nvSpPr>
          <p:cNvPr id="36" name="Text Placeholder 28">
            <a:extLst>
              <a:ext uri="{FF2B5EF4-FFF2-40B4-BE49-F238E27FC236}">
                <a16:creationId xmlns:a16="http://schemas.microsoft.com/office/drawing/2014/main" id="{86F60684-9E1F-4490-3925-5D10C5CE8B08}"/>
              </a:ext>
            </a:extLst>
          </p:cNvPr>
          <p:cNvSpPr>
            <a:spLocks noGrp="1"/>
          </p:cNvSpPr>
          <p:nvPr>
            <p:ph type="body" sz="quarter" idx="38" hasCustomPrompt="1"/>
          </p:nvPr>
        </p:nvSpPr>
        <p:spPr>
          <a:xfrm>
            <a:off x="360000" y="4950211"/>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37" name="Text Placeholder 28">
            <a:extLst>
              <a:ext uri="{FF2B5EF4-FFF2-40B4-BE49-F238E27FC236}">
                <a16:creationId xmlns:a16="http://schemas.microsoft.com/office/drawing/2014/main" id="{8F941659-E09F-20AE-4C67-4EA79AD8B15D}"/>
              </a:ext>
            </a:extLst>
          </p:cNvPr>
          <p:cNvSpPr>
            <a:spLocks noGrp="1"/>
          </p:cNvSpPr>
          <p:nvPr>
            <p:ph type="body" sz="quarter" idx="39" hasCustomPrompt="1"/>
          </p:nvPr>
        </p:nvSpPr>
        <p:spPr>
          <a:xfrm>
            <a:off x="1301726" y="4950211"/>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r>
              <a:rPr lang="en-US"/>
              <a:t>Degree</a:t>
            </a:r>
            <a:endParaRPr lang="en-GB"/>
          </a:p>
        </p:txBody>
      </p:sp>
      <p:sp>
        <p:nvSpPr>
          <p:cNvPr id="38" name="Text Placeholder 28">
            <a:extLst>
              <a:ext uri="{FF2B5EF4-FFF2-40B4-BE49-F238E27FC236}">
                <a16:creationId xmlns:a16="http://schemas.microsoft.com/office/drawing/2014/main" id="{39D0EA40-1271-49EB-AC44-94CD65A31385}"/>
              </a:ext>
            </a:extLst>
          </p:cNvPr>
          <p:cNvSpPr>
            <a:spLocks noGrp="1"/>
          </p:cNvSpPr>
          <p:nvPr>
            <p:ph type="body" sz="quarter" idx="40" hasCustomPrompt="1"/>
          </p:nvPr>
        </p:nvSpPr>
        <p:spPr>
          <a:xfrm>
            <a:off x="1301726" y="5132481"/>
            <a:ext cx="2412000" cy="180000"/>
          </a:xfrm>
        </p:spPr>
        <p:txBody>
          <a:bodyPr anchor="ctr"/>
          <a:lstStyle>
            <a:lvl1pPr marL="0" indent="0">
              <a:lnSpc>
                <a:spcPct val="100000"/>
              </a:lnSpc>
              <a:spcBef>
                <a:spcPct val="0"/>
              </a:spcBef>
              <a:buNone/>
              <a:defRPr sz="1000" i="0">
                <a:solidFill>
                  <a:schemeClr val="bg1"/>
                </a:solidFill>
              </a:defRPr>
            </a:lvl1pPr>
          </a:lstStyle>
          <a:p>
            <a:pPr lvl="0"/>
            <a:r>
              <a:rPr lang="en-US"/>
              <a:t>University</a:t>
            </a:r>
            <a:endParaRPr lang="en-GB"/>
          </a:p>
        </p:txBody>
      </p:sp>
      <p:sp>
        <p:nvSpPr>
          <p:cNvPr id="39" name="Text Placeholder 28">
            <a:extLst>
              <a:ext uri="{FF2B5EF4-FFF2-40B4-BE49-F238E27FC236}">
                <a16:creationId xmlns:a16="http://schemas.microsoft.com/office/drawing/2014/main" id="{D4823A69-87F2-24AF-79E6-6E01DA864357}"/>
              </a:ext>
            </a:extLst>
          </p:cNvPr>
          <p:cNvSpPr>
            <a:spLocks noGrp="1"/>
          </p:cNvSpPr>
          <p:nvPr>
            <p:ph type="body" sz="quarter" idx="41" hasCustomPrompt="1"/>
          </p:nvPr>
        </p:nvSpPr>
        <p:spPr>
          <a:xfrm>
            <a:off x="360000" y="5379382"/>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40" name="Text Placeholder 28">
            <a:extLst>
              <a:ext uri="{FF2B5EF4-FFF2-40B4-BE49-F238E27FC236}">
                <a16:creationId xmlns:a16="http://schemas.microsoft.com/office/drawing/2014/main" id="{BD78FA25-8EEB-1349-AF53-5FB24D7C7604}"/>
              </a:ext>
            </a:extLst>
          </p:cNvPr>
          <p:cNvSpPr>
            <a:spLocks noGrp="1"/>
          </p:cNvSpPr>
          <p:nvPr>
            <p:ph type="body" sz="quarter" idx="42" hasCustomPrompt="1"/>
          </p:nvPr>
        </p:nvSpPr>
        <p:spPr>
          <a:xfrm>
            <a:off x="1301771" y="5379382"/>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r>
              <a:rPr lang="en-US"/>
              <a:t>Degree</a:t>
            </a:r>
            <a:endParaRPr lang="en-GB"/>
          </a:p>
        </p:txBody>
      </p:sp>
      <p:sp>
        <p:nvSpPr>
          <p:cNvPr id="41" name="Text Placeholder 28">
            <a:extLst>
              <a:ext uri="{FF2B5EF4-FFF2-40B4-BE49-F238E27FC236}">
                <a16:creationId xmlns:a16="http://schemas.microsoft.com/office/drawing/2014/main" id="{01C96766-647A-B828-DF52-E9C648145114}"/>
              </a:ext>
            </a:extLst>
          </p:cNvPr>
          <p:cNvSpPr>
            <a:spLocks noGrp="1"/>
          </p:cNvSpPr>
          <p:nvPr>
            <p:ph type="body" sz="quarter" idx="43" hasCustomPrompt="1"/>
          </p:nvPr>
        </p:nvSpPr>
        <p:spPr>
          <a:xfrm>
            <a:off x="1301771" y="5561652"/>
            <a:ext cx="2412000" cy="180000"/>
          </a:xfrm>
        </p:spPr>
        <p:txBody>
          <a:bodyPr anchor="ctr"/>
          <a:lstStyle>
            <a:lvl1pPr marL="0" indent="0">
              <a:lnSpc>
                <a:spcPct val="100000"/>
              </a:lnSpc>
              <a:spcBef>
                <a:spcPct val="0"/>
              </a:spcBef>
              <a:buNone/>
              <a:defRPr sz="1000" i="0">
                <a:solidFill>
                  <a:schemeClr val="bg1"/>
                </a:solidFill>
              </a:defRPr>
            </a:lvl1pPr>
          </a:lstStyle>
          <a:p>
            <a:pPr lvl="0"/>
            <a:r>
              <a:rPr lang="en-US"/>
              <a:t>University</a:t>
            </a:r>
            <a:endParaRPr lang="en-GB"/>
          </a:p>
        </p:txBody>
      </p:sp>
      <p:sp>
        <p:nvSpPr>
          <p:cNvPr id="42" name="Text Placeholder 28">
            <a:extLst>
              <a:ext uri="{FF2B5EF4-FFF2-40B4-BE49-F238E27FC236}">
                <a16:creationId xmlns:a16="http://schemas.microsoft.com/office/drawing/2014/main" id="{AFD2DE3F-C928-B96B-283E-E0541DA833E6}"/>
              </a:ext>
            </a:extLst>
          </p:cNvPr>
          <p:cNvSpPr>
            <a:spLocks noGrp="1"/>
          </p:cNvSpPr>
          <p:nvPr>
            <p:ph type="body" sz="quarter" idx="44" hasCustomPrompt="1"/>
          </p:nvPr>
        </p:nvSpPr>
        <p:spPr>
          <a:xfrm>
            <a:off x="360000" y="5803034"/>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43" name="Text Placeholder 28">
            <a:extLst>
              <a:ext uri="{FF2B5EF4-FFF2-40B4-BE49-F238E27FC236}">
                <a16:creationId xmlns:a16="http://schemas.microsoft.com/office/drawing/2014/main" id="{C7FE8ED1-E3CB-04AA-A14E-44D0612C409E}"/>
              </a:ext>
            </a:extLst>
          </p:cNvPr>
          <p:cNvSpPr>
            <a:spLocks noGrp="1"/>
          </p:cNvSpPr>
          <p:nvPr>
            <p:ph type="body" sz="quarter" idx="45" hasCustomPrompt="1"/>
          </p:nvPr>
        </p:nvSpPr>
        <p:spPr>
          <a:xfrm>
            <a:off x="1301726" y="5803034"/>
            <a:ext cx="2412000" cy="180000"/>
          </a:xfrm>
        </p:spPr>
        <p:txBody>
          <a:bodyPr anchor="ctr"/>
          <a:lstStyle>
            <a:lvl1pPr marL="0" indent="0">
              <a:lnSpc>
                <a:spcPct val="100000"/>
              </a:lnSpc>
              <a:spcBef>
                <a:spcPct val="0"/>
              </a:spcBef>
              <a:buNone/>
              <a:defRPr sz="1000">
                <a:solidFill>
                  <a:schemeClr val="bg1"/>
                </a:solidFill>
                <a:latin typeface="+mj-lt"/>
              </a:defRPr>
            </a:lvl1pPr>
          </a:lstStyle>
          <a:p>
            <a:pPr lvl="0"/>
            <a:r>
              <a:rPr lang="en-US"/>
              <a:t>Degree</a:t>
            </a:r>
            <a:endParaRPr lang="en-GB"/>
          </a:p>
        </p:txBody>
      </p:sp>
      <p:sp>
        <p:nvSpPr>
          <p:cNvPr id="44" name="Text Placeholder 28">
            <a:extLst>
              <a:ext uri="{FF2B5EF4-FFF2-40B4-BE49-F238E27FC236}">
                <a16:creationId xmlns:a16="http://schemas.microsoft.com/office/drawing/2014/main" id="{419D92B9-7B14-9DD5-1D8D-6F4998979748}"/>
              </a:ext>
            </a:extLst>
          </p:cNvPr>
          <p:cNvSpPr>
            <a:spLocks noGrp="1"/>
          </p:cNvSpPr>
          <p:nvPr>
            <p:ph type="body" sz="quarter" idx="46" hasCustomPrompt="1"/>
          </p:nvPr>
        </p:nvSpPr>
        <p:spPr>
          <a:xfrm>
            <a:off x="1301726" y="5985304"/>
            <a:ext cx="2412000" cy="180000"/>
          </a:xfrm>
        </p:spPr>
        <p:txBody>
          <a:bodyPr anchor="ctr"/>
          <a:lstStyle>
            <a:lvl1pPr marL="0" indent="0">
              <a:lnSpc>
                <a:spcPct val="100000"/>
              </a:lnSpc>
              <a:spcBef>
                <a:spcPct val="0"/>
              </a:spcBef>
              <a:buNone/>
              <a:defRPr sz="1000" i="0">
                <a:solidFill>
                  <a:schemeClr val="bg1"/>
                </a:solidFill>
              </a:defRPr>
            </a:lvl1pPr>
          </a:lstStyle>
          <a:p>
            <a:pPr lvl="0"/>
            <a:r>
              <a:rPr lang="en-US"/>
              <a:t>University</a:t>
            </a:r>
            <a:endParaRPr lang="en-GB"/>
          </a:p>
        </p:txBody>
      </p:sp>
      <p:cxnSp>
        <p:nvCxnSpPr>
          <p:cNvPr id="47" name="Straight Connector 46">
            <a:extLst>
              <a:ext uri="{FF2B5EF4-FFF2-40B4-BE49-F238E27FC236}">
                <a16:creationId xmlns:a16="http://schemas.microsoft.com/office/drawing/2014/main" id="{315F8357-43DD-1A1D-1A89-5E88624679A6}"/>
              </a:ext>
            </a:extLst>
          </p:cNvPr>
          <p:cNvCxnSpPr>
            <a:cxnSpLocks/>
          </p:cNvCxnSpPr>
          <p:nvPr userDrawn="1"/>
        </p:nvCxnSpPr>
        <p:spPr bwMode="gray">
          <a:xfrm>
            <a:off x="6603203" y="1714748"/>
            <a:ext cx="0" cy="3327789"/>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1D82318C-C484-CDFD-1065-148C3A6F1227}"/>
              </a:ext>
            </a:extLst>
          </p:cNvPr>
          <p:cNvSpPr txBox="1"/>
          <p:nvPr userDrawn="1"/>
        </p:nvSpPr>
        <p:spPr bwMode="gray">
          <a:xfrm>
            <a:off x="4045397" y="1431471"/>
            <a:ext cx="1728192" cy="24833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GB" sz="1200">
                <a:solidFill>
                  <a:schemeClr val="tx1">
                    <a:lumMod val="60000"/>
                    <a:lumOff val="40000"/>
                  </a:schemeClr>
                </a:solidFill>
                <a:latin typeface="+mj-lt"/>
              </a:rPr>
              <a:t>Introduction</a:t>
            </a:r>
          </a:p>
        </p:txBody>
      </p:sp>
      <p:sp>
        <p:nvSpPr>
          <p:cNvPr id="49" name="TextBox 48">
            <a:extLst>
              <a:ext uri="{FF2B5EF4-FFF2-40B4-BE49-F238E27FC236}">
                <a16:creationId xmlns:a16="http://schemas.microsoft.com/office/drawing/2014/main" id="{AF053DF0-2CC7-2581-167F-81441EC1B378}"/>
              </a:ext>
            </a:extLst>
          </p:cNvPr>
          <p:cNvSpPr txBox="1"/>
          <p:nvPr userDrawn="1"/>
        </p:nvSpPr>
        <p:spPr bwMode="gray">
          <a:xfrm>
            <a:off x="6713009" y="1431471"/>
            <a:ext cx="1728192" cy="24833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GB" sz="1200">
                <a:solidFill>
                  <a:schemeClr val="tx1">
                    <a:lumMod val="60000"/>
                    <a:lumOff val="40000"/>
                  </a:schemeClr>
                </a:solidFill>
                <a:latin typeface="+mj-lt"/>
              </a:rPr>
              <a:t>Experience</a:t>
            </a:r>
          </a:p>
        </p:txBody>
      </p:sp>
      <p:sp>
        <p:nvSpPr>
          <p:cNvPr id="50" name="TextBox 49">
            <a:extLst>
              <a:ext uri="{FF2B5EF4-FFF2-40B4-BE49-F238E27FC236}">
                <a16:creationId xmlns:a16="http://schemas.microsoft.com/office/drawing/2014/main" id="{DAE1FE77-4203-3A77-1DF0-64E55114371C}"/>
              </a:ext>
            </a:extLst>
          </p:cNvPr>
          <p:cNvSpPr txBox="1"/>
          <p:nvPr userDrawn="1"/>
        </p:nvSpPr>
        <p:spPr bwMode="gray">
          <a:xfrm>
            <a:off x="9380620" y="1431471"/>
            <a:ext cx="1728192" cy="24833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GB" sz="1200">
                <a:solidFill>
                  <a:schemeClr val="tx1">
                    <a:lumMod val="60000"/>
                    <a:lumOff val="40000"/>
                  </a:schemeClr>
                </a:solidFill>
                <a:latin typeface="+mj-lt"/>
              </a:rPr>
              <a:t>Previous Clients</a:t>
            </a:r>
          </a:p>
        </p:txBody>
      </p:sp>
      <p:sp>
        <p:nvSpPr>
          <p:cNvPr id="51" name="Text Placeholder 78">
            <a:extLst>
              <a:ext uri="{FF2B5EF4-FFF2-40B4-BE49-F238E27FC236}">
                <a16:creationId xmlns:a16="http://schemas.microsoft.com/office/drawing/2014/main" id="{345D3BD3-E93F-2AA0-6CEF-F4F22AB6966F}"/>
              </a:ext>
            </a:extLst>
          </p:cNvPr>
          <p:cNvSpPr>
            <a:spLocks noGrp="1"/>
          </p:cNvSpPr>
          <p:nvPr>
            <p:ph type="body" sz="quarter" idx="48"/>
          </p:nvPr>
        </p:nvSpPr>
        <p:spPr>
          <a:xfrm>
            <a:off x="4045397" y="1714749"/>
            <a:ext cx="2448000" cy="3370436"/>
          </a:xfrm>
        </p:spPr>
        <p:txBody>
          <a:bodyPr/>
          <a:lstStyle>
            <a:lvl1pPr marL="0" indent="0">
              <a:lnSpc>
                <a:spcPct val="100000"/>
              </a:lnSpc>
              <a:spcBef>
                <a:spcPts val="600"/>
              </a:spcBef>
              <a:buNone/>
              <a:defRPr sz="1050">
                <a:solidFill>
                  <a:schemeClr val="tx1"/>
                </a:solidFill>
              </a:defRPr>
            </a:lvl1pPr>
          </a:lstStyle>
          <a:p>
            <a:pPr lvl="0"/>
            <a:r>
              <a:rPr lang="en-GB"/>
              <a:t>Click to edit Master text styles</a:t>
            </a:r>
          </a:p>
        </p:txBody>
      </p:sp>
      <p:sp>
        <p:nvSpPr>
          <p:cNvPr id="52" name="Text Placeholder 78">
            <a:extLst>
              <a:ext uri="{FF2B5EF4-FFF2-40B4-BE49-F238E27FC236}">
                <a16:creationId xmlns:a16="http://schemas.microsoft.com/office/drawing/2014/main" id="{DC489207-8832-E637-CADE-E780786A43F2}"/>
              </a:ext>
            </a:extLst>
          </p:cNvPr>
          <p:cNvSpPr>
            <a:spLocks noGrp="1"/>
          </p:cNvSpPr>
          <p:nvPr>
            <p:ph type="body" sz="quarter" idx="49"/>
          </p:nvPr>
        </p:nvSpPr>
        <p:spPr>
          <a:xfrm>
            <a:off x="6713009" y="1714749"/>
            <a:ext cx="2448000" cy="3370436"/>
          </a:xfrm>
        </p:spPr>
        <p:txBody>
          <a:bodyPr/>
          <a:lstStyle>
            <a:lvl1pPr marL="0" indent="0">
              <a:lnSpc>
                <a:spcPct val="100000"/>
              </a:lnSpc>
              <a:spcBef>
                <a:spcPts val="600"/>
              </a:spcBef>
              <a:buNone/>
              <a:defRPr sz="1050">
                <a:solidFill>
                  <a:schemeClr val="tx1"/>
                </a:solidFill>
              </a:defRPr>
            </a:lvl1pPr>
          </a:lstStyle>
          <a:p>
            <a:pPr lvl="0"/>
            <a:r>
              <a:rPr lang="en-GB"/>
              <a:t>Click to edit Master text styles</a:t>
            </a:r>
          </a:p>
        </p:txBody>
      </p:sp>
      <p:sp>
        <p:nvSpPr>
          <p:cNvPr id="53" name="Text Placeholder 84">
            <a:extLst>
              <a:ext uri="{FF2B5EF4-FFF2-40B4-BE49-F238E27FC236}">
                <a16:creationId xmlns:a16="http://schemas.microsoft.com/office/drawing/2014/main" id="{5EDE2799-0BFA-DE06-8453-0243AE60F7DD}"/>
              </a:ext>
            </a:extLst>
          </p:cNvPr>
          <p:cNvSpPr>
            <a:spLocks noGrp="1"/>
          </p:cNvSpPr>
          <p:nvPr>
            <p:ph type="body" sz="quarter" idx="51" hasCustomPrompt="1"/>
          </p:nvPr>
        </p:nvSpPr>
        <p:spPr>
          <a:xfrm>
            <a:off x="9380620" y="1714748"/>
            <a:ext cx="2448000" cy="3370436"/>
          </a:xfrm>
        </p:spPr>
        <p:txBody>
          <a:bodyPr/>
          <a:lstStyle>
            <a:lvl1pPr marL="0" indent="0">
              <a:lnSpc>
                <a:spcPct val="100000"/>
              </a:lnSpc>
              <a:buNone/>
              <a:defRPr sz="1050">
                <a:solidFill>
                  <a:schemeClr val="tx1"/>
                </a:solidFill>
              </a:defRPr>
            </a:lvl1pPr>
          </a:lstStyle>
          <a:p>
            <a:pPr lvl="0"/>
            <a:r>
              <a:rPr lang="en-US"/>
              <a:t>Clients</a:t>
            </a:r>
          </a:p>
        </p:txBody>
      </p:sp>
      <p:sp>
        <p:nvSpPr>
          <p:cNvPr id="54" name="TextBox 53">
            <a:extLst>
              <a:ext uri="{FF2B5EF4-FFF2-40B4-BE49-F238E27FC236}">
                <a16:creationId xmlns:a16="http://schemas.microsoft.com/office/drawing/2014/main" id="{05EF81C3-C106-72C6-708F-A4EAF1D82778}"/>
              </a:ext>
            </a:extLst>
          </p:cNvPr>
          <p:cNvSpPr txBox="1"/>
          <p:nvPr userDrawn="1"/>
        </p:nvSpPr>
        <p:spPr bwMode="gray">
          <a:xfrm>
            <a:off x="4068405" y="283262"/>
            <a:ext cx="1728192" cy="24833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GB" sz="1200">
                <a:solidFill>
                  <a:schemeClr val="tx1">
                    <a:lumMod val="60000"/>
                    <a:lumOff val="40000"/>
                  </a:schemeClr>
                </a:solidFill>
                <a:latin typeface="+mj-lt"/>
              </a:rPr>
              <a:t>Contact</a:t>
            </a:r>
          </a:p>
        </p:txBody>
      </p:sp>
      <p:sp>
        <p:nvSpPr>
          <p:cNvPr id="55" name="Text Placeholder 28">
            <a:extLst>
              <a:ext uri="{FF2B5EF4-FFF2-40B4-BE49-F238E27FC236}">
                <a16:creationId xmlns:a16="http://schemas.microsoft.com/office/drawing/2014/main" id="{83159BD0-29EF-BB05-0108-C079B08252BE}"/>
              </a:ext>
            </a:extLst>
          </p:cNvPr>
          <p:cNvSpPr>
            <a:spLocks noGrp="1"/>
          </p:cNvSpPr>
          <p:nvPr>
            <p:ph type="body" sz="quarter" idx="52" hasCustomPrompt="1"/>
          </p:nvPr>
        </p:nvSpPr>
        <p:spPr>
          <a:xfrm>
            <a:off x="4068405" y="542083"/>
            <a:ext cx="2592000" cy="180000"/>
          </a:xfrm>
        </p:spPr>
        <p:txBody>
          <a:bodyPr anchor="ctr"/>
          <a:lstStyle>
            <a:lvl1pPr marL="0" indent="0">
              <a:lnSpc>
                <a:spcPct val="100000"/>
              </a:lnSpc>
              <a:spcBef>
                <a:spcPct val="0"/>
              </a:spcBef>
              <a:buNone/>
              <a:defRPr sz="1000">
                <a:solidFill>
                  <a:schemeClr val="tx1"/>
                </a:solidFill>
              </a:defRPr>
            </a:lvl1pPr>
          </a:lstStyle>
          <a:p>
            <a:pPr lvl="0"/>
            <a:r>
              <a:rPr lang="en-US"/>
              <a:t>Email</a:t>
            </a:r>
            <a:endParaRPr lang="en-GB"/>
          </a:p>
        </p:txBody>
      </p:sp>
      <p:sp>
        <p:nvSpPr>
          <p:cNvPr id="56" name="Text Placeholder 28">
            <a:extLst>
              <a:ext uri="{FF2B5EF4-FFF2-40B4-BE49-F238E27FC236}">
                <a16:creationId xmlns:a16="http://schemas.microsoft.com/office/drawing/2014/main" id="{A0F02E58-1FF0-CD9F-A774-F5F24E67DF13}"/>
              </a:ext>
            </a:extLst>
          </p:cNvPr>
          <p:cNvSpPr>
            <a:spLocks noGrp="1"/>
          </p:cNvSpPr>
          <p:nvPr>
            <p:ph type="body" sz="quarter" idx="53" hasCustomPrompt="1"/>
          </p:nvPr>
        </p:nvSpPr>
        <p:spPr>
          <a:xfrm>
            <a:off x="4068405" y="791602"/>
            <a:ext cx="2592000" cy="180000"/>
          </a:xfrm>
        </p:spPr>
        <p:txBody>
          <a:bodyPr anchor="ctr"/>
          <a:lstStyle>
            <a:lvl1pPr marL="0" indent="0">
              <a:lnSpc>
                <a:spcPct val="100000"/>
              </a:lnSpc>
              <a:spcBef>
                <a:spcPct val="0"/>
              </a:spcBef>
              <a:buNone/>
              <a:defRPr sz="1000">
                <a:solidFill>
                  <a:schemeClr val="tx1"/>
                </a:solidFill>
              </a:defRPr>
            </a:lvl1pPr>
          </a:lstStyle>
          <a:p>
            <a:pPr lvl="0"/>
            <a:r>
              <a:rPr lang="en-US"/>
              <a:t>Mobile</a:t>
            </a:r>
            <a:endParaRPr lang="en-GB"/>
          </a:p>
        </p:txBody>
      </p:sp>
      <p:sp>
        <p:nvSpPr>
          <p:cNvPr id="57" name="TextBox 56">
            <a:extLst>
              <a:ext uri="{FF2B5EF4-FFF2-40B4-BE49-F238E27FC236}">
                <a16:creationId xmlns:a16="http://schemas.microsoft.com/office/drawing/2014/main" id="{96A17AEF-29BE-C4B1-CFF9-86758165BB35}"/>
              </a:ext>
            </a:extLst>
          </p:cNvPr>
          <p:cNvSpPr txBox="1"/>
          <p:nvPr userDrawn="1"/>
        </p:nvSpPr>
        <p:spPr bwMode="gray">
          <a:xfrm>
            <a:off x="4045397" y="5221764"/>
            <a:ext cx="1728192" cy="24833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GB" sz="1200">
                <a:solidFill>
                  <a:schemeClr val="tx1">
                    <a:lumMod val="60000"/>
                    <a:lumOff val="40000"/>
                  </a:schemeClr>
                </a:solidFill>
                <a:latin typeface="+mj-lt"/>
              </a:rPr>
              <a:t>Additional information</a:t>
            </a:r>
          </a:p>
        </p:txBody>
      </p:sp>
      <p:sp>
        <p:nvSpPr>
          <p:cNvPr id="59" name="TextBox 58">
            <a:extLst>
              <a:ext uri="{FF2B5EF4-FFF2-40B4-BE49-F238E27FC236}">
                <a16:creationId xmlns:a16="http://schemas.microsoft.com/office/drawing/2014/main" id="{068EB7D2-87CD-0014-C35D-510CECB65861}"/>
              </a:ext>
            </a:extLst>
          </p:cNvPr>
          <p:cNvSpPr txBox="1"/>
          <p:nvPr userDrawn="1"/>
        </p:nvSpPr>
        <p:spPr bwMode="gray">
          <a:xfrm>
            <a:off x="4045397" y="5741933"/>
            <a:ext cx="740216" cy="161583"/>
          </a:xfrm>
          <a:prstGeom prst="rect">
            <a:avLst/>
          </a:prstGeom>
          <a:no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pPr>
            <a:r>
              <a:rPr lang="en-GB" sz="1050">
                <a:solidFill>
                  <a:schemeClr val="tx1">
                    <a:lumMod val="60000"/>
                    <a:lumOff val="40000"/>
                  </a:schemeClr>
                </a:solidFill>
                <a:latin typeface="+mn-lt"/>
              </a:rPr>
              <a:t>Interests:</a:t>
            </a:r>
            <a:endParaRPr lang="en-GB" sz="1400">
              <a:solidFill>
                <a:schemeClr val="tx1">
                  <a:lumMod val="60000"/>
                  <a:lumOff val="40000"/>
                </a:schemeClr>
              </a:solidFill>
              <a:latin typeface="+mn-lt"/>
            </a:endParaRPr>
          </a:p>
        </p:txBody>
      </p:sp>
      <p:sp>
        <p:nvSpPr>
          <p:cNvPr id="60" name="Text Placeholder 78">
            <a:extLst>
              <a:ext uri="{FF2B5EF4-FFF2-40B4-BE49-F238E27FC236}">
                <a16:creationId xmlns:a16="http://schemas.microsoft.com/office/drawing/2014/main" id="{CA8885F2-D4A0-6CE2-F6E0-436C48D9CD39}"/>
              </a:ext>
            </a:extLst>
          </p:cNvPr>
          <p:cNvSpPr>
            <a:spLocks noGrp="1"/>
          </p:cNvSpPr>
          <p:nvPr>
            <p:ph type="body" sz="quarter" idx="54" hasCustomPrompt="1"/>
          </p:nvPr>
        </p:nvSpPr>
        <p:spPr>
          <a:xfrm>
            <a:off x="4808620" y="5527848"/>
            <a:ext cx="7020000" cy="180000"/>
          </a:xfrm>
        </p:spPr>
        <p:txBody>
          <a:bodyPr anchor="t"/>
          <a:lstStyle>
            <a:lvl1pPr marL="0" indent="0">
              <a:lnSpc>
                <a:spcPct val="100000"/>
              </a:lnSpc>
              <a:spcBef>
                <a:spcPct val="0"/>
              </a:spcBef>
              <a:buNone/>
              <a:defRPr sz="1050"/>
            </a:lvl1pPr>
          </a:lstStyle>
          <a:p>
            <a:pPr lvl="0"/>
            <a:r>
              <a:rPr lang="en-US"/>
              <a:t>Share your computer skills, such as level of Python, Java etc.</a:t>
            </a:r>
          </a:p>
        </p:txBody>
      </p:sp>
      <p:sp>
        <p:nvSpPr>
          <p:cNvPr id="61" name="Text Placeholder 78">
            <a:extLst>
              <a:ext uri="{FF2B5EF4-FFF2-40B4-BE49-F238E27FC236}">
                <a16:creationId xmlns:a16="http://schemas.microsoft.com/office/drawing/2014/main" id="{EF18ED78-44AC-AAE9-6C97-778B3B0D0D0A}"/>
              </a:ext>
            </a:extLst>
          </p:cNvPr>
          <p:cNvSpPr>
            <a:spLocks noGrp="1"/>
          </p:cNvSpPr>
          <p:nvPr>
            <p:ph type="body" sz="quarter" idx="55" hasCustomPrompt="1"/>
          </p:nvPr>
        </p:nvSpPr>
        <p:spPr>
          <a:xfrm>
            <a:off x="4813404" y="5741933"/>
            <a:ext cx="7015216" cy="164036"/>
          </a:xfrm>
        </p:spPr>
        <p:txBody>
          <a:bodyPr anchor="t"/>
          <a:lstStyle>
            <a:lvl1pPr marL="0" indent="0">
              <a:lnSpc>
                <a:spcPct val="100000"/>
              </a:lnSpc>
              <a:spcBef>
                <a:spcPct val="0"/>
              </a:spcBef>
              <a:buNone/>
              <a:defRPr sz="1050"/>
            </a:lvl1pPr>
          </a:lstStyle>
          <a:p>
            <a:pPr lvl="0"/>
            <a:r>
              <a:rPr lang="en-US"/>
              <a:t>Share your hobbies</a:t>
            </a:r>
          </a:p>
        </p:txBody>
      </p:sp>
      <p:cxnSp>
        <p:nvCxnSpPr>
          <p:cNvPr id="62" name="Straight Connector 61">
            <a:extLst>
              <a:ext uri="{FF2B5EF4-FFF2-40B4-BE49-F238E27FC236}">
                <a16:creationId xmlns:a16="http://schemas.microsoft.com/office/drawing/2014/main" id="{7104B1B1-5133-3B89-0246-F2A6A79D9881}"/>
              </a:ext>
            </a:extLst>
          </p:cNvPr>
          <p:cNvCxnSpPr>
            <a:cxnSpLocks/>
          </p:cNvCxnSpPr>
          <p:nvPr userDrawn="1"/>
        </p:nvCxnSpPr>
        <p:spPr bwMode="gray">
          <a:xfrm>
            <a:off x="9276065" y="1714748"/>
            <a:ext cx="0" cy="3327789"/>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919C8517-26DF-26CC-0872-82F4EACF1FC0}"/>
              </a:ext>
            </a:extLst>
          </p:cNvPr>
          <p:cNvSpPr txBox="1"/>
          <p:nvPr userDrawn="1"/>
        </p:nvSpPr>
        <p:spPr bwMode="gray">
          <a:xfrm>
            <a:off x="4045397" y="5527848"/>
            <a:ext cx="740216" cy="161583"/>
          </a:xfrm>
          <a:prstGeom prst="rect">
            <a:avLst/>
          </a:prstGeom>
          <a:no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pPr>
            <a:r>
              <a:rPr lang="en-GB" sz="1050">
                <a:solidFill>
                  <a:schemeClr val="tx1">
                    <a:lumMod val="60000"/>
                    <a:lumOff val="40000"/>
                  </a:schemeClr>
                </a:solidFill>
                <a:latin typeface="+mn-lt"/>
              </a:rPr>
              <a:t>Computer:</a:t>
            </a:r>
            <a:endParaRPr lang="en-GB" sz="1400">
              <a:solidFill>
                <a:schemeClr val="tx1">
                  <a:lumMod val="60000"/>
                  <a:lumOff val="40000"/>
                </a:schemeClr>
              </a:solidFill>
              <a:latin typeface="+mn-lt"/>
            </a:endParaRPr>
          </a:p>
        </p:txBody>
      </p:sp>
      <p:sp>
        <p:nvSpPr>
          <p:cNvPr id="3" name="TextBox 2">
            <a:extLst>
              <a:ext uri="{FF2B5EF4-FFF2-40B4-BE49-F238E27FC236}">
                <a16:creationId xmlns:a16="http://schemas.microsoft.com/office/drawing/2014/main" id="{2B1F94C1-67C2-D813-5155-1BB1043A727A}"/>
              </a:ext>
            </a:extLst>
          </p:cNvPr>
          <p:cNvSpPr txBox="1"/>
          <p:nvPr userDrawn="1"/>
        </p:nvSpPr>
        <p:spPr bwMode="gray">
          <a:xfrm>
            <a:off x="4045397" y="5956019"/>
            <a:ext cx="740216" cy="161583"/>
          </a:xfrm>
          <a:prstGeom prst="rect">
            <a:avLst/>
          </a:prstGeom>
          <a:no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pPr>
            <a:r>
              <a:rPr lang="en-GB" sz="1050">
                <a:solidFill>
                  <a:schemeClr val="tx1">
                    <a:lumMod val="60000"/>
                    <a:lumOff val="40000"/>
                  </a:schemeClr>
                </a:solidFill>
                <a:latin typeface="+mn-lt"/>
              </a:rPr>
              <a:t>Languages:</a:t>
            </a:r>
            <a:endParaRPr lang="en-GB" sz="1400">
              <a:solidFill>
                <a:schemeClr val="tx1">
                  <a:lumMod val="60000"/>
                  <a:lumOff val="40000"/>
                </a:schemeClr>
              </a:solidFill>
              <a:latin typeface="+mn-lt"/>
            </a:endParaRPr>
          </a:p>
        </p:txBody>
      </p:sp>
      <p:sp>
        <p:nvSpPr>
          <p:cNvPr id="63" name="Text Placeholder 78">
            <a:extLst>
              <a:ext uri="{FF2B5EF4-FFF2-40B4-BE49-F238E27FC236}">
                <a16:creationId xmlns:a16="http://schemas.microsoft.com/office/drawing/2014/main" id="{3B34B754-13E8-CA7E-5ED1-9AF974404281}"/>
              </a:ext>
            </a:extLst>
          </p:cNvPr>
          <p:cNvSpPr>
            <a:spLocks noGrp="1"/>
          </p:cNvSpPr>
          <p:nvPr>
            <p:ph type="body" sz="quarter" idx="56" hasCustomPrompt="1"/>
          </p:nvPr>
        </p:nvSpPr>
        <p:spPr>
          <a:xfrm>
            <a:off x="4813404" y="5956019"/>
            <a:ext cx="7015216" cy="164036"/>
          </a:xfrm>
        </p:spPr>
        <p:txBody>
          <a:bodyPr anchor="t"/>
          <a:lstStyle>
            <a:lvl1pPr marL="0" indent="0">
              <a:lnSpc>
                <a:spcPct val="100000"/>
              </a:lnSpc>
              <a:spcBef>
                <a:spcPct val="0"/>
              </a:spcBef>
              <a:buNone/>
              <a:defRPr sz="1050"/>
            </a:lvl1pPr>
          </a:lstStyle>
          <a:p>
            <a:pPr lvl="0"/>
            <a:r>
              <a:rPr lang="en-US"/>
              <a:t>Share your Languages</a:t>
            </a:r>
          </a:p>
        </p:txBody>
      </p:sp>
      <p:sp>
        <p:nvSpPr>
          <p:cNvPr id="64" name="TextBox 63">
            <a:extLst>
              <a:ext uri="{FF2B5EF4-FFF2-40B4-BE49-F238E27FC236}">
                <a16:creationId xmlns:a16="http://schemas.microsoft.com/office/drawing/2014/main" id="{D67FDAD8-57FE-F0CF-6AD0-35D0B6C47E8B}"/>
              </a:ext>
            </a:extLst>
          </p:cNvPr>
          <p:cNvSpPr txBox="1"/>
          <p:nvPr userDrawn="1"/>
        </p:nvSpPr>
        <p:spPr bwMode="gray">
          <a:xfrm>
            <a:off x="544286" y="6589486"/>
            <a:ext cx="0" cy="0"/>
          </a:xfrm>
          <a:prstGeom prst="rect">
            <a:avLst/>
          </a:prstGeom>
          <a:noFill/>
        </p:spPr>
        <p:txBody>
          <a:bodyPr wrap="none" lIns="0" tIns="0" rIns="0" bIns="0" rtlCol="0">
            <a:noAutofit/>
          </a:bodyPr>
          <a:lstStyle/>
          <a:p>
            <a:pPr marL="216000" indent="-216000" algn="l">
              <a:spcBef>
                <a:spcPts val="600"/>
              </a:spcBef>
              <a:buFont typeface="Arial" panose="020B0604020202020204" pitchFamily="34" charset="0"/>
              <a:buChar char="•"/>
            </a:pPr>
            <a:endParaRPr lang="en-GB" sz="1200" err="1"/>
          </a:p>
        </p:txBody>
      </p:sp>
      <p:pic>
        <p:nvPicPr>
          <p:cNvPr id="66" name="Picture 65" descr="A white text on a black background&#10;&#10;Description automatically generated">
            <a:extLst>
              <a:ext uri="{FF2B5EF4-FFF2-40B4-BE49-F238E27FC236}">
                <a16:creationId xmlns:a16="http://schemas.microsoft.com/office/drawing/2014/main" id="{97A5B77D-D2F6-4CEF-0131-80ADE79BE8B1}"/>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368711" y="6330346"/>
            <a:ext cx="310560" cy="386522"/>
          </a:xfrm>
          <a:prstGeom prst="rect">
            <a:avLst/>
          </a:prstGeom>
        </p:spPr>
      </p:pic>
    </p:spTree>
    <p:extLst>
      <p:ext uri="{BB962C8B-B14F-4D97-AF65-F5344CB8AC3E}">
        <p14:creationId xmlns:p14="http://schemas.microsoft.com/office/powerpoint/2010/main" val="1150369217"/>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B56EABE-D55B-4373-F6CF-224BF43E855B}"/>
              </a:ext>
            </a:extLst>
          </p:cNvPr>
          <p:cNvGraphicFramePr>
            <a:graphicFrameLocks noChangeAspect="1"/>
          </p:cNvGraphicFramePr>
          <p:nvPr userDrawn="1">
            <p:custDataLst>
              <p:tags r:id="rId1"/>
            </p:custDataLst>
            <p:extLst>
              <p:ext uri="{D42A27DB-BD31-4B8C-83A1-F6EECF244321}">
                <p14:modId xmlns:p14="http://schemas.microsoft.com/office/powerpoint/2010/main" val="37719812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9" name="Object 8" hidden="1">
                        <a:extLst>
                          <a:ext uri="{FF2B5EF4-FFF2-40B4-BE49-F238E27FC236}">
                            <a16:creationId xmlns:a16="http://schemas.microsoft.com/office/drawing/2014/main" id="{1B56EABE-D55B-4373-F6CF-224BF43E855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Footer Placeholder 2">
            <a:extLst>
              <a:ext uri="{FF2B5EF4-FFF2-40B4-BE49-F238E27FC236}">
                <a16:creationId xmlns:a16="http://schemas.microsoft.com/office/drawing/2014/main" id="{8F49937A-B7FC-BEF8-D201-FD47BD9953A4}"/>
              </a:ext>
            </a:extLst>
          </p:cNvPr>
          <p:cNvSpPr>
            <a:spLocks noGrp="1"/>
          </p:cNvSpPr>
          <p:nvPr>
            <p:ph type="ftr" sz="quarter" idx="3"/>
          </p:nvPr>
        </p:nvSpPr>
        <p:spPr>
          <a:xfrm>
            <a:off x="675936" y="6321425"/>
            <a:ext cx="10087857" cy="367612"/>
          </a:xfrm>
          <a:prstGeom prst="rect">
            <a:avLst/>
          </a:prstGeom>
        </p:spPr>
        <p:txBody>
          <a:bodyPr anchor="ctr"/>
          <a:lstStyle>
            <a:lvl1pPr rtl="0">
              <a:defRPr sz="1000">
                <a:solidFill>
                  <a:schemeClr val="tx1"/>
                </a:solidFill>
              </a:defRPr>
            </a:lvl1pPr>
          </a:lstStyle>
          <a:p>
            <a:endParaRPr lang="en-GB"/>
          </a:p>
        </p:txBody>
      </p:sp>
    </p:spTree>
    <p:extLst>
      <p:ext uri="{BB962C8B-B14F-4D97-AF65-F5344CB8AC3E}">
        <p14:creationId xmlns:p14="http://schemas.microsoft.com/office/powerpoint/2010/main" val="3541388336"/>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11D0870-4C4D-D254-0047-0E53AB85BE7F}"/>
              </a:ext>
            </a:extLst>
          </p:cNvPr>
          <p:cNvGraphicFramePr>
            <a:graphicFrameLocks noChangeAspect="1"/>
          </p:cNvGraphicFramePr>
          <p:nvPr userDrawn="1">
            <p:custDataLst>
              <p:tags r:id="rId1"/>
            </p:custDataLst>
            <p:extLst>
              <p:ext uri="{D42A27DB-BD31-4B8C-83A1-F6EECF244321}">
                <p14:modId xmlns:p14="http://schemas.microsoft.com/office/powerpoint/2010/main" val="25668657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3" name="Object 2" hidden="1">
                        <a:extLst>
                          <a:ext uri="{FF2B5EF4-FFF2-40B4-BE49-F238E27FC236}">
                            <a16:creationId xmlns:a16="http://schemas.microsoft.com/office/drawing/2014/main" id="{911D0870-4C4D-D254-0047-0E53AB85BE7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4" name="Picture 3">
            <a:extLst>
              <a:ext uri="{FF2B5EF4-FFF2-40B4-BE49-F238E27FC236}">
                <a16:creationId xmlns:a16="http://schemas.microsoft.com/office/drawing/2014/main" id="{E7D51B20-4026-05E8-76F6-105B6B958226}"/>
              </a:ext>
            </a:extLst>
          </p:cNvPr>
          <p:cNvPicPr>
            <a:picLocks noChangeAspect="1"/>
          </p:cNvPicPr>
          <p:nvPr userDrawn="1"/>
        </p:nvPicPr>
        <p:blipFill>
          <a:blip r:embed="rId5">
            <a:duotone>
              <a:srgbClr val="3D4D55">
                <a:shade val="45000"/>
                <a:satMod val="135000"/>
              </a:srgbClr>
              <a:prstClr val="white"/>
            </a:duotone>
          </a:blip>
          <a:stretch>
            <a:fillRect/>
          </a:stretch>
        </p:blipFill>
        <p:spPr>
          <a:xfrm>
            <a:off x="0" y="8709"/>
            <a:ext cx="12192000" cy="6858000"/>
          </a:xfrm>
          <a:prstGeom prst="rect">
            <a:avLst/>
          </a:prstGeom>
        </p:spPr>
      </p:pic>
      <p:sp>
        <p:nvSpPr>
          <p:cNvPr id="13" name="TextBox 12">
            <a:extLst>
              <a:ext uri="{FF2B5EF4-FFF2-40B4-BE49-F238E27FC236}">
                <a16:creationId xmlns:a16="http://schemas.microsoft.com/office/drawing/2014/main" id="{EA898D02-52EF-043A-9274-CBA01060A9F5}"/>
              </a:ext>
            </a:extLst>
          </p:cNvPr>
          <p:cNvSpPr txBox="1"/>
          <p:nvPr userDrawn="1"/>
        </p:nvSpPr>
        <p:spPr bwMode="ltGray">
          <a:xfrm>
            <a:off x="360363" y="1557338"/>
            <a:ext cx="4983163" cy="1435454"/>
          </a:xfrm>
          <a:prstGeom prst="rect">
            <a:avLst/>
          </a:prstGeom>
          <a:noFill/>
        </p:spPr>
        <p:txBody>
          <a:bodyPr wrap="square" lIns="0" tIns="0" rIns="0" bIns="0" rtlCol="0">
            <a:noAutofit/>
          </a:bodyPr>
          <a:lstStyle/>
          <a:p>
            <a:pPr rtl="0"/>
            <a:r>
              <a:rPr lang="en-GB" sz="3200">
                <a:solidFill>
                  <a:srgbClr val="EAE7E3"/>
                </a:solidFill>
                <a:latin typeface="+mj-lt"/>
              </a:rPr>
              <a:t>where it all </a:t>
            </a:r>
            <a:r>
              <a:rPr lang="en-GB" sz="3200">
                <a:solidFill>
                  <a:schemeClr val="tx1">
                    <a:lumMod val="60000"/>
                    <a:lumOff val="40000"/>
                  </a:schemeClr>
                </a:solidFill>
                <a:latin typeface="+mj-lt"/>
              </a:rPr>
              <a:t>adds up</a:t>
            </a:r>
          </a:p>
        </p:txBody>
      </p:sp>
      <p:pic>
        <p:nvPicPr>
          <p:cNvPr id="15" name="Graphic 14">
            <a:extLst>
              <a:ext uri="{FF2B5EF4-FFF2-40B4-BE49-F238E27FC236}">
                <a16:creationId xmlns:a16="http://schemas.microsoft.com/office/drawing/2014/main" id="{D144B9D2-97BD-5D2E-7DAB-732240DB19A2}"/>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0363" y="529362"/>
            <a:ext cx="2356712" cy="854916"/>
          </a:xfrm>
          <a:prstGeom prst="rect">
            <a:avLst/>
          </a:prstGeom>
        </p:spPr>
      </p:pic>
      <p:sp>
        <p:nvSpPr>
          <p:cNvPr id="2" name="Rectangle 1">
            <a:extLst>
              <a:ext uri="{FF2B5EF4-FFF2-40B4-BE49-F238E27FC236}">
                <a16:creationId xmlns:a16="http://schemas.microsoft.com/office/drawing/2014/main" id="{DA228619-3496-ED52-BC08-FA87C0B58065}"/>
              </a:ext>
            </a:extLst>
          </p:cNvPr>
          <p:cNvSpPr/>
          <p:nvPr userDrawn="1"/>
        </p:nvSpPr>
        <p:spPr bwMode="gray">
          <a:xfrm flipH="1" flipV="1">
            <a:off x="0" y="3622765"/>
            <a:ext cx="12192000" cy="3243943"/>
          </a:xfrm>
          <a:prstGeom prst="rect">
            <a:avLst/>
          </a:prstGeom>
          <a:gradFill>
            <a:gsLst>
              <a:gs pos="0">
                <a:srgbClr val="3D4D55">
                  <a:alpha val="0"/>
                </a:srgbClr>
              </a:gs>
              <a:gs pos="65000">
                <a:srgbClr val="25343C"/>
              </a:gs>
            </a:gsLst>
            <a:lin ang="16200000" scaled="0"/>
          </a:gradFill>
        </p:spPr>
        <p:txBody>
          <a:bodyPr vert="horz" lIns="90000" tIns="46800" rIns="90000" bIns="46800" rtlCol="0" anchor="t">
            <a:noAutofit/>
          </a:bodyPr>
          <a:lstStyle/>
          <a:p>
            <a:pPr marL="216000" marR="0" indent="-216000" algn="l" defTabSz="914400" eaLnBrk="1" fontAlgn="auto" latinLnBrk="0" hangingPunct="1">
              <a:lnSpc>
                <a:spcPct val="100000"/>
              </a:lnSpc>
              <a:spcBef>
                <a:spcPts val="600"/>
              </a:spcBef>
              <a:spcAft>
                <a:spcPts val="0"/>
              </a:spcAft>
              <a:buClrTx/>
              <a:buSzPct val="100000"/>
              <a:buFont typeface="Arial" panose="020B0604020202020204" pitchFamily="34" charset="0"/>
              <a:buChar char="•"/>
              <a:tabLst/>
            </a:pPr>
            <a:endParaRPr kumimoji="0" lang="en-GB" sz="1200" b="0" i="0" u="none" strike="noStrike" kern="1200" cap="none" spc="0" normalizeH="0" baseline="0" noProof="0" err="1">
              <a:ln>
                <a:noFill/>
              </a:ln>
              <a:solidFill>
                <a:srgbClr val="44463E"/>
              </a:solidFill>
              <a:effectLst/>
              <a:uLnTx/>
              <a:uFillTx/>
              <a:ea typeface="+mn-ea"/>
            </a:endParaRPr>
          </a:p>
        </p:txBody>
      </p:sp>
      <p:sp>
        <p:nvSpPr>
          <p:cNvPr id="20" name="TextBox 19">
            <a:extLst>
              <a:ext uri="{FF2B5EF4-FFF2-40B4-BE49-F238E27FC236}">
                <a16:creationId xmlns:a16="http://schemas.microsoft.com/office/drawing/2014/main" id="{209FCE8E-B1DB-C5B4-BDB7-B078AEB852E4}"/>
              </a:ext>
            </a:extLst>
          </p:cNvPr>
          <p:cNvSpPr txBox="1"/>
          <p:nvPr userDrawn="1"/>
        </p:nvSpPr>
        <p:spPr bwMode="ltGray">
          <a:xfrm>
            <a:off x="8999145" y="5196802"/>
            <a:ext cx="2832863" cy="252000"/>
          </a:xfrm>
          <a:prstGeom prst="rect">
            <a:avLst/>
          </a:prstGeom>
          <a:noFill/>
        </p:spPr>
        <p:txBody>
          <a:bodyPr wrap="square" lIns="0" tIns="0" rIns="0" bIns="0" rtlCol="0" anchor="ctr">
            <a:noAutofit/>
          </a:bodyPr>
          <a:lstStyle/>
          <a:p>
            <a:pPr rtl="0"/>
            <a:r>
              <a:rPr lang="en-GB" sz="1200" spc="100">
                <a:solidFill>
                  <a:schemeClr val="bg2"/>
                </a:solidFill>
                <a:latin typeface="+mj-lt"/>
              </a:rPr>
              <a:t>Contact</a:t>
            </a:r>
          </a:p>
        </p:txBody>
      </p:sp>
      <p:grpSp>
        <p:nvGrpSpPr>
          <p:cNvPr id="21" name="Group 20">
            <a:extLst>
              <a:ext uri="{FF2B5EF4-FFF2-40B4-BE49-F238E27FC236}">
                <a16:creationId xmlns:a16="http://schemas.microsoft.com/office/drawing/2014/main" id="{4D916EEE-8768-BF2F-4E95-7851A39AF713}"/>
              </a:ext>
            </a:extLst>
          </p:cNvPr>
          <p:cNvGrpSpPr/>
          <p:nvPr userDrawn="1"/>
        </p:nvGrpSpPr>
        <p:grpSpPr>
          <a:xfrm>
            <a:off x="6119550" y="5196802"/>
            <a:ext cx="2677054" cy="1131836"/>
            <a:chOff x="5343524" y="4700408"/>
            <a:chExt cx="3014239" cy="1131836"/>
          </a:xfrm>
        </p:grpSpPr>
        <p:sp>
          <p:nvSpPr>
            <p:cNvPr id="22" name="TextBox 21">
              <a:extLst>
                <a:ext uri="{FF2B5EF4-FFF2-40B4-BE49-F238E27FC236}">
                  <a16:creationId xmlns:a16="http://schemas.microsoft.com/office/drawing/2014/main" id="{F94359B7-7ECB-A98C-8767-14A63BDFC86C}"/>
                </a:ext>
              </a:extLst>
            </p:cNvPr>
            <p:cNvSpPr txBox="1"/>
            <p:nvPr userDrawn="1"/>
          </p:nvSpPr>
          <p:spPr bwMode="ltGray">
            <a:xfrm>
              <a:off x="5343524" y="4700408"/>
              <a:ext cx="3014239" cy="252000"/>
            </a:xfrm>
            <a:prstGeom prst="rect">
              <a:avLst/>
            </a:prstGeom>
            <a:noFill/>
          </p:spPr>
          <p:txBody>
            <a:bodyPr wrap="square" lIns="0" tIns="0" rIns="0" bIns="0" rtlCol="0" anchor="ctr">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rgbClr val="FFFFFF"/>
                  </a:solidFill>
                  <a:effectLst/>
                  <a:uLnTx/>
                  <a:uFillTx/>
                  <a:latin typeface="+mj-lt"/>
                </a:rPr>
                <a:t>Amsterdam</a:t>
              </a:r>
            </a:p>
          </p:txBody>
        </p:sp>
        <p:sp>
          <p:nvSpPr>
            <p:cNvPr id="27" name="TextBox 26">
              <a:extLst>
                <a:ext uri="{FF2B5EF4-FFF2-40B4-BE49-F238E27FC236}">
                  <a16:creationId xmlns:a16="http://schemas.microsoft.com/office/drawing/2014/main" id="{970BDB6E-D354-152B-B6A4-3855023F4F70}"/>
                </a:ext>
              </a:extLst>
            </p:cNvPr>
            <p:cNvSpPr txBox="1"/>
            <p:nvPr userDrawn="1"/>
          </p:nvSpPr>
          <p:spPr bwMode="ltGray">
            <a:xfrm>
              <a:off x="5343524" y="5123766"/>
              <a:ext cx="3014239" cy="252000"/>
            </a:xfrm>
            <a:prstGeom prst="rect">
              <a:avLst/>
            </a:prstGeom>
            <a:noFill/>
          </p:spPr>
          <p:txBody>
            <a:bodyPr vert="horz" lIns="0" tIns="0" rIns="0" bIns="0" rtlCol="0" anchor="ctr">
              <a:noAutofit/>
            </a:bodyPr>
            <a:lstStyle>
              <a:lvl1pPr lvl="0" indent="0">
                <a:lnSpc>
                  <a:spcPct val="100000"/>
                </a:lnSpc>
                <a:spcBef>
                  <a:spcPts val="0"/>
                </a:spcBef>
                <a:buSzPct val="100000"/>
                <a:buFont typeface="Arial" panose="020B0604020202020204" pitchFamily="34" charset="0"/>
                <a:buNone/>
                <a:defRPr lang="en-US" sz="1050" b="0" spc="0" dirty="0" smtClean="0">
                  <a:solidFill>
                    <a:schemeClr val="bg2"/>
                  </a:solidFill>
                  <a:cs typeface="Gotham-Book" pitchFamily="50" charset="0"/>
                </a:defRPr>
              </a:lvl1pPr>
              <a:lvl2pPr marL="432000" indent="-216000">
                <a:lnSpc>
                  <a:spcPct val="100000"/>
                </a:lnSpc>
                <a:spcBef>
                  <a:spcPts val="600"/>
                </a:spcBef>
                <a:buFont typeface="Arial" panose="020B0604020202020204" pitchFamily="34" charset="0"/>
                <a:buChar char="•"/>
                <a:defRPr sz="1400" spc="0">
                  <a:solidFill>
                    <a:schemeClr val="bg2"/>
                  </a:solidFill>
                  <a:cs typeface="Gotham-Book" pitchFamily="50" charset="0"/>
                </a:defRPr>
              </a:lvl2pPr>
              <a:lvl3pPr marL="648000" indent="-216000">
                <a:lnSpc>
                  <a:spcPct val="100000"/>
                </a:lnSpc>
                <a:spcBef>
                  <a:spcPts val="600"/>
                </a:spcBef>
                <a:buFont typeface="Arial" panose="020B0604020202020204" pitchFamily="34" charset="0"/>
                <a:buChar char="•"/>
                <a:defRPr sz="1400" spc="0">
                  <a:solidFill>
                    <a:schemeClr val="bg2"/>
                  </a:solidFill>
                </a:defRPr>
              </a:lvl3pPr>
              <a:lvl4pPr marL="864000" indent="-216000">
                <a:lnSpc>
                  <a:spcPct val="100000"/>
                </a:lnSpc>
                <a:spcBef>
                  <a:spcPts val="600"/>
                </a:spcBef>
                <a:buFont typeface="Arial" panose="020B0604020202020204" pitchFamily="34" charset="0"/>
                <a:buChar char="•"/>
                <a:defRPr sz="1400" cap="none" spc="0" baseline="0">
                  <a:solidFill>
                    <a:schemeClr val="bg2"/>
                  </a:solidFill>
                </a:defRPr>
              </a:lvl4pPr>
              <a:lvl5pPr marL="1080000" indent="-216000">
                <a:lnSpc>
                  <a:spcPct val="100000"/>
                </a:lnSpc>
                <a:spcBef>
                  <a:spcPts val="600"/>
                </a:spcBef>
                <a:buFont typeface="Arial" panose="020B0604020202020204" pitchFamily="34" charset="0"/>
                <a:buChar char="•"/>
                <a:defRPr sz="1400" spc="0">
                  <a:solidFill>
                    <a:schemeClr val="bg2"/>
                  </a:solidFill>
                  <a:cs typeface="Gotham-Light" pitchFamily="50" charset="0"/>
                </a:defRPr>
              </a:lvl5pPr>
              <a:lvl6pPr marL="0" indent="0">
                <a:lnSpc>
                  <a:spcPct val="150000"/>
                </a:lnSpc>
                <a:spcBef>
                  <a:spcPts val="600"/>
                </a:spcBef>
                <a:buFont typeface="Arial" panose="020B0604020202020204" pitchFamily="34" charset="0"/>
                <a:buNone/>
                <a:defRPr sz="1400">
                  <a:latin typeface="Gotham-Light" pitchFamily="50" charset="0"/>
                  <a:cs typeface="Gotham-Light" pitchFamily="50" charset="0"/>
                </a:defRPr>
              </a:lvl6pPr>
              <a:lvl7pPr marL="177800" indent="-177800">
                <a:lnSpc>
                  <a:spcPct val="150000"/>
                </a:lnSpc>
                <a:spcBef>
                  <a:spcPts val="600"/>
                </a:spcBef>
                <a:buSzPct val="120000"/>
                <a:buFontTx/>
                <a:buBlip>
                  <a:blip r:embed="rId7"/>
                </a:buBlip>
                <a:defRPr sz="1400">
                  <a:latin typeface="Gotham-Light" pitchFamily="50" charset="0"/>
                  <a:cs typeface="Gotham-Light" pitchFamily="50" charset="0"/>
                </a:defRPr>
              </a:lvl7pPr>
              <a:lvl8pPr marL="0" indent="0">
                <a:lnSpc>
                  <a:spcPct val="150000"/>
                </a:lnSpc>
                <a:spcBef>
                  <a:spcPts val="0"/>
                </a:spcBef>
                <a:spcAft>
                  <a:spcPts val="600"/>
                </a:spcAft>
                <a:buFont typeface="Arial" panose="020B0604020202020204" pitchFamily="34" charset="0"/>
                <a:buNone/>
                <a:defRPr sz="1200"/>
              </a:lvl8pPr>
              <a:lvl9pPr marL="0" indent="0">
                <a:lnSpc>
                  <a:spcPct val="150000"/>
                </a:lnSpc>
                <a:spcBef>
                  <a:spcPts val="0"/>
                </a:spcBef>
                <a:spcAft>
                  <a:spcPts val="600"/>
                </a:spcAft>
                <a:buFont typeface="Arial" panose="020B0604020202020204" pitchFamily="34" charset="0"/>
                <a:buNone/>
                <a:defRPr sz="1200">
                  <a:latin typeface="Gotham-Light" pitchFamily="50" charset="0"/>
                  <a:cs typeface="Gotham-Light" pitchFamily="50" charset="0"/>
                </a:defRPr>
              </a:lvl9pPr>
            </a:lstStyle>
            <a:p>
              <a:pPr marL="0" marR="0" lvl="0" indent="0"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0" lang="en-GB" sz="1050" b="0" i="0" u="none" strike="noStrike" kern="0" cap="none" spc="0" normalizeH="0" baseline="0" noProof="0">
                  <a:ln>
                    <a:noFill/>
                  </a:ln>
                  <a:solidFill>
                    <a:srgbClr val="FFFFFF"/>
                  </a:solidFill>
                  <a:effectLst/>
                  <a:uLnTx/>
                  <a:uFillTx/>
                  <a:cs typeface="Calibri" panose="020F0502020204030204" pitchFamily="34" charset="0"/>
                </a:rPr>
                <a:t>De </a:t>
              </a:r>
              <a:r>
                <a:rPr kumimoji="0" lang="en-GB" sz="1050" b="0" i="0" u="none" strike="noStrike" kern="0" cap="none" spc="0" normalizeH="0" baseline="0" noProof="0" err="1">
                  <a:ln>
                    <a:noFill/>
                  </a:ln>
                  <a:solidFill>
                    <a:srgbClr val="FFFFFF"/>
                  </a:solidFill>
                  <a:effectLst/>
                  <a:uLnTx/>
                  <a:uFillTx/>
                  <a:cs typeface="Calibri" panose="020F0502020204030204" pitchFamily="34" charset="0"/>
                </a:rPr>
                <a:t>Ruijterkade</a:t>
              </a:r>
              <a:r>
                <a:rPr kumimoji="0" lang="en-GB" sz="1050" b="0" i="0" u="none" strike="noStrike" kern="0" cap="none" spc="0" normalizeH="0" baseline="0" noProof="0">
                  <a:ln>
                    <a:noFill/>
                  </a:ln>
                  <a:solidFill>
                    <a:srgbClr val="FFFFFF"/>
                  </a:solidFill>
                  <a:effectLst/>
                  <a:uLnTx/>
                  <a:uFillTx/>
                  <a:cs typeface="Calibri" panose="020F0502020204030204" pitchFamily="34" charset="0"/>
                </a:rPr>
                <a:t> 7</a:t>
              </a:r>
            </a:p>
          </p:txBody>
        </p:sp>
        <p:sp>
          <p:nvSpPr>
            <p:cNvPr id="34" name="TextBox 33">
              <a:extLst>
                <a:ext uri="{FF2B5EF4-FFF2-40B4-BE49-F238E27FC236}">
                  <a16:creationId xmlns:a16="http://schemas.microsoft.com/office/drawing/2014/main" id="{5C92A55F-23B9-E807-337B-63C6501CD854}"/>
                </a:ext>
              </a:extLst>
            </p:cNvPr>
            <p:cNvSpPr txBox="1"/>
            <p:nvPr userDrawn="1"/>
          </p:nvSpPr>
          <p:spPr bwMode="ltGray">
            <a:xfrm>
              <a:off x="5343524" y="5352005"/>
              <a:ext cx="3014239" cy="252000"/>
            </a:xfrm>
            <a:prstGeom prst="rect">
              <a:avLst/>
            </a:prstGeom>
            <a:noFill/>
          </p:spPr>
          <p:txBody>
            <a:bodyPr vert="horz" lIns="0" tIns="0" rIns="0" bIns="0" rtlCol="0" anchor="ctr">
              <a:noAutofit/>
            </a:bodyPr>
            <a:lstStyle>
              <a:lvl1pPr lvl="0" indent="0">
                <a:lnSpc>
                  <a:spcPct val="100000"/>
                </a:lnSpc>
                <a:spcBef>
                  <a:spcPts val="0"/>
                </a:spcBef>
                <a:buSzPct val="100000"/>
                <a:buFont typeface="Arial" panose="020B0604020202020204" pitchFamily="34" charset="0"/>
                <a:buNone/>
                <a:defRPr lang="en-US" sz="1050" b="0" spc="0" dirty="0" smtClean="0">
                  <a:solidFill>
                    <a:schemeClr val="bg2"/>
                  </a:solidFill>
                  <a:cs typeface="Gotham-Book" pitchFamily="50" charset="0"/>
                </a:defRPr>
              </a:lvl1pPr>
              <a:lvl2pPr marL="432000" indent="-216000">
                <a:lnSpc>
                  <a:spcPct val="100000"/>
                </a:lnSpc>
                <a:spcBef>
                  <a:spcPts val="600"/>
                </a:spcBef>
                <a:buFont typeface="Arial" panose="020B0604020202020204" pitchFamily="34" charset="0"/>
                <a:buChar char="•"/>
                <a:defRPr sz="1400" spc="0">
                  <a:solidFill>
                    <a:schemeClr val="bg2"/>
                  </a:solidFill>
                  <a:cs typeface="Gotham-Book" pitchFamily="50" charset="0"/>
                </a:defRPr>
              </a:lvl2pPr>
              <a:lvl3pPr marL="648000" indent="-216000">
                <a:lnSpc>
                  <a:spcPct val="100000"/>
                </a:lnSpc>
                <a:spcBef>
                  <a:spcPts val="600"/>
                </a:spcBef>
                <a:buFont typeface="Arial" panose="020B0604020202020204" pitchFamily="34" charset="0"/>
                <a:buChar char="•"/>
                <a:defRPr sz="1400" spc="0">
                  <a:solidFill>
                    <a:schemeClr val="bg2"/>
                  </a:solidFill>
                </a:defRPr>
              </a:lvl3pPr>
              <a:lvl4pPr marL="864000" indent="-216000">
                <a:lnSpc>
                  <a:spcPct val="100000"/>
                </a:lnSpc>
                <a:spcBef>
                  <a:spcPts val="600"/>
                </a:spcBef>
                <a:buFont typeface="Arial" panose="020B0604020202020204" pitchFamily="34" charset="0"/>
                <a:buChar char="•"/>
                <a:defRPr sz="1400" cap="none" spc="0" baseline="0">
                  <a:solidFill>
                    <a:schemeClr val="bg2"/>
                  </a:solidFill>
                </a:defRPr>
              </a:lvl4pPr>
              <a:lvl5pPr marL="1080000" indent="-216000">
                <a:lnSpc>
                  <a:spcPct val="100000"/>
                </a:lnSpc>
                <a:spcBef>
                  <a:spcPts val="600"/>
                </a:spcBef>
                <a:buFont typeface="Arial" panose="020B0604020202020204" pitchFamily="34" charset="0"/>
                <a:buChar char="•"/>
                <a:defRPr sz="1400" spc="0">
                  <a:solidFill>
                    <a:schemeClr val="bg2"/>
                  </a:solidFill>
                  <a:cs typeface="Gotham-Light" pitchFamily="50" charset="0"/>
                </a:defRPr>
              </a:lvl5pPr>
              <a:lvl6pPr marL="0" indent="0">
                <a:lnSpc>
                  <a:spcPct val="150000"/>
                </a:lnSpc>
                <a:spcBef>
                  <a:spcPts val="600"/>
                </a:spcBef>
                <a:buFont typeface="Arial" panose="020B0604020202020204" pitchFamily="34" charset="0"/>
                <a:buNone/>
                <a:defRPr sz="1400">
                  <a:latin typeface="Gotham-Light" pitchFamily="50" charset="0"/>
                  <a:cs typeface="Gotham-Light" pitchFamily="50" charset="0"/>
                </a:defRPr>
              </a:lvl6pPr>
              <a:lvl7pPr marL="177800" indent="-177800">
                <a:lnSpc>
                  <a:spcPct val="150000"/>
                </a:lnSpc>
                <a:spcBef>
                  <a:spcPts val="600"/>
                </a:spcBef>
                <a:buSzPct val="120000"/>
                <a:buFontTx/>
                <a:buBlip>
                  <a:blip r:embed="rId7"/>
                </a:buBlip>
                <a:defRPr sz="1400">
                  <a:latin typeface="Gotham-Light" pitchFamily="50" charset="0"/>
                  <a:cs typeface="Gotham-Light" pitchFamily="50" charset="0"/>
                </a:defRPr>
              </a:lvl7pPr>
              <a:lvl8pPr marL="0" indent="0">
                <a:lnSpc>
                  <a:spcPct val="150000"/>
                </a:lnSpc>
                <a:spcBef>
                  <a:spcPts val="0"/>
                </a:spcBef>
                <a:spcAft>
                  <a:spcPts val="600"/>
                </a:spcAft>
                <a:buFont typeface="Arial" panose="020B0604020202020204" pitchFamily="34" charset="0"/>
                <a:buNone/>
                <a:defRPr sz="1200"/>
              </a:lvl8pPr>
              <a:lvl9pPr marL="0" indent="0">
                <a:lnSpc>
                  <a:spcPct val="150000"/>
                </a:lnSpc>
                <a:spcBef>
                  <a:spcPts val="0"/>
                </a:spcBef>
                <a:spcAft>
                  <a:spcPts val="600"/>
                </a:spcAft>
                <a:buFont typeface="Arial" panose="020B0604020202020204" pitchFamily="34" charset="0"/>
                <a:buNone/>
                <a:defRPr sz="1200">
                  <a:latin typeface="Gotham-Light" pitchFamily="50" charset="0"/>
                  <a:cs typeface="Gotham-Light" pitchFamily="50" charset="0"/>
                </a:defRPr>
              </a:lvl9pPr>
            </a:lstStyle>
            <a:p>
              <a:pPr marL="0" marR="0" lvl="0" indent="0"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0" lang="en-GB" sz="1050" b="0" i="0" u="none" strike="noStrike" kern="0" cap="none" spc="0" normalizeH="0" baseline="0" noProof="0">
                  <a:ln>
                    <a:noFill/>
                  </a:ln>
                  <a:solidFill>
                    <a:srgbClr val="FFFFFF"/>
                  </a:solidFill>
                  <a:effectLst/>
                  <a:uLnTx/>
                  <a:uFillTx/>
                  <a:cs typeface="Calibri" panose="020F0502020204030204" pitchFamily="34" charset="0"/>
                </a:rPr>
                <a:t>1013 AA Amsterdam</a:t>
              </a:r>
            </a:p>
          </p:txBody>
        </p:sp>
        <p:sp>
          <p:nvSpPr>
            <p:cNvPr id="40" name="TextBox 39">
              <a:extLst>
                <a:ext uri="{FF2B5EF4-FFF2-40B4-BE49-F238E27FC236}">
                  <a16:creationId xmlns:a16="http://schemas.microsoft.com/office/drawing/2014/main" id="{34475B40-9D0F-A8A3-307B-64BA4659D78B}"/>
                </a:ext>
              </a:extLst>
            </p:cNvPr>
            <p:cNvSpPr txBox="1"/>
            <p:nvPr userDrawn="1"/>
          </p:nvSpPr>
          <p:spPr bwMode="ltGray">
            <a:xfrm>
              <a:off x="5343524" y="5580244"/>
              <a:ext cx="3014239" cy="252000"/>
            </a:xfrm>
            <a:prstGeom prst="rect">
              <a:avLst/>
            </a:prstGeom>
            <a:noFill/>
          </p:spPr>
          <p:txBody>
            <a:bodyPr vert="horz" lIns="0" tIns="0" rIns="0" bIns="0" rtlCol="0" anchor="ctr">
              <a:noAutofit/>
            </a:bodyPr>
            <a:lstStyle>
              <a:lvl1pPr lvl="0" indent="0">
                <a:lnSpc>
                  <a:spcPct val="100000"/>
                </a:lnSpc>
                <a:spcBef>
                  <a:spcPts val="0"/>
                </a:spcBef>
                <a:buSzPct val="100000"/>
                <a:buFont typeface="Arial" panose="020B0604020202020204" pitchFamily="34" charset="0"/>
                <a:buNone/>
                <a:defRPr lang="en-US" sz="1050" b="0" spc="0" dirty="0" smtClean="0">
                  <a:solidFill>
                    <a:schemeClr val="bg2"/>
                  </a:solidFill>
                  <a:cs typeface="Gotham-Book" pitchFamily="50" charset="0"/>
                </a:defRPr>
              </a:lvl1pPr>
              <a:lvl2pPr marL="432000" indent="-216000">
                <a:lnSpc>
                  <a:spcPct val="100000"/>
                </a:lnSpc>
                <a:spcBef>
                  <a:spcPts val="600"/>
                </a:spcBef>
                <a:buFont typeface="Arial" panose="020B0604020202020204" pitchFamily="34" charset="0"/>
                <a:buChar char="•"/>
                <a:defRPr sz="1400" spc="0">
                  <a:solidFill>
                    <a:schemeClr val="bg2"/>
                  </a:solidFill>
                  <a:cs typeface="Gotham-Book" pitchFamily="50" charset="0"/>
                </a:defRPr>
              </a:lvl2pPr>
              <a:lvl3pPr marL="648000" indent="-216000">
                <a:lnSpc>
                  <a:spcPct val="100000"/>
                </a:lnSpc>
                <a:spcBef>
                  <a:spcPts val="600"/>
                </a:spcBef>
                <a:buFont typeface="Arial" panose="020B0604020202020204" pitchFamily="34" charset="0"/>
                <a:buChar char="•"/>
                <a:defRPr sz="1400" spc="0">
                  <a:solidFill>
                    <a:schemeClr val="bg2"/>
                  </a:solidFill>
                </a:defRPr>
              </a:lvl3pPr>
              <a:lvl4pPr marL="864000" indent="-216000">
                <a:lnSpc>
                  <a:spcPct val="100000"/>
                </a:lnSpc>
                <a:spcBef>
                  <a:spcPts val="600"/>
                </a:spcBef>
                <a:buFont typeface="Arial" panose="020B0604020202020204" pitchFamily="34" charset="0"/>
                <a:buChar char="•"/>
                <a:defRPr sz="1400" cap="none" spc="0" baseline="0">
                  <a:solidFill>
                    <a:schemeClr val="bg2"/>
                  </a:solidFill>
                </a:defRPr>
              </a:lvl4pPr>
              <a:lvl5pPr marL="1080000" indent="-216000">
                <a:lnSpc>
                  <a:spcPct val="100000"/>
                </a:lnSpc>
                <a:spcBef>
                  <a:spcPts val="600"/>
                </a:spcBef>
                <a:buFont typeface="Arial" panose="020B0604020202020204" pitchFamily="34" charset="0"/>
                <a:buChar char="•"/>
                <a:defRPr sz="1400" spc="0">
                  <a:solidFill>
                    <a:schemeClr val="bg2"/>
                  </a:solidFill>
                  <a:cs typeface="Gotham-Light" pitchFamily="50" charset="0"/>
                </a:defRPr>
              </a:lvl5pPr>
              <a:lvl6pPr marL="0" indent="0">
                <a:lnSpc>
                  <a:spcPct val="150000"/>
                </a:lnSpc>
                <a:spcBef>
                  <a:spcPts val="600"/>
                </a:spcBef>
                <a:buFont typeface="Arial" panose="020B0604020202020204" pitchFamily="34" charset="0"/>
                <a:buNone/>
                <a:defRPr sz="1400">
                  <a:latin typeface="Gotham-Light" pitchFamily="50" charset="0"/>
                  <a:cs typeface="Gotham-Light" pitchFamily="50" charset="0"/>
                </a:defRPr>
              </a:lvl6pPr>
              <a:lvl7pPr marL="177800" indent="-177800">
                <a:lnSpc>
                  <a:spcPct val="150000"/>
                </a:lnSpc>
                <a:spcBef>
                  <a:spcPts val="600"/>
                </a:spcBef>
                <a:buSzPct val="120000"/>
                <a:buFontTx/>
                <a:buBlip>
                  <a:blip r:embed="rId7"/>
                </a:buBlip>
                <a:defRPr sz="1400">
                  <a:latin typeface="Gotham-Light" pitchFamily="50" charset="0"/>
                  <a:cs typeface="Gotham-Light" pitchFamily="50" charset="0"/>
                </a:defRPr>
              </a:lvl7pPr>
              <a:lvl8pPr marL="0" indent="0">
                <a:lnSpc>
                  <a:spcPct val="150000"/>
                </a:lnSpc>
                <a:spcBef>
                  <a:spcPts val="0"/>
                </a:spcBef>
                <a:spcAft>
                  <a:spcPts val="600"/>
                </a:spcAft>
                <a:buFont typeface="Arial" panose="020B0604020202020204" pitchFamily="34" charset="0"/>
                <a:buNone/>
                <a:defRPr sz="1200"/>
              </a:lvl8pPr>
              <a:lvl9pPr marL="0" indent="0">
                <a:lnSpc>
                  <a:spcPct val="150000"/>
                </a:lnSpc>
                <a:spcBef>
                  <a:spcPts val="0"/>
                </a:spcBef>
                <a:spcAft>
                  <a:spcPts val="600"/>
                </a:spcAft>
                <a:buFont typeface="Arial" panose="020B0604020202020204" pitchFamily="34" charset="0"/>
                <a:buNone/>
                <a:defRPr sz="1200">
                  <a:latin typeface="Gotham-Light" pitchFamily="50" charset="0"/>
                  <a:cs typeface="Gotham-Light" pitchFamily="50" charset="0"/>
                </a:defRPr>
              </a:lvl9pPr>
            </a:lstStyle>
            <a:p>
              <a:pPr marL="0" marR="0" lvl="0" indent="0"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0" lang="en-GB" sz="1050" b="0" i="0" u="none" strike="noStrike" kern="0" cap="none" spc="0" normalizeH="0" baseline="0" noProof="0">
                  <a:ln>
                    <a:noFill/>
                  </a:ln>
                  <a:solidFill>
                    <a:srgbClr val="FFFFFF"/>
                  </a:solidFill>
                  <a:effectLst/>
                  <a:uLnTx/>
                  <a:uFillTx/>
                  <a:cs typeface="Calibri" panose="020F0502020204030204" pitchFamily="34" charset="0"/>
                </a:rPr>
                <a:t>The Netherlands</a:t>
              </a:r>
            </a:p>
          </p:txBody>
        </p:sp>
      </p:grpSp>
      <p:grpSp>
        <p:nvGrpSpPr>
          <p:cNvPr id="41" name="Group 40">
            <a:extLst>
              <a:ext uri="{FF2B5EF4-FFF2-40B4-BE49-F238E27FC236}">
                <a16:creationId xmlns:a16="http://schemas.microsoft.com/office/drawing/2014/main" id="{CEEAAE18-AB80-F7DC-1CAE-653488EF6313}"/>
              </a:ext>
            </a:extLst>
          </p:cNvPr>
          <p:cNvGrpSpPr/>
          <p:nvPr userDrawn="1"/>
        </p:nvGrpSpPr>
        <p:grpSpPr>
          <a:xfrm>
            <a:off x="3239956" y="5196802"/>
            <a:ext cx="2677054" cy="1131836"/>
            <a:chOff x="5343524" y="4700408"/>
            <a:chExt cx="3014239" cy="1131836"/>
          </a:xfrm>
        </p:grpSpPr>
        <p:sp>
          <p:nvSpPr>
            <p:cNvPr id="42" name="TextBox 41">
              <a:extLst>
                <a:ext uri="{FF2B5EF4-FFF2-40B4-BE49-F238E27FC236}">
                  <a16:creationId xmlns:a16="http://schemas.microsoft.com/office/drawing/2014/main" id="{380C2B2D-2B17-43E1-A39E-5E4AA5ABDE8D}"/>
                </a:ext>
              </a:extLst>
            </p:cNvPr>
            <p:cNvSpPr txBox="1"/>
            <p:nvPr userDrawn="1"/>
          </p:nvSpPr>
          <p:spPr bwMode="ltGray">
            <a:xfrm>
              <a:off x="5343524" y="4700408"/>
              <a:ext cx="3014239" cy="252000"/>
            </a:xfrm>
            <a:prstGeom prst="rect">
              <a:avLst/>
            </a:prstGeom>
            <a:noFill/>
          </p:spPr>
          <p:txBody>
            <a:bodyPr wrap="square" lIns="0" tIns="0" rIns="0" bIns="0" rtlCol="0" anchor="ctr">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rgbClr val="FFFFFF"/>
                  </a:solidFill>
                  <a:effectLst/>
                  <a:uLnTx/>
                  <a:uFillTx/>
                  <a:latin typeface="+mj-lt"/>
                </a:rPr>
                <a:t>Stockholm</a:t>
              </a:r>
            </a:p>
          </p:txBody>
        </p:sp>
        <p:sp>
          <p:nvSpPr>
            <p:cNvPr id="43" name="TextBox 42">
              <a:extLst>
                <a:ext uri="{FF2B5EF4-FFF2-40B4-BE49-F238E27FC236}">
                  <a16:creationId xmlns:a16="http://schemas.microsoft.com/office/drawing/2014/main" id="{ED4AA5AC-492A-714A-1D4A-B4356457E402}"/>
                </a:ext>
              </a:extLst>
            </p:cNvPr>
            <p:cNvSpPr txBox="1"/>
            <p:nvPr userDrawn="1"/>
          </p:nvSpPr>
          <p:spPr bwMode="ltGray">
            <a:xfrm>
              <a:off x="5343524" y="5123766"/>
              <a:ext cx="3014239" cy="252000"/>
            </a:xfrm>
            <a:prstGeom prst="rect">
              <a:avLst/>
            </a:prstGeom>
            <a:noFill/>
          </p:spPr>
          <p:txBody>
            <a:bodyPr vert="horz" lIns="0" tIns="0" rIns="0" bIns="0" rtlCol="0" anchor="ctr">
              <a:noAutofit/>
            </a:bodyPr>
            <a:lstStyle>
              <a:lvl1pPr lvl="0" indent="0">
                <a:lnSpc>
                  <a:spcPct val="100000"/>
                </a:lnSpc>
                <a:spcBef>
                  <a:spcPts val="0"/>
                </a:spcBef>
                <a:buSzPct val="100000"/>
                <a:buFont typeface="Arial" panose="020B0604020202020204" pitchFamily="34" charset="0"/>
                <a:buNone/>
                <a:defRPr lang="en-US" sz="1050" b="0" spc="0" dirty="0" smtClean="0">
                  <a:solidFill>
                    <a:schemeClr val="bg2"/>
                  </a:solidFill>
                  <a:cs typeface="Gotham-Book" pitchFamily="50" charset="0"/>
                </a:defRPr>
              </a:lvl1pPr>
              <a:lvl2pPr marL="432000" indent="-216000">
                <a:lnSpc>
                  <a:spcPct val="100000"/>
                </a:lnSpc>
                <a:spcBef>
                  <a:spcPts val="600"/>
                </a:spcBef>
                <a:buFont typeface="Arial" panose="020B0604020202020204" pitchFamily="34" charset="0"/>
                <a:buChar char="•"/>
                <a:defRPr sz="1400" spc="0">
                  <a:solidFill>
                    <a:schemeClr val="bg2"/>
                  </a:solidFill>
                  <a:cs typeface="Gotham-Book" pitchFamily="50" charset="0"/>
                </a:defRPr>
              </a:lvl2pPr>
              <a:lvl3pPr marL="648000" indent="-216000">
                <a:lnSpc>
                  <a:spcPct val="100000"/>
                </a:lnSpc>
                <a:spcBef>
                  <a:spcPts val="600"/>
                </a:spcBef>
                <a:buFont typeface="Arial" panose="020B0604020202020204" pitchFamily="34" charset="0"/>
                <a:buChar char="•"/>
                <a:defRPr sz="1400" spc="0">
                  <a:solidFill>
                    <a:schemeClr val="bg2"/>
                  </a:solidFill>
                </a:defRPr>
              </a:lvl3pPr>
              <a:lvl4pPr marL="864000" indent="-216000">
                <a:lnSpc>
                  <a:spcPct val="100000"/>
                </a:lnSpc>
                <a:spcBef>
                  <a:spcPts val="600"/>
                </a:spcBef>
                <a:buFont typeface="Arial" panose="020B0604020202020204" pitchFamily="34" charset="0"/>
                <a:buChar char="•"/>
                <a:defRPr sz="1400" cap="none" spc="0" baseline="0">
                  <a:solidFill>
                    <a:schemeClr val="bg2"/>
                  </a:solidFill>
                </a:defRPr>
              </a:lvl4pPr>
              <a:lvl5pPr marL="1080000" indent="-216000">
                <a:lnSpc>
                  <a:spcPct val="100000"/>
                </a:lnSpc>
                <a:spcBef>
                  <a:spcPts val="600"/>
                </a:spcBef>
                <a:buFont typeface="Arial" panose="020B0604020202020204" pitchFamily="34" charset="0"/>
                <a:buChar char="•"/>
                <a:defRPr sz="1400" spc="0">
                  <a:solidFill>
                    <a:schemeClr val="bg2"/>
                  </a:solidFill>
                  <a:cs typeface="Gotham-Light" pitchFamily="50" charset="0"/>
                </a:defRPr>
              </a:lvl5pPr>
              <a:lvl6pPr marL="0" indent="0">
                <a:lnSpc>
                  <a:spcPct val="150000"/>
                </a:lnSpc>
                <a:spcBef>
                  <a:spcPts val="600"/>
                </a:spcBef>
                <a:buFont typeface="Arial" panose="020B0604020202020204" pitchFamily="34" charset="0"/>
                <a:buNone/>
                <a:defRPr sz="1400">
                  <a:latin typeface="Gotham-Light" pitchFamily="50" charset="0"/>
                  <a:cs typeface="Gotham-Light" pitchFamily="50" charset="0"/>
                </a:defRPr>
              </a:lvl6pPr>
              <a:lvl7pPr marL="177800" indent="-177800">
                <a:lnSpc>
                  <a:spcPct val="150000"/>
                </a:lnSpc>
                <a:spcBef>
                  <a:spcPts val="600"/>
                </a:spcBef>
                <a:buSzPct val="120000"/>
                <a:buFontTx/>
                <a:buBlip>
                  <a:blip r:embed="rId7"/>
                </a:buBlip>
                <a:defRPr sz="1400">
                  <a:latin typeface="Gotham-Light" pitchFamily="50" charset="0"/>
                  <a:cs typeface="Gotham-Light" pitchFamily="50" charset="0"/>
                </a:defRPr>
              </a:lvl7pPr>
              <a:lvl8pPr marL="0" indent="0">
                <a:lnSpc>
                  <a:spcPct val="150000"/>
                </a:lnSpc>
                <a:spcBef>
                  <a:spcPts val="0"/>
                </a:spcBef>
                <a:spcAft>
                  <a:spcPts val="600"/>
                </a:spcAft>
                <a:buFont typeface="Arial" panose="020B0604020202020204" pitchFamily="34" charset="0"/>
                <a:buNone/>
                <a:defRPr sz="1200"/>
              </a:lvl8pPr>
              <a:lvl9pPr marL="0" indent="0">
                <a:lnSpc>
                  <a:spcPct val="150000"/>
                </a:lnSpc>
                <a:spcBef>
                  <a:spcPts val="0"/>
                </a:spcBef>
                <a:spcAft>
                  <a:spcPts val="600"/>
                </a:spcAft>
                <a:buFont typeface="Arial" panose="020B0604020202020204" pitchFamily="34" charset="0"/>
                <a:buNone/>
                <a:defRPr sz="1200">
                  <a:latin typeface="Gotham-Light" pitchFamily="50" charset="0"/>
                  <a:cs typeface="Gotham-Light" pitchFamily="50" charset="0"/>
                </a:defRPr>
              </a:lvl9pPr>
            </a:lstStyle>
            <a:p>
              <a:pPr marL="0" marR="0" lvl="0" indent="0"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0" lang="en-GB" sz="1050" b="0" i="0" u="none" strike="noStrike" kern="0" cap="none" spc="0" normalizeH="0" baseline="0" noProof="0" err="1">
                  <a:ln>
                    <a:noFill/>
                  </a:ln>
                  <a:solidFill>
                    <a:srgbClr val="FFFFFF"/>
                  </a:solidFill>
                  <a:effectLst/>
                  <a:uLnTx/>
                  <a:uFillTx/>
                  <a:cs typeface="Calibri" panose="020F0502020204030204" pitchFamily="34" charset="0"/>
                </a:rPr>
                <a:t>Götgatan</a:t>
              </a:r>
              <a:r>
                <a:rPr kumimoji="0" lang="en-GB" sz="1050" b="0" i="0" u="none" strike="noStrike" kern="0" cap="none" spc="0" normalizeH="0" baseline="0" noProof="0">
                  <a:ln>
                    <a:noFill/>
                  </a:ln>
                  <a:solidFill>
                    <a:srgbClr val="FFFFFF"/>
                  </a:solidFill>
                  <a:effectLst/>
                  <a:uLnTx/>
                  <a:uFillTx/>
                  <a:cs typeface="Calibri" panose="020F0502020204030204" pitchFamily="34" charset="0"/>
                </a:rPr>
                <a:t> 22A</a:t>
              </a:r>
            </a:p>
          </p:txBody>
        </p:sp>
        <p:sp>
          <p:nvSpPr>
            <p:cNvPr id="44" name="TextBox 43">
              <a:extLst>
                <a:ext uri="{FF2B5EF4-FFF2-40B4-BE49-F238E27FC236}">
                  <a16:creationId xmlns:a16="http://schemas.microsoft.com/office/drawing/2014/main" id="{6EBC595A-42F5-4763-8C5B-00A2275720D2}"/>
                </a:ext>
              </a:extLst>
            </p:cNvPr>
            <p:cNvSpPr txBox="1"/>
            <p:nvPr userDrawn="1"/>
          </p:nvSpPr>
          <p:spPr bwMode="ltGray">
            <a:xfrm>
              <a:off x="5343524" y="5352005"/>
              <a:ext cx="3014239" cy="252000"/>
            </a:xfrm>
            <a:prstGeom prst="rect">
              <a:avLst/>
            </a:prstGeom>
            <a:noFill/>
          </p:spPr>
          <p:txBody>
            <a:bodyPr vert="horz" lIns="0" tIns="0" rIns="0" bIns="0" rtlCol="0" anchor="ctr">
              <a:noAutofit/>
            </a:bodyPr>
            <a:lstStyle>
              <a:lvl1pPr lvl="0" indent="0">
                <a:lnSpc>
                  <a:spcPct val="100000"/>
                </a:lnSpc>
                <a:spcBef>
                  <a:spcPts val="0"/>
                </a:spcBef>
                <a:buSzPct val="100000"/>
                <a:buFont typeface="Arial" panose="020B0604020202020204" pitchFamily="34" charset="0"/>
                <a:buNone/>
                <a:defRPr lang="en-US" sz="1050" b="0" spc="0" dirty="0" smtClean="0">
                  <a:solidFill>
                    <a:schemeClr val="bg2"/>
                  </a:solidFill>
                  <a:cs typeface="Gotham-Book" pitchFamily="50" charset="0"/>
                </a:defRPr>
              </a:lvl1pPr>
              <a:lvl2pPr marL="432000" indent="-216000">
                <a:lnSpc>
                  <a:spcPct val="100000"/>
                </a:lnSpc>
                <a:spcBef>
                  <a:spcPts val="600"/>
                </a:spcBef>
                <a:buFont typeface="Arial" panose="020B0604020202020204" pitchFamily="34" charset="0"/>
                <a:buChar char="•"/>
                <a:defRPr sz="1400" spc="0">
                  <a:solidFill>
                    <a:schemeClr val="bg2"/>
                  </a:solidFill>
                  <a:cs typeface="Gotham-Book" pitchFamily="50" charset="0"/>
                </a:defRPr>
              </a:lvl2pPr>
              <a:lvl3pPr marL="648000" indent="-216000">
                <a:lnSpc>
                  <a:spcPct val="100000"/>
                </a:lnSpc>
                <a:spcBef>
                  <a:spcPts val="600"/>
                </a:spcBef>
                <a:buFont typeface="Arial" panose="020B0604020202020204" pitchFamily="34" charset="0"/>
                <a:buChar char="•"/>
                <a:defRPr sz="1400" spc="0">
                  <a:solidFill>
                    <a:schemeClr val="bg2"/>
                  </a:solidFill>
                </a:defRPr>
              </a:lvl3pPr>
              <a:lvl4pPr marL="864000" indent="-216000">
                <a:lnSpc>
                  <a:spcPct val="100000"/>
                </a:lnSpc>
                <a:spcBef>
                  <a:spcPts val="600"/>
                </a:spcBef>
                <a:buFont typeface="Arial" panose="020B0604020202020204" pitchFamily="34" charset="0"/>
                <a:buChar char="•"/>
                <a:defRPr sz="1400" cap="none" spc="0" baseline="0">
                  <a:solidFill>
                    <a:schemeClr val="bg2"/>
                  </a:solidFill>
                </a:defRPr>
              </a:lvl4pPr>
              <a:lvl5pPr marL="1080000" indent="-216000">
                <a:lnSpc>
                  <a:spcPct val="100000"/>
                </a:lnSpc>
                <a:spcBef>
                  <a:spcPts val="600"/>
                </a:spcBef>
                <a:buFont typeface="Arial" panose="020B0604020202020204" pitchFamily="34" charset="0"/>
                <a:buChar char="•"/>
                <a:defRPr sz="1400" spc="0">
                  <a:solidFill>
                    <a:schemeClr val="bg2"/>
                  </a:solidFill>
                  <a:cs typeface="Gotham-Light" pitchFamily="50" charset="0"/>
                </a:defRPr>
              </a:lvl5pPr>
              <a:lvl6pPr marL="0" indent="0">
                <a:lnSpc>
                  <a:spcPct val="150000"/>
                </a:lnSpc>
                <a:spcBef>
                  <a:spcPts val="600"/>
                </a:spcBef>
                <a:buFont typeface="Arial" panose="020B0604020202020204" pitchFamily="34" charset="0"/>
                <a:buNone/>
                <a:defRPr sz="1400">
                  <a:latin typeface="Gotham-Light" pitchFamily="50" charset="0"/>
                  <a:cs typeface="Gotham-Light" pitchFamily="50" charset="0"/>
                </a:defRPr>
              </a:lvl6pPr>
              <a:lvl7pPr marL="177800" indent="-177800">
                <a:lnSpc>
                  <a:spcPct val="150000"/>
                </a:lnSpc>
                <a:spcBef>
                  <a:spcPts val="600"/>
                </a:spcBef>
                <a:buSzPct val="120000"/>
                <a:buFontTx/>
                <a:buBlip>
                  <a:blip r:embed="rId7"/>
                </a:buBlip>
                <a:defRPr sz="1400">
                  <a:latin typeface="Gotham-Light" pitchFamily="50" charset="0"/>
                  <a:cs typeface="Gotham-Light" pitchFamily="50" charset="0"/>
                </a:defRPr>
              </a:lvl7pPr>
              <a:lvl8pPr marL="0" indent="0">
                <a:lnSpc>
                  <a:spcPct val="150000"/>
                </a:lnSpc>
                <a:spcBef>
                  <a:spcPts val="0"/>
                </a:spcBef>
                <a:spcAft>
                  <a:spcPts val="600"/>
                </a:spcAft>
                <a:buFont typeface="Arial" panose="020B0604020202020204" pitchFamily="34" charset="0"/>
                <a:buNone/>
                <a:defRPr sz="1200"/>
              </a:lvl8pPr>
              <a:lvl9pPr marL="0" indent="0">
                <a:lnSpc>
                  <a:spcPct val="150000"/>
                </a:lnSpc>
                <a:spcBef>
                  <a:spcPts val="0"/>
                </a:spcBef>
                <a:spcAft>
                  <a:spcPts val="600"/>
                </a:spcAft>
                <a:buFont typeface="Arial" panose="020B0604020202020204" pitchFamily="34" charset="0"/>
                <a:buNone/>
                <a:defRPr sz="1200">
                  <a:latin typeface="Gotham-Light" pitchFamily="50" charset="0"/>
                  <a:cs typeface="Gotham-Light" pitchFamily="50" charset="0"/>
                </a:defRPr>
              </a:lvl9pPr>
            </a:lstStyle>
            <a:p>
              <a:pPr marL="0" marR="0" lvl="0" indent="0"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0" lang="en-GB" sz="1050" b="0" i="0" u="none" strike="noStrike" kern="0" cap="none" spc="0" normalizeH="0" baseline="0" noProof="0">
                  <a:ln>
                    <a:noFill/>
                  </a:ln>
                  <a:solidFill>
                    <a:srgbClr val="FFFFFF"/>
                  </a:solidFill>
                  <a:effectLst/>
                  <a:uLnTx/>
                  <a:uFillTx/>
                  <a:cs typeface="Calibri" panose="020F0502020204030204" pitchFamily="34" charset="0"/>
                </a:rPr>
                <a:t>118 46 Stockholm</a:t>
              </a:r>
            </a:p>
          </p:txBody>
        </p:sp>
        <p:sp>
          <p:nvSpPr>
            <p:cNvPr id="45" name="TextBox 44">
              <a:extLst>
                <a:ext uri="{FF2B5EF4-FFF2-40B4-BE49-F238E27FC236}">
                  <a16:creationId xmlns:a16="http://schemas.microsoft.com/office/drawing/2014/main" id="{FF9A0F7D-72F9-213F-F442-D1C1D41C4FDB}"/>
                </a:ext>
              </a:extLst>
            </p:cNvPr>
            <p:cNvSpPr txBox="1"/>
            <p:nvPr userDrawn="1"/>
          </p:nvSpPr>
          <p:spPr bwMode="ltGray">
            <a:xfrm>
              <a:off x="5343524" y="5580244"/>
              <a:ext cx="3014239" cy="252000"/>
            </a:xfrm>
            <a:prstGeom prst="rect">
              <a:avLst/>
            </a:prstGeom>
            <a:noFill/>
          </p:spPr>
          <p:txBody>
            <a:bodyPr vert="horz" lIns="0" tIns="0" rIns="0" bIns="0" rtlCol="0" anchor="ctr">
              <a:noAutofit/>
            </a:bodyPr>
            <a:lstStyle>
              <a:lvl1pPr lvl="0" indent="0">
                <a:lnSpc>
                  <a:spcPct val="100000"/>
                </a:lnSpc>
                <a:spcBef>
                  <a:spcPts val="0"/>
                </a:spcBef>
                <a:buSzPct val="100000"/>
                <a:buFont typeface="Arial" panose="020B0604020202020204" pitchFamily="34" charset="0"/>
                <a:buNone/>
                <a:defRPr lang="en-US" sz="1050" b="0" spc="0" dirty="0" smtClean="0">
                  <a:solidFill>
                    <a:schemeClr val="bg2"/>
                  </a:solidFill>
                  <a:cs typeface="Gotham-Book" pitchFamily="50" charset="0"/>
                </a:defRPr>
              </a:lvl1pPr>
              <a:lvl2pPr marL="432000" indent="-216000">
                <a:lnSpc>
                  <a:spcPct val="100000"/>
                </a:lnSpc>
                <a:spcBef>
                  <a:spcPts val="600"/>
                </a:spcBef>
                <a:buFont typeface="Arial" panose="020B0604020202020204" pitchFamily="34" charset="0"/>
                <a:buChar char="•"/>
                <a:defRPr sz="1400" spc="0">
                  <a:solidFill>
                    <a:schemeClr val="bg2"/>
                  </a:solidFill>
                  <a:cs typeface="Gotham-Book" pitchFamily="50" charset="0"/>
                </a:defRPr>
              </a:lvl2pPr>
              <a:lvl3pPr marL="648000" indent="-216000">
                <a:lnSpc>
                  <a:spcPct val="100000"/>
                </a:lnSpc>
                <a:spcBef>
                  <a:spcPts val="600"/>
                </a:spcBef>
                <a:buFont typeface="Arial" panose="020B0604020202020204" pitchFamily="34" charset="0"/>
                <a:buChar char="•"/>
                <a:defRPr sz="1400" spc="0">
                  <a:solidFill>
                    <a:schemeClr val="bg2"/>
                  </a:solidFill>
                </a:defRPr>
              </a:lvl3pPr>
              <a:lvl4pPr marL="864000" indent="-216000">
                <a:lnSpc>
                  <a:spcPct val="100000"/>
                </a:lnSpc>
                <a:spcBef>
                  <a:spcPts val="600"/>
                </a:spcBef>
                <a:buFont typeface="Arial" panose="020B0604020202020204" pitchFamily="34" charset="0"/>
                <a:buChar char="•"/>
                <a:defRPr sz="1400" cap="none" spc="0" baseline="0">
                  <a:solidFill>
                    <a:schemeClr val="bg2"/>
                  </a:solidFill>
                </a:defRPr>
              </a:lvl4pPr>
              <a:lvl5pPr marL="1080000" indent="-216000">
                <a:lnSpc>
                  <a:spcPct val="100000"/>
                </a:lnSpc>
                <a:spcBef>
                  <a:spcPts val="600"/>
                </a:spcBef>
                <a:buFont typeface="Arial" panose="020B0604020202020204" pitchFamily="34" charset="0"/>
                <a:buChar char="•"/>
                <a:defRPr sz="1400" spc="0">
                  <a:solidFill>
                    <a:schemeClr val="bg2"/>
                  </a:solidFill>
                  <a:cs typeface="Gotham-Light" pitchFamily="50" charset="0"/>
                </a:defRPr>
              </a:lvl5pPr>
              <a:lvl6pPr marL="0" indent="0">
                <a:lnSpc>
                  <a:spcPct val="150000"/>
                </a:lnSpc>
                <a:spcBef>
                  <a:spcPts val="600"/>
                </a:spcBef>
                <a:buFont typeface="Arial" panose="020B0604020202020204" pitchFamily="34" charset="0"/>
                <a:buNone/>
                <a:defRPr sz="1400">
                  <a:latin typeface="Gotham-Light" pitchFamily="50" charset="0"/>
                  <a:cs typeface="Gotham-Light" pitchFamily="50" charset="0"/>
                </a:defRPr>
              </a:lvl6pPr>
              <a:lvl7pPr marL="177800" indent="-177800">
                <a:lnSpc>
                  <a:spcPct val="150000"/>
                </a:lnSpc>
                <a:spcBef>
                  <a:spcPts val="600"/>
                </a:spcBef>
                <a:buSzPct val="120000"/>
                <a:buFontTx/>
                <a:buBlip>
                  <a:blip r:embed="rId7"/>
                </a:buBlip>
                <a:defRPr sz="1400">
                  <a:latin typeface="Gotham-Light" pitchFamily="50" charset="0"/>
                  <a:cs typeface="Gotham-Light" pitchFamily="50" charset="0"/>
                </a:defRPr>
              </a:lvl7pPr>
              <a:lvl8pPr marL="0" indent="0">
                <a:lnSpc>
                  <a:spcPct val="150000"/>
                </a:lnSpc>
                <a:spcBef>
                  <a:spcPts val="0"/>
                </a:spcBef>
                <a:spcAft>
                  <a:spcPts val="600"/>
                </a:spcAft>
                <a:buFont typeface="Arial" panose="020B0604020202020204" pitchFamily="34" charset="0"/>
                <a:buNone/>
                <a:defRPr sz="1200"/>
              </a:lvl8pPr>
              <a:lvl9pPr marL="0" indent="0">
                <a:lnSpc>
                  <a:spcPct val="150000"/>
                </a:lnSpc>
                <a:spcBef>
                  <a:spcPts val="0"/>
                </a:spcBef>
                <a:spcAft>
                  <a:spcPts val="600"/>
                </a:spcAft>
                <a:buFont typeface="Arial" panose="020B0604020202020204" pitchFamily="34" charset="0"/>
                <a:buNone/>
                <a:defRPr sz="1200">
                  <a:latin typeface="Gotham-Light" pitchFamily="50" charset="0"/>
                  <a:cs typeface="Gotham-Light" pitchFamily="50" charset="0"/>
                </a:defRPr>
              </a:lvl9pPr>
            </a:lstStyle>
            <a:p>
              <a:pPr marL="0" marR="0" lvl="0" indent="0"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0" lang="en-GB" sz="1050" b="0" i="0" u="none" strike="noStrike" kern="0" cap="none" spc="0" normalizeH="0" baseline="0" noProof="0">
                  <a:ln>
                    <a:noFill/>
                  </a:ln>
                  <a:solidFill>
                    <a:srgbClr val="FFFFFF"/>
                  </a:solidFill>
                  <a:effectLst/>
                  <a:uLnTx/>
                  <a:uFillTx/>
                  <a:cs typeface="Calibri" panose="020F0502020204030204" pitchFamily="34" charset="0"/>
                </a:rPr>
                <a:t>Sweden</a:t>
              </a:r>
            </a:p>
          </p:txBody>
        </p:sp>
      </p:grpSp>
      <p:grpSp>
        <p:nvGrpSpPr>
          <p:cNvPr id="46" name="Group 45">
            <a:extLst>
              <a:ext uri="{FF2B5EF4-FFF2-40B4-BE49-F238E27FC236}">
                <a16:creationId xmlns:a16="http://schemas.microsoft.com/office/drawing/2014/main" id="{52F52F53-1EBD-E369-4A94-5C89B525AE53}"/>
              </a:ext>
            </a:extLst>
          </p:cNvPr>
          <p:cNvGrpSpPr/>
          <p:nvPr userDrawn="1"/>
        </p:nvGrpSpPr>
        <p:grpSpPr>
          <a:xfrm>
            <a:off x="360362" y="5196802"/>
            <a:ext cx="2677054" cy="1131836"/>
            <a:chOff x="5343524" y="4700408"/>
            <a:chExt cx="3014239" cy="1131836"/>
          </a:xfrm>
        </p:grpSpPr>
        <p:sp>
          <p:nvSpPr>
            <p:cNvPr id="47" name="TextBox 46">
              <a:extLst>
                <a:ext uri="{FF2B5EF4-FFF2-40B4-BE49-F238E27FC236}">
                  <a16:creationId xmlns:a16="http://schemas.microsoft.com/office/drawing/2014/main" id="{A4FF260A-9F87-DDDF-E25C-94B0431A8E71}"/>
                </a:ext>
              </a:extLst>
            </p:cNvPr>
            <p:cNvSpPr txBox="1"/>
            <p:nvPr userDrawn="1"/>
          </p:nvSpPr>
          <p:spPr bwMode="ltGray">
            <a:xfrm>
              <a:off x="5343524" y="4700408"/>
              <a:ext cx="3014239" cy="252000"/>
            </a:xfrm>
            <a:prstGeom prst="rect">
              <a:avLst/>
            </a:prstGeom>
            <a:noFill/>
          </p:spPr>
          <p:txBody>
            <a:bodyPr wrap="square" lIns="0" tIns="0" rIns="0" bIns="0" rtlCol="0" anchor="ctr">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rgbClr val="FFFFFF"/>
                  </a:solidFill>
                  <a:effectLst/>
                  <a:uLnTx/>
                  <a:uFillTx/>
                  <a:latin typeface="+mj-lt"/>
                </a:rPr>
                <a:t>Copenhagen</a:t>
              </a:r>
            </a:p>
          </p:txBody>
        </p:sp>
        <p:sp>
          <p:nvSpPr>
            <p:cNvPr id="48" name="TextBox 47">
              <a:extLst>
                <a:ext uri="{FF2B5EF4-FFF2-40B4-BE49-F238E27FC236}">
                  <a16:creationId xmlns:a16="http://schemas.microsoft.com/office/drawing/2014/main" id="{92634C32-5C3E-0120-36E4-468EE936591D}"/>
                </a:ext>
              </a:extLst>
            </p:cNvPr>
            <p:cNvSpPr txBox="1"/>
            <p:nvPr userDrawn="1"/>
          </p:nvSpPr>
          <p:spPr bwMode="ltGray">
            <a:xfrm>
              <a:off x="5343524" y="5123766"/>
              <a:ext cx="3014239" cy="252000"/>
            </a:xfrm>
            <a:prstGeom prst="rect">
              <a:avLst/>
            </a:prstGeom>
            <a:noFill/>
          </p:spPr>
          <p:txBody>
            <a:bodyPr vert="horz" lIns="0" tIns="0" rIns="0" bIns="0" rtlCol="0" anchor="ctr">
              <a:noAutofit/>
            </a:bodyPr>
            <a:lstStyle>
              <a:lvl1pPr lvl="0" indent="0">
                <a:lnSpc>
                  <a:spcPct val="100000"/>
                </a:lnSpc>
                <a:spcBef>
                  <a:spcPts val="0"/>
                </a:spcBef>
                <a:buSzPct val="100000"/>
                <a:buFont typeface="Arial" panose="020B0604020202020204" pitchFamily="34" charset="0"/>
                <a:buNone/>
                <a:defRPr lang="en-US" sz="1050" b="0" spc="0" dirty="0" smtClean="0">
                  <a:solidFill>
                    <a:schemeClr val="bg2"/>
                  </a:solidFill>
                  <a:cs typeface="Gotham-Book" pitchFamily="50" charset="0"/>
                </a:defRPr>
              </a:lvl1pPr>
              <a:lvl2pPr marL="432000" indent="-216000">
                <a:lnSpc>
                  <a:spcPct val="100000"/>
                </a:lnSpc>
                <a:spcBef>
                  <a:spcPts val="600"/>
                </a:spcBef>
                <a:buFont typeface="Arial" panose="020B0604020202020204" pitchFamily="34" charset="0"/>
                <a:buChar char="•"/>
                <a:defRPr sz="1400" spc="0">
                  <a:solidFill>
                    <a:schemeClr val="bg2"/>
                  </a:solidFill>
                  <a:cs typeface="Gotham-Book" pitchFamily="50" charset="0"/>
                </a:defRPr>
              </a:lvl2pPr>
              <a:lvl3pPr marL="648000" indent="-216000">
                <a:lnSpc>
                  <a:spcPct val="100000"/>
                </a:lnSpc>
                <a:spcBef>
                  <a:spcPts val="600"/>
                </a:spcBef>
                <a:buFont typeface="Arial" panose="020B0604020202020204" pitchFamily="34" charset="0"/>
                <a:buChar char="•"/>
                <a:defRPr sz="1400" spc="0">
                  <a:solidFill>
                    <a:schemeClr val="bg2"/>
                  </a:solidFill>
                </a:defRPr>
              </a:lvl3pPr>
              <a:lvl4pPr marL="864000" indent="-216000">
                <a:lnSpc>
                  <a:spcPct val="100000"/>
                </a:lnSpc>
                <a:spcBef>
                  <a:spcPts val="600"/>
                </a:spcBef>
                <a:buFont typeface="Arial" panose="020B0604020202020204" pitchFamily="34" charset="0"/>
                <a:buChar char="•"/>
                <a:defRPr sz="1400" cap="none" spc="0" baseline="0">
                  <a:solidFill>
                    <a:schemeClr val="bg2"/>
                  </a:solidFill>
                </a:defRPr>
              </a:lvl4pPr>
              <a:lvl5pPr marL="1080000" indent="-216000">
                <a:lnSpc>
                  <a:spcPct val="100000"/>
                </a:lnSpc>
                <a:spcBef>
                  <a:spcPts val="600"/>
                </a:spcBef>
                <a:buFont typeface="Arial" panose="020B0604020202020204" pitchFamily="34" charset="0"/>
                <a:buChar char="•"/>
                <a:defRPr sz="1400" spc="0">
                  <a:solidFill>
                    <a:schemeClr val="bg2"/>
                  </a:solidFill>
                  <a:cs typeface="Gotham-Light" pitchFamily="50" charset="0"/>
                </a:defRPr>
              </a:lvl5pPr>
              <a:lvl6pPr marL="0" indent="0">
                <a:lnSpc>
                  <a:spcPct val="150000"/>
                </a:lnSpc>
                <a:spcBef>
                  <a:spcPts val="600"/>
                </a:spcBef>
                <a:buFont typeface="Arial" panose="020B0604020202020204" pitchFamily="34" charset="0"/>
                <a:buNone/>
                <a:defRPr sz="1400">
                  <a:latin typeface="Gotham-Light" pitchFamily="50" charset="0"/>
                  <a:cs typeface="Gotham-Light" pitchFamily="50" charset="0"/>
                </a:defRPr>
              </a:lvl6pPr>
              <a:lvl7pPr marL="177800" indent="-177800">
                <a:lnSpc>
                  <a:spcPct val="150000"/>
                </a:lnSpc>
                <a:spcBef>
                  <a:spcPts val="600"/>
                </a:spcBef>
                <a:buSzPct val="120000"/>
                <a:buFontTx/>
                <a:buBlip>
                  <a:blip r:embed="rId7"/>
                </a:buBlip>
                <a:defRPr sz="1400">
                  <a:latin typeface="Gotham-Light" pitchFamily="50" charset="0"/>
                  <a:cs typeface="Gotham-Light" pitchFamily="50" charset="0"/>
                </a:defRPr>
              </a:lvl7pPr>
              <a:lvl8pPr marL="0" indent="0">
                <a:lnSpc>
                  <a:spcPct val="150000"/>
                </a:lnSpc>
                <a:spcBef>
                  <a:spcPts val="0"/>
                </a:spcBef>
                <a:spcAft>
                  <a:spcPts val="600"/>
                </a:spcAft>
                <a:buFont typeface="Arial" panose="020B0604020202020204" pitchFamily="34" charset="0"/>
                <a:buNone/>
                <a:defRPr sz="1200"/>
              </a:lvl8pPr>
              <a:lvl9pPr marL="0" indent="0">
                <a:lnSpc>
                  <a:spcPct val="150000"/>
                </a:lnSpc>
                <a:spcBef>
                  <a:spcPts val="0"/>
                </a:spcBef>
                <a:spcAft>
                  <a:spcPts val="600"/>
                </a:spcAft>
                <a:buFont typeface="Arial" panose="020B0604020202020204" pitchFamily="34" charset="0"/>
                <a:buNone/>
                <a:defRPr sz="1200">
                  <a:latin typeface="Gotham-Light" pitchFamily="50" charset="0"/>
                  <a:cs typeface="Gotham-Light" pitchFamily="50" charset="0"/>
                </a:defRPr>
              </a:lvl9pPr>
            </a:lstStyle>
            <a:p>
              <a:pPr marL="0" marR="0" lvl="0" indent="0"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0" lang="en-GB" sz="1050" b="0" i="0" u="none" strike="noStrike" kern="0" cap="none" spc="0" normalizeH="0" baseline="0" noProof="0" err="1">
                  <a:ln>
                    <a:noFill/>
                  </a:ln>
                  <a:solidFill>
                    <a:srgbClr val="FFFFFF"/>
                  </a:solidFill>
                  <a:effectLst/>
                  <a:uLnTx/>
                  <a:uFillTx/>
                  <a:cs typeface="Calibri" panose="020F0502020204030204" pitchFamily="34" charset="0"/>
                </a:rPr>
                <a:t>Overgaden</a:t>
              </a:r>
              <a:r>
                <a:rPr kumimoji="0" lang="en-GB" sz="1050" b="0" i="0" u="none" strike="noStrike" kern="0" cap="none" spc="0" normalizeH="0" baseline="0" noProof="0">
                  <a:ln>
                    <a:noFill/>
                  </a:ln>
                  <a:solidFill>
                    <a:srgbClr val="FFFFFF"/>
                  </a:solidFill>
                  <a:effectLst/>
                  <a:uLnTx/>
                  <a:uFillTx/>
                  <a:cs typeface="Calibri" panose="020F0502020204030204" pitchFamily="34" charset="0"/>
                </a:rPr>
                <a:t> Oven </a:t>
              </a:r>
              <a:r>
                <a:rPr kumimoji="0" lang="en-GB" sz="1050" b="0" i="0" u="none" strike="noStrike" kern="0" cap="none" spc="0" normalizeH="0" baseline="0" noProof="0" err="1">
                  <a:ln>
                    <a:noFill/>
                  </a:ln>
                  <a:solidFill>
                    <a:srgbClr val="FFFFFF"/>
                  </a:solidFill>
                  <a:effectLst/>
                  <a:uLnTx/>
                  <a:uFillTx/>
                  <a:cs typeface="Calibri" panose="020F0502020204030204" pitchFamily="34" charset="0"/>
                </a:rPr>
                <a:t>Vandet</a:t>
              </a:r>
              <a:r>
                <a:rPr kumimoji="0" lang="en-GB" sz="1050" b="0" i="0" u="none" strike="noStrike" kern="0" cap="none" spc="0" normalizeH="0" baseline="0" noProof="0">
                  <a:ln>
                    <a:noFill/>
                  </a:ln>
                  <a:solidFill>
                    <a:srgbClr val="FFFFFF"/>
                  </a:solidFill>
                  <a:effectLst/>
                  <a:uLnTx/>
                  <a:uFillTx/>
                  <a:cs typeface="Calibri" panose="020F0502020204030204" pitchFamily="34" charset="0"/>
                </a:rPr>
                <a:t> 58A</a:t>
              </a:r>
            </a:p>
          </p:txBody>
        </p:sp>
        <p:sp>
          <p:nvSpPr>
            <p:cNvPr id="49" name="TextBox 48">
              <a:extLst>
                <a:ext uri="{FF2B5EF4-FFF2-40B4-BE49-F238E27FC236}">
                  <a16:creationId xmlns:a16="http://schemas.microsoft.com/office/drawing/2014/main" id="{472C78A5-CA49-F56D-28E0-61F7AA80E92A}"/>
                </a:ext>
              </a:extLst>
            </p:cNvPr>
            <p:cNvSpPr txBox="1"/>
            <p:nvPr userDrawn="1"/>
          </p:nvSpPr>
          <p:spPr bwMode="ltGray">
            <a:xfrm>
              <a:off x="5343524" y="5352005"/>
              <a:ext cx="3014239" cy="252000"/>
            </a:xfrm>
            <a:prstGeom prst="rect">
              <a:avLst/>
            </a:prstGeom>
            <a:noFill/>
          </p:spPr>
          <p:txBody>
            <a:bodyPr vert="horz" lIns="0" tIns="0" rIns="0" bIns="0" rtlCol="0" anchor="ctr">
              <a:noAutofit/>
            </a:bodyPr>
            <a:lstStyle>
              <a:lvl1pPr lvl="0" indent="0">
                <a:lnSpc>
                  <a:spcPct val="100000"/>
                </a:lnSpc>
                <a:spcBef>
                  <a:spcPts val="0"/>
                </a:spcBef>
                <a:buSzPct val="100000"/>
                <a:buFont typeface="Arial" panose="020B0604020202020204" pitchFamily="34" charset="0"/>
                <a:buNone/>
                <a:defRPr lang="en-US" sz="1050" b="0" spc="0" dirty="0" smtClean="0">
                  <a:solidFill>
                    <a:schemeClr val="bg2"/>
                  </a:solidFill>
                  <a:cs typeface="Gotham-Book" pitchFamily="50" charset="0"/>
                </a:defRPr>
              </a:lvl1pPr>
              <a:lvl2pPr marL="432000" indent="-216000">
                <a:lnSpc>
                  <a:spcPct val="100000"/>
                </a:lnSpc>
                <a:spcBef>
                  <a:spcPts val="600"/>
                </a:spcBef>
                <a:buFont typeface="Arial" panose="020B0604020202020204" pitchFamily="34" charset="0"/>
                <a:buChar char="•"/>
                <a:defRPr sz="1400" spc="0">
                  <a:solidFill>
                    <a:schemeClr val="bg2"/>
                  </a:solidFill>
                  <a:cs typeface="Gotham-Book" pitchFamily="50" charset="0"/>
                </a:defRPr>
              </a:lvl2pPr>
              <a:lvl3pPr marL="648000" indent="-216000">
                <a:lnSpc>
                  <a:spcPct val="100000"/>
                </a:lnSpc>
                <a:spcBef>
                  <a:spcPts val="600"/>
                </a:spcBef>
                <a:buFont typeface="Arial" panose="020B0604020202020204" pitchFamily="34" charset="0"/>
                <a:buChar char="•"/>
                <a:defRPr sz="1400" spc="0">
                  <a:solidFill>
                    <a:schemeClr val="bg2"/>
                  </a:solidFill>
                </a:defRPr>
              </a:lvl3pPr>
              <a:lvl4pPr marL="864000" indent="-216000">
                <a:lnSpc>
                  <a:spcPct val="100000"/>
                </a:lnSpc>
                <a:spcBef>
                  <a:spcPts val="600"/>
                </a:spcBef>
                <a:buFont typeface="Arial" panose="020B0604020202020204" pitchFamily="34" charset="0"/>
                <a:buChar char="•"/>
                <a:defRPr sz="1400" cap="none" spc="0" baseline="0">
                  <a:solidFill>
                    <a:schemeClr val="bg2"/>
                  </a:solidFill>
                </a:defRPr>
              </a:lvl4pPr>
              <a:lvl5pPr marL="1080000" indent="-216000">
                <a:lnSpc>
                  <a:spcPct val="100000"/>
                </a:lnSpc>
                <a:spcBef>
                  <a:spcPts val="600"/>
                </a:spcBef>
                <a:buFont typeface="Arial" panose="020B0604020202020204" pitchFamily="34" charset="0"/>
                <a:buChar char="•"/>
                <a:defRPr sz="1400" spc="0">
                  <a:solidFill>
                    <a:schemeClr val="bg2"/>
                  </a:solidFill>
                  <a:cs typeface="Gotham-Light" pitchFamily="50" charset="0"/>
                </a:defRPr>
              </a:lvl5pPr>
              <a:lvl6pPr marL="0" indent="0">
                <a:lnSpc>
                  <a:spcPct val="150000"/>
                </a:lnSpc>
                <a:spcBef>
                  <a:spcPts val="600"/>
                </a:spcBef>
                <a:buFont typeface="Arial" panose="020B0604020202020204" pitchFamily="34" charset="0"/>
                <a:buNone/>
                <a:defRPr sz="1400">
                  <a:latin typeface="Gotham-Light" pitchFamily="50" charset="0"/>
                  <a:cs typeface="Gotham-Light" pitchFamily="50" charset="0"/>
                </a:defRPr>
              </a:lvl6pPr>
              <a:lvl7pPr marL="177800" indent="-177800">
                <a:lnSpc>
                  <a:spcPct val="150000"/>
                </a:lnSpc>
                <a:spcBef>
                  <a:spcPts val="600"/>
                </a:spcBef>
                <a:buSzPct val="120000"/>
                <a:buFontTx/>
                <a:buBlip>
                  <a:blip r:embed="rId7"/>
                </a:buBlip>
                <a:defRPr sz="1400">
                  <a:latin typeface="Gotham-Light" pitchFamily="50" charset="0"/>
                  <a:cs typeface="Gotham-Light" pitchFamily="50" charset="0"/>
                </a:defRPr>
              </a:lvl7pPr>
              <a:lvl8pPr marL="0" indent="0">
                <a:lnSpc>
                  <a:spcPct val="150000"/>
                </a:lnSpc>
                <a:spcBef>
                  <a:spcPts val="0"/>
                </a:spcBef>
                <a:spcAft>
                  <a:spcPts val="600"/>
                </a:spcAft>
                <a:buFont typeface="Arial" panose="020B0604020202020204" pitchFamily="34" charset="0"/>
                <a:buNone/>
                <a:defRPr sz="1200"/>
              </a:lvl8pPr>
              <a:lvl9pPr marL="0" indent="0">
                <a:lnSpc>
                  <a:spcPct val="150000"/>
                </a:lnSpc>
                <a:spcBef>
                  <a:spcPts val="0"/>
                </a:spcBef>
                <a:spcAft>
                  <a:spcPts val="600"/>
                </a:spcAft>
                <a:buFont typeface="Arial" panose="020B0604020202020204" pitchFamily="34" charset="0"/>
                <a:buNone/>
                <a:defRPr sz="1200">
                  <a:latin typeface="Gotham-Light" pitchFamily="50" charset="0"/>
                  <a:cs typeface="Gotham-Light" pitchFamily="50" charset="0"/>
                </a:defRPr>
              </a:lvl9pPr>
            </a:lstStyle>
            <a:p>
              <a:pPr marL="0" marR="0" lvl="0" indent="0"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0" lang="en-GB" sz="1050" b="0" i="0" u="none" strike="noStrike" kern="0" cap="none" spc="0" normalizeH="0" baseline="0" noProof="0">
                  <a:ln>
                    <a:noFill/>
                  </a:ln>
                  <a:solidFill>
                    <a:srgbClr val="FFFFFF"/>
                  </a:solidFill>
                  <a:effectLst/>
                  <a:uLnTx/>
                  <a:uFillTx/>
                  <a:cs typeface="Calibri" panose="020F0502020204030204" pitchFamily="34" charset="0"/>
                </a:rPr>
                <a:t>1415 Copenhagen</a:t>
              </a:r>
            </a:p>
          </p:txBody>
        </p:sp>
        <p:sp>
          <p:nvSpPr>
            <p:cNvPr id="50" name="TextBox 49">
              <a:extLst>
                <a:ext uri="{FF2B5EF4-FFF2-40B4-BE49-F238E27FC236}">
                  <a16:creationId xmlns:a16="http://schemas.microsoft.com/office/drawing/2014/main" id="{936FFE02-D349-BF56-EAB4-E0A9F67E8CEA}"/>
                </a:ext>
              </a:extLst>
            </p:cNvPr>
            <p:cNvSpPr txBox="1"/>
            <p:nvPr userDrawn="1"/>
          </p:nvSpPr>
          <p:spPr bwMode="ltGray">
            <a:xfrm>
              <a:off x="5343524" y="5580244"/>
              <a:ext cx="3014239" cy="252000"/>
            </a:xfrm>
            <a:prstGeom prst="rect">
              <a:avLst/>
            </a:prstGeom>
            <a:noFill/>
          </p:spPr>
          <p:txBody>
            <a:bodyPr vert="horz" lIns="0" tIns="0" rIns="0" bIns="0" rtlCol="0" anchor="ctr">
              <a:noAutofit/>
            </a:bodyPr>
            <a:lstStyle>
              <a:lvl1pPr lvl="0" indent="0">
                <a:lnSpc>
                  <a:spcPct val="100000"/>
                </a:lnSpc>
                <a:spcBef>
                  <a:spcPts val="0"/>
                </a:spcBef>
                <a:buSzPct val="100000"/>
                <a:buFont typeface="Arial" panose="020B0604020202020204" pitchFamily="34" charset="0"/>
                <a:buNone/>
                <a:defRPr lang="en-US" sz="1050" b="0" spc="0" dirty="0" smtClean="0">
                  <a:solidFill>
                    <a:schemeClr val="bg2"/>
                  </a:solidFill>
                  <a:cs typeface="Gotham-Book" pitchFamily="50" charset="0"/>
                </a:defRPr>
              </a:lvl1pPr>
              <a:lvl2pPr marL="432000" indent="-216000">
                <a:lnSpc>
                  <a:spcPct val="100000"/>
                </a:lnSpc>
                <a:spcBef>
                  <a:spcPts val="600"/>
                </a:spcBef>
                <a:buFont typeface="Arial" panose="020B0604020202020204" pitchFamily="34" charset="0"/>
                <a:buChar char="•"/>
                <a:defRPr sz="1400" spc="0">
                  <a:solidFill>
                    <a:schemeClr val="bg2"/>
                  </a:solidFill>
                  <a:cs typeface="Gotham-Book" pitchFamily="50" charset="0"/>
                </a:defRPr>
              </a:lvl2pPr>
              <a:lvl3pPr marL="648000" indent="-216000">
                <a:lnSpc>
                  <a:spcPct val="100000"/>
                </a:lnSpc>
                <a:spcBef>
                  <a:spcPts val="600"/>
                </a:spcBef>
                <a:buFont typeface="Arial" panose="020B0604020202020204" pitchFamily="34" charset="0"/>
                <a:buChar char="•"/>
                <a:defRPr sz="1400" spc="0">
                  <a:solidFill>
                    <a:schemeClr val="bg2"/>
                  </a:solidFill>
                </a:defRPr>
              </a:lvl3pPr>
              <a:lvl4pPr marL="864000" indent="-216000">
                <a:lnSpc>
                  <a:spcPct val="100000"/>
                </a:lnSpc>
                <a:spcBef>
                  <a:spcPts val="600"/>
                </a:spcBef>
                <a:buFont typeface="Arial" panose="020B0604020202020204" pitchFamily="34" charset="0"/>
                <a:buChar char="•"/>
                <a:defRPr sz="1400" cap="none" spc="0" baseline="0">
                  <a:solidFill>
                    <a:schemeClr val="bg2"/>
                  </a:solidFill>
                </a:defRPr>
              </a:lvl4pPr>
              <a:lvl5pPr marL="1080000" indent="-216000">
                <a:lnSpc>
                  <a:spcPct val="100000"/>
                </a:lnSpc>
                <a:spcBef>
                  <a:spcPts val="600"/>
                </a:spcBef>
                <a:buFont typeface="Arial" panose="020B0604020202020204" pitchFamily="34" charset="0"/>
                <a:buChar char="•"/>
                <a:defRPr sz="1400" spc="0">
                  <a:solidFill>
                    <a:schemeClr val="bg2"/>
                  </a:solidFill>
                  <a:cs typeface="Gotham-Light" pitchFamily="50" charset="0"/>
                </a:defRPr>
              </a:lvl5pPr>
              <a:lvl6pPr marL="0" indent="0">
                <a:lnSpc>
                  <a:spcPct val="150000"/>
                </a:lnSpc>
                <a:spcBef>
                  <a:spcPts val="600"/>
                </a:spcBef>
                <a:buFont typeface="Arial" panose="020B0604020202020204" pitchFamily="34" charset="0"/>
                <a:buNone/>
                <a:defRPr sz="1400">
                  <a:latin typeface="Gotham-Light" pitchFamily="50" charset="0"/>
                  <a:cs typeface="Gotham-Light" pitchFamily="50" charset="0"/>
                </a:defRPr>
              </a:lvl6pPr>
              <a:lvl7pPr marL="177800" indent="-177800">
                <a:lnSpc>
                  <a:spcPct val="150000"/>
                </a:lnSpc>
                <a:spcBef>
                  <a:spcPts val="600"/>
                </a:spcBef>
                <a:buSzPct val="120000"/>
                <a:buFontTx/>
                <a:buBlip>
                  <a:blip r:embed="rId7"/>
                </a:buBlip>
                <a:defRPr sz="1400">
                  <a:latin typeface="Gotham-Light" pitchFamily="50" charset="0"/>
                  <a:cs typeface="Gotham-Light" pitchFamily="50" charset="0"/>
                </a:defRPr>
              </a:lvl7pPr>
              <a:lvl8pPr marL="0" indent="0">
                <a:lnSpc>
                  <a:spcPct val="150000"/>
                </a:lnSpc>
                <a:spcBef>
                  <a:spcPts val="0"/>
                </a:spcBef>
                <a:spcAft>
                  <a:spcPts val="600"/>
                </a:spcAft>
                <a:buFont typeface="Arial" panose="020B0604020202020204" pitchFamily="34" charset="0"/>
                <a:buNone/>
                <a:defRPr sz="1200"/>
              </a:lvl8pPr>
              <a:lvl9pPr marL="0" indent="0">
                <a:lnSpc>
                  <a:spcPct val="150000"/>
                </a:lnSpc>
                <a:spcBef>
                  <a:spcPts val="0"/>
                </a:spcBef>
                <a:spcAft>
                  <a:spcPts val="600"/>
                </a:spcAft>
                <a:buFont typeface="Arial" panose="020B0604020202020204" pitchFamily="34" charset="0"/>
                <a:buNone/>
                <a:defRPr sz="1200">
                  <a:latin typeface="Gotham-Light" pitchFamily="50" charset="0"/>
                  <a:cs typeface="Gotham-Light" pitchFamily="50" charset="0"/>
                </a:defRPr>
              </a:lvl9pPr>
            </a:lstStyle>
            <a:p>
              <a:pPr marL="0" marR="0" lvl="0" indent="0"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0" lang="en-GB" sz="1050" b="0" i="0" u="none" strike="noStrike" kern="0" cap="none" spc="0" normalizeH="0" baseline="0" noProof="0">
                  <a:ln>
                    <a:noFill/>
                  </a:ln>
                  <a:solidFill>
                    <a:srgbClr val="FFFFFF"/>
                  </a:solidFill>
                  <a:effectLst/>
                  <a:uLnTx/>
                  <a:uFillTx/>
                  <a:cs typeface="Calibri" panose="020F0502020204030204" pitchFamily="34" charset="0"/>
                </a:rPr>
                <a:t>Denmark</a:t>
              </a:r>
            </a:p>
          </p:txBody>
        </p:sp>
      </p:grpSp>
      <p:sp>
        <p:nvSpPr>
          <p:cNvPr id="5" name="Text Placeholder 4">
            <a:extLst>
              <a:ext uri="{FF2B5EF4-FFF2-40B4-BE49-F238E27FC236}">
                <a16:creationId xmlns:a16="http://schemas.microsoft.com/office/drawing/2014/main" id="{A1DF0683-9AC3-55F0-01C7-0FD0C4ABAE50}"/>
              </a:ext>
            </a:extLst>
          </p:cNvPr>
          <p:cNvSpPr>
            <a:spLocks noGrp="1"/>
          </p:cNvSpPr>
          <p:nvPr>
            <p:ph type="body" sz="quarter" idx="10" hasCustomPrompt="1"/>
          </p:nvPr>
        </p:nvSpPr>
        <p:spPr>
          <a:xfrm>
            <a:off x="8999143" y="5454431"/>
            <a:ext cx="2224087" cy="252000"/>
          </a:xfrm>
          <a:prstGeom prst="rect">
            <a:avLst/>
          </a:prstGeom>
        </p:spPr>
        <p:txBody>
          <a:bodyPr/>
          <a:lstStyle>
            <a:lvl1pPr marL="0" indent="0">
              <a:buNone/>
              <a:defRPr sz="1050">
                <a:solidFill>
                  <a:schemeClr val="bg2"/>
                </a:solidFill>
              </a:defRPr>
            </a:lvl1pPr>
            <a:lvl2pPr marL="216000" indent="0">
              <a:buNone/>
              <a:defRPr/>
            </a:lvl2pPr>
          </a:lstStyle>
          <a:p>
            <a:pPr lvl="0"/>
            <a:r>
              <a:rPr lang="en-GB"/>
              <a:t>Name</a:t>
            </a:r>
          </a:p>
        </p:txBody>
      </p:sp>
      <p:sp>
        <p:nvSpPr>
          <p:cNvPr id="7" name="Text Placeholder 4">
            <a:extLst>
              <a:ext uri="{FF2B5EF4-FFF2-40B4-BE49-F238E27FC236}">
                <a16:creationId xmlns:a16="http://schemas.microsoft.com/office/drawing/2014/main" id="{15F1978D-B826-7D9A-5E25-B770B31A6070}"/>
              </a:ext>
            </a:extLst>
          </p:cNvPr>
          <p:cNvSpPr>
            <a:spLocks noGrp="1"/>
          </p:cNvSpPr>
          <p:nvPr>
            <p:ph type="body" sz="quarter" idx="11" hasCustomPrompt="1"/>
          </p:nvPr>
        </p:nvSpPr>
        <p:spPr>
          <a:xfrm>
            <a:off x="8999143" y="5714767"/>
            <a:ext cx="2224087" cy="252000"/>
          </a:xfrm>
          <a:prstGeom prst="rect">
            <a:avLst/>
          </a:prstGeom>
        </p:spPr>
        <p:txBody>
          <a:bodyPr/>
          <a:lstStyle>
            <a:lvl1pPr marL="0" indent="0">
              <a:buNone/>
              <a:defRPr sz="1050">
                <a:solidFill>
                  <a:schemeClr val="bg2"/>
                </a:solidFill>
              </a:defRPr>
            </a:lvl1pPr>
            <a:lvl2pPr marL="216000" indent="0">
              <a:buNone/>
              <a:defRPr/>
            </a:lvl2pPr>
          </a:lstStyle>
          <a:p>
            <a:pPr lvl="0"/>
            <a:r>
              <a:rPr lang="en-GB"/>
              <a:t>Job title</a:t>
            </a:r>
          </a:p>
        </p:txBody>
      </p:sp>
      <p:sp>
        <p:nvSpPr>
          <p:cNvPr id="8" name="Text Placeholder 4">
            <a:extLst>
              <a:ext uri="{FF2B5EF4-FFF2-40B4-BE49-F238E27FC236}">
                <a16:creationId xmlns:a16="http://schemas.microsoft.com/office/drawing/2014/main" id="{D36D67F4-FD34-193A-6EF6-D7C4CFCAAE24}"/>
              </a:ext>
            </a:extLst>
          </p:cNvPr>
          <p:cNvSpPr>
            <a:spLocks noGrp="1"/>
          </p:cNvSpPr>
          <p:nvPr>
            <p:ph type="body" sz="quarter" idx="12" hasCustomPrompt="1"/>
          </p:nvPr>
        </p:nvSpPr>
        <p:spPr>
          <a:xfrm>
            <a:off x="8999143" y="5975103"/>
            <a:ext cx="2224087" cy="252000"/>
          </a:xfrm>
          <a:prstGeom prst="rect">
            <a:avLst/>
          </a:prstGeom>
        </p:spPr>
        <p:txBody>
          <a:bodyPr/>
          <a:lstStyle>
            <a:lvl1pPr marL="0" indent="0">
              <a:buNone/>
              <a:defRPr sz="1050">
                <a:solidFill>
                  <a:schemeClr val="bg2"/>
                </a:solidFill>
              </a:defRPr>
            </a:lvl1pPr>
            <a:lvl2pPr marL="216000" indent="0">
              <a:buNone/>
              <a:defRPr/>
            </a:lvl2pPr>
          </a:lstStyle>
          <a:p>
            <a:pPr lvl="0"/>
            <a:r>
              <a:rPr lang="en-GB"/>
              <a:t>Phone number</a:t>
            </a:r>
          </a:p>
        </p:txBody>
      </p:sp>
      <p:sp>
        <p:nvSpPr>
          <p:cNvPr id="9" name="Text Placeholder 4">
            <a:extLst>
              <a:ext uri="{FF2B5EF4-FFF2-40B4-BE49-F238E27FC236}">
                <a16:creationId xmlns:a16="http://schemas.microsoft.com/office/drawing/2014/main" id="{DB315EEF-C995-6ECA-272C-343AD1E8357F}"/>
              </a:ext>
            </a:extLst>
          </p:cNvPr>
          <p:cNvSpPr>
            <a:spLocks noGrp="1"/>
          </p:cNvSpPr>
          <p:nvPr>
            <p:ph type="body" sz="quarter" idx="13" hasCustomPrompt="1"/>
          </p:nvPr>
        </p:nvSpPr>
        <p:spPr>
          <a:xfrm>
            <a:off x="8999143" y="6235440"/>
            <a:ext cx="2224087" cy="252000"/>
          </a:xfrm>
          <a:prstGeom prst="rect">
            <a:avLst/>
          </a:prstGeom>
        </p:spPr>
        <p:txBody>
          <a:bodyPr/>
          <a:lstStyle>
            <a:lvl1pPr marL="0" indent="0">
              <a:buNone/>
              <a:defRPr sz="1050">
                <a:solidFill>
                  <a:schemeClr val="bg2"/>
                </a:solidFill>
              </a:defRPr>
            </a:lvl1pPr>
            <a:lvl2pPr marL="216000" indent="0">
              <a:buNone/>
              <a:defRPr/>
            </a:lvl2pPr>
          </a:lstStyle>
          <a:p>
            <a:pPr lvl="0"/>
            <a:r>
              <a:rPr lang="en-GB"/>
              <a:t>Email</a:t>
            </a:r>
          </a:p>
        </p:txBody>
      </p:sp>
    </p:spTree>
    <p:extLst>
      <p:ext uri="{BB962C8B-B14F-4D97-AF65-F5344CB8AC3E}">
        <p14:creationId xmlns:p14="http://schemas.microsoft.com/office/powerpoint/2010/main" val="101393443"/>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userDrawn="1">
  <p:cSld name="1_CV">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3E21EC5-3165-50E6-8FB1-E20BDA68912E}"/>
              </a:ext>
            </a:extLst>
          </p:cNvPr>
          <p:cNvSpPr/>
          <p:nvPr userDrawn="1"/>
        </p:nvSpPr>
        <p:spPr bwMode="gray">
          <a:xfrm>
            <a:off x="0" y="0"/>
            <a:ext cx="393576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GB" sz="1400" err="1"/>
          </a:p>
        </p:txBody>
      </p:sp>
      <p:sp>
        <p:nvSpPr>
          <p:cNvPr id="6" name="Footer Placeholder 5">
            <a:extLst>
              <a:ext uri="{FF2B5EF4-FFF2-40B4-BE49-F238E27FC236}">
                <a16:creationId xmlns:a16="http://schemas.microsoft.com/office/drawing/2014/main" id="{A5FC60E9-D707-4E80-B036-D30F68EB25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1BDE82-A79B-451C-844A-F97DF288ABA0}"/>
              </a:ext>
            </a:extLst>
          </p:cNvPr>
          <p:cNvSpPr>
            <a:spLocks noGrp="1"/>
          </p:cNvSpPr>
          <p:nvPr>
            <p:ph type="sldNum" sz="quarter" idx="12"/>
          </p:nvPr>
        </p:nvSpPr>
        <p:spPr>
          <a:xfrm>
            <a:off x="11099223" y="6336000"/>
            <a:ext cx="540000" cy="288000"/>
          </a:xfrm>
        </p:spPr>
        <p:txBody>
          <a:bodyPr/>
          <a:lstStyle/>
          <a:p>
            <a:fld id="{40B7701B-8974-48F8-B448-DF2B8164D2B4}" type="slidenum">
              <a:rPr lang="en-US" smtClean="0"/>
              <a:t>‹#›</a:t>
            </a:fld>
            <a:endParaRPr lang="en-US"/>
          </a:p>
        </p:txBody>
      </p:sp>
      <p:pic>
        <p:nvPicPr>
          <p:cNvPr id="9" name="Logo-white">
            <a:extLst>
              <a:ext uri="{FF2B5EF4-FFF2-40B4-BE49-F238E27FC236}">
                <a16:creationId xmlns:a16="http://schemas.microsoft.com/office/drawing/2014/main" id="{0314C39B-17CD-B4D1-E5A3-FC27EEA8DB26}"/>
              </a:ext>
            </a:extLst>
          </p:cNvPr>
          <p:cNvPicPr>
            <a:picLocks noChangeAspect="1"/>
          </p:cNvPicPr>
          <p:nvPr userDrawn="1"/>
        </p:nvPicPr>
        <p:blipFill>
          <a:blip r:embed="rId2"/>
          <a:stretch>
            <a:fillRect/>
          </a:stretch>
        </p:blipFill>
        <p:spPr>
          <a:xfrm>
            <a:off x="11334902" y="216000"/>
            <a:ext cx="646728" cy="763199"/>
          </a:xfrm>
          <a:prstGeom prst="rect">
            <a:avLst/>
          </a:prstGeom>
        </p:spPr>
      </p:pic>
      <p:sp>
        <p:nvSpPr>
          <p:cNvPr id="15" name="Picture Placeholder 14">
            <a:extLst>
              <a:ext uri="{FF2B5EF4-FFF2-40B4-BE49-F238E27FC236}">
                <a16:creationId xmlns:a16="http://schemas.microsoft.com/office/drawing/2014/main" id="{73F8928D-65E1-F0BF-28BB-68F740C9B867}"/>
              </a:ext>
            </a:extLst>
          </p:cNvPr>
          <p:cNvSpPr>
            <a:spLocks noGrp="1"/>
          </p:cNvSpPr>
          <p:nvPr>
            <p:ph type="pic" sz="quarter" idx="13" hasCustomPrompt="1"/>
          </p:nvPr>
        </p:nvSpPr>
        <p:spPr>
          <a:xfrm>
            <a:off x="266272" y="225500"/>
            <a:ext cx="1080000" cy="1080000"/>
          </a:xfrm>
          <a:prstGeom prst="ellipse">
            <a:avLst/>
          </a:prstGeom>
          <a:solidFill>
            <a:schemeClr val="bg1"/>
          </a:solidFill>
        </p:spPr>
        <p:txBody>
          <a:bodyPr/>
          <a:lstStyle>
            <a:lvl1pPr marL="0" indent="0" algn="ctr">
              <a:buNone/>
              <a:defRPr sz="1200"/>
            </a:lvl1pPr>
          </a:lstStyle>
          <a:p>
            <a:r>
              <a:rPr lang="en-GB"/>
              <a:t>Profile Picture</a:t>
            </a:r>
          </a:p>
        </p:txBody>
      </p:sp>
      <p:pic>
        <p:nvPicPr>
          <p:cNvPr id="20" name="Graphic 19" descr="Speech with solid fill">
            <a:extLst>
              <a:ext uri="{FF2B5EF4-FFF2-40B4-BE49-F238E27FC236}">
                <a16:creationId xmlns:a16="http://schemas.microsoft.com/office/drawing/2014/main" id="{F7DD865E-78A3-B35E-D585-7774EB18FB6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40272" y="6244821"/>
            <a:ext cx="252000" cy="252000"/>
          </a:xfrm>
          <a:prstGeom prst="rect">
            <a:avLst/>
          </a:prstGeom>
        </p:spPr>
      </p:pic>
      <p:pic>
        <p:nvPicPr>
          <p:cNvPr id="22" name="Graphic 21" descr="Graduation cap with solid fill">
            <a:extLst>
              <a:ext uri="{FF2B5EF4-FFF2-40B4-BE49-F238E27FC236}">
                <a16:creationId xmlns:a16="http://schemas.microsoft.com/office/drawing/2014/main" id="{F4DBE13B-5E89-E7D8-0474-5A2639D00D36}"/>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40272" y="4259850"/>
            <a:ext cx="252000" cy="252000"/>
          </a:xfrm>
          <a:prstGeom prst="rect">
            <a:avLst/>
          </a:prstGeom>
        </p:spPr>
      </p:pic>
      <p:pic>
        <p:nvPicPr>
          <p:cNvPr id="24" name="Graphic 23" descr="User with solid fill">
            <a:extLst>
              <a:ext uri="{FF2B5EF4-FFF2-40B4-BE49-F238E27FC236}">
                <a16:creationId xmlns:a16="http://schemas.microsoft.com/office/drawing/2014/main" id="{5985BF63-0ABB-E0C3-90B3-14FB35365829}"/>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40272" y="1381834"/>
            <a:ext cx="252000" cy="252000"/>
          </a:xfrm>
          <a:prstGeom prst="rect">
            <a:avLst/>
          </a:prstGeom>
        </p:spPr>
      </p:pic>
      <p:sp>
        <p:nvSpPr>
          <p:cNvPr id="29" name="Text Placeholder 28">
            <a:extLst>
              <a:ext uri="{FF2B5EF4-FFF2-40B4-BE49-F238E27FC236}">
                <a16:creationId xmlns:a16="http://schemas.microsoft.com/office/drawing/2014/main" id="{AACC45FB-FF1D-2D77-348C-DC96EB7D5996}"/>
              </a:ext>
            </a:extLst>
          </p:cNvPr>
          <p:cNvSpPr>
            <a:spLocks noGrp="1"/>
          </p:cNvSpPr>
          <p:nvPr>
            <p:ph type="body" sz="quarter" idx="15" hasCustomPrompt="1"/>
          </p:nvPr>
        </p:nvSpPr>
        <p:spPr>
          <a:xfrm>
            <a:off x="407368" y="1699082"/>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30" name="TextBox 29">
            <a:extLst>
              <a:ext uri="{FF2B5EF4-FFF2-40B4-BE49-F238E27FC236}">
                <a16:creationId xmlns:a16="http://schemas.microsoft.com/office/drawing/2014/main" id="{63EC6C24-6182-50EA-55BB-CF35B51D649F}"/>
              </a:ext>
            </a:extLst>
          </p:cNvPr>
          <p:cNvSpPr txBox="1"/>
          <p:nvPr userDrawn="1"/>
        </p:nvSpPr>
        <p:spPr bwMode="gray">
          <a:xfrm>
            <a:off x="407368" y="1419736"/>
            <a:ext cx="1728192" cy="21409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GB" sz="1050">
                <a:solidFill>
                  <a:schemeClr val="bg1"/>
                </a:solidFill>
                <a:latin typeface="+mj-lt"/>
              </a:rPr>
              <a:t>Experience</a:t>
            </a:r>
            <a:endParaRPr lang="en-GB" sz="1400">
              <a:solidFill>
                <a:schemeClr val="bg1"/>
              </a:solidFill>
              <a:latin typeface="+mj-lt"/>
            </a:endParaRPr>
          </a:p>
        </p:txBody>
      </p:sp>
      <p:sp>
        <p:nvSpPr>
          <p:cNvPr id="31" name="Text Placeholder 28">
            <a:extLst>
              <a:ext uri="{FF2B5EF4-FFF2-40B4-BE49-F238E27FC236}">
                <a16:creationId xmlns:a16="http://schemas.microsoft.com/office/drawing/2014/main" id="{E4B1C7D3-0259-E383-25FA-98F6E7D79D50}"/>
              </a:ext>
            </a:extLst>
          </p:cNvPr>
          <p:cNvSpPr>
            <a:spLocks noGrp="1"/>
          </p:cNvSpPr>
          <p:nvPr>
            <p:ph type="body" sz="quarter" idx="16" hasCustomPrompt="1"/>
          </p:nvPr>
        </p:nvSpPr>
        <p:spPr>
          <a:xfrm>
            <a:off x="1318063" y="1698131"/>
            <a:ext cx="2412000" cy="180000"/>
          </a:xfrm>
        </p:spPr>
        <p:txBody>
          <a:bodyPr anchor="ctr"/>
          <a:lstStyle>
            <a:lvl1pPr marL="0" indent="0">
              <a:lnSpc>
                <a:spcPct val="100000"/>
              </a:lnSpc>
              <a:spcBef>
                <a:spcPct val="0"/>
              </a:spcBef>
              <a:buNone/>
              <a:defRPr sz="1000">
                <a:solidFill>
                  <a:schemeClr val="bg1"/>
                </a:solidFill>
              </a:defRPr>
            </a:lvl1pPr>
          </a:lstStyle>
          <a:p>
            <a:pPr lvl="0"/>
            <a:r>
              <a:rPr lang="en-US"/>
              <a:t>Company</a:t>
            </a:r>
            <a:endParaRPr lang="en-GB"/>
          </a:p>
        </p:txBody>
      </p:sp>
      <p:sp>
        <p:nvSpPr>
          <p:cNvPr id="32" name="Text Placeholder 28">
            <a:extLst>
              <a:ext uri="{FF2B5EF4-FFF2-40B4-BE49-F238E27FC236}">
                <a16:creationId xmlns:a16="http://schemas.microsoft.com/office/drawing/2014/main" id="{DB7A8836-A0A5-7331-B728-A323C8B322D3}"/>
              </a:ext>
            </a:extLst>
          </p:cNvPr>
          <p:cNvSpPr>
            <a:spLocks noGrp="1"/>
          </p:cNvSpPr>
          <p:nvPr>
            <p:ph type="body" sz="quarter" idx="17" hasCustomPrompt="1"/>
          </p:nvPr>
        </p:nvSpPr>
        <p:spPr>
          <a:xfrm>
            <a:off x="1318063" y="1883242"/>
            <a:ext cx="2412000" cy="180000"/>
          </a:xfrm>
        </p:spPr>
        <p:txBody>
          <a:bodyPr anchor="ctr"/>
          <a:lstStyle>
            <a:lvl1pPr marL="0" indent="0">
              <a:lnSpc>
                <a:spcPct val="100000"/>
              </a:lnSpc>
              <a:spcBef>
                <a:spcPct val="0"/>
              </a:spcBef>
              <a:buNone/>
              <a:defRPr sz="1000" i="1">
                <a:solidFill>
                  <a:schemeClr val="bg1"/>
                </a:solidFill>
              </a:defRPr>
            </a:lvl1pPr>
          </a:lstStyle>
          <a:p>
            <a:pPr lvl="0"/>
            <a:r>
              <a:rPr lang="en-US"/>
              <a:t>Position</a:t>
            </a:r>
            <a:endParaRPr lang="en-GB"/>
          </a:p>
        </p:txBody>
      </p:sp>
      <p:sp>
        <p:nvSpPr>
          <p:cNvPr id="34" name="Text Placeholder 28">
            <a:extLst>
              <a:ext uri="{FF2B5EF4-FFF2-40B4-BE49-F238E27FC236}">
                <a16:creationId xmlns:a16="http://schemas.microsoft.com/office/drawing/2014/main" id="{AB293057-9D9C-26C6-9347-D01A8AAF8F39}"/>
              </a:ext>
            </a:extLst>
          </p:cNvPr>
          <p:cNvSpPr>
            <a:spLocks noGrp="1"/>
          </p:cNvSpPr>
          <p:nvPr>
            <p:ph type="body" sz="quarter" idx="18" hasCustomPrompt="1"/>
          </p:nvPr>
        </p:nvSpPr>
        <p:spPr>
          <a:xfrm>
            <a:off x="1435999" y="537937"/>
            <a:ext cx="2304000" cy="180000"/>
          </a:xfrm>
        </p:spPr>
        <p:txBody>
          <a:bodyPr anchor="ctr"/>
          <a:lstStyle>
            <a:lvl1pPr marL="0" indent="0">
              <a:lnSpc>
                <a:spcPct val="100000"/>
              </a:lnSpc>
              <a:spcBef>
                <a:spcPct val="0"/>
              </a:spcBef>
              <a:buNone/>
              <a:defRPr sz="1100" cap="all" baseline="0">
                <a:solidFill>
                  <a:schemeClr val="bg1"/>
                </a:solidFill>
                <a:latin typeface="+mj-lt"/>
              </a:defRPr>
            </a:lvl1pPr>
          </a:lstStyle>
          <a:p>
            <a:pPr lvl="0"/>
            <a:r>
              <a:rPr lang="en-US"/>
              <a:t>Name</a:t>
            </a:r>
            <a:endParaRPr lang="en-GB"/>
          </a:p>
        </p:txBody>
      </p:sp>
      <p:sp>
        <p:nvSpPr>
          <p:cNvPr id="35" name="Text Placeholder 28">
            <a:extLst>
              <a:ext uri="{FF2B5EF4-FFF2-40B4-BE49-F238E27FC236}">
                <a16:creationId xmlns:a16="http://schemas.microsoft.com/office/drawing/2014/main" id="{822028F3-F945-4FBA-E28F-01161F1616F7}"/>
              </a:ext>
            </a:extLst>
          </p:cNvPr>
          <p:cNvSpPr>
            <a:spLocks noGrp="1"/>
          </p:cNvSpPr>
          <p:nvPr>
            <p:ph type="body" sz="quarter" idx="19" hasCustomPrompt="1"/>
          </p:nvPr>
        </p:nvSpPr>
        <p:spPr>
          <a:xfrm>
            <a:off x="1435999" y="791602"/>
            <a:ext cx="2304000" cy="180000"/>
          </a:xfrm>
        </p:spPr>
        <p:txBody>
          <a:bodyPr anchor="ctr"/>
          <a:lstStyle>
            <a:lvl1pPr marL="0" indent="0">
              <a:lnSpc>
                <a:spcPct val="100000"/>
              </a:lnSpc>
              <a:spcBef>
                <a:spcPct val="0"/>
              </a:spcBef>
              <a:buNone/>
              <a:defRPr sz="1050">
                <a:solidFill>
                  <a:schemeClr val="bg1"/>
                </a:solidFill>
              </a:defRPr>
            </a:lvl1pPr>
          </a:lstStyle>
          <a:p>
            <a:pPr lvl="0"/>
            <a:r>
              <a:rPr lang="en-US"/>
              <a:t>Position</a:t>
            </a:r>
            <a:endParaRPr lang="en-GB"/>
          </a:p>
        </p:txBody>
      </p:sp>
      <p:sp>
        <p:nvSpPr>
          <p:cNvPr id="36" name="Text Placeholder 28">
            <a:extLst>
              <a:ext uri="{FF2B5EF4-FFF2-40B4-BE49-F238E27FC236}">
                <a16:creationId xmlns:a16="http://schemas.microsoft.com/office/drawing/2014/main" id="{D0A46EBE-70B1-6D82-8289-59D3CEBBB20B}"/>
              </a:ext>
            </a:extLst>
          </p:cNvPr>
          <p:cNvSpPr>
            <a:spLocks noGrp="1"/>
          </p:cNvSpPr>
          <p:nvPr>
            <p:ph type="body" sz="quarter" idx="20" hasCustomPrompt="1"/>
          </p:nvPr>
        </p:nvSpPr>
        <p:spPr>
          <a:xfrm>
            <a:off x="407368" y="2123699"/>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37" name="Text Placeholder 28">
            <a:extLst>
              <a:ext uri="{FF2B5EF4-FFF2-40B4-BE49-F238E27FC236}">
                <a16:creationId xmlns:a16="http://schemas.microsoft.com/office/drawing/2014/main" id="{8F7FE891-941E-88BA-F20E-7EAB81FD7A90}"/>
              </a:ext>
            </a:extLst>
          </p:cNvPr>
          <p:cNvSpPr>
            <a:spLocks noGrp="1"/>
          </p:cNvSpPr>
          <p:nvPr>
            <p:ph type="body" sz="quarter" idx="21" hasCustomPrompt="1"/>
          </p:nvPr>
        </p:nvSpPr>
        <p:spPr>
          <a:xfrm>
            <a:off x="1318063" y="2123699"/>
            <a:ext cx="2412000" cy="180000"/>
          </a:xfrm>
        </p:spPr>
        <p:txBody>
          <a:bodyPr anchor="ctr"/>
          <a:lstStyle>
            <a:lvl1pPr marL="0" indent="0">
              <a:lnSpc>
                <a:spcPct val="100000"/>
              </a:lnSpc>
              <a:spcBef>
                <a:spcPct val="0"/>
              </a:spcBef>
              <a:buNone/>
              <a:defRPr sz="1000">
                <a:solidFill>
                  <a:schemeClr val="bg1"/>
                </a:solidFill>
              </a:defRPr>
            </a:lvl1pPr>
          </a:lstStyle>
          <a:p>
            <a:pPr lvl="0"/>
            <a:r>
              <a:rPr lang="en-US"/>
              <a:t>Company</a:t>
            </a:r>
            <a:endParaRPr lang="en-GB"/>
          </a:p>
        </p:txBody>
      </p:sp>
      <p:sp>
        <p:nvSpPr>
          <p:cNvPr id="38" name="Text Placeholder 28">
            <a:extLst>
              <a:ext uri="{FF2B5EF4-FFF2-40B4-BE49-F238E27FC236}">
                <a16:creationId xmlns:a16="http://schemas.microsoft.com/office/drawing/2014/main" id="{A119FFDB-59B9-B0DD-4815-F89B1D93EEE0}"/>
              </a:ext>
            </a:extLst>
          </p:cNvPr>
          <p:cNvSpPr>
            <a:spLocks noGrp="1"/>
          </p:cNvSpPr>
          <p:nvPr>
            <p:ph type="body" sz="quarter" idx="22" hasCustomPrompt="1"/>
          </p:nvPr>
        </p:nvSpPr>
        <p:spPr>
          <a:xfrm>
            <a:off x="1318063" y="2306603"/>
            <a:ext cx="2412000" cy="180000"/>
          </a:xfrm>
        </p:spPr>
        <p:txBody>
          <a:bodyPr anchor="ctr"/>
          <a:lstStyle>
            <a:lvl1pPr marL="0" indent="0">
              <a:lnSpc>
                <a:spcPct val="100000"/>
              </a:lnSpc>
              <a:spcBef>
                <a:spcPct val="0"/>
              </a:spcBef>
              <a:buNone/>
              <a:defRPr sz="1000" i="1">
                <a:solidFill>
                  <a:schemeClr val="bg1"/>
                </a:solidFill>
              </a:defRPr>
            </a:lvl1pPr>
          </a:lstStyle>
          <a:p>
            <a:pPr lvl="0"/>
            <a:r>
              <a:rPr lang="en-US"/>
              <a:t>Position</a:t>
            </a:r>
            <a:endParaRPr lang="en-GB"/>
          </a:p>
        </p:txBody>
      </p:sp>
      <p:sp>
        <p:nvSpPr>
          <p:cNvPr id="39" name="Text Placeholder 28">
            <a:extLst>
              <a:ext uri="{FF2B5EF4-FFF2-40B4-BE49-F238E27FC236}">
                <a16:creationId xmlns:a16="http://schemas.microsoft.com/office/drawing/2014/main" id="{7A3BEAE2-1F0A-2F3D-EAF5-1A1CB29B522B}"/>
              </a:ext>
            </a:extLst>
          </p:cNvPr>
          <p:cNvSpPr>
            <a:spLocks noGrp="1"/>
          </p:cNvSpPr>
          <p:nvPr>
            <p:ph type="body" sz="quarter" idx="23" hasCustomPrompt="1"/>
          </p:nvPr>
        </p:nvSpPr>
        <p:spPr>
          <a:xfrm>
            <a:off x="407368" y="2548316"/>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40" name="Text Placeholder 28">
            <a:extLst>
              <a:ext uri="{FF2B5EF4-FFF2-40B4-BE49-F238E27FC236}">
                <a16:creationId xmlns:a16="http://schemas.microsoft.com/office/drawing/2014/main" id="{5A0D7F44-DE45-7F8B-2B43-3B02510FB02E}"/>
              </a:ext>
            </a:extLst>
          </p:cNvPr>
          <p:cNvSpPr>
            <a:spLocks noGrp="1"/>
          </p:cNvSpPr>
          <p:nvPr>
            <p:ph type="body" sz="quarter" idx="24" hasCustomPrompt="1"/>
          </p:nvPr>
        </p:nvSpPr>
        <p:spPr>
          <a:xfrm>
            <a:off x="1318063" y="2548316"/>
            <a:ext cx="2412000" cy="180000"/>
          </a:xfrm>
        </p:spPr>
        <p:txBody>
          <a:bodyPr anchor="ctr"/>
          <a:lstStyle>
            <a:lvl1pPr marL="0" indent="0">
              <a:lnSpc>
                <a:spcPct val="100000"/>
              </a:lnSpc>
              <a:spcBef>
                <a:spcPct val="0"/>
              </a:spcBef>
              <a:buNone/>
              <a:defRPr sz="1000">
                <a:solidFill>
                  <a:schemeClr val="bg1"/>
                </a:solidFill>
              </a:defRPr>
            </a:lvl1pPr>
          </a:lstStyle>
          <a:p>
            <a:pPr lvl="0"/>
            <a:r>
              <a:rPr lang="en-US"/>
              <a:t>Company</a:t>
            </a:r>
            <a:endParaRPr lang="en-GB"/>
          </a:p>
        </p:txBody>
      </p:sp>
      <p:sp>
        <p:nvSpPr>
          <p:cNvPr id="41" name="Text Placeholder 28">
            <a:extLst>
              <a:ext uri="{FF2B5EF4-FFF2-40B4-BE49-F238E27FC236}">
                <a16:creationId xmlns:a16="http://schemas.microsoft.com/office/drawing/2014/main" id="{CEE1A96E-B1A0-3BB1-EAC5-DCE0E7711279}"/>
              </a:ext>
            </a:extLst>
          </p:cNvPr>
          <p:cNvSpPr>
            <a:spLocks noGrp="1"/>
          </p:cNvSpPr>
          <p:nvPr>
            <p:ph type="body" sz="quarter" idx="25" hasCustomPrompt="1"/>
          </p:nvPr>
        </p:nvSpPr>
        <p:spPr>
          <a:xfrm>
            <a:off x="1318063" y="2732885"/>
            <a:ext cx="2412000" cy="180000"/>
          </a:xfrm>
        </p:spPr>
        <p:txBody>
          <a:bodyPr anchor="ctr"/>
          <a:lstStyle>
            <a:lvl1pPr marL="0" indent="0">
              <a:lnSpc>
                <a:spcPct val="100000"/>
              </a:lnSpc>
              <a:spcBef>
                <a:spcPct val="0"/>
              </a:spcBef>
              <a:buNone/>
              <a:defRPr sz="1000" i="1">
                <a:solidFill>
                  <a:schemeClr val="bg1"/>
                </a:solidFill>
              </a:defRPr>
            </a:lvl1pPr>
          </a:lstStyle>
          <a:p>
            <a:pPr lvl="0"/>
            <a:r>
              <a:rPr lang="en-US"/>
              <a:t>Position</a:t>
            </a:r>
            <a:endParaRPr lang="en-GB"/>
          </a:p>
        </p:txBody>
      </p:sp>
      <p:sp>
        <p:nvSpPr>
          <p:cNvPr id="42" name="Text Placeholder 28">
            <a:extLst>
              <a:ext uri="{FF2B5EF4-FFF2-40B4-BE49-F238E27FC236}">
                <a16:creationId xmlns:a16="http://schemas.microsoft.com/office/drawing/2014/main" id="{D308860B-0915-46DE-0917-FC3E485A6A66}"/>
              </a:ext>
            </a:extLst>
          </p:cNvPr>
          <p:cNvSpPr>
            <a:spLocks noGrp="1"/>
          </p:cNvSpPr>
          <p:nvPr>
            <p:ph type="body" sz="quarter" idx="26" hasCustomPrompt="1"/>
          </p:nvPr>
        </p:nvSpPr>
        <p:spPr>
          <a:xfrm>
            <a:off x="407368" y="2972933"/>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43" name="Text Placeholder 28">
            <a:extLst>
              <a:ext uri="{FF2B5EF4-FFF2-40B4-BE49-F238E27FC236}">
                <a16:creationId xmlns:a16="http://schemas.microsoft.com/office/drawing/2014/main" id="{77B81376-1F1C-AD7B-9AAA-00F838D51D4A}"/>
              </a:ext>
            </a:extLst>
          </p:cNvPr>
          <p:cNvSpPr>
            <a:spLocks noGrp="1"/>
          </p:cNvSpPr>
          <p:nvPr>
            <p:ph type="body" sz="quarter" idx="27" hasCustomPrompt="1"/>
          </p:nvPr>
        </p:nvSpPr>
        <p:spPr>
          <a:xfrm>
            <a:off x="1318063" y="2972933"/>
            <a:ext cx="2412000" cy="180000"/>
          </a:xfrm>
        </p:spPr>
        <p:txBody>
          <a:bodyPr anchor="ctr"/>
          <a:lstStyle>
            <a:lvl1pPr marL="0" indent="0">
              <a:lnSpc>
                <a:spcPct val="100000"/>
              </a:lnSpc>
              <a:spcBef>
                <a:spcPct val="0"/>
              </a:spcBef>
              <a:buNone/>
              <a:defRPr sz="1000">
                <a:solidFill>
                  <a:schemeClr val="bg1"/>
                </a:solidFill>
              </a:defRPr>
            </a:lvl1pPr>
          </a:lstStyle>
          <a:p>
            <a:pPr lvl="0"/>
            <a:r>
              <a:rPr lang="en-US"/>
              <a:t>Company</a:t>
            </a:r>
            <a:endParaRPr lang="en-GB"/>
          </a:p>
        </p:txBody>
      </p:sp>
      <p:sp>
        <p:nvSpPr>
          <p:cNvPr id="44" name="Text Placeholder 28">
            <a:extLst>
              <a:ext uri="{FF2B5EF4-FFF2-40B4-BE49-F238E27FC236}">
                <a16:creationId xmlns:a16="http://schemas.microsoft.com/office/drawing/2014/main" id="{56D76710-F993-65AD-99F3-3124041CA047}"/>
              </a:ext>
            </a:extLst>
          </p:cNvPr>
          <p:cNvSpPr>
            <a:spLocks noGrp="1"/>
          </p:cNvSpPr>
          <p:nvPr>
            <p:ph type="body" sz="quarter" idx="28" hasCustomPrompt="1"/>
          </p:nvPr>
        </p:nvSpPr>
        <p:spPr>
          <a:xfrm>
            <a:off x="1318063" y="3154827"/>
            <a:ext cx="2412000" cy="180000"/>
          </a:xfrm>
        </p:spPr>
        <p:txBody>
          <a:bodyPr anchor="ctr"/>
          <a:lstStyle>
            <a:lvl1pPr marL="0" indent="0">
              <a:lnSpc>
                <a:spcPct val="100000"/>
              </a:lnSpc>
              <a:spcBef>
                <a:spcPct val="0"/>
              </a:spcBef>
              <a:buNone/>
              <a:defRPr sz="1000" i="1">
                <a:solidFill>
                  <a:schemeClr val="bg1"/>
                </a:solidFill>
              </a:defRPr>
            </a:lvl1pPr>
          </a:lstStyle>
          <a:p>
            <a:pPr lvl="0"/>
            <a:r>
              <a:rPr lang="en-US"/>
              <a:t>Position</a:t>
            </a:r>
            <a:endParaRPr lang="en-GB"/>
          </a:p>
        </p:txBody>
      </p:sp>
      <p:sp>
        <p:nvSpPr>
          <p:cNvPr id="45" name="Text Placeholder 28">
            <a:extLst>
              <a:ext uri="{FF2B5EF4-FFF2-40B4-BE49-F238E27FC236}">
                <a16:creationId xmlns:a16="http://schemas.microsoft.com/office/drawing/2014/main" id="{96EE3191-FD1F-7687-7780-14886BA79972}"/>
              </a:ext>
            </a:extLst>
          </p:cNvPr>
          <p:cNvSpPr>
            <a:spLocks noGrp="1"/>
          </p:cNvSpPr>
          <p:nvPr>
            <p:ph type="body" sz="quarter" idx="29" hasCustomPrompt="1"/>
          </p:nvPr>
        </p:nvSpPr>
        <p:spPr>
          <a:xfrm>
            <a:off x="407368" y="3397550"/>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46" name="Text Placeholder 28">
            <a:extLst>
              <a:ext uri="{FF2B5EF4-FFF2-40B4-BE49-F238E27FC236}">
                <a16:creationId xmlns:a16="http://schemas.microsoft.com/office/drawing/2014/main" id="{8BBD8F81-FD26-F84E-199C-A6131B3EA59F}"/>
              </a:ext>
            </a:extLst>
          </p:cNvPr>
          <p:cNvSpPr>
            <a:spLocks noGrp="1"/>
          </p:cNvSpPr>
          <p:nvPr>
            <p:ph type="body" sz="quarter" idx="30" hasCustomPrompt="1"/>
          </p:nvPr>
        </p:nvSpPr>
        <p:spPr>
          <a:xfrm>
            <a:off x="1318063" y="3397550"/>
            <a:ext cx="2412000" cy="180000"/>
          </a:xfrm>
        </p:spPr>
        <p:txBody>
          <a:bodyPr anchor="ctr"/>
          <a:lstStyle>
            <a:lvl1pPr marL="0" indent="0">
              <a:lnSpc>
                <a:spcPct val="100000"/>
              </a:lnSpc>
              <a:spcBef>
                <a:spcPct val="0"/>
              </a:spcBef>
              <a:buNone/>
              <a:defRPr sz="1000">
                <a:solidFill>
                  <a:schemeClr val="bg1"/>
                </a:solidFill>
              </a:defRPr>
            </a:lvl1pPr>
          </a:lstStyle>
          <a:p>
            <a:pPr lvl="0"/>
            <a:r>
              <a:rPr lang="en-US"/>
              <a:t>Company</a:t>
            </a:r>
            <a:endParaRPr lang="en-GB"/>
          </a:p>
        </p:txBody>
      </p:sp>
      <p:sp>
        <p:nvSpPr>
          <p:cNvPr id="47" name="Text Placeholder 28">
            <a:extLst>
              <a:ext uri="{FF2B5EF4-FFF2-40B4-BE49-F238E27FC236}">
                <a16:creationId xmlns:a16="http://schemas.microsoft.com/office/drawing/2014/main" id="{06430277-AF2F-8DEB-DD84-18C85057ECB0}"/>
              </a:ext>
            </a:extLst>
          </p:cNvPr>
          <p:cNvSpPr>
            <a:spLocks noGrp="1"/>
          </p:cNvSpPr>
          <p:nvPr>
            <p:ph type="body" sz="quarter" idx="31" hasCustomPrompt="1"/>
          </p:nvPr>
        </p:nvSpPr>
        <p:spPr>
          <a:xfrm>
            <a:off x="1318063" y="3579442"/>
            <a:ext cx="2412000" cy="180000"/>
          </a:xfrm>
        </p:spPr>
        <p:txBody>
          <a:bodyPr anchor="ctr"/>
          <a:lstStyle>
            <a:lvl1pPr marL="0" indent="0">
              <a:lnSpc>
                <a:spcPct val="100000"/>
              </a:lnSpc>
              <a:spcBef>
                <a:spcPct val="0"/>
              </a:spcBef>
              <a:buNone/>
              <a:defRPr sz="1000" i="1">
                <a:solidFill>
                  <a:schemeClr val="bg1"/>
                </a:solidFill>
              </a:defRPr>
            </a:lvl1pPr>
          </a:lstStyle>
          <a:p>
            <a:pPr lvl="0"/>
            <a:r>
              <a:rPr lang="en-US"/>
              <a:t>Position</a:t>
            </a:r>
            <a:endParaRPr lang="en-GB"/>
          </a:p>
        </p:txBody>
      </p:sp>
      <p:sp>
        <p:nvSpPr>
          <p:cNvPr id="48" name="TextBox 47">
            <a:extLst>
              <a:ext uri="{FF2B5EF4-FFF2-40B4-BE49-F238E27FC236}">
                <a16:creationId xmlns:a16="http://schemas.microsoft.com/office/drawing/2014/main" id="{491C2143-FF56-E546-0B0B-7B01A4F45357}"/>
              </a:ext>
            </a:extLst>
          </p:cNvPr>
          <p:cNvSpPr txBox="1"/>
          <p:nvPr userDrawn="1"/>
        </p:nvSpPr>
        <p:spPr bwMode="gray">
          <a:xfrm>
            <a:off x="407368" y="4251698"/>
            <a:ext cx="1728192" cy="21409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GB" sz="1050">
                <a:solidFill>
                  <a:schemeClr val="bg1"/>
                </a:solidFill>
                <a:latin typeface="+mj-lt"/>
              </a:rPr>
              <a:t>Education</a:t>
            </a:r>
            <a:endParaRPr lang="en-GB" sz="1400">
              <a:solidFill>
                <a:schemeClr val="bg1"/>
              </a:solidFill>
              <a:latin typeface="+mj-lt"/>
            </a:endParaRPr>
          </a:p>
        </p:txBody>
      </p:sp>
      <p:sp>
        <p:nvSpPr>
          <p:cNvPr id="49" name="Text Placeholder 28">
            <a:extLst>
              <a:ext uri="{FF2B5EF4-FFF2-40B4-BE49-F238E27FC236}">
                <a16:creationId xmlns:a16="http://schemas.microsoft.com/office/drawing/2014/main" id="{6B369B25-D843-4DAC-BD5A-C68DB7468721}"/>
              </a:ext>
            </a:extLst>
          </p:cNvPr>
          <p:cNvSpPr>
            <a:spLocks noGrp="1"/>
          </p:cNvSpPr>
          <p:nvPr>
            <p:ph type="body" sz="quarter" idx="32" hasCustomPrompt="1"/>
          </p:nvPr>
        </p:nvSpPr>
        <p:spPr>
          <a:xfrm>
            <a:off x="407368" y="3822165"/>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50" name="Text Placeholder 28">
            <a:extLst>
              <a:ext uri="{FF2B5EF4-FFF2-40B4-BE49-F238E27FC236}">
                <a16:creationId xmlns:a16="http://schemas.microsoft.com/office/drawing/2014/main" id="{44B2A45D-1E18-4631-176C-9598F6846302}"/>
              </a:ext>
            </a:extLst>
          </p:cNvPr>
          <p:cNvSpPr>
            <a:spLocks noGrp="1"/>
          </p:cNvSpPr>
          <p:nvPr>
            <p:ph type="body" sz="quarter" idx="33" hasCustomPrompt="1"/>
          </p:nvPr>
        </p:nvSpPr>
        <p:spPr>
          <a:xfrm>
            <a:off x="1318063" y="3822165"/>
            <a:ext cx="2412000" cy="180000"/>
          </a:xfrm>
        </p:spPr>
        <p:txBody>
          <a:bodyPr anchor="ctr"/>
          <a:lstStyle>
            <a:lvl1pPr marL="0" indent="0">
              <a:lnSpc>
                <a:spcPct val="100000"/>
              </a:lnSpc>
              <a:spcBef>
                <a:spcPct val="0"/>
              </a:spcBef>
              <a:buNone/>
              <a:defRPr sz="1000">
                <a:solidFill>
                  <a:schemeClr val="bg1"/>
                </a:solidFill>
              </a:defRPr>
            </a:lvl1pPr>
          </a:lstStyle>
          <a:p>
            <a:pPr lvl="0"/>
            <a:r>
              <a:rPr lang="en-US"/>
              <a:t>Company</a:t>
            </a:r>
            <a:endParaRPr lang="en-GB"/>
          </a:p>
        </p:txBody>
      </p:sp>
      <p:sp>
        <p:nvSpPr>
          <p:cNvPr id="51" name="Text Placeholder 28">
            <a:extLst>
              <a:ext uri="{FF2B5EF4-FFF2-40B4-BE49-F238E27FC236}">
                <a16:creationId xmlns:a16="http://schemas.microsoft.com/office/drawing/2014/main" id="{BAA62BC1-793D-D8CA-03C6-1189D10479C1}"/>
              </a:ext>
            </a:extLst>
          </p:cNvPr>
          <p:cNvSpPr>
            <a:spLocks noGrp="1"/>
          </p:cNvSpPr>
          <p:nvPr>
            <p:ph type="body" sz="quarter" idx="34" hasCustomPrompt="1"/>
          </p:nvPr>
        </p:nvSpPr>
        <p:spPr>
          <a:xfrm>
            <a:off x="1318063" y="4004435"/>
            <a:ext cx="2412000" cy="180000"/>
          </a:xfrm>
        </p:spPr>
        <p:txBody>
          <a:bodyPr anchor="ctr"/>
          <a:lstStyle>
            <a:lvl1pPr marL="0" indent="0">
              <a:lnSpc>
                <a:spcPct val="100000"/>
              </a:lnSpc>
              <a:spcBef>
                <a:spcPct val="0"/>
              </a:spcBef>
              <a:buNone/>
              <a:defRPr sz="1000" i="1">
                <a:solidFill>
                  <a:schemeClr val="bg1"/>
                </a:solidFill>
              </a:defRPr>
            </a:lvl1pPr>
          </a:lstStyle>
          <a:p>
            <a:pPr lvl="0"/>
            <a:r>
              <a:rPr lang="en-US"/>
              <a:t>Position</a:t>
            </a:r>
            <a:endParaRPr lang="en-GB"/>
          </a:p>
        </p:txBody>
      </p:sp>
      <p:sp>
        <p:nvSpPr>
          <p:cNvPr id="58" name="Text Placeholder 28">
            <a:extLst>
              <a:ext uri="{FF2B5EF4-FFF2-40B4-BE49-F238E27FC236}">
                <a16:creationId xmlns:a16="http://schemas.microsoft.com/office/drawing/2014/main" id="{021E79FC-A2DF-5E70-98B4-D6EE9C271266}"/>
              </a:ext>
            </a:extLst>
          </p:cNvPr>
          <p:cNvSpPr>
            <a:spLocks noGrp="1"/>
          </p:cNvSpPr>
          <p:nvPr>
            <p:ph type="body" sz="quarter" idx="35" hasCustomPrompt="1"/>
          </p:nvPr>
        </p:nvSpPr>
        <p:spPr>
          <a:xfrm>
            <a:off x="391031" y="4530526"/>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59" name="Text Placeholder 28">
            <a:extLst>
              <a:ext uri="{FF2B5EF4-FFF2-40B4-BE49-F238E27FC236}">
                <a16:creationId xmlns:a16="http://schemas.microsoft.com/office/drawing/2014/main" id="{380F1CF5-5E39-D4B2-F91A-E6B2A4B75429}"/>
              </a:ext>
            </a:extLst>
          </p:cNvPr>
          <p:cNvSpPr>
            <a:spLocks noGrp="1"/>
          </p:cNvSpPr>
          <p:nvPr>
            <p:ph type="body" sz="quarter" idx="36" hasCustomPrompt="1"/>
          </p:nvPr>
        </p:nvSpPr>
        <p:spPr>
          <a:xfrm>
            <a:off x="1301726" y="4530526"/>
            <a:ext cx="2412000" cy="180000"/>
          </a:xfrm>
        </p:spPr>
        <p:txBody>
          <a:bodyPr anchor="ctr"/>
          <a:lstStyle>
            <a:lvl1pPr marL="0" indent="0">
              <a:lnSpc>
                <a:spcPct val="100000"/>
              </a:lnSpc>
              <a:spcBef>
                <a:spcPct val="0"/>
              </a:spcBef>
              <a:buNone/>
              <a:defRPr sz="1000">
                <a:solidFill>
                  <a:schemeClr val="bg1"/>
                </a:solidFill>
              </a:defRPr>
            </a:lvl1pPr>
          </a:lstStyle>
          <a:p>
            <a:pPr lvl="0"/>
            <a:r>
              <a:rPr lang="en-US"/>
              <a:t>Degree</a:t>
            </a:r>
            <a:endParaRPr lang="en-GB"/>
          </a:p>
        </p:txBody>
      </p:sp>
      <p:sp>
        <p:nvSpPr>
          <p:cNvPr id="60" name="Text Placeholder 28">
            <a:extLst>
              <a:ext uri="{FF2B5EF4-FFF2-40B4-BE49-F238E27FC236}">
                <a16:creationId xmlns:a16="http://schemas.microsoft.com/office/drawing/2014/main" id="{3CBC4BCC-DB00-6022-33AD-C40A841188EE}"/>
              </a:ext>
            </a:extLst>
          </p:cNvPr>
          <p:cNvSpPr>
            <a:spLocks noGrp="1"/>
          </p:cNvSpPr>
          <p:nvPr>
            <p:ph type="body" sz="quarter" idx="37" hasCustomPrompt="1"/>
          </p:nvPr>
        </p:nvSpPr>
        <p:spPr>
          <a:xfrm>
            <a:off x="1301726" y="4712796"/>
            <a:ext cx="2412000" cy="180000"/>
          </a:xfrm>
        </p:spPr>
        <p:txBody>
          <a:bodyPr anchor="ctr"/>
          <a:lstStyle>
            <a:lvl1pPr marL="0" indent="0">
              <a:lnSpc>
                <a:spcPct val="100000"/>
              </a:lnSpc>
              <a:spcBef>
                <a:spcPct val="0"/>
              </a:spcBef>
              <a:buNone/>
              <a:defRPr sz="1000" i="1">
                <a:solidFill>
                  <a:schemeClr val="bg1"/>
                </a:solidFill>
              </a:defRPr>
            </a:lvl1pPr>
          </a:lstStyle>
          <a:p>
            <a:pPr lvl="0"/>
            <a:r>
              <a:rPr lang="en-US"/>
              <a:t>University</a:t>
            </a:r>
            <a:endParaRPr lang="en-GB"/>
          </a:p>
        </p:txBody>
      </p:sp>
      <p:sp>
        <p:nvSpPr>
          <p:cNvPr id="61" name="Text Placeholder 28">
            <a:extLst>
              <a:ext uri="{FF2B5EF4-FFF2-40B4-BE49-F238E27FC236}">
                <a16:creationId xmlns:a16="http://schemas.microsoft.com/office/drawing/2014/main" id="{189279C5-F7A4-147A-FBD7-20129AE101C6}"/>
              </a:ext>
            </a:extLst>
          </p:cNvPr>
          <p:cNvSpPr>
            <a:spLocks noGrp="1"/>
          </p:cNvSpPr>
          <p:nvPr>
            <p:ph type="body" sz="quarter" idx="38" hasCustomPrompt="1"/>
          </p:nvPr>
        </p:nvSpPr>
        <p:spPr>
          <a:xfrm>
            <a:off x="391031" y="4950211"/>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62" name="Text Placeholder 28">
            <a:extLst>
              <a:ext uri="{FF2B5EF4-FFF2-40B4-BE49-F238E27FC236}">
                <a16:creationId xmlns:a16="http://schemas.microsoft.com/office/drawing/2014/main" id="{9F56AF7B-D51A-B5C3-F167-98C1081D2C95}"/>
              </a:ext>
            </a:extLst>
          </p:cNvPr>
          <p:cNvSpPr>
            <a:spLocks noGrp="1"/>
          </p:cNvSpPr>
          <p:nvPr>
            <p:ph type="body" sz="quarter" idx="39" hasCustomPrompt="1"/>
          </p:nvPr>
        </p:nvSpPr>
        <p:spPr>
          <a:xfrm>
            <a:off x="1301726" y="4950211"/>
            <a:ext cx="2412000" cy="180000"/>
          </a:xfrm>
        </p:spPr>
        <p:txBody>
          <a:bodyPr anchor="ctr"/>
          <a:lstStyle>
            <a:lvl1pPr marL="0" indent="0">
              <a:lnSpc>
                <a:spcPct val="100000"/>
              </a:lnSpc>
              <a:spcBef>
                <a:spcPct val="0"/>
              </a:spcBef>
              <a:buNone/>
              <a:defRPr sz="1000">
                <a:solidFill>
                  <a:schemeClr val="bg1"/>
                </a:solidFill>
              </a:defRPr>
            </a:lvl1pPr>
          </a:lstStyle>
          <a:p>
            <a:pPr lvl="0"/>
            <a:r>
              <a:rPr lang="en-US"/>
              <a:t>Degree</a:t>
            </a:r>
            <a:endParaRPr lang="en-GB"/>
          </a:p>
        </p:txBody>
      </p:sp>
      <p:sp>
        <p:nvSpPr>
          <p:cNvPr id="63" name="Text Placeholder 28">
            <a:extLst>
              <a:ext uri="{FF2B5EF4-FFF2-40B4-BE49-F238E27FC236}">
                <a16:creationId xmlns:a16="http://schemas.microsoft.com/office/drawing/2014/main" id="{26C9AAED-6651-9857-BFF0-92978C4A63F2}"/>
              </a:ext>
            </a:extLst>
          </p:cNvPr>
          <p:cNvSpPr>
            <a:spLocks noGrp="1"/>
          </p:cNvSpPr>
          <p:nvPr>
            <p:ph type="body" sz="quarter" idx="40" hasCustomPrompt="1"/>
          </p:nvPr>
        </p:nvSpPr>
        <p:spPr>
          <a:xfrm>
            <a:off x="1301726" y="5132481"/>
            <a:ext cx="2412000" cy="180000"/>
          </a:xfrm>
        </p:spPr>
        <p:txBody>
          <a:bodyPr anchor="ctr"/>
          <a:lstStyle>
            <a:lvl1pPr marL="0" indent="0">
              <a:lnSpc>
                <a:spcPct val="100000"/>
              </a:lnSpc>
              <a:spcBef>
                <a:spcPct val="0"/>
              </a:spcBef>
              <a:buNone/>
              <a:defRPr sz="1000" i="1">
                <a:solidFill>
                  <a:schemeClr val="bg1"/>
                </a:solidFill>
              </a:defRPr>
            </a:lvl1pPr>
          </a:lstStyle>
          <a:p>
            <a:pPr lvl="0"/>
            <a:r>
              <a:rPr lang="en-US"/>
              <a:t>University</a:t>
            </a:r>
            <a:endParaRPr lang="en-GB"/>
          </a:p>
        </p:txBody>
      </p:sp>
      <p:sp>
        <p:nvSpPr>
          <p:cNvPr id="64" name="Text Placeholder 28">
            <a:extLst>
              <a:ext uri="{FF2B5EF4-FFF2-40B4-BE49-F238E27FC236}">
                <a16:creationId xmlns:a16="http://schemas.microsoft.com/office/drawing/2014/main" id="{C13ADAB3-97C4-B87D-40E2-5A08BFC6983E}"/>
              </a:ext>
            </a:extLst>
          </p:cNvPr>
          <p:cNvSpPr>
            <a:spLocks noGrp="1"/>
          </p:cNvSpPr>
          <p:nvPr>
            <p:ph type="body" sz="quarter" idx="41" hasCustomPrompt="1"/>
          </p:nvPr>
        </p:nvSpPr>
        <p:spPr>
          <a:xfrm>
            <a:off x="391076" y="5379382"/>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65" name="Text Placeholder 28">
            <a:extLst>
              <a:ext uri="{FF2B5EF4-FFF2-40B4-BE49-F238E27FC236}">
                <a16:creationId xmlns:a16="http://schemas.microsoft.com/office/drawing/2014/main" id="{7BE4AE85-D15D-2FBC-76C1-D7DC523712AC}"/>
              </a:ext>
            </a:extLst>
          </p:cNvPr>
          <p:cNvSpPr>
            <a:spLocks noGrp="1"/>
          </p:cNvSpPr>
          <p:nvPr>
            <p:ph type="body" sz="quarter" idx="42" hasCustomPrompt="1"/>
          </p:nvPr>
        </p:nvSpPr>
        <p:spPr>
          <a:xfrm>
            <a:off x="1301771" y="5379382"/>
            <a:ext cx="2412000" cy="180000"/>
          </a:xfrm>
        </p:spPr>
        <p:txBody>
          <a:bodyPr anchor="ctr"/>
          <a:lstStyle>
            <a:lvl1pPr marL="0" indent="0">
              <a:lnSpc>
                <a:spcPct val="100000"/>
              </a:lnSpc>
              <a:spcBef>
                <a:spcPct val="0"/>
              </a:spcBef>
              <a:buNone/>
              <a:defRPr sz="1000">
                <a:solidFill>
                  <a:schemeClr val="bg1"/>
                </a:solidFill>
              </a:defRPr>
            </a:lvl1pPr>
          </a:lstStyle>
          <a:p>
            <a:pPr lvl="0"/>
            <a:r>
              <a:rPr lang="en-US"/>
              <a:t>Degree</a:t>
            </a:r>
            <a:endParaRPr lang="en-GB"/>
          </a:p>
        </p:txBody>
      </p:sp>
      <p:sp>
        <p:nvSpPr>
          <p:cNvPr id="66" name="Text Placeholder 28">
            <a:extLst>
              <a:ext uri="{FF2B5EF4-FFF2-40B4-BE49-F238E27FC236}">
                <a16:creationId xmlns:a16="http://schemas.microsoft.com/office/drawing/2014/main" id="{FA13367C-8379-E481-E4BB-277BF8233547}"/>
              </a:ext>
            </a:extLst>
          </p:cNvPr>
          <p:cNvSpPr>
            <a:spLocks noGrp="1"/>
          </p:cNvSpPr>
          <p:nvPr>
            <p:ph type="body" sz="quarter" idx="43" hasCustomPrompt="1"/>
          </p:nvPr>
        </p:nvSpPr>
        <p:spPr>
          <a:xfrm>
            <a:off x="1301771" y="5561652"/>
            <a:ext cx="2412000" cy="180000"/>
          </a:xfrm>
        </p:spPr>
        <p:txBody>
          <a:bodyPr anchor="ctr"/>
          <a:lstStyle>
            <a:lvl1pPr marL="0" indent="0">
              <a:lnSpc>
                <a:spcPct val="100000"/>
              </a:lnSpc>
              <a:spcBef>
                <a:spcPct val="0"/>
              </a:spcBef>
              <a:buNone/>
              <a:defRPr sz="1000" i="1">
                <a:solidFill>
                  <a:schemeClr val="bg1"/>
                </a:solidFill>
              </a:defRPr>
            </a:lvl1pPr>
          </a:lstStyle>
          <a:p>
            <a:pPr lvl="0"/>
            <a:r>
              <a:rPr lang="en-US"/>
              <a:t>University</a:t>
            </a:r>
            <a:endParaRPr lang="en-GB"/>
          </a:p>
        </p:txBody>
      </p:sp>
      <p:sp>
        <p:nvSpPr>
          <p:cNvPr id="67" name="Text Placeholder 28">
            <a:extLst>
              <a:ext uri="{FF2B5EF4-FFF2-40B4-BE49-F238E27FC236}">
                <a16:creationId xmlns:a16="http://schemas.microsoft.com/office/drawing/2014/main" id="{31381257-9358-B142-1D52-2E8677FAD49F}"/>
              </a:ext>
            </a:extLst>
          </p:cNvPr>
          <p:cNvSpPr>
            <a:spLocks noGrp="1"/>
          </p:cNvSpPr>
          <p:nvPr>
            <p:ph type="body" sz="quarter" idx="44" hasCustomPrompt="1"/>
          </p:nvPr>
        </p:nvSpPr>
        <p:spPr>
          <a:xfrm>
            <a:off x="391031" y="5803034"/>
            <a:ext cx="864000" cy="180000"/>
          </a:xfrm>
        </p:spPr>
        <p:txBody>
          <a:bodyPr anchor="ctr"/>
          <a:lstStyle>
            <a:lvl1pPr marL="0" indent="0">
              <a:lnSpc>
                <a:spcPct val="100000"/>
              </a:lnSpc>
              <a:spcBef>
                <a:spcPct val="0"/>
              </a:spcBef>
              <a:buNone/>
              <a:defRPr sz="1000">
                <a:solidFill>
                  <a:schemeClr val="bg1"/>
                </a:solidFill>
              </a:defRPr>
            </a:lvl1pPr>
          </a:lstStyle>
          <a:p>
            <a:pPr lvl="0"/>
            <a:r>
              <a:rPr lang="en-US"/>
              <a:t>2000 - 2000</a:t>
            </a:r>
            <a:endParaRPr lang="en-GB"/>
          </a:p>
        </p:txBody>
      </p:sp>
      <p:sp>
        <p:nvSpPr>
          <p:cNvPr id="68" name="Text Placeholder 28">
            <a:extLst>
              <a:ext uri="{FF2B5EF4-FFF2-40B4-BE49-F238E27FC236}">
                <a16:creationId xmlns:a16="http://schemas.microsoft.com/office/drawing/2014/main" id="{27AEBFDD-41B9-3FBE-B04C-A30D4FE85116}"/>
              </a:ext>
            </a:extLst>
          </p:cNvPr>
          <p:cNvSpPr>
            <a:spLocks noGrp="1"/>
          </p:cNvSpPr>
          <p:nvPr>
            <p:ph type="body" sz="quarter" idx="45" hasCustomPrompt="1"/>
          </p:nvPr>
        </p:nvSpPr>
        <p:spPr>
          <a:xfrm>
            <a:off x="1301726" y="5803034"/>
            <a:ext cx="2412000" cy="180000"/>
          </a:xfrm>
        </p:spPr>
        <p:txBody>
          <a:bodyPr anchor="ctr"/>
          <a:lstStyle>
            <a:lvl1pPr marL="0" indent="0">
              <a:lnSpc>
                <a:spcPct val="100000"/>
              </a:lnSpc>
              <a:spcBef>
                <a:spcPct val="0"/>
              </a:spcBef>
              <a:buNone/>
              <a:defRPr sz="1000">
                <a:solidFill>
                  <a:schemeClr val="bg1"/>
                </a:solidFill>
              </a:defRPr>
            </a:lvl1pPr>
          </a:lstStyle>
          <a:p>
            <a:pPr lvl="0"/>
            <a:r>
              <a:rPr lang="en-US"/>
              <a:t>Degree</a:t>
            </a:r>
            <a:endParaRPr lang="en-GB"/>
          </a:p>
        </p:txBody>
      </p:sp>
      <p:sp>
        <p:nvSpPr>
          <p:cNvPr id="69" name="Text Placeholder 28">
            <a:extLst>
              <a:ext uri="{FF2B5EF4-FFF2-40B4-BE49-F238E27FC236}">
                <a16:creationId xmlns:a16="http://schemas.microsoft.com/office/drawing/2014/main" id="{648DD48D-FD6A-E6D1-E7FA-00C148A67193}"/>
              </a:ext>
            </a:extLst>
          </p:cNvPr>
          <p:cNvSpPr>
            <a:spLocks noGrp="1"/>
          </p:cNvSpPr>
          <p:nvPr>
            <p:ph type="body" sz="quarter" idx="46" hasCustomPrompt="1"/>
          </p:nvPr>
        </p:nvSpPr>
        <p:spPr>
          <a:xfrm>
            <a:off x="1301726" y="5985304"/>
            <a:ext cx="2412000" cy="180000"/>
          </a:xfrm>
        </p:spPr>
        <p:txBody>
          <a:bodyPr anchor="ctr"/>
          <a:lstStyle>
            <a:lvl1pPr marL="0" indent="0">
              <a:lnSpc>
                <a:spcPct val="100000"/>
              </a:lnSpc>
              <a:spcBef>
                <a:spcPct val="0"/>
              </a:spcBef>
              <a:buNone/>
              <a:defRPr sz="1000" i="1">
                <a:solidFill>
                  <a:schemeClr val="bg1"/>
                </a:solidFill>
              </a:defRPr>
            </a:lvl1pPr>
          </a:lstStyle>
          <a:p>
            <a:pPr lvl="0"/>
            <a:r>
              <a:rPr lang="en-US"/>
              <a:t>University</a:t>
            </a:r>
            <a:endParaRPr lang="en-GB"/>
          </a:p>
        </p:txBody>
      </p:sp>
      <p:sp>
        <p:nvSpPr>
          <p:cNvPr id="70" name="TextBox 69">
            <a:extLst>
              <a:ext uri="{FF2B5EF4-FFF2-40B4-BE49-F238E27FC236}">
                <a16:creationId xmlns:a16="http://schemas.microsoft.com/office/drawing/2014/main" id="{BBDECD02-CC36-F54D-0CFB-18C764D23C33}"/>
              </a:ext>
            </a:extLst>
          </p:cNvPr>
          <p:cNvSpPr txBox="1"/>
          <p:nvPr userDrawn="1"/>
        </p:nvSpPr>
        <p:spPr bwMode="gray">
          <a:xfrm>
            <a:off x="407368" y="6228951"/>
            <a:ext cx="1728192" cy="21409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GB" sz="1050">
                <a:solidFill>
                  <a:schemeClr val="bg1"/>
                </a:solidFill>
                <a:latin typeface="+mj-lt"/>
              </a:rPr>
              <a:t>Languages</a:t>
            </a:r>
            <a:endParaRPr lang="en-GB" sz="1400">
              <a:solidFill>
                <a:schemeClr val="bg1"/>
              </a:solidFill>
              <a:latin typeface="+mj-lt"/>
            </a:endParaRPr>
          </a:p>
        </p:txBody>
      </p:sp>
      <p:sp>
        <p:nvSpPr>
          <p:cNvPr id="71" name="Text Placeholder 28">
            <a:extLst>
              <a:ext uri="{FF2B5EF4-FFF2-40B4-BE49-F238E27FC236}">
                <a16:creationId xmlns:a16="http://schemas.microsoft.com/office/drawing/2014/main" id="{2E0B00E8-F68C-2B73-9968-D5954DAF8189}"/>
              </a:ext>
            </a:extLst>
          </p:cNvPr>
          <p:cNvSpPr>
            <a:spLocks noGrp="1"/>
          </p:cNvSpPr>
          <p:nvPr>
            <p:ph type="body" sz="quarter" idx="47" hasCustomPrompt="1"/>
          </p:nvPr>
        </p:nvSpPr>
        <p:spPr>
          <a:xfrm>
            <a:off x="407368" y="6508966"/>
            <a:ext cx="3348000" cy="180000"/>
          </a:xfrm>
        </p:spPr>
        <p:txBody>
          <a:bodyPr anchor="ctr"/>
          <a:lstStyle>
            <a:lvl1pPr marL="0" indent="0">
              <a:lnSpc>
                <a:spcPct val="100000"/>
              </a:lnSpc>
              <a:spcBef>
                <a:spcPct val="0"/>
              </a:spcBef>
              <a:buNone/>
              <a:defRPr sz="1000">
                <a:solidFill>
                  <a:schemeClr val="bg1"/>
                </a:solidFill>
              </a:defRPr>
            </a:lvl1pPr>
          </a:lstStyle>
          <a:p>
            <a:pPr lvl="0"/>
            <a:r>
              <a:rPr lang="en-US"/>
              <a:t>Languages,</a:t>
            </a:r>
            <a:endParaRPr lang="en-GB"/>
          </a:p>
        </p:txBody>
      </p:sp>
      <p:cxnSp>
        <p:nvCxnSpPr>
          <p:cNvPr id="73" name="Straight Connector 72">
            <a:extLst>
              <a:ext uri="{FF2B5EF4-FFF2-40B4-BE49-F238E27FC236}">
                <a16:creationId xmlns:a16="http://schemas.microsoft.com/office/drawing/2014/main" id="{B1A851F6-DC40-507A-1DCA-ADF26B531272}"/>
              </a:ext>
            </a:extLst>
          </p:cNvPr>
          <p:cNvCxnSpPr/>
          <p:nvPr userDrawn="1"/>
        </p:nvCxnSpPr>
        <p:spPr bwMode="gray">
          <a:xfrm flipH="1">
            <a:off x="6706937" y="1633834"/>
            <a:ext cx="0" cy="442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EBBBBE2C-576D-1FD1-4167-81DEDD69ECDA}"/>
              </a:ext>
            </a:extLst>
          </p:cNvPr>
          <p:cNvCxnSpPr/>
          <p:nvPr userDrawn="1"/>
        </p:nvCxnSpPr>
        <p:spPr bwMode="gray">
          <a:xfrm flipH="1">
            <a:off x="9442283" y="1633834"/>
            <a:ext cx="0" cy="442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5" name="TextBox 74">
            <a:extLst>
              <a:ext uri="{FF2B5EF4-FFF2-40B4-BE49-F238E27FC236}">
                <a16:creationId xmlns:a16="http://schemas.microsoft.com/office/drawing/2014/main" id="{05C07BF7-8808-D0E7-84CE-67C4AE464396}"/>
              </a:ext>
            </a:extLst>
          </p:cNvPr>
          <p:cNvSpPr txBox="1"/>
          <p:nvPr userDrawn="1"/>
        </p:nvSpPr>
        <p:spPr bwMode="gray">
          <a:xfrm>
            <a:off x="4073922" y="1700808"/>
            <a:ext cx="1728192" cy="21409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GB" sz="1050">
                <a:solidFill>
                  <a:schemeClr val="accent2"/>
                </a:solidFill>
                <a:latin typeface="+mj-lt"/>
              </a:rPr>
              <a:t>Introduction</a:t>
            </a:r>
            <a:endParaRPr lang="en-GB" sz="1400">
              <a:solidFill>
                <a:schemeClr val="accent2"/>
              </a:solidFill>
              <a:latin typeface="+mj-lt"/>
            </a:endParaRPr>
          </a:p>
        </p:txBody>
      </p:sp>
      <p:sp>
        <p:nvSpPr>
          <p:cNvPr id="76" name="TextBox 75">
            <a:extLst>
              <a:ext uri="{FF2B5EF4-FFF2-40B4-BE49-F238E27FC236}">
                <a16:creationId xmlns:a16="http://schemas.microsoft.com/office/drawing/2014/main" id="{DE3F16BF-9DD0-11D3-FF3D-A0380BCB137A}"/>
              </a:ext>
            </a:extLst>
          </p:cNvPr>
          <p:cNvSpPr txBox="1"/>
          <p:nvPr userDrawn="1"/>
        </p:nvSpPr>
        <p:spPr bwMode="gray">
          <a:xfrm>
            <a:off x="6814610" y="1700808"/>
            <a:ext cx="1728192" cy="21409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GB" sz="1050">
                <a:solidFill>
                  <a:schemeClr val="accent2"/>
                </a:solidFill>
                <a:latin typeface="+mj-lt"/>
              </a:rPr>
              <a:t>Experience</a:t>
            </a:r>
            <a:endParaRPr lang="en-GB" sz="1400">
              <a:solidFill>
                <a:schemeClr val="accent2"/>
              </a:solidFill>
              <a:latin typeface="+mj-lt"/>
            </a:endParaRPr>
          </a:p>
        </p:txBody>
      </p:sp>
      <p:sp>
        <p:nvSpPr>
          <p:cNvPr id="77" name="TextBox 76">
            <a:extLst>
              <a:ext uri="{FF2B5EF4-FFF2-40B4-BE49-F238E27FC236}">
                <a16:creationId xmlns:a16="http://schemas.microsoft.com/office/drawing/2014/main" id="{EBF9CE2C-9ABD-D045-DC95-4DE525BD0DA4}"/>
              </a:ext>
            </a:extLst>
          </p:cNvPr>
          <p:cNvSpPr txBox="1"/>
          <p:nvPr userDrawn="1"/>
        </p:nvSpPr>
        <p:spPr bwMode="gray">
          <a:xfrm>
            <a:off x="9549955" y="1700808"/>
            <a:ext cx="1728192" cy="21409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GB" sz="1050">
                <a:solidFill>
                  <a:schemeClr val="accent2"/>
                </a:solidFill>
                <a:latin typeface="+mj-lt"/>
              </a:rPr>
              <a:t>Previous Clients</a:t>
            </a:r>
            <a:endParaRPr lang="en-GB" sz="1400">
              <a:solidFill>
                <a:schemeClr val="accent2"/>
              </a:solidFill>
              <a:latin typeface="+mj-lt"/>
            </a:endParaRPr>
          </a:p>
        </p:txBody>
      </p:sp>
      <p:sp>
        <p:nvSpPr>
          <p:cNvPr id="79" name="Text Placeholder 78">
            <a:extLst>
              <a:ext uri="{FF2B5EF4-FFF2-40B4-BE49-F238E27FC236}">
                <a16:creationId xmlns:a16="http://schemas.microsoft.com/office/drawing/2014/main" id="{FDBEB7FD-8E84-B3E4-1EAA-7ECE6AB8D225}"/>
              </a:ext>
            </a:extLst>
          </p:cNvPr>
          <p:cNvSpPr>
            <a:spLocks noGrp="1"/>
          </p:cNvSpPr>
          <p:nvPr>
            <p:ph type="body" sz="quarter" idx="48"/>
          </p:nvPr>
        </p:nvSpPr>
        <p:spPr>
          <a:xfrm>
            <a:off x="4079264" y="2041126"/>
            <a:ext cx="2520000" cy="3960000"/>
          </a:xfrm>
        </p:spPr>
        <p:txBody>
          <a:bodyPr/>
          <a:lstStyle>
            <a:lvl1pPr marL="0" indent="0">
              <a:lnSpc>
                <a:spcPct val="100000"/>
              </a:lnSpc>
              <a:spcBef>
                <a:spcPts val="600"/>
              </a:spcBef>
              <a:buNone/>
              <a:defRPr sz="1050"/>
            </a:lvl1pPr>
          </a:lstStyle>
          <a:p>
            <a:pPr lvl="0"/>
            <a:r>
              <a:rPr lang="en-GB"/>
              <a:t>Click to edit Master text styles</a:t>
            </a:r>
          </a:p>
        </p:txBody>
      </p:sp>
      <p:sp>
        <p:nvSpPr>
          <p:cNvPr id="80" name="Text Placeholder 78">
            <a:extLst>
              <a:ext uri="{FF2B5EF4-FFF2-40B4-BE49-F238E27FC236}">
                <a16:creationId xmlns:a16="http://schemas.microsoft.com/office/drawing/2014/main" id="{4156D091-BEA4-733F-AADE-698FD97B7115}"/>
              </a:ext>
            </a:extLst>
          </p:cNvPr>
          <p:cNvSpPr>
            <a:spLocks noGrp="1"/>
          </p:cNvSpPr>
          <p:nvPr>
            <p:ph type="body" sz="quarter" idx="49"/>
          </p:nvPr>
        </p:nvSpPr>
        <p:spPr>
          <a:xfrm>
            <a:off x="6814610" y="2041126"/>
            <a:ext cx="2520000" cy="3960000"/>
          </a:xfrm>
        </p:spPr>
        <p:txBody>
          <a:bodyPr/>
          <a:lstStyle>
            <a:lvl1pPr marL="0" indent="0">
              <a:lnSpc>
                <a:spcPct val="100000"/>
              </a:lnSpc>
              <a:spcBef>
                <a:spcPts val="600"/>
              </a:spcBef>
              <a:buNone/>
              <a:defRPr sz="1050"/>
            </a:lvl1pPr>
          </a:lstStyle>
          <a:p>
            <a:pPr lvl="0"/>
            <a:r>
              <a:rPr lang="en-GB"/>
              <a:t>Click to edit Master text styles</a:t>
            </a:r>
          </a:p>
        </p:txBody>
      </p:sp>
      <p:sp>
        <p:nvSpPr>
          <p:cNvPr id="85" name="Text Placeholder 84">
            <a:extLst>
              <a:ext uri="{FF2B5EF4-FFF2-40B4-BE49-F238E27FC236}">
                <a16:creationId xmlns:a16="http://schemas.microsoft.com/office/drawing/2014/main" id="{E1052E85-F257-60A6-E5A3-C9FCC7C0A986}"/>
              </a:ext>
            </a:extLst>
          </p:cNvPr>
          <p:cNvSpPr>
            <a:spLocks noGrp="1"/>
          </p:cNvSpPr>
          <p:nvPr>
            <p:ph type="body" sz="quarter" idx="51" hasCustomPrompt="1"/>
          </p:nvPr>
        </p:nvSpPr>
        <p:spPr>
          <a:xfrm>
            <a:off x="9549955" y="2037205"/>
            <a:ext cx="2520000" cy="3960000"/>
          </a:xfrm>
        </p:spPr>
        <p:txBody>
          <a:bodyPr/>
          <a:lstStyle>
            <a:lvl1pPr>
              <a:lnSpc>
                <a:spcPct val="100000"/>
              </a:lnSpc>
              <a:defRPr sz="1050"/>
            </a:lvl1pPr>
          </a:lstStyle>
          <a:p>
            <a:pPr lvl="0"/>
            <a:r>
              <a:rPr lang="en-US"/>
              <a:t>Clients</a:t>
            </a:r>
          </a:p>
        </p:txBody>
      </p:sp>
      <p:sp>
        <p:nvSpPr>
          <p:cNvPr id="86" name="TextBox 85">
            <a:extLst>
              <a:ext uri="{FF2B5EF4-FFF2-40B4-BE49-F238E27FC236}">
                <a16:creationId xmlns:a16="http://schemas.microsoft.com/office/drawing/2014/main" id="{BF49E47F-F852-617C-8EA7-03F499724563}"/>
              </a:ext>
            </a:extLst>
          </p:cNvPr>
          <p:cNvSpPr txBox="1"/>
          <p:nvPr userDrawn="1"/>
        </p:nvSpPr>
        <p:spPr bwMode="gray">
          <a:xfrm>
            <a:off x="4068405" y="259313"/>
            <a:ext cx="1728192" cy="21409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GB" sz="1050">
                <a:solidFill>
                  <a:schemeClr val="accent2"/>
                </a:solidFill>
                <a:latin typeface="+mj-lt"/>
              </a:rPr>
              <a:t>Contact</a:t>
            </a:r>
            <a:endParaRPr lang="en-GB" sz="1400">
              <a:solidFill>
                <a:schemeClr val="accent2"/>
              </a:solidFill>
              <a:latin typeface="+mj-lt"/>
            </a:endParaRPr>
          </a:p>
        </p:txBody>
      </p:sp>
      <p:sp>
        <p:nvSpPr>
          <p:cNvPr id="87" name="Text Placeholder 28">
            <a:extLst>
              <a:ext uri="{FF2B5EF4-FFF2-40B4-BE49-F238E27FC236}">
                <a16:creationId xmlns:a16="http://schemas.microsoft.com/office/drawing/2014/main" id="{31654542-39E7-86F4-2DAA-E369D1F94548}"/>
              </a:ext>
            </a:extLst>
          </p:cNvPr>
          <p:cNvSpPr>
            <a:spLocks noGrp="1"/>
          </p:cNvSpPr>
          <p:nvPr>
            <p:ph type="body" sz="quarter" idx="52" hasCustomPrompt="1"/>
          </p:nvPr>
        </p:nvSpPr>
        <p:spPr>
          <a:xfrm>
            <a:off x="4068405" y="542083"/>
            <a:ext cx="2592000" cy="180000"/>
          </a:xfrm>
        </p:spPr>
        <p:txBody>
          <a:bodyPr anchor="ctr"/>
          <a:lstStyle>
            <a:lvl1pPr marL="0" indent="0">
              <a:lnSpc>
                <a:spcPct val="100000"/>
              </a:lnSpc>
              <a:spcBef>
                <a:spcPct val="0"/>
              </a:spcBef>
              <a:buNone/>
              <a:defRPr sz="1000">
                <a:solidFill>
                  <a:schemeClr val="tx1"/>
                </a:solidFill>
              </a:defRPr>
            </a:lvl1pPr>
          </a:lstStyle>
          <a:p>
            <a:pPr lvl="0"/>
            <a:r>
              <a:rPr lang="en-US"/>
              <a:t>Email</a:t>
            </a:r>
            <a:endParaRPr lang="en-GB"/>
          </a:p>
        </p:txBody>
      </p:sp>
      <p:sp>
        <p:nvSpPr>
          <p:cNvPr id="88" name="Text Placeholder 28">
            <a:extLst>
              <a:ext uri="{FF2B5EF4-FFF2-40B4-BE49-F238E27FC236}">
                <a16:creationId xmlns:a16="http://schemas.microsoft.com/office/drawing/2014/main" id="{045D05F7-8B8B-439E-4F30-2600E88D6608}"/>
              </a:ext>
            </a:extLst>
          </p:cNvPr>
          <p:cNvSpPr>
            <a:spLocks noGrp="1"/>
          </p:cNvSpPr>
          <p:nvPr>
            <p:ph type="body" sz="quarter" idx="53" hasCustomPrompt="1"/>
          </p:nvPr>
        </p:nvSpPr>
        <p:spPr>
          <a:xfrm>
            <a:off x="4068405" y="791602"/>
            <a:ext cx="2592000" cy="180000"/>
          </a:xfrm>
        </p:spPr>
        <p:txBody>
          <a:bodyPr anchor="ctr"/>
          <a:lstStyle>
            <a:lvl1pPr marL="0" indent="0">
              <a:lnSpc>
                <a:spcPct val="100000"/>
              </a:lnSpc>
              <a:spcBef>
                <a:spcPct val="0"/>
              </a:spcBef>
              <a:buNone/>
              <a:defRPr sz="1000">
                <a:solidFill>
                  <a:schemeClr val="tx1"/>
                </a:solidFill>
              </a:defRPr>
            </a:lvl1pPr>
          </a:lstStyle>
          <a:p>
            <a:pPr lvl="0"/>
            <a:r>
              <a:rPr lang="en-US"/>
              <a:t>Mobile</a:t>
            </a:r>
            <a:endParaRPr lang="en-GB"/>
          </a:p>
        </p:txBody>
      </p:sp>
    </p:spTree>
    <p:extLst>
      <p:ext uri="{BB962C8B-B14F-4D97-AF65-F5344CB8AC3E}">
        <p14:creationId xmlns:p14="http://schemas.microsoft.com/office/powerpoint/2010/main" val="3446156476"/>
      </p:ext>
    </p:extLst>
  </p:cSld>
  <p:clrMapOvr>
    <a:masterClrMapping/>
  </p:clrMapOvr>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userDrawn="1">
  <p:cSld name="Large Heading Right">
    <p:bg bwMode="gray">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EDD0F9F-B9B4-49DA-815A-1DCA375F7ACC}"/>
              </a:ext>
            </a:extLst>
          </p:cNvPr>
          <p:cNvSpPr/>
          <p:nvPr userDrawn="1"/>
        </p:nvSpPr>
        <p:spPr bwMode="gray">
          <a:xfrm>
            <a:off x="0" y="0"/>
            <a:ext cx="60948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2">
            <a:extLst>
              <a:ext uri="{FF2B5EF4-FFF2-40B4-BE49-F238E27FC236}">
                <a16:creationId xmlns:a16="http://schemas.microsoft.com/office/drawing/2014/main" id="{C26E363E-3D9F-4F11-ABF1-E3962FC008F4}"/>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AF1E086D-05AF-4082-8B75-628094927FF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322BCAD-8B29-43EB-9441-3330B1CC2B7D}"/>
              </a:ext>
            </a:extLst>
          </p:cNvPr>
          <p:cNvSpPr>
            <a:spLocks noGrp="1"/>
          </p:cNvSpPr>
          <p:nvPr>
            <p:ph type="sldNum" sz="quarter" idx="12"/>
          </p:nvPr>
        </p:nvSpPr>
        <p:spPr/>
        <p:txBody>
          <a:bodyPr/>
          <a:lstStyle/>
          <a:p>
            <a:fld id="{40B7701B-8974-48F8-B448-DF2B8164D2B4}" type="slidenum">
              <a:rPr lang="en-US" smtClean="0"/>
              <a:t>‹#›</a:t>
            </a:fld>
            <a:endParaRPr lang="en-US"/>
          </a:p>
        </p:txBody>
      </p:sp>
      <p:sp>
        <p:nvSpPr>
          <p:cNvPr id="7" name="Text Placeholder 6">
            <a:extLst>
              <a:ext uri="{FF2B5EF4-FFF2-40B4-BE49-F238E27FC236}">
                <a16:creationId xmlns:a16="http://schemas.microsoft.com/office/drawing/2014/main" id="{6A5D0CC2-A0C5-49FE-A3A1-90D416782CCE}"/>
              </a:ext>
            </a:extLst>
          </p:cNvPr>
          <p:cNvSpPr>
            <a:spLocks noGrp="1"/>
          </p:cNvSpPr>
          <p:nvPr>
            <p:ph type="body" sz="quarter" idx="13"/>
          </p:nvPr>
        </p:nvSpPr>
        <p:spPr>
          <a:xfrm>
            <a:off x="6922800" y="2353930"/>
            <a:ext cx="4680000" cy="2880000"/>
          </a:xfrm>
        </p:spPr>
        <p:txBody>
          <a:bodyPr/>
          <a:lstStyle>
            <a:lvl1pPr marL="0" indent="0">
              <a:lnSpc>
                <a:spcPct val="80000"/>
              </a:lnSpc>
              <a:buNone/>
              <a:defRPr sz="4400">
                <a:solidFill>
                  <a:schemeClr val="tx1"/>
                </a:solidFill>
                <a:latin typeface="Garamond" panose="02020404030301010803" pitchFamily="18" charset="0"/>
              </a:defRPr>
            </a:lvl1pPr>
          </a:lstStyle>
          <a:p>
            <a:pPr lvl="0"/>
            <a:r>
              <a:rPr lang="en-US"/>
              <a:t>Click to edit Master text styles</a:t>
            </a:r>
          </a:p>
        </p:txBody>
      </p:sp>
    </p:spTree>
    <p:extLst>
      <p:ext uri="{BB962C8B-B14F-4D97-AF65-F5344CB8AC3E}">
        <p14:creationId xmlns:p14="http://schemas.microsoft.com/office/powerpoint/2010/main" val="2741573888"/>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userDrawn="1">
  <p:cSld name="2_Title Only">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B56EABE-D55B-4373-F6CF-224BF43E855B}"/>
              </a:ext>
            </a:extLst>
          </p:cNvPr>
          <p:cNvGraphicFramePr>
            <a:graphicFrameLocks noChangeAspect="1"/>
          </p:cNvGraphicFramePr>
          <p:nvPr userDrawn="1">
            <p:custDataLst>
              <p:tags r:id="rId1"/>
            </p:custDataLst>
            <p:extLst>
              <p:ext uri="{D42A27DB-BD31-4B8C-83A1-F6EECF244321}">
                <p14:modId xmlns:p14="http://schemas.microsoft.com/office/powerpoint/2010/main" val="10672872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9" name="Object 8" hidden="1">
                        <a:extLst>
                          <a:ext uri="{FF2B5EF4-FFF2-40B4-BE49-F238E27FC236}">
                            <a16:creationId xmlns:a16="http://schemas.microsoft.com/office/drawing/2014/main" id="{1B56EABE-D55B-4373-F6CF-224BF43E855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CE8AADD-913B-949E-D663-554B1349714E}"/>
              </a:ext>
            </a:extLst>
          </p:cNvPr>
          <p:cNvSpPr>
            <a:spLocks noGrp="1"/>
          </p:cNvSpPr>
          <p:nvPr>
            <p:ph type="title" hasCustomPrompt="1"/>
          </p:nvPr>
        </p:nvSpPr>
        <p:spPr>
          <a:xfrm>
            <a:off x="432000" y="536576"/>
            <a:ext cx="11471275" cy="661988"/>
          </a:xfrm>
        </p:spPr>
        <p:txBody>
          <a:bodyPr vert="horz"/>
          <a:lstStyle>
            <a:lvl1pPr rtl="0">
              <a:defRPr/>
            </a:lvl1pPr>
          </a:lstStyle>
          <a:p>
            <a:pPr lvl="0"/>
            <a:r>
              <a:rPr lang="en-GB"/>
              <a:t>Click to edit action title</a:t>
            </a:r>
          </a:p>
        </p:txBody>
      </p:sp>
      <p:sp>
        <p:nvSpPr>
          <p:cNvPr id="3" name="Footer Placeholder 2">
            <a:extLst>
              <a:ext uri="{FF2B5EF4-FFF2-40B4-BE49-F238E27FC236}">
                <a16:creationId xmlns:a16="http://schemas.microsoft.com/office/drawing/2014/main" id="{C298F29C-AC53-9DB0-6D75-EF2C149565D3}"/>
              </a:ext>
            </a:extLst>
          </p:cNvPr>
          <p:cNvSpPr>
            <a:spLocks noGrp="1"/>
          </p:cNvSpPr>
          <p:nvPr>
            <p:ph type="ftr" sz="quarter" idx="10"/>
          </p:nvPr>
        </p:nvSpPr>
        <p:spPr/>
        <p:txBody>
          <a:bodyPr/>
          <a:lstStyle>
            <a:lvl1pPr rtl="0">
              <a:defRPr/>
            </a:lvl1pPr>
          </a:lstStyle>
          <a:p>
            <a:endParaRPr lang="en-GB"/>
          </a:p>
        </p:txBody>
      </p:sp>
      <p:sp>
        <p:nvSpPr>
          <p:cNvPr id="4" name="Slide Number Placeholder 3">
            <a:extLst>
              <a:ext uri="{FF2B5EF4-FFF2-40B4-BE49-F238E27FC236}">
                <a16:creationId xmlns:a16="http://schemas.microsoft.com/office/drawing/2014/main" id="{2190A743-1A4A-56F8-BF3C-F2C418D15AFA}"/>
              </a:ext>
            </a:extLst>
          </p:cNvPr>
          <p:cNvSpPr>
            <a:spLocks noGrp="1"/>
          </p:cNvSpPr>
          <p:nvPr>
            <p:ph type="sldNum" sz="quarter" idx="11"/>
          </p:nvPr>
        </p:nvSpPr>
        <p:spPr/>
        <p:txBody>
          <a:bodyPr/>
          <a:lstStyle>
            <a:lvl1pPr rtl="0">
              <a:defRPr/>
            </a:lvl1pPr>
          </a:lstStyle>
          <a:p>
            <a:fld id="{10BE2C1E-995C-4121-AD26-7DE6C74EE600}" type="slidenum">
              <a:rPr lang="en-GB" smtClean="0"/>
              <a:pPr/>
              <a:t>‹#›</a:t>
            </a:fld>
            <a:endParaRPr lang="en-GB"/>
          </a:p>
        </p:txBody>
      </p:sp>
      <p:sp>
        <p:nvSpPr>
          <p:cNvPr id="7" name="Text Placeholder 6">
            <a:extLst>
              <a:ext uri="{FF2B5EF4-FFF2-40B4-BE49-F238E27FC236}">
                <a16:creationId xmlns:a16="http://schemas.microsoft.com/office/drawing/2014/main" id="{9AB3F6AF-ED74-5EBB-9159-83208AE07A23}"/>
              </a:ext>
            </a:extLst>
          </p:cNvPr>
          <p:cNvSpPr>
            <a:spLocks noGrp="1"/>
          </p:cNvSpPr>
          <p:nvPr>
            <p:ph type="body" sz="quarter" idx="12" hasCustomPrompt="1"/>
          </p:nvPr>
        </p:nvSpPr>
        <p:spPr>
          <a:xfrm>
            <a:off x="432000" y="207165"/>
            <a:ext cx="11471275" cy="178593"/>
          </a:xfrm>
        </p:spPr>
        <p:txBody>
          <a:bodyPr anchor="b"/>
          <a:lstStyle>
            <a:lvl1pPr marL="0" indent="0" rtl="0">
              <a:buNone/>
              <a:defRPr sz="1200" cap="all" baseline="0">
                <a:solidFill>
                  <a:schemeClr val="accent2">
                    <a:lumMod val="60000"/>
                    <a:lumOff val="40000"/>
                  </a:schemeClr>
                </a:solidFill>
                <a:latin typeface="+mj-lt"/>
              </a:defRPr>
            </a:lvl1pPr>
          </a:lstStyle>
          <a:p>
            <a:pPr lvl="0"/>
            <a:r>
              <a:rPr lang="en-GB"/>
              <a:t>Click to edit chapter text</a:t>
            </a:r>
          </a:p>
        </p:txBody>
      </p:sp>
    </p:spTree>
    <p:extLst>
      <p:ext uri="{BB962C8B-B14F-4D97-AF65-F5344CB8AC3E}">
        <p14:creationId xmlns:p14="http://schemas.microsoft.com/office/powerpoint/2010/main" val="1301881169"/>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matchingName="1_CV">
  <p:cSld name="1_CV">
    <p:spTree>
      <p:nvGrpSpPr>
        <p:cNvPr id="1" name="Shape 15"/>
        <p:cNvGrpSpPr/>
        <p:nvPr/>
      </p:nvGrpSpPr>
      <p:grpSpPr>
        <a:xfrm>
          <a:off x="0" y="0"/>
          <a:ext cx="0" cy="0"/>
          <a:chOff x="0" y="0"/>
          <a:chExt cx="0" cy="0"/>
        </a:xfrm>
      </p:grpSpPr>
      <p:sp>
        <p:nvSpPr>
          <p:cNvPr id="16" name="Google Shape;16;p3"/>
          <p:cNvSpPr/>
          <p:nvPr/>
        </p:nvSpPr>
        <p:spPr>
          <a:xfrm>
            <a:off x="0" y="0"/>
            <a:ext cx="3935760" cy="68580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7" name="Google Shape;17;p3"/>
          <p:cNvSpPr txBox="1">
            <a:spLocks noGrp="1"/>
          </p:cNvSpPr>
          <p:nvPr>
            <p:ph type="ftr" idx="11"/>
          </p:nvPr>
        </p:nvSpPr>
        <p:spPr>
          <a:xfrm>
            <a:off x="675936" y="6321425"/>
            <a:ext cx="10087857" cy="36761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3"/>
          <p:cNvSpPr txBox="1">
            <a:spLocks noGrp="1"/>
          </p:cNvSpPr>
          <p:nvPr>
            <p:ph type="sldNum" idx="12"/>
          </p:nvPr>
        </p:nvSpPr>
        <p:spPr>
          <a:xfrm>
            <a:off x="11099223" y="6336000"/>
            <a:ext cx="540000" cy="2880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GB"/>
              <a:t>‹#›</a:t>
            </a:fld>
            <a:endParaRPr/>
          </a:p>
        </p:txBody>
      </p:sp>
      <p:pic>
        <p:nvPicPr>
          <p:cNvPr id="19" name="Google Shape;19;p3"/>
          <p:cNvPicPr preferRelativeResize="0"/>
          <p:nvPr/>
        </p:nvPicPr>
        <p:blipFill rotWithShape="1">
          <a:blip r:embed="rId2">
            <a:alphaModFix/>
          </a:blip>
          <a:srcRect/>
          <a:stretch/>
        </p:blipFill>
        <p:spPr>
          <a:xfrm>
            <a:off x="11334902" y="216000"/>
            <a:ext cx="646728" cy="763199"/>
          </a:xfrm>
          <a:prstGeom prst="rect">
            <a:avLst/>
          </a:prstGeom>
          <a:noFill/>
          <a:ln>
            <a:noFill/>
          </a:ln>
        </p:spPr>
      </p:pic>
      <p:sp>
        <p:nvSpPr>
          <p:cNvPr id="20" name="Google Shape;20;p3"/>
          <p:cNvSpPr>
            <a:spLocks noGrp="1"/>
          </p:cNvSpPr>
          <p:nvPr>
            <p:ph type="pic" idx="2"/>
          </p:nvPr>
        </p:nvSpPr>
        <p:spPr>
          <a:xfrm>
            <a:off x="266272" y="225500"/>
            <a:ext cx="1080000" cy="1080000"/>
          </a:xfrm>
          <a:prstGeom prst="ellipse">
            <a:avLst/>
          </a:prstGeom>
          <a:solidFill>
            <a:schemeClr val="lt1"/>
          </a:solidFill>
          <a:ln>
            <a:noFill/>
          </a:ln>
        </p:spPr>
        <p:txBody>
          <a:bodyPr/>
          <a:lstStyle/>
          <a:p>
            <a:endParaRPr lang="en-GB"/>
          </a:p>
        </p:txBody>
      </p:sp>
      <p:pic>
        <p:nvPicPr>
          <p:cNvPr id="21" name="Google Shape;21;p3" descr="Speech with solid fill"/>
          <p:cNvPicPr preferRelativeResize="0"/>
          <p:nvPr/>
        </p:nvPicPr>
        <p:blipFill rotWithShape="1">
          <a:blip r:embed="rId3">
            <a:alphaModFix/>
          </a:blip>
          <a:srcRect/>
          <a:stretch/>
        </p:blipFill>
        <p:spPr>
          <a:xfrm>
            <a:off x="140272" y="6244821"/>
            <a:ext cx="252000" cy="252000"/>
          </a:xfrm>
          <a:prstGeom prst="rect">
            <a:avLst/>
          </a:prstGeom>
          <a:noFill/>
          <a:ln>
            <a:noFill/>
          </a:ln>
        </p:spPr>
      </p:pic>
      <p:pic>
        <p:nvPicPr>
          <p:cNvPr id="22" name="Google Shape;22;p3" descr="Graduation cap with solid fill"/>
          <p:cNvPicPr preferRelativeResize="0"/>
          <p:nvPr/>
        </p:nvPicPr>
        <p:blipFill rotWithShape="1">
          <a:blip r:embed="rId4">
            <a:alphaModFix/>
          </a:blip>
          <a:srcRect/>
          <a:stretch/>
        </p:blipFill>
        <p:spPr>
          <a:xfrm>
            <a:off x="140272" y="4259850"/>
            <a:ext cx="252000" cy="252000"/>
          </a:xfrm>
          <a:prstGeom prst="rect">
            <a:avLst/>
          </a:prstGeom>
          <a:noFill/>
          <a:ln>
            <a:noFill/>
          </a:ln>
        </p:spPr>
      </p:pic>
      <p:pic>
        <p:nvPicPr>
          <p:cNvPr id="23" name="Google Shape;23;p3" descr="User with solid fill"/>
          <p:cNvPicPr preferRelativeResize="0"/>
          <p:nvPr/>
        </p:nvPicPr>
        <p:blipFill rotWithShape="1">
          <a:blip r:embed="rId5">
            <a:alphaModFix/>
          </a:blip>
          <a:srcRect/>
          <a:stretch/>
        </p:blipFill>
        <p:spPr>
          <a:xfrm>
            <a:off x="140272" y="1381834"/>
            <a:ext cx="252000" cy="252000"/>
          </a:xfrm>
          <a:prstGeom prst="rect">
            <a:avLst/>
          </a:prstGeom>
          <a:noFill/>
          <a:ln>
            <a:noFill/>
          </a:ln>
        </p:spPr>
      </p:pic>
      <p:sp>
        <p:nvSpPr>
          <p:cNvPr id="24" name="Google Shape;24;p3"/>
          <p:cNvSpPr txBox="1">
            <a:spLocks noGrp="1"/>
          </p:cNvSpPr>
          <p:nvPr>
            <p:ph type="body" idx="1"/>
          </p:nvPr>
        </p:nvSpPr>
        <p:spPr>
          <a:xfrm>
            <a:off x="407368" y="1699082"/>
            <a:ext cx="864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25" name="Google Shape;25;p3"/>
          <p:cNvSpPr txBox="1"/>
          <p:nvPr/>
        </p:nvSpPr>
        <p:spPr>
          <a:xfrm>
            <a:off x="407368" y="1419736"/>
            <a:ext cx="1728192" cy="21409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1050"/>
              <a:buFont typeface="Arial"/>
              <a:buNone/>
            </a:pPr>
            <a:r>
              <a:rPr lang="en-GB" sz="1050" b="0" i="0" u="none" strike="noStrike" cap="none">
                <a:solidFill>
                  <a:schemeClr val="lt1"/>
                </a:solidFill>
                <a:latin typeface="Calibri"/>
                <a:ea typeface="Calibri"/>
                <a:cs typeface="Calibri"/>
                <a:sym typeface="Calibri"/>
              </a:rPr>
              <a:t>Experience</a:t>
            </a:r>
            <a:endParaRPr sz="1400" b="0" i="0" u="none" strike="noStrike" cap="none">
              <a:solidFill>
                <a:schemeClr val="lt1"/>
              </a:solidFill>
              <a:latin typeface="Calibri"/>
              <a:ea typeface="Calibri"/>
              <a:cs typeface="Calibri"/>
              <a:sym typeface="Calibri"/>
            </a:endParaRPr>
          </a:p>
        </p:txBody>
      </p:sp>
      <p:sp>
        <p:nvSpPr>
          <p:cNvPr id="26" name="Google Shape;26;p3"/>
          <p:cNvSpPr txBox="1">
            <a:spLocks noGrp="1"/>
          </p:cNvSpPr>
          <p:nvPr>
            <p:ph type="body" idx="3"/>
          </p:nvPr>
        </p:nvSpPr>
        <p:spPr>
          <a:xfrm>
            <a:off x="1318063" y="1698131"/>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27" name="Google Shape;27;p3"/>
          <p:cNvSpPr txBox="1">
            <a:spLocks noGrp="1"/>
          </p:cNvSpPr>
          <p:nvPr>
            <p:ph type="body" idx="4"/>
          </p:nvPr>
        </p:nvSpPr>
        <p:spPr>
          <a:xfrm>
            <a:off x="1318063" y="1883242"/>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i="1">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28" name="Google Shape;28;p3"/>
          <p:cNvSpPr txBox="1">
            <a:spLocks noGrp="1"/>
          </p:cNvSpPr>
          <p:nvPr>
            <p:ph type="body" idx="5"/>
          </p:nvPr>
        </p:nvSpPr>
        <p:spPr>
          <a:xfrm>
            <a:off x="1435999" y="537937"/>
            <a:ext cx="2304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100"/>
              <a:buNone/>
              <a:defRPr sz="1100" cap="none">
                <a:solidFill>
                  <a:schemeClr val="lt1"/>
                </a:solidFill>
                <a:latin typeface="Calibri"/>
                <a:ea typeface="Calibri"/>
                <a:cs typeface="Calibri"/>
                <a:sym typeface="Calibri"/>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29" name="Google Shape;29;p3"/>
          <p:cNvSpPr txBox="1">
            <a:spLocks noGrp="1"/>
          </p:cNvSpPr>
          <p:nvPr>
            <p:ph type="body" idx="6"/>
          </p:nvPr>
        </p:nvSpPr>
        <p:spPr>
          <a:xfrm>
            <a:off x="1435999" y="791602"/>
            <a:ext cx="2304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50"/>
              <a:buNone/>
              <a:defRPr sz="105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30" name="Google Shape;30;p3"/>
          <p:cNvSpPr txBox="1">
            <a:spLocks noGrp="1"/>
          </p:cNvSpPr>
          <p:nvPr>
            <p:ph type="body" idx="7"/>
          </p:nvPr>
        </p:nvSpPr>
        <p:spPr>
          <a:xfrm>
            <a:off x="407368" y="2123699"/>
            <a:ext cx="864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31" name="Google Shape;31;p3"/>
          <p:cNvSpPr txBox="1">
            <a:spLocks noGrp="1"/>
          </p:cNvSpPr>
          <p:nvPr>
            <p:ph type="body" idx="8"/>
          </p:nvPr>
        </p:nvSpPr>
        <p:spPr>
          <a:xfrm>
            <a:off x="1318063" y="2123699"/>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32" name="Google Shape;32;p3"/>
          <p:cNvSpPr txBox="1">
            <a:spLocks noGrp="1"/>
          </p:cNvSpPr>
          <p:nvPr>
            <p:ph type="body" idx="9"/>
          </p:nvPr>
        </p:nvSpPr>
        <p:spPr>
          <a:xfrm>
            <a:off x="1318063" y="2306603"/>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i="1">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33" name="Google Shape;33;p3"/>
          <p:cNvSpPr txBox="1">
            <a:spLocks noGrp="1"/>
          </p:cNvSpPr>
          <p:nvPr>
            <p:ph type="body" idx="13"/>
          </p:nvPr>
        </p:nvSpPr>
        <p:spPr>
          <a:xfrm>
            <a:off x="407368" y="2548316"/>
            <a:ext cx="864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34" name="Google Shape;34;p3"/>
          <p:cNvSpPr txBox="1">
            <a:spLocks noGrp="1"/>
          </p:cNvSpPr>
          <p:nvPr>
            <p:ph type="body" idx="14"/>
          </p:nvPr>
        </p:nvSpPr>
        <p:spPr>
          <a:xfrm>
            <a:off x="1318063" y="2548316"/>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35" name="Google Shape;35;p3"/>
          <p:cNvSpPr txBox="1">
            <a:spLocks noGrp="1"/>
          </p:cNvSpPr>
          <p:nvPr>
            <p:ph type="body" idx="15"/>
          </p:nvPr>
        </p:nvSpPr>
        <p:spPr>
          <a:xfrm>
            <a:off x="1318063" y="2732885"/>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i="1">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36" name="Google Shape;36;p3"/>
          <p:cNvSpPr txBox="1">
            <a:spLocks noGrp="1"/>
          </p:cNvSpPr>
          <p:nvPr>
            <p:ph type="body" idx="16"/>
          </p:nvPr>
        </p:nvSpPr>
        <p:spPr>
          <a:xfrm>
            <a:off x="407368" y="2972933"/>
            <a:ext cx="864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37" name="Google Shape;37;p3"/>
          <p:cNvSpPr txBox="1">
            <a:spLocks noGrp="1"/>
          </p:cNvSpPr>
          <p:nvPr>
            <p:ph type="body" idx="17"/>
          </p:nvPr>
        </p:nvSpPr>
        <p:spPr>
          <a:xfrm>
            <a:off x="1318063" y="2972933"/>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38" name="Google Shape;38;p3"/>
          <p:cNvSpPr txBox="1">
            <a:spLocks noGrp="1"/>
          </p:cNvSpPr>
          <p:nvPr>
            <p:ph type="body" idx="18"/>
          </p:nvPr>
        </p:nvSpPr>
        <p:spPr>
          <a:xfrm>
            <a:off x="1318063" y="3154827"/>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i="1">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39" name="Google Shape;39;p3"/>
          <p:cNvSpPr txBox="1">
            <a:spLocks noGrp="1"/>
          </p:cNvSpPr>
          <p:nvPr>
            <p:ph type="body" idx="19"/>
          </p:nvPr>
        </p:nvSpPr>
        <p:spPr>
          <a:xfrm>
            <a:off x="407368" y="3397550"/>
            <a:ext cx="864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40" name="Google Shape;40;p3"/>
          <p:cNvSpPr txBox="1">
            <a:spLocks noGrp="1"/>
          </p:cNvSpPr>
          <p:nvPr>
            <p:ph type="body" idx="20"/>
          </p:nvPr>
        </p:nvSpPr>
        <p:spPr>
          <a:xfrm>
            <a:off x="1318063" y="3397550"/>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41" name="Google Shape;41;p3"/>
          <p:cNvSpPr txBox="1">
            <a:spLocks noGrp="1"/>
          </p:cNvSpPr>
          <p:nvPr>
            <p:ph type="body" idx="21"/>
          </p:nvPr>
        </p:nvSpPr>
        <p:spPr>
          <a:xfrm>
            <a:off x="1318063" y="3579442"/>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i="1">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42" name="Google Shape;42;p3"/>
          <p:cNvSpPr txBox="1"/>
          <p:nvPr/>
        </p:nvSpPr>
        <p:spPr>
          <a:xfrm>
            <a:off x="407368" y="4251698"/>
            <a:ext cx="1728192" cy="21409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1050"/>
              <a:buFont typeface="Arial"/>
              <a:buNone/>
            </a:pPr>
            <a:r>
              <a:rPr lang="en-GB" sz="1050" b="0" i="0" u="none" strike="noStrike" cap="none">
                <a:solidFill>
                  <a:schemeClr val="lt1"/>
                </a:solidFill>
                <a:latin typeface="Calibri"/>
                <a:ea typeface="Calibri"/>
                <a:cs typeface="Calibri"/>
                <a:sym typeface="Calibri"/>
              </a:rPr>
              <a:t>Education</a:t>
            </a:r>
            <a:endParaRPr sz="1400" b="0" i="0" u="none" strike="noStrike" cap="none">
              <a:solidFill>
                <a:schemeClr val="lt1"/>
              </a:solidFill>
              <a:latin typeface="Calibri"/>
              <a:ea typeface="Calibri"/>
              <a:cs typeface="Calibri"/>
              <a:sym typeface="Calibri"/>
            </a:endParaRPr>
          </a:p>
        </p:txBody>
      </p:sp>
      <p:sp>
        <p:nvSpPr>
          <p:cNvPr id="43" name="Google Shape;43;p3"/>
          <p:cNvSpPr txBox="1">
            <a:spLocks noGrp="1"/>
          </p:cNvSpPr>
          <p:nvPr>
            <p:ph type="body" idx="22"/>
          </p:nvPr>
        </p:nvSpPr>
        <p:spPr>
          <a:xfrm>
            <a:off x="407368" y="3822165"/>
            <a:ext cx="864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44" name="Google Shape;44;p3"/>
          <p:cNvSpPr txBox="1">
            <a:spLocks noGrp="1"/>
          </p:cNvSpPr>
          <p:nvPr>
            <p:ph type="body" idx="23"/>
          </p:nvPr>
        </p:nvSpPr>
        <p:spPr>
          <a:xfrm>
            <a:off x="1318063" y="3822165"/>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45" name="Google Shape;45;p3"/>
          <p:cNvSpPr txBox="1">
            <a:spLocks noGrp="1"/>
          </p:cNvSpPr>
          <p:nvPr>
            <p:ph type="body" idx="24"/>
          </p:nvPr>
        </p:nvSpPr>
        <p:spPr>
          <a:xfrm>
            <a:off x="1318063" y="4004435"/>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i="1">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46" name="Google Shape;46;p3"/>
          <p:cNvSpPr txBox="1">
            <a:spLocks noGrp="1"/>
          </p:cNvSpPr>
          <p:nvPr>
            <p:ph type="body" idx="25"/>
          </p:nvPr>
        </p:nvSpPr>
        <p:spPr>
          <a:xfrm>
            <a:off x="391031" y="4530526"/>
            <a:ext cx="864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47" name="Google Shape;47;p3"/>
          <p:cNvSpPr txBox="1">
            <a:spLocks noGrp="1"/>
          </p:cNvSpPr>
          <p:nvPr>
            <p:ph type="body" idx="26"/>
          </p:nvPr>
        </p:nvSpPr>
        <p:spPr>
          <a:xfrm>
            <a:off x="1301726" y="4530526"/>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48" name="Google Shape;48;p3"/>
          <p:cNvSpPr txBox="1">
            <a:spLocks noGrp="1"/>
          </p:cNvSpPr>
          <p:nvPr>
            <p:ph type="body" idx="27"/>
          </p:nvPr>
        </p:nvSpPr>
        <p:spPr>
          <a:xfrm>
            <a:off x="1301726" y="4712796"/>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i="1">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49" name="Google Shape;49;p3"/>
          <p:cNvSpPr txBox="1">
            <a:spLocks noGrp="1"/>
          </p:cNvSpPr>
          <p:nvPr>
            <p:ph type="body" idx="28"/>
          </p:nvPr>
        </p:nvSpPr>
        <p:spPr>
          <a:xfrm>
            <a:off x="391031" y="4950211"/>
            <a:ext cx="864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50" name="Google Shape;50;p3"/>
          <p:cNvSpPr txBox="1">
            <a:spLocks noGrp="1"/>
          </p:cNvSpPr>
          <p:nvPr>
            <p:ph type="body" idx="29"/>
          </p:nvPr>
        </p:nvSpPr>
        <p:spPr>
          <a:xfrm>
            <a:off x="1301726" y="4950211"/>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51" name="Google Shape;51;p3"/>
          <p:cNvSpPr txBox="1">
            <a:spLocks noGrp="1"/>
          </p:cNvSpPr>
          <p:nvPr>
            <p:ph type="body" idx="30"/>
          </p:nvPr>
        </p:nvSpPr>
        <p:spPr>
          <a:xfrm>
            <a:off x="1301726" y="5132481"/>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i="1">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52" name="Google Shape;52;p3"/>
          <p:cNvSpPr txBox="1">
            <a:spLocks noGrp="1"/>
          </p:cNvSpPr>
          <p:nvPr>
            <p:ph type="body" idx="31"/>
          </p:nvPr>
        </p:nvSpPr>
        <p:spPr>
          <a:xfrm>
            <a:off x="391076" y="5379382"/>
            <a:ext cx="864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53" name="Google Shape;53;p3"/>
          <p:cNvSpPr txBox="1">
            <a:spLocks noGrp="1"/>
          </p:cNvSpPr>
          <p:nvPr>
            <p:ph type="body" idx="32"/>
          </p:nvPr>
        </p:nvSpPr>
        <p:spPr>
          <a:xfrm>
            <a:off x="1301771" y="5379382"/>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54" name="Google Shape;54;p3"/>
          <p:cNvSpPr txBox="1">
            <a:spLocks noGrp="1"/>
          </p:cNvSpPr>
          <p:nvPr>
            <p:ph type="body" idx="33"/>
          </p:nvPr>
        </p:nvSpPr>
        <p:spPr>
          <a:xfrm>
            <a:off x="1301771" y="5561652"/>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i="1">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55" name="Google Shape;55;p3"/>
          <p:cNvSpPr txBox="1">
            <a:spLocks noGrp="1"/>
          </p:cNvSpPr>
          <p:nvPr>
            <p:ph type="body" idx="34"/>
          </p:nvPr>
        </p:nvSpPr>
        <p:spPr>
          <a:xfrm>
            <a:off x="391031" y="5803034"/>
            <a:ext cx="864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56" name="Google Shape;56;p3"/>
          <p:cNvSpPr txBox="1">
            <a:spLocks noGrp="1"/>
          </p:cNvSpPr>
          <p:nvPr>
            <p:ph type="body" idx="35"/>
          </p:nvPr>
        </p:nvSpPr>
        <p:spPr>
          <a:xfrm>
            <a:off x="1301726" y="5803034"/>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57" name="Google Shape;57;p3"/>
          <p:cNvSpPr txBox="1">
            <a:spLocks noGrp="1"/>
          </p:cNvSpPr>
          <p:nvPr>
            <p:ph type="body" idx="36"/>
          </p:nvPr>
        </p:nvSpPr>
        <p:spPr>
          <a:xfrm>
            <a:off x="1301726" y="5985304"/>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i="1">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58" name="Google Shape;58;p3"/>
          <p:cNvSpPr txBox="1"/>
          <p:nvPr/>
        </p:nvSpPr>
        <p:spPr>
          <a:xfrm>
            <a:off x="407368" y="6228951"/>
            <a:ext cx="1728192" cy="21409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1050"/>
              <a:buFont typeface="Arial"/>
              <a:buNone/>
            </a:pPr>
            <a:r>
              <a:rPr lang="en-GB" sz="1050" b="0" i="0" u="none" strike="noStrike" cap="none">
                <a:solidFill>
                  <a:schemeClr val="lt1"/>
                </a:solidFill>
                <a:latin typeface="Calibri"/>
                <a:ea typeface="Calibri"/>
                <a:cs typeface="Calibri"/>
                <a:sym typeface="Calibri"/>
              </a:rPr>
              <a:t>Languages</a:t>
            </a:r>
            <a:endParaRPr sz="1400" b="0" i="0" u="none" strike="noStrike" cap="none">
              <a:solidFill>
                <a:schemeClr val="lt1"/>
              </a:solidFill>
              <a:latin typeface="Calibri"/>
              <a:ea typeface="Calibri"/>
              <a:cs typeface="Calibri"/>
              <a:sym typeface="Calibri"/>
            </a:endParaRPr>
          </a:p>
        </p:txBody>
      </p:sp>
      <p:sp>
        <p:nvSpPr>
          <p:cNvPr id="59" name="Google Shape;59;p3"/>
          <p:cNvSpPr txBox="1">
            <a:spLocks noGrp="1"/>
          </p:cNvSpPr>
          <p:nvPr>
            <p:ph type="body" idx="37"/>
          </p:nvPr>
        </p:nvSpPr>
        <p:spPr>
          <a:xfrm>
            <a:off x="407368" y="6508966"/>
            <a:ext cx="3348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cxnSp>
        <p:nvCxnSpPr>
          <p:cNvPr id="60" name="Google Shape;60;p3"/>
          <p:cNvCxnSpPr/>
          <p:nvPr/>
        </p:nvCxnSpPr>
        <p:spPr>
          <a:xfrm>
            <a:off x="6706937" y="1633834"/>
            <a:ext cx="0" cy="4428000"/>
          </a:xfrm>
          <a:prstGeom prst="straightConnector1">
            <a:avLst/>
          </a:prstGeom>
          <a:noFill/>
          <a:ln w="12700" cap="flat" cmpd="sng">
            <a:solidFill>
              <a:schemeClr val="dk1"/>
            </a:solidFill>
            <a:prstDash val="solid"/>
            <a:miter lim="800000"/>
            <a:headEnd type="none" w="sm" len="sm"/>
            <a:tailEnd type="none" w="sm" len="sm"/>
          </a:ln>
        </p:spPr>
      </p:cxnSp>
      <p:cxnSp>
        <p:nvCxnSpPr>
          <p:cNvPr id="61" name="Google Shape;61;p3"/>
          <p:cNvCxnSpPr/>
          <p:nvPr/>
        </p:nvCxnSpPr>
        <p:spPr>
          <a:xfrm>
            <a:off x="9442283" y="1633834"/>
            <a:ext cx="0" cy="4428000"/>
          </a:xfrm>
          <a:prstGeom prst="straightConnector1">
            <a:avLst/>
          </a:prstGeom>
          <a:noFill/>
          <a:ln w="12700" cap="flat" cmpd="sng">
            <a:solidFill>
              <a:schemeClr val="dk1"/>
            </a:solidFill>
            <a:prstDash val="solid"/>
            <a:miter lim="800000"/>
            <a:headEnd type="none" w="sm" len="sm"/>
            <a:tailEnd type="none" w="sm" len="sm"/>
          </a:ln>
        </p:spPr>
      </p:cxnSp>
      <p:sp>
        <p:nvSpPr>
          <p:cNvPr id="62" name="Google Shape;62;p3"/>
          <p:cNvSpPr txBox="1"/>
          <p:nvPr/>
        </p:nvSpPr>
        <p:spPr>
          <a:xfrm>
            <a:off x="4073922" y="1700808"/>
            <a:ext cx="1728192" cy="21409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1050"/>
              <a:buFont typeface="Arial"/>
              <a:buNone/>
            </a:pPr>
            <a:r>
              <a:rPr lang="en-GB" sz="1050" b="0" i="0" u="none" strike="noStrike" cap="none">
                <a:solidFill>
                  <a:schemeClr val="accent2"/>
                </a:solidFill>
                <a:latin typeface="Calibri"/>
                <a:ea typeface="Calibri"/>
                <a:cs typeface="Calibri"/>
                <a:sym typeface="Calibri"/>
              </a:rPr>
              <a:t>Introduction</a:t>
            </a:r>
            <a:endParaRPr sz="1400" b="0" i="0" u="none" strike="noStrike" cap="none">
              <a:solidFill>
                <a:schemeClr val="accent2"/>
              </a:solidFill>
              <a:latin typeface="Calibri"/>
              <a:ea typeface="Calibri"/>
              <a:cs typeface="Calibri"/>
              <a:sym typeface="Calibri"/>
            </a:endParaRPr>
          </a:p>
        </p:txBody>
      </p:sp>
      <p:sp>
        <p:nvSpPr>
          <p:cNvPr id="63" name="Google Shape;63;p3"/>
          <p:cNvSpPr txBox="1"/>
          <p:nvPr/>
        </p:nvSpPr>
        <p:spPr>
          <a:xfrm>
            <a:off x="6814610" y="1700808"/>
            <a:ext cx="1728192" cy="21409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1050"/>
              <a:buFont typeface="Arial"/>
              <a:buNone/>
            </a:pPr>
            <a:r>
              <a:rPr lang="en-GB" sz="1050" b="0" i="0" u="none" strike="noStrike" cap="none">
                <a:solidFill>
                  <a:schemeClr val="accent2"/>
                </a:solidFill>
                <a:latin typeface="Calibri"/>
                <a:ea typeface="Calibri"/>
                <a:cs typeface="Calibri"/>
                <a:sym typeface="Calibri"/>
              </a:rPr>
              <a:t>Experience</a:t>
            </a:r>
            <a:endParaRPr sz="1400" b="0" i="0" u="none" strike="noStrike" cap="none">
              <a:solidFill>
                <a:schemeClr val="accent2"/>
              </a:solidFill>
              <a:latin typeface="Calibri"/>
              <a:ea typeface="Calibri"/>
              <a:cs typeface="Calibri"/>
              <a:sym typeface="Calibri"/>
            </a:endParaRPr>
          </a:p>
        </p:txBody>
      </p:sp>
      <p:sp>
        <p:nvSpPr>
          <p:cNvPr id="64" name="Google Shape;64;p3"/>
          <p:cNvSpPr txBox="1"/>
          <p:nvPr/>
        </p:nvSpPr>
        <p:spPr>
          <a:xfrm>
            <a:off x="9549955" y="1700808"/>
            <a:ext cx="1728192" cy="21409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1050"/>
              <a:buFont typeface="Arial"/>
              <a:buNone/>
            </a:pPr>
            <a:r>
              <a:rPr lang="en-GB" sz="1050" b="0" i="0" u="none" strike="noStrike" cap="none">
                <a:solidFill>
                  <a:schemeClr val="accent2"/>
                </a:solidFill>
                <a:latin typeface="Calibri"/>
                <a:ea typeface="Calibri"/>
                <a:cs typeface="Calibri"/>
                <a:sym typeface="Calibri"/>
              </a:rPr>
              <a:t>Previous Clients</a:t>
            </a:r>
            <a:endParaRPr sz="1400" b="0" i="0" u="none" strike="noStrike" cap="none">
              <a:solidFill>
                <a:schemeClr val="accent2"/>
              </a:solidFill>
              <a:latin typeface="Calibri"/>
              <a:ea typeface="Calibri"/>
              <a:cs typeface="Calibri"/>
              <a:sym typeface="Calibri"/>
            </a:endParaRPr>
          </a:p>
        </p:txBody>
      </p:sp>
      <p:sp>
        <p:nvSpPr>
          <p:cNvPr id="65" name="Google Shape;65;p3"/>
          <p:cNvSpPr txBox="1">
            <a:spLocks noGrp="1"/>
          </p:cNvSpPr>
          <p:nvPr>
            <p:ph type="body" idx="38"/>
          </p:nvPr>
        </p:nvSpPr>
        <p:spPr>
          <a:xfrm>
            <a:off x="4079264" y="2041126"/>
            <a:ext cx="2520000" cy="3960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050"/>
              <a:buNone/>
              <a:defRPr sz="1050"/>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66" name="Google Shape;66;p3"/>
          <p:cNvSpPr txBox="1">
            <a:spLocks noGrp="1"/>
          </p:cNvSpPr>
          <p:nvPr>
            <p:ph type="body" idx="39"/>
          </p:nvPr>
        </p:nvSpPr>
        <p:spPr>
          <a:xfrm>
            <a:off x="6814610" y="2041126"/>
            <a:ext cx="2520000" cy="3960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050"/>
              <a:buNone/>
              <a:defRPr sz="1050"/>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67" name="Google Shape;67;p3"/>
          <p:cNvSpPr txBox="1">
            <a:spLocks noGrp="1"/>
          </p:cNvSpPr>
          <p:nvPr>
            <p:ph type="body" idx="40"/>
          </p:nvPr>
        </p:nvSpPr>
        <p:spPr>
          <a:xfrm>
            <a:off x="9549955" y="2037205"/>
            <a:ext cx="2520000" cy="3960000"/>
          </a:xfrm>
          <a:prstGeom prst="rect">
            <a:avLst/>
          </a:prstGeom>
          <a:noFill/>
          <a:ln>
            <a:noFill/>
          </a:ln>
        </p:spPr>
        <p:txBody>
          <a:bodyPr spcFirstLastPara="1" wrap="square" lIns="0" tIns="0" rIns="0" bIns="0" anchor="t" anchorCtr="0">
            <a:noAutofit/>
          </a:bodyPr>
          <a:lstStyle>
            <a:lvl1pPr marL="457200" lvl="0" indent="-295275" algn="l">
              <a:lnSpc>
                <a:spcPct val="100000"/>
              </a:lnSpc>
              <a:spcBef>
                <a:spcPts val="600"/>
              </a:spcBef>
              <a:spcAft>
                <a:spcPts val="0"/>
              </a:spcAft>
              <a:buClr>
                <a:schemeClr val="dk1"/>
              </a:buClr>
              <a:buSzPts val="1050"/>
              <a:buChar char="•"/>
              <a:defRPr sz="1050"/>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68" name="Google Shape;68;p3"/>
          <p:cNvSpPr txBox="1"/>
          <p:nvPr/>
        </p:nvSpPr>
        <p:spPr>
          <a:xfrm>
            <a:off x="4068405" y="259313"/>
            <a:ext cx="1728192" cy="21409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1050"/>
              <a:buFont typeface="Arial"/>
              <a:buNone/>
            </a:pPr>
            <a:r>
              <a:rPr lang="en-GB" sz="1050" b="0" i="0" u="none" strike="noStrike" cap="none">
                <a:solidFill>
                  <a:schemeClr val="accent2"/>
                </a:solidFill>
                <a:latin typeface="Calibri"/>
                <a:ea typeface="Calibri"/>
                <a:cs typeface="Calibri"/>
                <a:sym typeface="Calibri"/>
              </a:rPr>
              <a:t>Contact</a:t>
            </a:r>
            <a:endParaRPr sz="1400" b="0" i="0" u="none" strike="noStrike" cap="none">
              <a:solidFill>
                <a:schemeClr val="accent2"/>
              </a:solidFill>
              <a:latin typeface="Calibri"/>
              <a:ea typeface="Calibri"/>
              <a:cs typeface="Calibri"/>
              <a:sym typeface="Calibri"/>
            </a:endParaRPr>
          </a:p>
        </p:txBody>
      </p:sp>
      <p:sp>
        <p:nvSpPr>
          <p:cNvPr id="69" name="Google Shape;69;p3"/>
          <p:cNvSpPr txBox="1">
            <a:spLocks noGrp="1"/>
          </p:cNvSpPr>
          <p:nvPr>
            <p:ph type="body" idx="41"/>
          </p:nvPr>
        </p:nvSpPr>
        <p:spPr>
          <a:xfrm>
            <a:off x="4068405" y="542083"/>
            <a:ext cx="259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dk1"/>
              </a:buClr>
              <a:buSzPts val="1000"/>
              <a:buNone/>
              <a:defRPr sz="1000">
                <a:solidFill>
                  <a:schemeClr val="dk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70" name="Google Shape;70;p3"/>
          <p:cNvSpPr txBox="1">
            <a:spLocks noGrp="1"/>
          </p:cNvSpPr>
          <p:nvPr>
            <p:ph type="body" idx="42"/>
          </p:nvPr>
        </p:nvSpPr>
        <p:spPr>
          <a:xfrm>
            <a:off x="4068405" y="791602"/>
            <a:ext cx="259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dk1"/>
              </a:buClr>
              <a:buSzPts val="1000"/>
              <a:buNone/>
              <a:defRPr sz="1000">
                <a:solidFill>
                  <a:schemeClr val="dk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Tree>
    <p:extLst>
      <p:ext uri="{BB962C8B-B14F-4D97-AF65-F5344CB8AC3E}">
        <p14:creationId xmlns:p14="http://schemas.microsoft.com/office/powerpoint/2010/main" val="3242682622"/>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matchingName="Title Slide - Picture">
  <p:cSld name="Title Slide - Picture">
    <p:bg>
      <p:bgPr>
        <a:solidFill>
          <a:schemeClr val="accent1"/>
        </a:solidFill>
        <a:effectLst/>
      </p:bgPr>
    </p:bg>
    <p:spTree>
      <p:nvGrpSpPr>
        <p:cNvPr id="1" name="Shape 71"/>
        <p:cNvGrpSpPr/>
        <p:nvPr/>
      </p:nvGrpSpPr>
      <p:grpSpPr>
        <a:xfrm>
          <a:off x="0" y="0"/>
          <a:ext cx="0" cy="0"/>
          <a:chOff x="0" y="0"/>
          <a:chExt cx="0" cy="0"/>
        </a:xfrm>
      </p:grpSpPr>
      <p:pic>
        <p:nvPicPr>
          <p:cNvPr id="72" name="Google Shape;72;p4" descr="A picture containing map, earth, world, space&#10;&#10;Description automatically generated"/>
          <p:cNvPicPr preferRelativeResize="0"/>
          <p:nvPr/>
        </p:nvPicPr>
        <p:blipFill rotWithShape="1">
          <a:blip r:embed="rId2">
            <a:alphaModFix/>
          </a:blip>
          <a:srcRect t="-2"/>
          <a:stretch/>
        </p:blipFill>
        <p:spPr>
          <a:xfrm>
            <a:off x="2794500" y="0"/>
            <a:ext cx="9397500" cy="6858000"/>
          </a:xfrm>
          <a:prstGeom prst="rect">
            <a:avLst/>
          </a:prstGeom>
          <a:noFill/>
          <a:ln>
            <a:noFill/>
          </a:ln>
        </p:spPr>
      </p:pic>
      <p:sp>
        <p:nvSpPr>
          <p:cNvPr id="73" name="Google Shape;73;p4"/>
          <p:cNvSpPr/>
          <p:nvPr/>
        </p:nvSpPr>
        <p:spPr>
          <a:xfrm rot="10800000">
            <a:off x="0" y="3622765"/>
            <a:ext cx="12192000" cy="3243943"/>
          </a:xfrm>
          <a:prstGeom prst="rect">
            <a:avLst/>
          </a:prstGeom>
          <a:gradFill>
            <a:gsLst>
              <a:gs pos="0">
                <a:srgbClr val="3D4D55">
                  <a:alpha val="0"/>
                </a:srgbClr>
              </a:gs>
              <a:gs pos="65000">
                <a:srgbClr val="25343C"/>
              </a:gs>
              <a:gs pos="100000">
                <a:srgbClr val="25343C"/>
              </a:gs>
            </a:gsLst>
            <a:lin ang="16200000" scaled="0"/>
          </a:gradFill>
          <a:ln>
            <a:noFill/>
          </a:ln>
        </p:spPr>
        <p:txBody>
          <a:bodyPr spcFirstLastPara="1" wrap="square" lIns="90000" tIns="46800" rIns="90000" bIns="46800" anchor="t" anchorCtr="0">
            <a:noAutofit/>
          </a:bodyPr>
          <a:lstStyle/>
          <a:p>
            <a:pPr marL="216000" marR="0" lvl="0" indent="-139800" algn="l" rtl="0">
              <a:lnSpc>
                <a:spcPct val="100000"/>
              </a:lnSpc>
              <a:spcBef>
                <a:spcPts val="0"/>
              </a:spcBef>
              <a:spcAft>
                <a:spcPts val="0"/>
              </a:spcAft>
              <a:buClr>
                <a:schemeClr val="dk1"/>
              </a:buClr>
              <a:buSzPts val="1200"/>
              <a:buFont typeface="Arial"/>
              <a:buNone/>
            </a:pPr>
            <a:endParaRPr sz="1200" b="0" i="0" u="none" strike="noStrike" cap="none">
              <a:solidFill>
                <a:srgbClr val="44463E"/>
              </a:solidFill>
              <a:latin typeface="Calibri"/>
              <a:ea typeface="Calibri"/>
              <a:cs typeface="Calibri"/>
              <a:sym typeface="Calibri"/>
            </a:endParaRPr>
          </a:p>
        </p:txBody>
      </p:sp>
      <p:sp>
        <p:nvSpPr>
          <p:cNvPr id="74" name="Google Shape;74;p4"/>
          <p:cNvSpPr/>
          <p:nvPr/>
        </p:nvSpPr>
        <p:spPr>
          <a:xfrm>
            <a:off x="0" y="8708"/>
            <a:ext cx="12192000" cy="6858000"/>
          </a:xfrm>
          <a:prstGeom prst="rect">
            <a:avLst/>
          </a:prstGeom>
          <a:gradFill>
            <a:gsLst>
              <a:gs pos="0">
                <a:srgbClr val="3D4D55">
                  <a:alpha val="0"/>
                </a:srgbClr>
              </a:gs>
              <a:gs pos="15000">
                <a:srgbClr val="3D4D55">
                  <a:alpha val="0"/>
                </a:srgbClr>
              </a:gs>
              <a:gs pos="72000">
                <a:srgbClr val="2D393E"/>
              </a:gs>
              <a:gs pos="100000">
                <a:srgbClr val="2D393E"/>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400"/>
              <a:buFont typeface="Calibri"/>
              <a:buNone/>
            </a:pPr>
            <a:endParaRPr sz="1400" b="0" i="0" u="none" strike="noStrike" cap="none">
              <a:solidFill>
                <a:srgbClr val="EAE7E3"/>
              </a:solidFill>
              <a:latin typeface="Calibri"/>
              <a:ea typeface="Calibri"/>
              <a:cs typeface="Calibri"/>
              <a:sym typeface="Calibri"/>
            </a:endParaRPr>
          </a:p>
        </p:txBody>
      </p:sp>
      <p:sp>
        <p:nvSpPr>
          <p:cNvPr id="75" name="Google Shape;75;p4"/>
          <p:cNvSpPr txBox="1">
            <a:spLocks noGrp="1"/>
          </p:cNvSpPr>
          <p:nvPr>
            <p:ph type="body" idx="1"/>
          </p:nvPr>
        </p:nvSpPr>
        <p:spPr>
          <a:xfrm>
            <a:off x="360363" y="5438901"/>
            <a:ext cx="6060315" cy="6999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lt1"/>
              </a:buClr>
              <a:buSzPts val="1200"/>
              <a:buFont typeface="Calibri"/>
              <a:buNone/>
              <a:defRPr sz="1200" cap="none">
                <a:solidFill>
                  <a:schemeClr val="lt1"/>
                </a:solidFill>
                <a:latin typeface="Calibri"/>
                <a:ea typeface="Calibri"/>
                <a:cs typeface="Calibri"/>
                <a:sym typeface="Calibri"/>
              </a:defRPr>
            </a:lvl1pPr>
            <a:lvl2pPr marL="914400" lvl="1" indent="-228600" algn="l">
              <a:lnSpc>
                <a:spcPct val="100000"/>
              </a:lnSpc>
              <a:spcBef>
                <a:spcPts val="0"/>
              </a:spcBef>
              <a:spcAft>
                <a:spcPts val="0"/>
              </a:spcAft>
              <a:buClr>
                <a:schemeClr val="lt2"/>
              </a:buClr>
              <a:buSzPts val="1200"/>
              <a:buFont typeface="Calibri"/>
              <a:buNone/>
              <a:defRPr>
                <a:solidFill>
                  <a:schemeClr val="lt2"/>
                </a:solidFill>
              </a:defRPr>
            </a:lvl2pPr>
            <a:lvl3pPr marL="1371600" lvl="2" indent="-228600" algn="l">
              <a:lnSpc>
                <a:spcPct val="100000"/>
              </a:lnSpc>
              <a:spcBef>
                <a:spcPts val="600"/>
              </a:spcBef>
              <a:spcAft>
                <a:spcPts val="0"/>
              </a:spcAft>
              <a:buClr>
                <a:schemeClr val="lt2"/>
              </a:buClr>
              <a:buSzPts val="1200"/>
              <a:buFont typeface="Calibri"/>
              <a:buNone/>
              <a:defRPr>
                <a:solidFill>
                  <a:schemeClr val="lt2"/>
                </a:solidFill>
              </a:defRPr>
            </a:lvl3pPr>
            <a:lvl4pPr marL="1828800" lvl="3" indent="-228600" algn="l">
              <a:lnSpc>
                <a:spcPct val="100000"/>
              </a:lnSpc>
              <a:spcBef>
                <a:spcPts val="600"/>
              </a:spcBef>
              <a:spcAft>
                <a:spcPts val="0"/>
              </a:spcAft>
              <a:buClr>
                <a:schemeClr val="lt2"/>
              </a:buClr>
              <a:buSzPts val="1200"/>
              <a:buFont typeface="Calibri"/>
              <a:buNone/>
              <a:defRPr>
                <a:solidFill>
                  <a:schemeClr val="lt2"/>
                </a:solidFill>
              </a:defRPr>
            </a:lvl4pPr>
            <a:lvl5pPr marL="2286000" lvl="4" indent="-228600" algn="l">
              <a:lnSpc>
                <a:spcPct val="100000"/>
              </a:lnSpc>
              <a:spcBef>
                <a:spcPts val="600"/>
              </a:spcBef>
              <a:spcAft>
                <a:spcPts val="0"/>
              </a:spcAft>
              <a:buClr>
                <a:schemeClr val="lt2"/>
              </a:buClr>
              <a:buSzPts val="1200"/>
              <a:buFont typeface="Calibri"/>
              <a:buNone/>
              <a:defRPr>
                <a:solidFill>
                  <a:schemeClr val="lt2"/>
                </a:solidFill>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76" name="Google Shape;76;p4"/>
          <p:cNvSpPr/>
          <p:nvPr/>
        </p:nvSpPr>
        <p:spPr>
          <a:xfrm>
            <a:off x="360363" y="5265387"/>
            <a:ext cx="720000" cy="54000"/>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77" name="Google Shape;77;p4"/>
          <p:cNvSpPr txBox="1">
            <a:spLocks noGrp="1"/>
          </p:cNvSpPr>
          <p:nvPr>
            <p:ph type="ctrTitle"/>
          </p:nvPr>
        </p:nvSpPr>
        <p:spPr>
          <a:xfrm>
            <a:off x="360363" y="2600998"/>
            <a:ext cx="6060315" cy="1473743"/>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lt1"/>
              </a:buClr>
              <a:buSzPts val="3200"/>
              <a:buFont typeface="Calibri"/>
              <a:buNone/>
              <a:defRPr sz="3200" b="0" cap="none">
                <a:solidFill>
                  <a:schemeClr val="l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78" name="Google Shape;78;p4"/>
          <p:cNvPicPr preferRelativeResize="0"/>
          <p:nvPr/>
        </p:nvPicPr>
        <p:blipFill rotWithShape="1">
          <a:blip r:embed="rId3">
            <a:alphaModFix/>
          </a:blip>
          <a:srcRect/>
          <a:stretch/>
        </p:blipFill>
        <p:spPr>
          <a:xfrm>
            <a:off x="360363" y="537323"/>
            <a:ext cx="2967697" cy="1076555"/>
          </a:xfrm>
          <a:prstGeom prst="rect">
            <a:avLst/>
          </a:prstGeom>
          <a:noFill/>
          <a:ln>
            <a:noFill/>
          </a:ln>
        </p:spPr>
      </p:pic>
      <p:sp>
        <p:nvSpPr>
          <p:cNvPr id="79" name="Google Shape;79;p4"/>
          <p:cNvSpPr txBox="1">
            <a:spLocks noGrp="1"/>
          </p:cNvSpPr>
          <p:nvPr>
            <p:ph type="subTitle" idx="2"/>
          </p:nvPr>
        </p:nvSpPr>
        <p:spPr>
          <a:xfrm>
            <a:off x="360363" y="4195518"/>
            <a:ext cx="6060315" cy="380945"/>
          </a:xfrm>
          <a:prstGeom prst="rect">
            <a:avLst/>
          </a:prstGeom>
          <a:noFill/>
          <a:ln>
            <a:noFill/>
          </a:ln>
        </p:spPr>
        <p:txBody>
          <a:bodyPr spcFirstLastPara="1" wrap="square" lIns="0" tIns="0" rIns="0" bIns="0" anchor="t" anchorCtr="0">
            <a:noAutofit/>
          </a:bodyPr>
          <a:lstStyle>
            <a:lvl1pPr lvl="0" algn="l">
              <a:lnSpc>
                <a:spcPct val="100000"/>
              </a:lnSpc>
              <a:spcBef>
                <a:spcPts val="600"/>
              </a:spcBef>
              <a:spcAft>
                <a:spcPts val="0"/>
              </a:spcAft>
              <a:buClr>
                <a:schemeClr val="lt1"/>
              </a:buClr>
              <a:buSzPts val="1600"/>
              <a:buFont typeface="Calibri"/>
              <a:buNone/>
              <a:defRPr sz="1600" cap="none">
                <a:solidFill>
                  <a:schemeClr val="lt1"/>
                </a:solidFill>
                <a:latin typeface="Calibri"/>
                <a:ea typeface="Calibri"/>
                <a:cs typeface="Calibri"/>
                <a:sym typeface="Calibri"/>
              </a:defRPr>
            </a:lvl1pPr>
            <a:lvl2pPr lvl="1" algn="l">
              <a:lnSpc>
                <a:spcPct val="100000"/>
              </a:lnSpc>
              <a:spcBef>
                <a:spcPts val="0"/>
              </a:spcBef>
              <a:spcAft>
                <a:spcPts val="0"/>
              </a:spcAft>
              <a:buClr>
                <a:schemeClr val="lt2"/>
              </a:buClr>
              <a:buSzPts val="1200"/>
              <a:buNone/>
              <a:defRPr sz="1200">
                <a:solidFill>
                  <a:schemeClr val="lt2"/>
                </a:solidFill>
              </a:defRPr>
            </a:lvl2pPr>
            <a:lvl3pPr lvl="2" algn="ctr">
              <a:lnSpc>
                <a:spcPct val="100000"/>
              </a:lnSpc>
              <a:spcBef>
                <a:spcPts val="600"/>
              </a:spcBef>
              <a:spcAft>
                <a:spcPts val="0"/>
              </a:spcAft>
              <a:buClr>
                <a:schemeClr val="dk1"/>
              </a:buClr>
              <a:buSzPts val="1800"/>
              <a:buNone/>
              <a:defRPr sz="1800"/>
            </a:lvl3pPr>
            <a:lvl4pPr lvl="3" algn="ctr">
              <a:lnSpc>
                <a:spcPct val="100000"/>
              </a:lnSpc>
              <a:spcBef>
                <a:spcPts val="600"/>
              </a:spcBef>
              <a:spcAft>
                <a:spcPts val="0"/>
              </a:spcAft>
              <a:buClr>
                <a:schemeClr val="dk1"/>
              </a:buClr>
              <a:buSzPts val="1600"/>
              <a:buNone/>
              <a:defRPr sz="1600"/>
            </a:lvl4pPr>
            <a:lvl5pPr lvl="4" algn="ctr">
              <a:lnSpc>
                <a:spcPct val="100000"/>
              </a:lnSpc>
              <a:spcBef>
                <a:spcPts val="600"/>
              </a:spcBef>
              <a:spcAft>
                <a:spcPts val="0"/>
              </a:spcAft>
              <a:buClr>
                <a:schemeClr val="dk1"/>
              </a:buClr>
              <a:buSzPts val="1600"/>
              <a:buNone/>
              <a:defRPr sz="1600"/>
            </a:lvl5pPr>
            <a:lvl6pPr lvl="5" algn="ctr">
              <a:lnSpc>
                <a:spcPct val="150000"/>
              </a:lnSpc>
              <a:spcBef>
                <a:spcPts val="600"/>
              </a:spcBef>
              <a:spcAft>
                <a:spcPts val="0"/>
              </a:spcAft>
              <a:buClr>
                <a:schemeClr val="dk1"/>
              </a:buClr>
              <a:buSzPts val="1600"/>
              <a:buNone/>
              <a:defRPr sz="1600"/>
            </a:lvl6pPr>
            <a:lvl7pPr lvl="6" algn="ctr">
              <a:lnSpc>
                <a:spcPct val="150000"/>
              </a:lnSpc>
              <a:spcBef>
                <a:spcPts val="600"/>
              </a:spcBef>
              <a:spcAft>
                <a:spcPts val="0"/>
              </a:spcAft>
              <a:buClr>
                <a:schemeClr val="dk1"/>
              </a:buClr>
              <a:buSzPts val="1920"/>
              <a:buFont typeface="Arial"/>
              <a:buNone/>
              <a:defRPr sz="1600"/>
            </a:lvl7pPr>
            <a:lvl8pPr lvl="7" algn="ctr">
              <a:lnSpc>
                <a:spcPct val="150000"/>
              </a:lnSpc>
              <a:spcBef>
                <a:spcPts val="0"/>
              </a:spcBef>
              <a:spcAft>
                <a:spcPts val="0"/>
              </a:spcAft>
              <a:buClr>
                <a:schemeClr val="dk1"/>
              </a:buClr>
              <a:buSzPts val="1600"/>
              <a:buNone/>
              <a:defRPr sz="1600"/>
            </a:lvl8pPr>
            <a:lvl9pPr lvl="8" algn="ctr">
              <a:lnSpc>
                <a:spcPct val="150000"/>
              </a:lnSpc>
              <a:spcBef>
                <a:spcPts val="600"/>
              </a:spcBef>
              <a:spcAft>
                <a:spcPts val="600"/>
              </a:spcAft>
              <a:buClr>
                <a:schemeClr val="dk1"/>
              </a:buClr>
              <a:buSzPts val="1600"/>
              <a:buNone/>
              <a:defRPr sz="1600"/>
            </a:lvl9pPr>
          </a:lstStyle>
          <a:p>
            <a:endParaRPr/>
          </a:p>
        </p:txBody>
      </p:sp>
    </p:spTree>
    <p:extLst>
      <p:ext uri="{BB962C8B-B14F-4D97-AF65-F5344CB8AC3E}">
        <p14:creationId xmlns:p14="http://schemas.microsoft.com/office/powerpoint/2010/main" val="321622005"/>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matchingName="Title Slide">
  <p:cSld name="Title Slide">
    <p:bg>
      <p:bgPr>
        <a:solidFill>
          <a:schemeClr val="dk1"/>
        </a:solidFill>
        <a:effectLst/>
      </p:bgPr>
    </p:bg>
    <p:spTree>
      <p:nvGrpSpPr>
        <p:cNvPr id="1" name="Shape 80"/>
        <p:cNvGrpSpPr/>
        <p:nvPr/>
      </p:nvGrpSpPr>
      <p:grpSpPr>
        <a:xfrm>
          <a:off x="0" y="0"/>
          <a:ext cx="0" cy="0"/>
          <a:chOff x="0" y="0"/>
          <a:chExt cx="0" cy="0"/>
        </a:xfrm>
      </p:grpSpPr>
      <p:pic>
        <p:nvPicPr>
          <p:cNvPr id="81" name="Google Shape;81;p5"/>
          <p:cNvPicPr preferRelativeResize="0"/>
          <p:nvPr/>
        </p:nvPicPr>
        <p:blipFill rotWithShape="1">
          <a:blip r:embed="rId2">
            <a:alphaModFix/>
          </a:blip>
          <a:srcRect r="34205"/>
          <a:stretch/>
        </p:blipFill>
        <p:spPr>
          <a:xfrm>
            <a:off x="5112746" y="703948"/>
            <a:ext cx="7079254" cy="6154052"/>
          </a:xfrm>
          <a:custGeom>
            <a:avLst/>
            <a:gdLst/>
            <a:ahLst/>
            <a:cxnLst/>
            <a:rect l="l" t="t" r="r" b="b"/>
            <a:pathLst>
              <a:path w="7079254" h="6154052" extrusionOk="0">
                <a:moveTo>
                  <a:pt x="0" y="0"/>
                </a:moveTo>
                <a:lnTo>
                  <a:pt x="7079254" y="0"/>
                </a:lnTo>
                <a:lnTo>
                  <a:pt x="7079254" y="6154052"/>
                </a:lnTo>
                <a:lnTo>
                  <a:pt x="0" y="6154052"/>
                </a:lnTo>
                <a:close/>
              </a:path>
            </a:pathLst>
          </a:custGeom>
          <a:noFill/>
          <a:ln>
            <a:noFill/>
          </a:ln>
        </p:spPr>
      </p:pic>
      <p:sp>
        <p:nvSpPr>
          <p:cNvPr id="82" name="Google Shape;82;p5"/>
          <p:cNvSpPr txBox="1">
            <a:spLocks noGrp="1"/>
          </p:cNvSpPr>
          <p:nvPr>
            <p:ph type="ctrTitle"/>
          </p:nvPr>
        </p:nvSpPr>
        <p:spPr>
          <a:xfrm>
            <a:off x="360363" y="2600998"/>
            <a:ext cx="6060315" cy="1473743"/>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lt1"/>
              </a:buClr>
              <a:buSzPts val="3200"/>
              <a:buFont typeface="Calibri"/>
              <a:buNone/>
              <a:defRPr sz="3200" b="0" cap="none">
                <a:solidFill>
                  <a:schemeClr val="l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5"/>
          <p:cNvSpPr txBox="1">
            <a:spLocks noGrp="1"/>
          </p:cNvSpPr>
          <p:nvPr>
            <p:ph type="subTitle" idx="1"/>
          </p:nvPr>
        </p:nvSpPr>
        <p:spPr>
          <a:xfrm>
            <a:off x="360363" y="4195518"/>
            <a:ext cx="6060315" cy="380945"/>
          </a:xfrm>
          <a:prstGeom prst="rect">
            <a:avLst/>
          </a:prstGeom>
          <a:noFill/>
          <a:ln>
            <a:noFill/>
          </a:ln>
        </p:spPr>
        <p:txBody>
          <a:bodyPr spcFirstLastPara="1" wrap="square" lIns="0" tIns="0" rIns="0" bIns="0" anchor="t" anchorCtr="0">
            <a:noAutofit/>
          </a:bodyPr>
          <a:lstStyle>
            <a:lvl1pPr lvl="0" algn="l">
              <a:lnSpc>
                <a:spcPct val="100000"/>
              </a:lnSpc>
              <a:spcBef>
                <a:spcPts val="600"/>
              </a:spcBef>
              <a:spcAft>
                <a:spcPts val="0"/>
              </a:spcAft>
              <a:buClr>
                <a:schemeClr val="lt1"/>
              </a:buClr>
              <a:buSzPts val="1600"/>
              <a:buFont typeface="Calibri"/>
              <a:buNone/>
              <a:defRPr sz="1600" cap="none">
                <a:solidFill>
                  <a:schemeClr val="lt1"/>
                </a:solidFill>
                <a:latin typeface="Calibri"/>
                <a:ea typeface="Calibri"/>
                <a:cs typeface="Calibri"/>
                <a:sym typeface="Calibri"/>
              </a:defRPr>
            </a:lvl1pPr>
            <a:lvl2pPr lvl="1" algn="l">
              <a:lnSpc>
                <a:spcPct val="100000"/>
              </a:lnSpc>
              <a:spcBef>
                <a:spcPts val="0"/>
              </a:spcBef>
              <a:spcAft>
                <a:spcPts val="0"/>
              </a:spcAft>
              <a:buClr>
                <a:schemeClr val="lt2"/>
              </a:buClr>
              <a:buSzPts val="1200"/>
              <a:buNone/>
              <a:defRPr sz="1200">
                <a:solidFill>
                  <a:schemeClr val="lt2"/>
                </a:solidFill>
              </a:defRPr>
            </a:lvl2pPr>
            <a:lvl3pPr lvl="2" algn="ctr">
              <a:lnSpc>
                <a:spcPct val="100000"/>
              </a:lnSpc>
              <a:spcBef>
                <a:spcPts val="600"/>
              </a:spcBef>
              <a:spcAft>
                <a:spcPts val="0"/>
              </a:spcAft>
              <a:buClr>
                <a:schemeClr val="dk1"/>
              </a:buClr>
              <a:buSzPts val="1800"/>
              <a:buNone/>
              <a:defRPr sz="1800"/>
            </a:lvl3pPr>
            <a:lvl4pPr lvl="3" algn="ctr">
              <a:lnSpc>
                <a:spcPct val="100000"/>
              </a:lnSpc>
              <a:spcBef>
                <a:spcPts val="600"/>
              </a:spcBef>
              <a:spcAft>
                <a:spcPts val="0"/>
              </a:spcAft>
              <a:buClr>
                <a:schemeClr val="dk1"/>
              </a:buClr>
              <a:buSzPts val="1600"/>
              <a:buNone/>
              <a:defRPr sz="1600"/>
            </a:lvl4pPr>
            <a:lvl5pPr lvl="4" algn="ctr">
              <a:lnSpc>
                <a:spcPct val="100000"/>
              </a:lnSpc>
              <a:spcBef>
                <a:spcPts val="600"/>
              </a:spcBef>
              <a:spcAft>
                <a:spcPts val="0"/>
              </a:spcAft>
              <a:buClr>
                <a:schemeClr val="dk1"/>
              </a:buClr>
              <a:buSzPts val="1600"/>
              <a:buNone/>
              <a:defRPr sz="1600"/>
            </a:lvl5pPr>
            <a:lvl6pPr lvl="5" algn="ctr">
              <a:lnSpc>
                <a:spcPct val="150000"/>
              </a:lnSpc>
              <a:spcBef>
                <a:spcPts val="600"/>
              </a:spcBef>
              <a:spcAft>
                <a:spcPts val="0"/>
              </a:spcAft>
              <a:buClr>
                <a:schemeClr val="dk1"/>
              </a:buClr>
              <a:buSzPts val="1600"/>
              <a:buNone/>
              <a:defRPr sz="1600"/>
            </a:lvl6pPr>
            <a:lvl7pPr lvl="6" algn="ctr">
              <a:lnSpc>
                <a:spcPct val="150000"/>
              </a:lnSpc>
              <a:spcBef>
                <a:spcPts val="600"/>
              </a:spcBef>
              <a:spcAft>
                <a:spcPts val="0"/>
              </a:spcAft>
              <a:buClr>
                <a:schemeClr val="dk1"/>
              </a:buClr>
              <a:buSzPts val="1920"/>
              <a:buFont typeface="Arial"/>
              <a:buNone/>
              <a:defRPr sz="1600"/>
            </a:lvl7pPr>
            <a:lvl8pPr lvl="7" algn="ctr">
              <a:lnSpc>
                <a:spcPct val="150000"/>
              </a:lnSpc>
              <a:spcBef>
                <a:spcPts val="0"/>
              </a:spcBef>
              <a:spcAft>
                <a:spcPts val="0"/>
              </a:spcAft>
              <a:buClr>
                <a:schemeClr val="dk1"/>
              </a:buClr>
              <a:buSzPts val="1600"/>
              <a:buNone/>
              <a:defRPr sz="1600"/>
            </a:lvl8pPr>
            <a:lvl9pPr lvl="8" algn="ctr">
              <a:lnSpc>
                <a:spcPct val="150000"/>
              </a:lnSpc>
              <a:spcBef>
                <a:spcPts val="600"/>
              </a:spcBef>
              <a:spcAft>
                <a:spcPts val="600"/>
              </a:spcAft>
              <a:buClr>
                <a:schemeClr val="dk1"/>
              </a:buClr>
              <a:buSzPts val="1600"/>
              <a:buNone/>
              <a:defRPr sz="1600"/>
            </a:lvl9pPr>
          </a:lstStyle>
          <a:p>
            <a:endParaRPr/>
          </a:p>
        </p:txBody>
      </p:sp>
      <p:sp>
        <p:nvSpPr>
          <p:cNvPr id="84" name="Google Shape;84;p5"/>
          <p:cNvSpPr txBox="1">
            <a:spLocks noGrp="1"/>
          </p:cNvSpPr>
          <p:nvPr>
            <p:ph type="body" idx="2"/>
          </p:nvPr>
        </p:nvSpPr>
        <p:spPr>
          <a:xfrm>
            <a:off x="360363" y="5438901"/>
            <a:ext cx="6060315" cy="6999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lt1"/>
              </a:buClr>
              <a:buSzPts val="1200"/>
              <a:buFont typeface="Calibri"/>
              <a:buNone/>
              <a:defRPr sz="1200" cap="none">
                <a:solidFill>
                  <a:schemeClr val="lt1"/>
                </a:solidFill>
                <a:latin typeface="Calibri"/>
                <a:ea typeface="Calibri"/>
                <a:cs typeface="Calibri"/>
                <a:sym typeface="Calibri"/>
              </a:defRPr>
            </a:lvl1pPr>
            <a:lvl2pPr marL="914400" lvl="1" indent="-228600" algn="l">
              <a:lnSpc>
                <a:spcPct val="100000"/>
              </a:lnSpc>
              <a:spcBef>
                <a:spcPts val="0"/>
              </a:spcBef>
              <a:spcAft>
                <a:spcPts val="0"/>
              </a:spcAft>
              <a:buClr>
                <a:schemeClr val="lt2"/>
              </a:buClr>
              <a:buSzPts val="1200"/>
              <a:buFont typeface="Calibri"/>
              <a:buNone/>
              <a:defRPr>
                <a:solidFill>
                  <a:schemeClr val="lt2"/>
                </a:solidFill>
              </a:defRPr>
            </a:lvl2pPr>
            <a:lvl3pPr marL="1371600" lvl="2" indent="-228600" algn="l">
              <a:lnSpc>
                <a:spcPct val="100000"/>
              </a:lnSpc>
              <a:spcBef>
                <a:spcPts val="600"/>
              </a:spcBef>
              <a:spcAft>
                <a:spcPts val="0"/>
              </a:spcAft>
              <a:buClr>
                <a:schemeClr val="lt2"/>
              </a:buClr>
              <a:buSzPts val="1200"/>
              <a:buFont typeface="Calibri"/>
              <a:buNone/>
              <a:defRPr>
                <a:solidFill>
                  <a:schemeClr val="lt2"/>
                </a:solidFill>
              </a:defRPr>
            </a:lvl3pPr>
            <a:lvl4pPr marL="1828800" lvl="3" indent="-228600" algn="l">
              <a:lnSpc>
                <a:spcPct val="100000"/>
              </a:lnSpc>
              <a:spcBef>
                <a:spcPts val="600"/>
              </a:spcBef>
              <a:spcAft>
                <a:spcPts val="0"/>
              </a:spcAft>
              <a:buClr>
                <a:schemeClr val="lt2"/>
              </a:buClr>
              <a:buSzPts val="1200"/>
              <a:buFont typeface="Calibri"/>
              <a:buNone/>
              <a:defRPr>
                <a:solidFill>
                  <a:schemeClr val="lt2"/>
                </a:solidFill>
              </a:defRPr>
            </a:lvl4pPr>
            <a:lvl5pPr marL="2286000" lvl="4" indent="-228600" algn="l">
              <a:lnSpc>
                <a:spcPct val="100000"/>
              </a:lnSpc>
              <a:spcBef>
                <a:spcPts val="600"/>
              </a:spcBef>
              <a:spcAft>
                <a:spcPts val="0"/>
              </a:spcAft>
              <a:buClr>
                <a:schemeClr val="lt2"/>
              </a:buClr>
              <a:buSzPts val="1200"/>
              <a:buFont typeface="Calibri"/>
              <a:buNone/>
              <a:defRPr>
                <a:solidFill>
                  <a:schemeClr val="lt2"/>
                </a:solidFill>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85" name="Google Shape;85;p5"/>
          <p:cNvSpPr/>
          <p:nvPr/>
        </p:nvSpPr>
        <p:spPr>
          <a:xfrm>
            <a:off x="360363" y="5265387"/>
            <a:ext cx="720000" cy="54000"/>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86" name="Google Shape;86;p5"/>
          <p:cNvPicPr preferRelativeResize="0"/>
          <p:nvPr/>
        </p:nvPicPr>
        <p:blipFill rotWithShape="1">
          <a:blip r:embed="rId3">
            <a:alphaModFix/>
          </a:blip>
          <a:srcRect/>
          <a:stretch/>
        </p:blipFill>
        <p:spPr>
          <a:xfrm>
            <a:off x="360363" y="537323"/>
            <a:ext cx="2967697" cy="1076555"/>
          </a:xfrm>
          <a:prstGeom prst="rect">
            <a:avLst/>
          </a:prstGeom>
          <a:noFill/>
          <a:ln>
            <a:noFill/>
          </a:ln>
        </p:spPr>
      </p:pic>
    </p:spTree>
    <p:extLst>
      <p:ext uri="{BB962C8B-B14F-4D97-AF65-F5344CB8AC3E}">
        <p14:creationId xmlns:p14="http://schemas.microsoft.com/office/powerpoint/2010/main" val="1513011747"/>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matchingName="Section/Divider">
  <p:cSld name="Section/Divider">
    <p:bg>
      <p:bgPr>
        <a:solidFill>
          <a:schemeClr val="dk1"/>
        </a:solidFill>
        <a:effectLst/>
      </p:bgPr>
    </p:bg>
    <p:spTree>
      <p:nvGrpSpPr>
        <p:cNvPr id="1" name="Shape 87"/>
        <p:cNvGrpSpPr/>
        <p:nvPr/>
      </p:nvGrpSpPr>
      <p:grpSpPr>
        <a:xfrm>
          <a:off x="0" y="0"/>
          <a:ext cx="0" cy="0"/>
          <a:chOff x="0" y="0"/>
          <a:chExt cx="0" cy="0"/>
        </a:xfrm>
      </p:grpSpPr>
      <p:pic>
        <p:nvPicPr>
          <p:cNvPr id="88" name="Google Shape;88;p6"/>
          <p:cNvPicPr preferRelativeResize="0"/>
          <p:nvPr/>
        </p:nvPicPr>
        <p:blipFill rotWithShape="1">
          <a:blip r:embed="rId2">
            <a:alphaModFix/>
          </a:blip>
          <a:srcRect r="34205"/>
          <a:stretch/>
        </p:blipFill>
        <p:spPr>
          <a:xfrm>
            <a:off x="5112746" y="703948"/>
            <a:ext cx="7079254" cy="6154052"/>
          </a:xfrm>
          <a:custGeom>
            <a:avLst/>
            <a:gdLst/>
            <a:ahLst/>
            <a:cxnLst/>
            <a:rect l="l" t="t" r="r" b="b"/>
            <a:pathLst>
              <a:path w="7079254" h="6154052" extrusionOk="0">
                <a:moveTo>
                  <a:pt x="0" y="0"/>
                </a:moveTo>
                <a:lnTo>
                  <a:pt x="7079254" y="0"/>
                </a:lnTo>
                <a:lnTo>
                  <a:pt x="7079254" y="6154052"/>
                </a:lnTo>
                <a:lnTo>
                  <a:pt x="0" y="6154052"/>
                </a:lnTo>
                <a:close/>
              </a:path>
            </a:pathLst>
          </a:custGeom>
          <a:noFill/>
          <a:ln>
            <a:noFill/>
          </a:ln>
        </p:spPr>
      </p:pic>
      <p:sp>
        <p:nvSpPr>
          <p:cNvPr id="89" name="Google Shape;89;p6"/>
          <p:cNvSpPr txBox="1">
            <a:spLocks noGrp="1"/>
          </p:cNvSpPr>
          <p:nvPr>
            <p:ph type="ctrTitle"/>
          </p:nvPr>
        </p:nvSpPr>
        <p:spPr>
          <a:xfrm>
            <a:off x="360364" y="1921733"/>
            <a:ext cx="11471274" cy="1473743"/>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lt1"/>
              </a:buClr>
              <a:buSzPts val="3200"/>
              <a:buFont typeface="Calibri"/>
              <a:buNone/>
              <a:defRPr sz="3200" b="0" cap="none">
                <a:solidFill>
                  <a:schemeClr val="l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6"/>
          <p:cNvSpPr txBox="1">
            <a:spLocks noGrp="1"/>
          </p:cNvSpPr>
          <p:nvPr>
            <p:ph type="subTitle" idx="1"/>
          </p:nvPr>
        </p:nvSpPr>
        <p:spPr>
          <a:xfrm>
            <a:off x="360364" y="3516253"/>
            <a:ext cx="11471274" cy="380945"/>
          </a:xfrm>
          <a:prstGeom prst="rect">
            <a:avLst/>
          </a:prstGeom>
          <a:noFill/>
          <a:ln>
            <a:noFill/>
          </a:ln>
        </p:spPr>
        <p:txBody>
          <a:bodyPr spcFirstLastPara="1" wrap="square" lIns="0" tIns="0" rIns="0" bIns="0" anchor="t" anchorCtr="0">
            <a:noAutofit/>
          </a:bodyPr>
          <a:lstStyle>
            <a:lvl1pPr lvl="0" algn="l">
              <a:lnSpc>
                <a:spcPct val="100000"/>
              </a:lnSpc>
              <a:spcBef>
                <a:spcPts val="600"/>
              </a:spcBef>
              <a:spcAft>
                <a:spcPts val="0"/>
              </a:spcAft>
              <a:buClr>
                <a:schemeClr val="lt1"/>
              </a:buClr>
              <a:buSzPts val="1600"/>
              <a:buNone/>
              <a:defRPr sz="1600" cap="none">
                <a:solidFill>
                  <a:schemeClr val="lt1"/>
                </a:solidFill>
                <a:latin typeface="Calibri"/>
                <a:ea typeface="Calibri"/>
                <a:cs typeface="Calibri"/>
                <a:sym typeface="Calibri"/>
              </a:defRPr>
            </a:lvl1pPr>
            <a:lvl2pPr lvl="1" algn="l">
              <a:lnSpc>
                <a:spcPct val="100000"/>
              </a:lnSpc>
              <a:spcBef>
                <a:spcPts val="600"/>
              </a:spcBef>
              <a:spcAft>
                <a:spcPts val="0"/>
              </a:spcAft>
              <a:buClr>
                <a:schemeClr val="dk1"/>
              </a:buClr>
              <a:buSzPts val="1800"/>
              <a:buChar char="•"/>
              <a:defRPr/>
            </a:lvl2pPr>
            <a:lvl3pPr lvl="2" algn="l">
              <a:lnSpc>
                <a:spcPct val="100000"/>
              </a:lnSpc>
              <a:spcBef>
                <a:spcPts val="600"/>
              </a:spcBef>
              <a:spcAft>
                <a:spcPts val="0"/>
              </a:spcAft>
              <a:buClr>
                <a:schemeClr val="dk1"/>
              </a:buClr>
              <a:buSzPts val="1800"/>
              <a:buChar char="•"/>
              <a:defRPr/>
            </a:lvl3pPr>
            <a:lvl4pPr lvl="3" algn="l">
              <a:lnSpc>
                <a:spcPct val="100000"/>
              </a:lnSpc>
              <a:spcBef>
                <a:spcPts val="600"/>
              </a:spcBef>
              <a:spcAft>
                <a:spcPts val="0"/>
              </a:spcAft>
              <a:buClr>
                <a:schemeClr val="dk1"/>
              </a:buClr>
              <a:buSzPts val="1800"/>
              <a:buChar char="•"/>
              <a:defRPr/>
            </a:lvl4pPr>
            <a:lvl5pPr lvl="4" algn="l">
              <a:lnSpc>
                <a:spcPct val="100000"/>
              </a:lnSpc>
              <a:spcBef>
                <a:spcPts val="600"/>
              </a:spcBef>
              <a:spcAft>
                <a:spcPts val="0"/>
              </a:spcAft>
              <a:buClr>
                <a:schemeClr val="dk1"/>
              </a:buClr>
              <a:buSzPts val="1800"/>
              <a:buChar char="•"/>
              <a:defRPr/>
            </a:lvl5pPr>
            <a:lvl6pPr lvl="5" algn="l">
              <a:lnSpc>
                <a:spcPct val="150000"/>
              </a:lnSpc>
              <a:spcBef>
                <a:spcPts val="600"/>
              </a:spcBef>
              <a:spcAft>
                <a:spcPts val="0"/>
              </a:spcAft>
              <a:buClr>
                <a:schemeClr val="dk1"/>
              </a:buClr>
              <a:buSzPts val="1800"/>
              <a:buNone/>
              <a:defRPr/>
            </a:lvl6pPr>
            <a:lvl7pPr lvl="6" algn="l">
              <a:lnSpc>
                <a:spcPct val="150000"/>
              </a:lnSpc>
              <a:spcBef>
                <a:spcPts val="600"/>
              </a:spcBef>
              <a:spcAft>
                <a:spcPts val="0"/>
              </a:spcAft>
              <a:buClr>
                <a:schemeClr val="dk1"/>
              </a:buClr>
              <a:buSzPts val="2160"/>
              <a:buChar char="•"/>
              <a:defRPr/>
            </a:lvl7pPr>
            <a:lvl8pPr lvl="7" algn="l">
              <a:lnSpc>
                <a:spcPct val="150000"/>
              </a:lnSpc>
              <a:spcBef>
                <a:spcPts val="0"/>
              </a:spcBef>
              <a:spcAft>
                <a:spcPts val="0"/>
              </a:spcAft>
              <a:buClr>
                <a:schemeClr val="dk1"/>
              </a:buClr>
              <a:buSzPts val="1800"/>
              <a:buNone/>
              <a:defRPr/>
            </a:lvl8pPr>
            <a:lvl9pPr lvl="8" algn="l">
              <a:lnSpc>
                <a:spcPct val="150000"/>
              </a:lnSpc>
              <a:spcBef>
                <a:spcPts val="600"/>
              </a:spcBef>
              <a:spcAft>
                <a:spcPts val="600"/>
              </a:spcAft>
              <a:buClr>
                <a:schemeClr val="dk1"/>
              </a:buClr>
              <a:buSzPts val="1800"/>
              <a:buNone/>
              <a:defRPr/>
            </a:lvl9pPr>
          </a:lstStyle>
          <a:p>
            <a:endParaRPr/>
          </a:p>
        </p:txBody>
      </p:sp>
    </p:spTree>
    <p:extLst>
      <p:ext uri="{BB962C8B-B14F-4D97-AF65-F5344CB8AC3E}">
        <p14:creationId xmlns:p14="http://schemas.microsoft.com/office/powerpoint/2010/main" val="363696401"/>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91"/>
        <p:cNvGrpSpPr/>
        <p:nvPr/>
      </p:nvGrpSpPr>
      <p:grpSpPr>
        <a:xfrm>
          <a:off x="0" y="0"/>
          <a:ext cx="0" cy="0"/>
          <a:chOff x="0" y="0"/>
          <a:chExt cx="0" cy="0"/>
        </a:xfrm>
      </p:grpSpPr>
      <p:sp>
        <p:nvSpPr>
          <p:cNvPr id="92" name="Google Shape;92;p7"/>
          <p:cNvSpPr txBox="1">
            <a:spLocks noGrp="1"/>
          </p:cNvSpPr>
          <p:nvPr>
            <p:ph type="title"/>
          </p:nvPr>
        </p:nvSpPr>
        <p:spPr>
          <a:xfrm>
            <a:off x="360363" y="536576"/>
            <a:ext cx="11471275" cy="661988"/>
          </a:xfrm>
          <a:prstGeom prst="rect">
            <a:avLst/>
          </a:prstGeom>
          <a:noFill/>
          <a:ln>
            <a:noFill/>
          </a:ln>
        </p:spPr>
        <p:txBody>
          <a:bodyPr spcFirstLastPara="1" wrap="square" lIns="0" tIns="0" rIns="0" bIns="0" anchor="t" anchorCtr="0">
            <a:noAutofit/>
          </a:bodyPr>
          <a:lstStyle>
            <a:lvl1pPr lvl="0" algn="l">
              <a:lnSpc>
                <a:spcPct val="98000"/>
              </a:lnSpc>
              <a:spcBef>
                <a:spcPts val="0"/>
              </a:spcBef>
              <a:spcAft>
                <a:spcPts val="0"/>
              </a:spcAft>
              <a:buClr>
                <a:schemeClr val="dk1"/>
              </a:buClr>
              <a:buSzPts val="2400"/>
              <a:buFont typeface="Calibri"/>
              <a:buNone/>
              <a:defRPr>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7"/>
          <p:cNvSpPr txBox="1">
            <a:spLocks noGrp="1"/>
          </p:cNvSpPr>
          <p:nvPr>
            <p:ph type="body" idx="1"/>
          </p:nvPr>
        </p:nvSpPr>
        <p:spPr>
          <a:xfrm>
            <a:off x="360363" y="207165"/>
            <a:ext cx="11471275" cy="178593"/>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600"/>
              </a:spcBef>
              <a:spcAft>
                <a:spcPts val="0"/>
              </a:spcAft>
              <a:buClr>
                <a:srgbClr val="7F97A1"/>
              </a:buClr>
              <a:buSzPts val="1200"/>
              <a:buNone/>
              <a:defRPr sz="1200" cap="none">
                <a:solidFill>
                  <a:srgbClr val="7F97A1"/>
                </a:solidFill>
                <a:latin typeface="Calibri"/>
                <a:ea typeface="Calibri"/>
                <a:cs typeface="Calibri"/>
                <a:sym typeface="Calibri"/>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94" name="Google Shape;94;p7"/>
          <p:cNvSpPr txBox="1">
            <a:spLocks noGrp="1"/>
          </p:cNvSpPr>
          <p:nvPr>
            <p:ph type="ftr" idx="11"/>
          </p:nvPr>
        </p:nvSpPr>
        <p:spPr>
          <a:xfrm>
            <a:off x="675936" y="6321425"/>
            <a:ext cx="10087857" cy="36761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2322165281"/>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matchingName="Content">
  <p:cSld name="Content">
    <p:spTree>
      <p:nvGrpSpPr>
        <p:cNvPr id="1" name="Shape 95"/>
        <p:cNvGrpSpPr/>
        <p:nvPr/>
      </p:nvGrpSpPr>
      <p:grpSpPr>
        <a:xfrm>
          <a:off x="0" y="0"/>
          <a:ext cx="0" cy="0"/>
          <a:chOff x="0" y="0"/>
          <a:chExt cx="0" cy="0"/>
        </a:xfrm>
      </p:grpSpPr>
      <p:sp>
        <p:nvSpPr>
          <p:cNvPr id="96" name="Google Shape;96;p8"/>
          <p:cNvSpPr txBox="1">
            <a:spLocks noGrp="1"/>
          </p:cNvSpPr>
          <p:nvPr>
            <p:ph type="title"/>
          </p:nvPr>
        </p:nvSpPr>
        <p:spPr>
          <a:xfrm>
            <a:off x="360363" y="536576"/>
            <a:ext cx="11471275" cy="661988"/>
          </a:xfrm>
          <a:prstGeom prst="rect">
            <a:avLst/>
          </a:prstGeom>
          <a:noFill/>
          <a:ln>
            <a:noFill/>
          </a:ln>
        </p:spPr>
        <p:txBody>
          <a:bodyPr spcFirstLastPara="1" wrap="square" lIns="0" tIns="0" rIns="0" bIns="0" anchor="t" anchorCtr="0">
            <a:noAutofit/>
          </a:bodyPr>
          <a:lstStyle>
            <a:lvl1pPr lvl="0" algn="l">
              <a:lnSpc>
                <a:spcPct val="98000"/>
              </a:lnSpc>
              <a:spcBef>
                <a:spcPts val="0"/>
              </a:spcBef>
              <a:spcAft>
                <a:spcPts val="0"/>
              </a:spcAft>
              <a:buClr>
                <a:schemeClr val="dk1"/>
              </a:buClr>
              <a:buSzPts val="2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7" name="Google Shape;97;p8"/>
          <p:cNvSpPr txBox="1">
            <a:spLocks noGrp="1"/>
          </p:cNvSpPr>
          <p:nvPr>
            <p:ph type="body" idx="1"/>
          </p:nvPr>
        </p:nvSpPr>
        <p:spPr>
          <a:xfrm>
            <a:off x="360363" y="207165"/>
            <a:ext cx="11471275" cy="178593"/>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600"/>
              </a:spcBef>
              <a:spcAft>
                <a:spcPts val="0"/>
              </a:spcAft>
              <a:buClr>
                <a:srgbClr val="7F97A1"/>
              </a:buClr>
              <a:buSzPts val="1200"/>
              <a:buNone/>
              <a:defRPr sz="1200" cap="none">
                <a:solidFill>
                  <a:srgbClr val="7F97A1"/>
                </a:solidFill>
                <a:latin typeface="Calibri"/>
                <a:ea typeface="Calibri"/>
                <a:cs typeface="Calibri"/>
                <a:sym typeface="Calibri"/>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98" name="Google Shape;98;p8"/>
          <p:cNvSpPr txBox="1">
            <a:spLocks noGrp="1"/>
          </p:cNvSpPr>
          <p:nvPr>
            <p:ph type="body" idx="2"/>
          </p:nvPr>
        </p:nvSpPr>
        <p:spPr>
          <a:xfrm>
            <a:off x="360363" y="1557338"/>
            <a:ext cx="11471275" cy="4581525"/>
          </a:xfrm>
          <a:prstGeom prst="rect">
            <a:avLst/>
          </a:prstGeom>
          <a:noFill/>
          <a:ln>
            <a:noFill/>
          </a:ln>
        </p:spPr>
        <p:txBody>
          <a:bodyPr spcFirstLastPara="1" wrap="square" lIns="0" tIns="0" rIns="0" bIns="0" anchor="t" anchorCtr="0">
            <a:noAutofit/>
          </a:bodyPr>
          <a:lstStyle>
            <a:lvl1pPr marL="457200" lvl="0" indent="-304800" algn="l">
              <a:lnSpc>
                <a:spcPct val="100000"/>
              </a:lnSpc>
              <a:spcBef>
                <a:spcPts val="600"/>
              </a:spcBef>
              <a:spcAft>
                <a:spcPts val="0"/>
              </a:spcAft>
              <a:buClr>
                <a:schemeClr val="dk1"/>
              </a:buClr>
              <a:buSzPts val="1200"/>
              <a:buChar char="•"/>
              <a:defRPr/>
            </a:lvl1pPr>
            <a:lvl2pPr marL="914400" lvl="1" indent="-304800" algn="l">
              <a:lnSpc>
                <a:spcPct val="100000"/>
              </a:lnSpc>
              <a:spcBef>
                <a:spcPts val="600"/>
              </a:spcBef>
              <a:spcAft>
                <a:spcPts val="0"/>
              </a:spcAft>
              <a:buClr>
                <a:schemeClr val="dk1"/>
              </a:buClr>
              <a:buSzPts val="1200"/>
              <a:buChar char="•"/>
              <a:defRPr/>
            </a:lvl2pPr>
            <a:lvl3pPr marL="1371600" lvl="2" indent="-304800" algn="l">
              <a:lnSpc>
                <a:spcPct val="100000"/>
              </a:lnSpc>
              <a:spcBef>
                <a:spcPts val="600"/>
              </a:spcBef>
              <a:spcAft>
                <a:spcPts val="0"/>
              </a:spcAft>
              <a:buClr>
                <a:schemeClr val="dk1"/>
              </a:buClr>
              <a:buSzPts val="1200"/>
              <a:buChar char="•"/>
              <a:defRPr/>
            </a:lvl3pPr>
            <a:lvl4pPr marL="1828800" lvl="3" indent="-304800" algn="l">
              <a:lnSpc>
                <a:spcPct val="100000"/>
              </a:lnSpc>
              <a:spcBef>
                <a:spcPts val="600"/>
              </a:spcBef>
              <a:spcAft>
                <a:spcPts val="0"/>
              </a:spcAft>
              <a:buClr>
                <a:schemeClr val="dk1"/>
              </a:buClr>
              <a:buSzPts val="1200"/>
              <a:buChar char="•"/>
              <a:defRPr/>
            </a:lvl4pPr>
            <a:lvl5pPr marL="2286000" lvl="4" indent="-304800" algn="l">
              <a:lnSpc>
                <a:spcPct val="100000"/>
              </a:lnSpc>
              <a:spcBef>
                <a:spcPts val="600"/>
              </a:spcBef>
              <a:spcAft>
                <a:spcPts val="0"/>
              </a:spcAft>
              <a:buClr>
                <a:schemeClr val="dk1"/>
              </a:buClr>
              <a:buSzPts val="12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99" name="Google Shape;99;p8"/>
          <p:cNvSpPr txBox="1">
            <a:spLocks noGrp="1"/>
          </p:cNvSpPr>
          <p:nvPr>
            <p:ph type="ftr" idx="11"/>
          </p:nvPr>
        </p:nvSpPr>
        <p:spPr>
          <a:xfrm>
            <a:off x="675936" y="6321425"/>
            <a:ext cx="10087857" cy="36761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235765"/>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2455822948"/>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matchingName="2 Columns">
  <p:cSld name="2 Columns">
    <p:spTree>
      <p:nvGrpSpPr>
        <p:cNvPr id="1" name="Shape 100"/>
        <p:cNvGrpSpPr/>
        <p:nvPr/>
      </p:nvGrpSpPr>
      <p:grpSpPr>
        <a:xfrm>
          <a:off x="0" y="0"/>
          <a:ext cx="0" cy="0"/>
          <a:chOff x="0" y="0"/>
          <a:chExt cx="0" cy="0"/>
        </a:xfrm>
      </p:grpSpPr>
      <p:sp>
        <p:nvSpPr>
          <p:cNvPr id="101" name="Google Shape;101;p9"/>
          <p:cNvSpPr txBox="1">
            <a:spLocks noGrp="1"/>
          </p:cNvSpPr>
          <p:nvPr>
            <p:ph type="title"/>
          </p:nvPr>
        </p:nvSpPr>
        <p:spPr>
          <a:xfrm>
            <a:off x="360363" y="536576"/>
            <a:ext cx="11471275" cy="661988"/>
          </a:xfrm>
          <a:prstGeom prst="rect">
            <a:avLst/>
          </a:prstGeom>
          <a:noFill/>
          <a:ln>
            <a:noFill/>
          </a:ln>
        </p:spPr>
        <p:txBody>
          <a:bodyPr spcFirstLastPara="1" wrap="square" lIns="0" tIns="0" rIns="0" bIns="0" anchor="t" anchorCtr="0">
            <a:noAutofit/>
          </a:bodyPr>
          <a:lstStyle>
            <a:lvl1pPr lvl="0" algn="l">
              <a:lnSpc>
                <a:spcPct val="98000"/>
              </a:lnSpc>
              <a:spcBef>
                <a:spcPts val="0"/>
              </a:spcBef>
              <a:spcAft>
                <a:spcPts val="0"/>
              </a:spcAft>
              <a:buClr>
                <a:schemeClr val="dk1"/>
              </a:buClr>
              <a:buSzPts val="2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2" name="Google Shape;102;p9"/>
          <p:cNvSpPr txBox="1">
            <a:spLocks noGrp="1"/>
          </p:cNvSpPr>
          <p:nvPr>
            <p:ph type="body" idx="1"/>
          </p:nvPr>
        </p:nvSpPr>
        <p:spPr>
          <a:xfrm>
            <a:off x="360363" y="207165"/>
            <a:ext cx="11471275" cy="178593"/>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600"/>
              </a:spcBef>
              <a:spcAft>
                <a:spcPts val="0"/>
              </a:spcAft>
              <a:buClr>
                <a:srgbClr val="7F97A1"/>
              </a:buClr>
              <a:buSzPts val="1200"/>
              <a:buNone/>
              <a:defRPr sz="1200" cap="none">
                <a:solidFill>
                  <a:srgbClr val="7F97A1"/>
                </a:solidFill>
                <a:latin typeface="Calibri"/>
                <a:ea typeface="Calibri"/>
                <a:cs typeface="Calibri"/>
                <a:sym typeface="Calibri"/>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103" name="Google Shape;103;p9"/>
          <p:cNvSpPr txBox="1">
            <a:spLocks noGrp="1"/>
          </p:cNvSpPr>
          <p:nvPr>
            <p:ph type="body" idx="2"/>
          </p:nvPr>
        </p:nvSpPr>
        <p:spPr>
          <a:xfrm>
            <a:off x="360364" y="1557338"/>
            <a:ext cx="5555636" cy="4581525"/>
          </a:xfrm>
          <a:prstGeom prst="rect">
            <a:avLst/>
          </a:prstGeom>
          <a:noFill/>
          <a:ln>
            <a:noFill/>
          </a:ln>
        </p:spPr>
        <p:txBody>
          <a:bodyPr spcFirstLastPara="1" wrap="square" lIns="0" tIns="0" rIns="0" bIns="0" anchor="t" anchorCtr="0">
            <a:noAutofit/>
          </a:bodyPr>
          <a:lstStyle>
            <a:lvl1pPr marL="457200" lvl="0" indent="-304800" algn="l">
              <a:lnSpc>
                <a:spcPct val="100000"/>
              </a:lnSpc>
              <a:spcBef>
                <a:spcPts val="600"/>
              </a:spcBef>
              <a:spcAft>
                <a:spcPts val="0"/>
              </a:spcAft>
              <a:buClr>
                <a:schemeClr val="dk1"/>
              </a:buClr>
              <a:buSzPts val="1200"/>
              <a:buChar char="•"/>
              <a:defRPr/>
            </a:lvl1pPr>
            <a:lvl2pPr marL="914400" lvl="1" indent="-304800" algn="l">
              <a:lnSpc>
                <a:spcPct val="100000"/>
              </a:lnSpc>
              <a:spcBef>
                <a:spcPts val="600"/>
              </a:spcBef>
              <a:spcAft>
                <a:spcPts val="0"/>
              </a:spcAft>
              <a:buClr>
                <a:schemeClr val="dk1"/>
              </a:buClr>
              <a:buSzPts val="1200"/>
              <a:buChar char="•"/>
              <a:defRPr/>
            </a:lvl2pPr>
            <a:lvl3pPr marL="1371600" lvl="2" indent="-304800" algn="l">
              <a:lnSpc>
                <a:spcPct val="100000"/>
              </a:lnSpc>
              <a:spcBef>
                <a:spcPts val="600"/>
              </a:spcBef>
              <a:spcAft>
                <a:spcPts val="0"/>
              </a:spcAft>
              <a:buClr>
                <a:schemeClr val="dk1"/>
              </a:buClr>
              <a:buSzPts val="1200"/>
              <a:buChar char="•"/>
              <a:defRPr/>
            </a:lvl3pPr>
            <a:lvl4pPr marL="1828800" lvl="3" indent="-304800" algn="l">
              <a:lnSpc>
                <a:spcPct val="100000"/>
              </a:lnSpc>
              <a:spcBef>
                <a:spcPts val="600"/>
              </a:spcBef>
              <a:spcAft>
                <a:spcPts val="0"/>
              </a:spcAft>
              <a:buClr>
                <a:schemeClr val="dk1"/>
              </a:buClr>
              <a:buSzPts val="1200"/>
              <a:buChar char="•"/>
              <a:defRPr/>
            </a:lvl4pPr>
            <a:lvl5pPr marL="2286000" lvl="4" indent="-304800" algn="l">
              <a:lnSpc>
                <a:spcPct val="100000"/>
              </a:lnSpc>
              <a:spcBef>
                <a:spcPts val="600"/>
              </a:spcBef>
              <a:spcAft>
                <a:spcPts val="0"/>
              </a:spcAft>
              <a:buClr>
                <a:schemeClr val="dk1"/>
              </a:buClr>
              <a:buSzPts val="12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104" name="Google Shape;104;p9"/>
          <p:cNvSpPr txBox="1">
            <a:spLocks noGrp="1"/>
          </p:cNvSpPr>
          <p:nvPr>
            <p:ph type="body" idx="3"/>
          </p:nvPr>
        </p:nvSpPr>
        <p:spPr>
          <a:xfrm>
            <a:off x="6276002" y="1557338"/>
            <a:ext cx="5555636" cy="4581525"/>
          </a:xfrm>
          <a:prstGeom prst="rect">
            <a:avLst/>
          </a:prstGeom>
          <a:noFill/>
          <a:ln>
            <a:noFill/>
          </a:ln>
        </p:spPr>
        <p:txBody>
          <a:bodyPr spcFirstLastPara="1" wrap="square" lIns="0" tIns="0" rIns="0" bIns="0" anchor="t" anchorCtr="0">
            <a:noAutofit/>
          </a:bodyPr>
          <a:lstStyle>
            <a:lvl1pPr marL="457200" lvl="0" indent="-304800" algn="l">
              <a:lnSpc>
                <a:spcPct val="100000"/>
              </a:lnSpc>
              <a:spcBef>
                <a:spcPts val="600"/>
              </a:spcBef>
              <a:spcAft>
                <a:spcPts val="0"/>
              </a:spcAft>
              <a:buClr>
                <a:schemeClr val="dk1"/>
              </a:buClr>
              <a:buSzPts val="1200"/>
              <a:buChar char="•"/>
              <a:defRPr/>
            </a:lvl1pPr>
            <a:lvl2pPr marL="914400" lvl="1" indent="-304800" algn="l">
              <a:lnSpc>
                <a:spcPct val="100000"/>
              </a:lnSpc>
              <a:spcBef>
                <a:spcPts val="600"/>
              </a:spcBef>
              <a:spcAft>
                <a:spcPts val="0"/>
              </a:spcAft>
              <a:buClr>
                <a:schemeClr val="dk1"/>
              </a:buClr>
              <a:buSzPts val="1200"/>
              <a:buChar char="•"/>
              <a:defRPr/>
            </a:lvl2pPr>
            <a:lvl3pPr marL="1371600" lvl="2" indent="-304800" algn="l">
              <a:lnSpc>
                <a:spcPct val="100000"/>
              </a:lnSpc>
              <a:spcBef>
                <a:spcPts val="600"/>
              </a:spcBef>
              <a:spcAft>
                <a:spcPts val="0"/>
              </a:spcAft>
              <a:buClr>
                <a:schemeClr val="dk1"/>
              </a:buClr>
              <a:buSzPts val="1200"/>
              <a:buChar char="•"/>
              <a:defRPr/>
            </a:lvl3pPr>
            <a:lvl4pPr marL="1828800" lvl="3" indent="-304800" algn="l">
              <a:lnSpc>
                <a:spcPct val="100000"/>
              </a:lnSpc>
              <a:spcBef>
                <a:spcPts val="600"/>
              </a:spcBef>
              <a:spcAft>
                <a:spcPts val="0"/>
              </a:spcAft>
              <a:buClr>
                <a:schemeClr val="dk1"/>
              </a:buClr>
              <a:buSzPts val="1200"/>
              <a:buChar char="•"/>
              <a:defRPr/>
            </a:lvl4pPr>
            <a:lvl5pPr marL="2286000" lvl="4" indent="-304800" algn="l">
              <a:lnSpc>
                <a:spcPct val="100000"/>
              </a:lnSpc>
              <a:spcBef>
                <a:spcPts val="600"/>
              </a:spcBef>
              <a:spcAft>
                <a:spcPts val="0"/>
              </a:spcAft>
              <a:buClr>
                <a:schemeClr val="dk1"/>
              </a:buClr>
              <a:buSzPts val="12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cxnSp>
        <p:nvCxnSpPr>
          <p:cNvPr id="105" name="Google Shape;105;p9"/>
          <p:cNvCxnSpPr/>
          <p:nvPr/>
        </p:nvCxnSpPr>
        <p:spPr>
          <a:xfrm>
            <a:off x="6096000" y="1557338"/>
            <a:ext cx="0" cy="4581525"/>
          </a:xfrm>
          <a:prstGeom prst="straightConnector1">
            <a:avLst/>
          </a:prstGeom>
          <a:noFill/>
          <a:ln w="9525" cap="flat" cmpd="sng">
            <a:solidFill>
              <a:srgbClr val="8AC6D4"/>
            </a:solidFill>
            <a:prstDash val="solid"/>
            <a:miter lim="800000"/>
            <a:headEnd type="none" w="sm" len="sm"/>
            <a:tailEnd type="none" w="sm" len="sm"/>
          </a:ln>
        </p:spPr>
      </p:cxnSp>
      <p:sp>
        <p:nvSpPr>
          <p:cNvPr id="106" name="Google Shape;106;p9"/>
          <p:cNvSpPr txBox="1">
            <a:spLocks noGrp="1"/>
          </p:cNvSpPr>
          <p:nvPr>
            <p:ph type="ftr" idx="11"/>
          </p:nvPr>
        </p:nvSpPr>
        <p:spPr>
          <a:xfrm>
            <a:off x="675936" y="6321425"/>
            <a:ext cx="10087857" cy="36761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1576289485"/>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matchingName="3 Columns">
  <p:cSld name="3 Columns">
    <p:spTree>
      <p:nvGrpSpPr>
        <p:cNvPr id="1" name="Shape 107"/>
        <p:cNvGrpSpPr/>
        <p:nvPr/>
      </p:nvGrpSpPr>
      <p:grpSpPr>
        <a:xfrm>
          <a:off x="0" y="0"/>
          <a:ext cx="0" cy="0"/>
          <a:chOff x="0" y="0"/>
          <a:chExt cx="0" cy="0"/>
        </a:xfrm>
      </p:grpSpPr>
      <p:sp>
        <p:nvSpPr>
          <p:cNvPr id="108" name="Google Shape;108;p10"/>
          <p:cNvSpPr txBox="1">
            <a:spLocks noGrp="1"/>
          </p:cNvSpPr>
          <p:nvPr>
            <p:ph type="title"/>
          </p:nvPr>
        </p:nvSpPr>
        <p:spPr>
          <a:xfrm>
            <a:off x="360363" y="536576"/>
            <a:ext cx="11471275" cy="661988"/>
          </a:xfrm>
          <a:prstGeom prst="rect">
            <a:avLst/>
          </a:prstGeom>
          <a:noFill/>
          <a:ln>
            <a:noFill/>
          </a:ln>
        </p:spPr>
        <p:txBody>
          <a:bodyPr spcFirstLastPara="1" wrap="square" lIns="0" tIns="0" rIns="0" bIns="0" anchor="t" anchorCtr="0">
            <a:noAutofit/>
          </a:bodyPr>
          <a:lstStyle>
            <a:lvl1pPr lvl="0" algn="l">
              <a:lnSpc>
                <a:spcPct val="98000"/>
              </a:lnSpc>
              <a:spcBef>
                <a:spcPts val="0"/>
              </a:spcBef>
              <a:spcAft>
                <a:spcPts val="0"/>
              </a:spcAft>
              <a:buClr>
                <a:schemeClr val="dk1"/>
              </a:buClr>
              <a:buSzPts val="2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9" name="Google Shape;109;p10"/>
          <p:cNvSpPr txBox="1">
            <a:spLocks noGrp="1"/>
          </p:cNvSpPr>
          <p:nvPr>
            <p:ph type="body" idx="1"/>
          </p:nvPr>
        </p:nvSpPr>
        <p:spPr>
          <a:xfrm>
            <a:off x="360363" y="207165"/>
            <a:ext cx="11471275" cy="178593"/>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600"/>
              </a:spcBef>
              <a:spcAft>
                <a:spcPts val="0"/>
              </a:spcAft>
              <a:buClr>
                <a:srgbClr val="7F97A1"/>
              </a:buClr>
              <a:buSzPts val="1200"/>
              <a:buNone/>
              <a:defRPr sz="1200" cap="none">
                <a:solidFill>
                  <a:srgbClr val="7F97A1"/>
                </a:solidFill>
                <a:latin typeface="Calibri"/>
                <a:ea typeface="Calibri"/>
                <a:cs typeface="Calibri"/>
                <a:sym typeface="Calibri"/>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110" name="Google Shape;110;p10"/>
          <p:cNvSpPr txBox="1">
            <a:spLocks noGrp="1"/>
          </p:cNvSpPr>
          <p:nvPr>
            <p:ph type="body" idx="2"/>
          </p:nvPr>
        </p:nvSpPr>
        <p:spPr>
          <a:xfrm>
            <a:off x="360364" y="1557338"/>
            <a:ext cx="3585600" cy="4581525"/>
          </a:xfrm>
          <a:prstGeom prst="rect">
            <a:avLst/>
          </a:prstGeom>
          <a:noFill/>
          <a:ln>
            <a:noFill/>
          </a:ln>
        </p:spPr>
        <p:txBody>
          <a:bodyPr spcFirstLastPara="1" wrap="square" lIns="0" tIns="0" rIns="0" bIns="0" anchor="t" anchorCtr="0">
            <a:noAutofit/>
          </a:bodyPr>
          <a:lstStyle>
            <a:lvl1pPr marL="457200" lvl="0" indent="-304800" algn="l">
              <a:lnSpc>
                <a:spcPct val="100000"/>
              </a:lnSpc>
              <a:spcBef>
                <a:spcPts val="600"/>
              </a:spcBef>
              <a:spcAft>
                <a:spcPts val="0"/>
              </a:spcAft>
              <a:buClr>
                <a:schemeClr val="dk1"/>
              </a:buClr>
              <a:buSzPts val="1200"/>
              <a:buChar char="•"/>
              <a:defRPr/>
            </a:lvl1pPr>
            <a:lvl2pPr marL="914400" lvl="1" indent="-304800" algn="l">
              <a:lnSpc>
                <a:spcPct val="100000"/>
              </a:lnSpc>
              <a:spcBef>
                <a:spcPts val="600"/>
              </a:spcBef>
              <a:spcAft>
                <a:spcPts val="0"/>
              </a:spcAft>
              <a:buClr>
                <a:schemeClr val="dk1"/>
              </a:buClr>
              <a:buSzPts val="1200"/>
              <a:buChar char="•"/>
              <a:defRPr/>
            </a:lvl2pPr>
            <a:lvl3pPr marL="1371600" lvl="2" indent="-304800" algn="l">
              <a:lnSpc>
                <a:spcPct val="100000"/>
              </a:lnSpc>
              <a:spcBef>
                <a:spcPts val="600"/>
              </a:spcBef>
              <a:spcAft>
                <a:spcPts val="0"/>
              </a:spcAft>
              <a:buClr>
                <a:schemeClr val="dk1"/>
              </a:buClr>
              <a:buSzPts val="1200"/>
              <a:buChar char="•"/>
              <a:defRPr/>
            </a:lvl3pPr>
            <a:lvl4pPr marL="1828800" lvl="3" indent="-304800" algn="l">
              <a:lnSpc>
                <a:spcPct val="100000"/>
              </a:lnSpc>
              <a:spcBef>
                <a:spcPts val="600"/>
              </a:spcBef>
              <a:spcAft>
                <a:spcPts val="0"/>
              </a:spcAft>
              <a:buClr>
                <a:schemeClr val="dk1"/>
              </a:buClr>
              <a:buSzPts val="1200"/>
              <a:buChar char="•"/>
              <a:defRPr/>
            </a:lvl4pPr>
            <a:lvl5pPr marL="2286000" lvl="4" indent="-304800" algn="l">
              <a:lnSpc>
                <a:spcPct val="100000"/>
              </a:lnSpc>
              <a:spcBef>
                <a:spcPts val="600"/>
              </a:spcBef>
              <a:spcAft>
                <a:spcPts val="0"/>
              </a:spcAft>
              <a:buClr>
                <a:schemeClr val="dk1"/>
              </a:buClr>
              <a:buSzPts val="12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111" name="Google Shape;111;p10"/>
          <p:cNvSpPr txBox="1">
            <a:spLocks noGrp="1"/>
          </p:cNvSpPr>
          <p:nvPr>
            <p:ph type="body" idx="3"/>
          </p:nvPr>
        </p:nvSpPr>
        <p:spPr>
          <a:xfrm>
            <a:off x="4303202" y="1557338"/>
            <a:ext cx="3585600" cy="4581525"/>
          </a:xfrm>
          <a:prstGeom prst="rect">
            <a:avLst/>
          </a:prstGeom>
          <a:noFill/>
          <a:ln>
            <a:noFill/>
          </a:ln>
        </p:spPr>
        <p:txBody>
          <a:bodyPr spcFirstLastPara="1" wrap="square" lIns="0" tIns="0" rIns="0" bIns="0" anchor="t" anchorCtr="0">
            <a:noAutofit/>
          </a:bodyPr>
          <a:lstStyle>
            <a:lvl1pPr marL="457200" lvl="0" indent="-304800" algn="l">
              <a:lnSpc>
                <a:spcPct val="100000"/>
              </a:lnSpc>
              <a:spcBef>
                <a:spcPts val="600"/>
              </a:spcBef>
              <a:spcAft>
                <a:spcPts val="0"/>
              </a:spcAft>
              <a:buClr>
                <a:schemeClr val="dk1"/>
              </a:buClr>
              <a:buSzPts val="1200"/>
              <a:buChar char="•"/>
              <a:defRPr/>
            </a:lvl1pPr>
            <a:lvl2pPr marL="914400" lvl="1" indent="-304800" algn="l">
              <a:lnSpc>
                <a:spcPct val="100000"/>
              </a:lnSpc>
              <a:spcBef>
                <a:spcPts val="600"/>
              </a:spcBef>
              <a:spcAft>
                <a:spcPts val="0"/>
              </a:spcAft>
              <a:buClr>
                <a:schemeClr val="dk1"/>
              </a:buClr>
              <a:buSzPts val="1200"/>
              <a:buChar char="•"/>
              <a:defRPr/>
            </a:lvl2pPr>
            <a:lvl3pPr marL="1371600" lvl="2" indent="-304800" algn="l">
              <a:lnSpc>
                <a:spcPct val="100000"/>
              </a:lnSpc>
              <a:spcBef>
                <a:spcPts val="600"/>
              </a:spcBef>
              <a:spcAft>
                <a:spcPts val="0"/>
              </a:spcAft>
              <a:buClr>
                <a:schemeClr val="dk1"/>
              </a:buClr>
              <a:buSzPts val="1200"/>
              <a:buChar char="•"/>
              <a:defRPr/>
            </a:lvl3pPr>
            <a:lvl4pPr marL="1828800" lvl="3" indent="-304800" algn="l">
              <a:lnSpc>
                <a:spcPct val="100000"/>
              </a:lnSpc>
              <a:spcBef>
                <a:spcPts val="600"/>
              </a:spcBef>
              <a:spcAft>
                <a:spcPts val="0"/>
              </a:spcAft>
              <a:buClr>
                <a:schemeClr val="dk1"/>
              </a:buClr>
              <a:buSzPts val="1200"/>
              <a:buChar char="•"/>
              <a:defRPr/>
            </a:lvl4pPr>
            <a:lvl5pPr marL="2286000" lvl="4" indent="-304800" algn="l">
              <a:lnSpc>
                <a:spcPct val="100000"/>
              </a:lnSpc>
              <a:spcBef>
                <a:spcPts val="600"/>
              </a:spcBef>
              <a:spcAft>
                <a:spcPts val="0"/>
              </a:spcAft>
              <a:buClr>
                <a:schemeClr val="dk1"/>
              </a:buClr>
              <a:buSzPts val="12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112" name="Google Shape;112;p10"/>
          <p:cNvSpPr txBox="1">
            <a:spLocks noGrp="1"/>
          </p:cNvSpPr>
          <p:nvPr>
            <p:ph type="body" idx="4"/>
          </p:nvPr>
        </p:nvSpPr>
        <p:spPr>
          <a:xfrm>
            <a:off x="8246038" y="1557338"/>
            <a:ext cx="3585600" cy="4581525"/>
          </a:xfrm>
          <a:prstGeom prst="rect">
            <a:avLst/>
          </a:prstGeom>
          <a:noFill/>
          <a:ln>
            <a:noFill/>
          </a:ln>
        </p:spPr>
        <p:txBody>
          <a:bodyPr spcFirstLastPara="1" wrap="square" lIns="0" tIns="0" rIns="0" bIns="0" anchor="t" anchorCtr="0">
            <a:noAutofit/>
          </a:bodyPr>
          <a:lstStyle>
            <a:lvl1pPr marL="457200" lvl="0" indent="-304800" algn="l">
              <a:lnSpc>
                <a:spcPct val="100000"/>
              </a:lnSpc>
              <a:spcBef>
                <a:spcPts val="600"/>
              </a:spcBef>
              <a:spcAft>
                <a:spcPts val="0"/>
              </a:spcAft>
              <a:buClr>
                <a:schemeClr val="dk1"/>
              </a:buClr>
              <a:buSzPts val="1200"/>
              <a:buChar char="•"/>
              <a:defRPr/>
            </a:lvl1pPr>
            <a:lvl2pPr marL="914400" lvl="1" indent="-304800" algn="l">
              <a:lnSpc>
                <a:spcPct val="100000"/>
              </a:lnSpc>
              <a:spcBef>
                <a:spcPts val="600"/>
              </a:spcBef>
              <a:spcAft>
                <a:spcPts val="0"/>
              </a:spcAft>
              <a:buClr>
                <a:schemeClr val="dk1"/>
              </a:buClr>
              <a:buSzPts val="1200"/>
              <a:buChar char="•"/>
              <a:defRPr/>
            </a:lvl2pPr>
            <a:lvl3pPr marL="1371600" lvl="2" indent="-304800" algn="l">
              <a:lnSpc>
                <a:spcPct val="100000"/>
              </a:lnSpc>
              <a:spcBef>
                <a:spcPts val="600"/>
              </a:spcBef>
              <a:spcAft>
                <a:spcPts val="0"/>
              </a:spcAft>
              <a:buClr>
                <a:schemeClr val="dk1"/>
              </a:buClr>
              <a:buSzPts val="1200"/>
              <a:buChar char="•"/>
              <a:defRPr/>
            </a:lvl3pPr>
            <a:lvl4pPr marL="1828800" lvl="3" indent="-304800" algn="l">
              <a:lnSpc>
                <a:spcPct val="100000"/>
              </a:lnSpc>
              <a:spcBef>
                <a:spcPts val="600"/>
              </a:spcBef>
              <a:spcAft>
                <a:spcPts val="0"/>
              </a:spcAft>
              <a:buClr>
                <a:schemeClr val="dk1"/>
              </a:buClr>
              <a:buSzPts val="1200"/>
              <a:buChar char="•"/>
              <a:defRPr/>
            </a:lvl4pPr>
            <a:lvl5pPr marL="2286000" lvl="4" indent="-304800" algn="l">
              <a:lnSpc>
                <a:spcPct val="100000"/>
              </a:lnSpc>
              <a:spcBef>
                <a:spcPts val="600"/>
              </a:spcBef>
              <a:spcAft>
                <a:spcPts val="0"/>
              </a:spcAft>
              <a:buClr>
                <a:schemeClr val="dk1"/>
              </a:buClr>
              <a:buSzPts val="12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cxnSp>
        <p:nvCxnSpPr>
          <p:cNvPr id="113" name="Google Shape;113;p10"/>
          <p:cNvCxnSpPr/>
          <p:nvPr/>
        </p:nvCxnSpPr>
        <p:spPr>
          <a:xfrm>
            <a:off x="4124583" y="1557338"/>
            <a:ext cx="0" cy="4581525"/>
          </a:xfrm>
          <a:prstGeom prst="straightConnector1">
            <a:avLst/>
          </a:prstGeom>
          <a:noFill/>
          <a:ln w="9525" cap="flat" cmpd="sng">
            <a:solidFill>
              <a:schemeClr val="dk1"/>
            </a:solidFill>
            <a:prstDash val="solid"/>
            <a:miter lim="800000"/>
            <a:headEnd type="none" w="sm" len="sm"/>
            <a:tailEnd type="none" w="sm" len="sm"/>
          </a:ln>
        </p:spPr>
      </p:cxnSp>
      <p:cxnSp>
        <p:nvCxnSpPr>
          <p:cNvPr id="114" name="Google Shape;114;p10"/>
          <p:cNvCxnSpPr/>
          <p:nvPr/>
        </p:nvCxnSpPr>
        <p:spPr>
          <a:xfrm>
            <a:off x="8067421" y="1557338"/>
            <a:ext cx="0" cy="4581525"/>
          </a:xfrm>
          <a:prstGeom prst="straightConnector1">
            <a:avLst/>
          </a:prstGeom>
          <a:noFill/>
          <a:ln w="9525" cap="flat" cmpd="sng">
            <a:solidFill>
              <a:schemeClr val="dk1"/>
            </a:solidFill>
            <a:prstDash val="solid"/>
            <a:miter lim="800000"/>
            <a:headEnd type="none" w="sm" len="sm"/>
            <a:tailEnd type="none" w="sm" len="sm"/>
          </a:ln>
        </p:spPr>
      </p:cxnSp>
      <p:sp>
        <p:nvSpPr>
          <p:cNvPr id="115" name="Google Shape;115;p10"/>
          <p:cNvSpPr txBox="1">
            <a:spLocks noGrp="1"/>
          </p:cNvSpPr>
          <p:nvPr>
            <p:ph type="ftr" idx="11"/>
          </p:nvPr>
        </p:nvSpPr>
        <p:spPr>
          <a:xfrm>
            <a:off x="675936" y="6321425"/>
            <a:ext cx="10087857" cy="36761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2438074372"/>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matchingName="Picture Layout - Right 1/2 ">
  <p:cSld name="Picture Layout - Right 1/2 ">
    <p:spTree>
      <p:nvGrpSpPr>
        <p:cNvPr id="1" name="Shape 116"/>
        <p:cNvGrpSpPr/>
        <p:nvPr/>
      </p:nvGrpSpPr>
      <p:grpSpPr>
        <a:xfrm>
          <a:off x="0" y="0"/>
          <a:ext cx="0" cy="0"/>
          <a:chOff x="0" y="0"/>
          <a:chExt cx="0" cy="0"/>
        </a:xfrm>
      </p:grpSpPr>
      <p:sp>
        <p:nvSpPr>
          <p:cNvPr id="117" name="Google Shape;117;p11"/>
          <p:cNvSpPr>
            <a:spLocks noGrp="1"/>
          </p:cNvSpPr>
          <p:nvPr>
            <p:ph type="pic" idx="2"/>
          </p:nvPr>
        </p:nvSpPr>
        <p:spPr>
          <a:xfrm>
            <a:off x="6276002" y="0"/>
            <a:ext cx="5915998" cy="6858000"/>
          </a:xfrm>
          <a:prstGeom prst="rect">
            <a:avLst/>
          </a:prstGeom>
          <a:solidFill>
            <a:schemeClr val="dk1"/>
          </a:solidFill>
          <a:ln>
            <a:noFill/>
          </a:ln>
        </p:spPr>
        <p:txBody>
          <a:bodyPr/>
          <a:lstStyle/>
          <a:p>
            <a:endParaRPr lang="en-GB"/>
          </a:p>
        </p:txBody>
      </p:sp>
      <p:sp>
        <p:nvSpPr>
          <p:cNvPr id="118" name="Google Shape;118;p11"/>
          <p:cNvSpPr txBox="1">
            <a:spLocks noGrp="1"/>
          </p:cNvSpPr>
          <p:nvPr>
            <p:ph type="title"/>
          </p:nvPr>
        </p:nvSpPr>
        <p:spPr>
          <a:xfrm>
            <a:off x="360364" y="536576"/>
            <a:ext cx="5555636" cy="661988"/>
          </a:xfrm>
          <a:prstGeom prst="rect">
            <a:avLst/>
          </a:prstGeom>
          <a:noFill/>
          <a:ln>
            <a:noFill/>
          </a:ln>
        </p:spPr>
        <p:txBody>
          <a:bodyPr spcFirstLastPara="1" wrap="square" lIns="0" tIns="0" rIns="0" bIns="0" anchor="t" anchorCtr="0">
            <a:noAutofit/>
          </a:bodyPr>
          <a:lstStyle>
            <a:lvl1pPr lvl="0" algn="l">
              <a:lnSpc>
                <a:spcPct val="98000"/>
              </a:lnSpc>
              <a:spcBef>
                <a:spcPts val="0"/>
              </a:spcBef>
              <a:spcAft>
                <a:spcPts val="0"/>
              </a:spcAft>
              <a:buClr>
                <a:schemeClr val="dk1"/>
              </a:buClr>
              <a:buSzPts val="2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9" name="Google Shape;119;p11"/>
          <p:cNvSpPr txBox="1">
            <a:spLocks noGrp="1"/>
          </p:cNvSpPr>
          <p:nvPr>
            <p:ph type="body" idx="1"/>
          </p:nvPr>
        </p:nvSpPr>
        <p:spPr>
          <a:xfrm>
            <a:off x="360364" y="207165"/>
            <a:ext cx="5555636" cy="178593"/>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600"/>
              </a:spcBef>
              <a:spcAft>
                <a:spcPts val="0"/>
              </a:spcAft>
              <a:buClr>
                <a:srgbClr val="7F97A1"/>
              </a:buClr>
              <a:buSzPts val="1200"/>
              <a:buNone/>
              <a:defRPr sz="1200" cap="none">
                <a:solidFill>
                  <a:srgbClr val="7F97A1"/>
                </a:solidFill>
                <a:latin typeface="Calibri"/>
                <a:ea typeface="Calibri"/>
                <a:cs typeface="Calibri"/>
                <a:sym typeface="Calibri"/>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120" name="Google Shape;120;p11"/>
          <p:cNvSpPr txBox="1">
            <a:spLocks noGrp="1"/>
          </p:cNvSpPr>
          <p:nvPr>
            <p:ph type="body" idx="3"/>
          </p:nvPr>
        </p:nvSpPr>
        <p:spPr>
          <a:xfrm>
            <a:off x="360364" y="1557338"/>
            <a:ext cx="5555636" cy="4581525"/>
          </a:xfrm>
          <a:prstGeom prst="rect">
            <a:avLst/>
          </a:prstGeom>
          <a:noFill/>
          <a:ln>
            <a:noFill/>
          </a:ln>
        </p:spPr>
        <p:txBody>
          <a:bodyPr spcFirstLastPara="1" wrap="square" lIns="0" tIns="0" rIns="0" bIns="0" anchor="t" anchorCtr="0">
            <a:noAutofit/>
          </a:bodyPr>
          <a:lstStyle>
            <a:lvl1pPr marL="457200" lvl="0" indent="-304800" algn="l">
              <a:lnSpc>
                <a:spcPct val="100000"/>
              </a:lnSpc>
              <a:spcBef>
                <a:spcPts val="600"/>
              </a:spcBef>
              <a:spcAft>
                <a:spcPts val="0"/>
              </a:spcAft>
              <a:buClr>
                <a:schemeClr val="dk1"/>
              </a:buClr>
              <a:buSzPts val="1200"/>
              <a:buChar char="•"/>
              <a:defRPr/>
            </a:lvl1pPr>
            <a:lvl2pPr marL="914400" lvl="1" indent="-304800" algn="l">
              <a:lnSpc>
                <a:spcPct val="100000"/>
              </a:lnSpc>
              <a:spcBef>
                <a:spcPts val="600"/>
              </a:spcBef>
              <a:spcAft>
                <a:spcPts val="0"/>
              </a:spcAft>
              <a:buClr>
                <a:schemeClr val="dk1"/>
              </a:buClr>
              <a:buSzPts val="1200"/>
              <a:buChar char="•"/>
              <a:defRPr/>
            </a:lvl2pPr>
            <a:lvl3pPr marL="1371600" lvl="2" indent="-304800" algn="l">
              <a:lnSpc>
                <a:spcPct val="100000"/>
              </a:lnSpc>
              <a:spcBef>
                <a:spcPts val="600"/>
              </a:spcBef>
              <a:spcAft>
                <a:spcPts val="0"/>
              </a:spcAft>
              <a:buClr>
                <a:schemeClr val="dk1"/>
              </a:buClr>
              <a:buSzPts val="1200"/>
              <a:buChar char="•"/>
              <a:defRPr/>
            </a:lvl3pPr>
            <a:lvl4pPr marL="1828800" lvl="3" indent="-304800" algn="l">
              <a:lnSpc>
                <a:spcPct val="100000"/>
              </a:lnSpc>
              <a:spcBef>
                <a:spcPts val="600"/>
              </a:spcBef>
              <a:spcAft>
                <a:spcPts val="0"/>
              </a:spcAft>
              <a:buClr>
                <a:schemeClr val="dk1"/>
              </a:buClr>
              <a:buSzPts val="1200"/>
              <a:buChar char="•"/>
              <a:defRPr/>
            </a:lvl4pPr>
            <a:lvl5pPr marL="2286000" lvl="4" indent="-304800" algn="l">
              <a:lnSpc>
                <a:spcPct val="100000"/>
              </a:lnSpc>
              <a:spcBef>
                <a:spcPts val="600"/>
              </a:spcBef>
              <a:spcAft>
                <a:spcPts val="0"/>
              </a:spcAft>
              <a:buClr>
                <a:schemeClr val="dk1"/>
              </a:buClr>
              <a:buSzPts val="12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121" name="Google Shape;121;p11"/>
          <p:cNvSpPr txBox="1">
            <a:spLocks noGrp="1"/>
          </p:cNvSpPr>
          <p:nvPr>
            <p:ph type="ftr" idx="11"/>
          </p:nvPr>
        </p:nvSpPr>
        <p:spPr>
          <a:xfrm>
            <a:off x="675936" y="6321425"/>
            <a:ext cx="5240677" cy="36761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2" name="Google Shape;122;p11"/>
          <p:cNvSpPr txBox="1">
            <a:spLocks noGrp="1"/>
          </p:cNvSpPr>
          <p:nvPr>
            <p:ph type="sldNum" idx="12"/>
          </p:nvPr>
        </p:nvSpPr>
        <p:spPr>
          <a:xfrm>
            <a:off x="11126972" y="6317863"/>
            <a:ext cx="704666" cy="181362"/>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
        <p:nvSpPr>
          <p:cNvPr id="123" name="Google Shape;123;p11"/>
          <p:cNvSpPr txBox="1"/>
          <p:nvPr/>
        </p:nvSpPr>
        <p:spPr>
          <a:xfrm>
            <a:off x="-718457" y="6814457"/>
            <a:ext cx="0" cy="0"/>
          </a:xfrm>
          <a:prstGeom prst="rect">
            <a:avLst/>
          </a:prstGeom>
          <a:noFill/>
          <a:ln>
            <a:noFill/>
          </a:ln>
        </p:spPr>
        <p:txBody>
          <a:bodyPr spcFirstLastPara="1" wrap="square" lIns="0" tIns="0" rIns="0" bIns="0" anchor="t" anchorCtr="0">
            <a:noAutofit/>
          </a:bodyPr>
          <a:lstStyle/>
          <a:p>
            <a:pPr marL="216000" marR="0" lvl="0" indent="-139800" algn="l" rtl="0">
              <a:lnSpc>
                <a:spcPct val="100000"/>
              </a:lnSpc>
              <a:spcBef>
                <a:spcPts val="0"/>
              </a:spcBef>
              <a:spcAft>
                <a:spcPts val="0"/>
              </a:spcAft>
              <a:buClr>
                <a:schemeClr val="dk1"/>
              </a:buClr>
              <a:buSzPts val="1200"/>
              <a:buFont typeface="Arial"/>
              <a:buNone/>
            </a:pPr>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79276072"/>
      </p:ext>
    </p:extLst>
  </p:cSld>
  <p:clrMapOvr>
    <a:masterClrMapping/>
  </p:clrMapOvr>
  <p:extLst>
    <p:ext uri="{DCECCB84-F9BA-43D5-87BE-67443E8EF086}">
      <p15:sldGuideLst xmlns:p15="http://schemas.microsoft.com/office/powerpoint/2012/main">
        <p15:guide id="1" pos="3727">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124"/>
        <p:cNvGrpSpPr/>
        <p:nvPr/>
      </p:nvGrpSpPr>
      <p:grpSpPr>
        <a:xfrm>
          <a:off x="0" y="0"/>
          <a:ext cx="0" cy="0"/>
          <a:chOff x="0" y="0"/>
          <a:chExt cx="0" cy="0"/>
        </a:xfrm>
      </p:grpSpPr>
      <p:sp>
        <p:nvSpPr>
          <p:cNvPr id="125" name="Google Shape;125;p12"/>
          <p:cNvSpPr>
            <a:spLocks noGrp="1"/>
          </p:cNvSpPr>
          <p:nvPr>
            <p:ph type="pic" idx="2"/>
          </p:nvPr>
        </p:nvSpPr>
        <p:spPr>
          <a:xfrm>
            <a:off x="8121330" y="0"/>
            <a:ext cx="4070667" cy="6858000"/>
          </a:xfrm>
          <a:prstGeom prst="rect">
            <a:avLst/>
          </a:prstGeom>
          <a:solidFill>
            <a:schemeClr val="dk1"/>
          </a:solidFill>
          <a:ln>
            <a:noFill/>
          </a:ln>
        </p:spPr>
        <p:txBody>
          <a:bodyPr/>
          <a:lstStyle/>
          <a:p>
            <a:endParaRPr lang="en-GB"/>
          </a:p>
        </p:txBody>
      </p:sp>
      <p:sp>
        <p:nvSpPr>
          <p:cNvPr id="126" name="Google Shape;126;p12"/>
          <p:cNvSpPr txBox="1">
            <a:spLocks noGrp="1"/>
          </p:cNvSpPr>
          <p:nvPr>
            <p:ph type="title"/>
          </p:nvPr>
        </p:nvSpPr>
        <p:spPr>
          <a:xfrm>
            <a:off x="360000" y="536576"/>
            <a:ext cx="7485623" cy="661987"/>
          </a:xfrm>
          <a:prstGeom prst="rect">
            <a:avLst/>
          </a:prstGeom>
          <a:noFill/>
          <a:ln>
            <a:noFill/>
          </a:ln>
        </p:spPr>
        <p:txBody>
          <a:bodyPr spcFirstLastPara="1" wrap="square" lIns="0" tIns="0" rIns="0" bIns="0" anchor="t" anchorCtr="0">
            <a:noAutofit/>
          </a:bodyPr>
          <a:lstStyle>
            <a:lvl1pPr lvl="0" algn="l">
              <a:lnSpc>
                <a:spcPct val="98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7" name="Google Shape;127;p12"/>
          <p:cNvSpPr txBox="1">
            <a:spLocks noGrp="1"/>
          </p:cNvSpPr>
          <p:nvPr>
            <p:ph type="ftr" idx="11"/>
          </p:nvPr>
        </p:nvSpPr>
        <p:spPr>
          <a:xfrm>
            <a:off x="675937" y="6321425"/>
            <a:ext cx="7368606" cy="36761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cxnSp>
        <p:nvCxnSpPr>
          <p:cNvPr id="128" name="Google Shape;128;p12"/>
          <p:cNvCxnSpPr/>
          <p:nvPr/>
        </p:nvCxnSpPr>
        <p:spPr>
          <a:xfrm>
            <a:off x="2743200" y="3722766"/>
            <a:ext cx="0" cy="2160911"/>
          </a:xfrm>
          <a:prstGeom prst="straightConnector1">
            <a:avLst/>
          </a:prstGeom>
          <a:noFill/>
          <a:ln w="12700" cap="flat" cmpd="sng">
            <a:solidFill>
              <a:srgbClr val="C4E1E9"/>
            </a:solidFill>
            <a:prstDash val="solid"/>
            <a:miter lim="800000"/>
            <a:headEnd type="none" w="sm" len="sm"/>
            <a:tailEnd type="none" w="sm" len="sm"/>
          </a:ln>
        </p:spPr>
      </p:cxnSp>
      <p:cxnSp>
        <p:nvCxnSpPr>
          <p:cNvPr id="129" name="Google Shape;129;p12"/>
          <p:cNvCxnSpPr/>
          <p:nvPr/>
        </p:nvCxnSpPr>
        <p:spPr>
          <a:xfrm>
            <a:off x="5448300" y="3722766"/>
            <a:ext cx="0" cy="2160911"/>
          </a:xfrm>
          <a:prstGeom prst="straightConnector1">
            <a:avLst/>
          </a:prstGeom>
          <a:noFill/>
          <a:ln w="12700" cap="flat" cmpd="sng">
            <a:solidFill>
              <a:srgbClr val="C4E1E9"/>
            </a:solidFill>
            <a:prstDash val="solid"/>
            <a:miter lim="800000"/>
            <a:headEnd type="none" w="sm" len="sm"/>
            <a:tailEnd type="none" w="sm" len="sm"/>
          </a:ln>
        </p:spPr>
      </p:cxnSp>
      <p:sp>
        <p:nvSpPr>
          <p:cNvPr id="130" name="Google Shape;130;p12"/>
          <p:cNvSpPr txBox="1">
            <a:spLocks noGrp="1"/>
          </p:cNvSpPr>
          <p:nvPr>
            <p:ph type="body" idx="1"/>
          </p:nvPr>
        </p:nvSpPr>
        <p:spPr>
          <a:xfrm>
            <a:off x="360364" y="207165"/>
            <a:ext cx="7485260" cy="178593"/>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600"/>
              </a:spcBef>
              <a:spcAft>
                <a:spcPts val="0"/>
              </a:spcAft>
              <a:buClr>
                <a:srgbClr val="7F97A1"/>
              </a:buClr>
              <a:buSzPts val="1200"/>
              <a:buNone/>
              <a:defRPr sz="1200" cap="none">
                <a:solidFill>
                  <a:srgbClr val="7F97A1"/>
                </a:solidFill>
                <a:latin typeface="Calibri"/>
                <a:ea typeface="Calibri"/>
                <a:cs typeface="Calibri"/>
                <a:sym typeface="Calibri"/>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131" name="Google Shape;131;p12"/>
          <p:cNvSpPr txBox="1">
            <a:spLocks noGrp="1"/>
          </p:cNvSpPr>
          <p:nvPr>
            <p:ph type="body" idx="3"/>
          </p:nvPr>
        </p:nvSpPr>
        <p:spPr>
          <a:xfrm>
            <a:off x="360364" y="1557339"/>
            <a:ext cx="7485260" cy="1577896"/>
          </a:xfrm>
          <a:prstGeom prst="rect">
            <a:avLst/>
          </a:prstGeom>
          <a:noFill/>
          <a:ln>
            <a:noFill/>
          </a:ln>
        </p:spPr>
        <p:txBody>
          <a:bodyPr spcFirstLastPara="1" wrap="square" lIns="0" tIns="0" rIns="0" bIns="0" anchor="t" anchorCtr="0">
            <a:noAutofit/>
          </a:bodyPr>
          <a:lstStyle>
            <a:lvl1pPr marL="457200" lvl="0" indent="-304800" algn="l">
              <a:lnSpc>
                <a:spcPct val="100000"/>
              </a:lnSpc>
              <a:spcBef>
                <a:spcPts val="600"/>
              </a:spcBef>
              <a:spcAft>
                <a:spcPts val="0"/>
              </a:spcAft>
              <a:buClr>
                <a:schemeClr val="dk1"/>
              </a:buClr>
              <a:buSzPts val="1200"/>
              <a:buChar char="•"/>
              <a:defRPr/>
            </a:lvl1pPr>
            <a:lvl2pPr marL="914400" lvl="1" indent="-304800" algn="l">
              <a:lnSpc>
                <a:spcPct val="100000"/>
              </a:lnSpc>
              <a:spcBef>
                <a:spcPts val="600"/>
              </a:spcBef>
              <a:spcAft>
                <a:spcPts val="0"/>
              </a:spcAft>
              <a:buClr>
                <a:schemeClr val="dk1"/>
              </a:buClr>
              <a:buSzPts val="1200"/>
              <a:buChar char="•"/>
              <a:defRPr/>
            </a:lvl2pPr>
            <a:lvl3pPr marL="1371600" lvl="2" indent="-304800" algn="l">
              <a:lnSpc>
                <a:spcPct val="100000"/>
              </a:lnSpc>
              <a:spcBef>
                <a:spcPts val="600"/>
              </a:spcBef>
              <a:spcAft>
                <a:spcPts val="0"/>
              </a:spcAft>
              <a:buClr>
                <a:schemeClr val="dk1"/>
              </a:buClr>
              <a:buSzPts val="1200"/>
              <a:buChar char="•"/>
              <a:defRPr/>
            </a:lvl3pPr>
            <a:lvl4pPr marL="1828800" lvl="3" indent="-304800" algn="l">
              <a:lnSpc>
                <a:spcPct val="100000"/>
              </a:lnSpc>
              <a:spcBef>
                <a:spcPts val="600"/>
              </a:spcBef>
              <a:spcAft>
                <a:spcPts val="0"/>
              </a:spcAft>
              <a:buClr>
                <a:schemeClr val="dk1"/>
              </a:buClr>
              <a:buSzPts val="1200"/>
              <a:buChar char="•"/>
              <a:defRPr/>
            </a:lvl4pPr>
            <a:lvl5pPr marL="2286000" lvl="4" indent="-304800" algn="l">
              <a:lnSpc>
                <a:spcPct val="100000"/>
              </a:lnSpc>
              <a:spcBef>
                <a:spcPts val="600"/>
              </a:spcBef>
              <a:spcAft>
                <a:spcPts val="0"/>
              </a:spcAft>
              <a:buClr>
                <a:schemeClr val="dk1"/>
              </a:buClr>
              <a:buSzPts val="12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132" name="Google Shape;132;p12"/>
          <p:cNvSpPr txBox="1">
            <a:spLocks noGrp="1"/>
          </p:cNvSpPr>
          <p:nvPr>
            <p:ph type="body" idx="4"/>
          </p:nvPr>
        </p:nvSpPr>
        <p:spPr>
          <a:xfrm>
            <a:off x="360364" y="3357563"/>
            <a:ext cx="2107130" cy="2749550"/>
          </a:xfrm>
          <a:prstGeom prst="rect">
            <a:avLst/>
          </a:prstGeom>
          <a:noFill/>
          <a:ln>
            <a:noFill/>
          </a:ln>
        </p:spPr>
        <p:txBody>
          <a:bodyPr spcFirstLastPara="1" wrap="square" lIns="0" tIns="0" rIns="0" bIns="0" anchor="t" anchorCtr="0">
            <a:noAutofit/>
          </a:bodyPr>
          <a:lstStyle>
            <a:lvl1pPr marL="457200" lvl="0" indent="-342900" algn="l">
              <a:lnSpc>
                <a:spcPct val="100000"/>
              </a:lnSpc>
              <a:spcBef>
                <a:spcPts val="600"/>
              </a:spcBef>
              <a:spcAft>
                <a:spcPts val="0"/>
              </a:spcAft>
              <a:buClr>
                <a:schemeClr val="dk1"/>
              </a:buClr>
              <a:buSzPts val="1800"/>
              <a:buChar char="•"/>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133" name="Google Shape;133;p12"/>
          <p:cNvSpPr txBox="1">
            <a:spLocks noGrp="1"/>
          </p:cNvSpPr>
          <p:nvPr>
            <p:ph type="body" idx="5"/>
          </p:nvPr>
        </p:nvSpPr>
        <p:spPr>
          <a:xfrm>
            <a:off x="3060021" y="3357563"/>
            <a:ext cx="2140374" cy="2749550"/>
          </a:xfrm>
          <a:prstGeom prst="rect">
            <a:avLst/>
          </a:prstGeom>
          <a:noFill/>
          <a:ln>
            <a:noFill/>
          </a:ln>
        </p:spPr>
        <p:txBody>
          <a:bodyPr spcFirstLastPara="1" wrap="square" lIns="0" tIns="0" rIns="0" bIns="0" anchor="t" anchorCtr="0">
            <a:noAutofit/>
          </a:bodyPr>
          <a:lstStyle>
            <a:lvl1pPr marL="457200" lvl="0" indent="-342900" algn="l">
              <a:lnSpc>
                <a:spcPct val="100000"/>
              </a:lnSpc>
              <a:spcBef>
                <a:spcPts val="600"/>
              </a:spcBef>
              <a:spcAft>
                <a:spcPts val="0"/>
              </a:spcAft>
              <a:buClr>
                <a:schemeClr val="dk1"/>
              </a:buClr>
              <a:buSzPts val="1800"/>
              <a:buChar char="•"/>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134" name="Google Shape;134;p12"/>
          <p:cNvSpPr txBox="1">
            <a:spLocks noGrp="1"/>
          </p:cNvSpPr>
          <p:nvPr>
            <p:ph type="body" idx="6"/>
          </p:nvPr>
        </p:nvSpPr>
        <p:spPr>
          <a:xfrm>
            <a:off x="5705249" y="3357563"/>
            <a:ext cx="2140374" cy="2749550"/>
          </a:xfrm>
          <a:prstGeom prst="rect">
            <a:avLst/>
          </a:prstGeom>
          <a:noFill/>
          <a:ln>
            <a:noFill/>
          </a:ln>
        </p:spPr>
        <p:txBody>
          <a:bodyPr spcFirstLastPara="1" wrap="square" lIns="0" tIns="0" rIns="0" bIns="0" anchor="t" anchorCtr="0">
            <a:noAutofit/>
          </a:bodyPr>
          <a:lstStyle>
            <a:lvl1pPr marL="457200" lvl="0" indent="-342900" algn="l">
              <a:lnSpc>
                <a:spcPct val="100000"/>
              </a:lnSpc>
              <a:spcBef>
                <a:spcPts val="600"/>
              </a:spcBef>
              <a:spcAft>
                <a:spcPts val="0"/>
              </a:spcAft>
              <a:buClr>
                <a:schemeClr val="dk1"/>
              </a:buClr>
              <a:buSzPts val="1800"/>
              <a:buChar char="•"/>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135" name="Google Shape;135;p12"/>
          <p:cNvSpPr txBox="1">
            <a:spLocks noGrp="1"/>
          </p:cNvSpPr>
          <p:nvPr>
            <p:ph type="sldNum" idx="12"/>
          </p:nvPr>
        </p:nvSpPr>
        <p:spPr>
          <a:xfrm>
            <a:off x="11126972" y="6317863"/>
            <a:ext cx="704666" cy="181362"/>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extLst>
      <p:ext uri="{BB962C8B-B14F-4D97-AF65-F5344CB8AC3E}">
        <p14:creationId xmlns:p14="http://schemas.microsoft.com/office/powerpoint/2010/main" val="1241623453"/>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matchingName="CV">
  <p:cSld name="CV">
    <p:spTree>
      <p:nvGrpSpPr>
        <p:cNvPr id="1" name="Shape 136"/>
        <p:cNvGrpSpPr/>
        <p:nvPr/>
      </p:nvGrpSpPr>
      <p:grpSpPr>
        <a:xfrm>
          <a:off x="0" y="0"/>
          <a:ext cx="0" cy="0"/>
          <a:chOff x="0" y="0"/>
          <a:chExt cx="0" cy="0"/>
        </a:xfrm>
      </p:grpSpPr>
      <p:sp>
        <p:nvSpPr>
          <p:cNvPr id="137" name="Google Shape;137;p13"/>
          <p:cNvSpPr/>
          <p:nvPr/>
        </p:nvSpPr>
        <p:spPr>
          <a:xfrm>
            <a:off x="-5419" y="0"/>
            <a:ext cx="3831204"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138" name="Google Shape;138;p13"/>
          <p:cNvSpPr txBox="1">
            <a:spLocks noGrp="1"/>
          </p:cNvSpPr>
          <p:nvPr>
            <p:ph type="ftr" idx="11"/>
          </p:nvPr>
        </p:nvSpPr>
        <p:spPr>
          <a:xfrm>
            <a:off x="4045397" y="6321425"/>
            <a:ext cx="6718396" cy="36761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39" name="Google Shape;139;p13"/>
          <p:cNvPicPr preferRelativeResize="0"/>
          <p:nvPr/>
        </p:nvPicPr>
        <p:blipFill rotWithShape="1">
          <a:blip r:embed="rId2">
            <a:alphaModFix/>
          </a:blip>
          <a:srcRect/>
          <a:stretch/>
        </p:blipFill>
        <p:spPr>
          <a:xfrm>
            <a:off x="11334902" y="216000"/>
            <a:ext cx="646728" cy="763199"/>
          </a:xfrm>
          <a:prstGeom prst="rect">
            <a:avLst/>
          </a:prstGeom>
          <a:noFill/>
          <a:ln>
            <a:noFill/>
          </a:ln>
        </p:spPr>
      </p:pic>
      <p:sp>
        <p:nvSpPr>
          <p:cNvPr id="140" name="Google Shape;140;p13"/>
          <p:cNvSpPr>
            <a:spLocks noGrp="1"/>
          </p:cNvSpPr>
          <p:nvPr>
            <p:ph type="pic" idx="2"/>
          </p:nvPr>
        </p:nvSpPr>
        <p:spPr>
          <a:xfrm>
            <a:off x="360000" y="360000"/>
            <a:ext cx="827999" cy="827999"/>
          </a:xfrm>
          <a:prstGeom prst="ellipse">
            <a:avLst/>
          </a:prstGeom>
          <a:solidFill>
            <a:schemeClr val="lt1"/>
          </a:solidFill>
          <a:ln>
            <a:noFill/>
          </a:ln>
        </p:spPr>
        <p:txBody>
          <a:bodyPr/>
          <a:lstStyle/>
          <a:p>
            <a:endParaRPr lang="en-GB"/>
          </a:p>
        </p:txBody>
      </p:sp>
      <p:sp>
        <p:nvSpPr>
          <p:cNvPr id="141" name="Google Shape;141;p13"/>
          <p:cNvSpPr txBox="1">
            <a:spLocks noGrp="1"/>
          </p:cNvSpPr>
          <p:nvPr>
            <p:ph type="body" idx="1"/>
          </p:nvPr>
        </p:nvSpPr>
        <p:spPr>
          <a:xfrm>
            <a:off x="360000" y="1702992"/>
            <a:ext cx="864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142" name="Google Shape;142;p13"/>
          <p:cNvSpPr txBox="1"/>
          <p:nvPr/>
        </p:nvSpPr>
        <p:spPr>
          <a:xfrm>
            <a:off x="360000" y="1423646"/>
            <a:ext cx="1728192" cy="21409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1050"/>
              <a:buFont typeface="Arial"/>
              <a:buNone/>
            </a:pPr>
            <a:r>
              <a:rPr lang="en-GB" sz="1050" b="0" i="0" u="none" strike="noStrike" cap="none">
                <a:solidFill>
                  <a:schemeClr val="lt1"/>
                </a:solidFill>
                <a:latin typeface="Calibri"/>
                <a:ea typeface="Calibri"/>
                <a:cs typeface="Calibri"/>
                <a:sym typeface="Calibri"/>
              </a:rPr>
              <a:t>Experience</a:t>
            </a:r>
            <a:endParaRPr sz="1400" b="0" i="0" u="none" strike="noStrike" cap="none">
              <a:solidFill>
                <a:schemeClr val="lt1"/>
              </a:solidFill>
              <a:latin typeface="Calibri"/>
              <a:ea typeface="Calibri"/>
              <a:cs typeface="Calibri"/>
              <a:sym typeface="Calibri"/>
            </a:endParaRPr>
          </a:p>
        </p:txBody>
      </p:sp>
      <p:sp>
        <p:nvSpPr>
          <p:cNvPr id="143" name="Google Shape;143;p13"/>
          <p:cNvSpPr txBox="1">
            <a:spLocks noGrp="1"/>
          </p:cNvSpPr>
          <p:nvPr>
            <p:ph type="body" idx="3"/>
          </p:nvPr>
        </p:nvSpPr>
        <p:spPr>
          <a:xfrm>
            <a:off x="1318063" y="1698131"/>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latin typeface="Calibri"/>
                <a:ea typeface="Calibri"/>
                <a:cs typeface="Calibri"/>
                <a:sym typeface="Calibri"/>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144" name="Google Shape;144;p13"/>
          <p:cNvSpPr txBox="1">
            <a:spLocks noGrp="1"/>
          </p:cNvSpPr>
          <p:nvPr>
            <p:ph type="body" idx="4"/>
          </p:nvPr>
        </p:nvSpPr>
        <p:spPr>
          <a:xfrm>
            <a:off x="1318063" y="1883242"/>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i="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145" name="Google Shape;145;p13"/>
          <p:cNvSpPr txBox="1">
            <a:spLocks noGrp="1"/>
          </p:cNvSpPr>
          <p:nvPr>
            <p:ph type="body" idx="5"/>
          </p:nvPr>
        </p:nvSpPr>
        <p:spPr>
          <a:xfrm>
            <a:off x="1435999" y="537937"/>
            <a:ext cx="2304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200"/>
              <a:buNone/>
              <a:defRPr sz="1200" cap="none">
                <a:solidFill>
                  <a:schemeClr val="lt1"/>
                </a:solidFill>
                <a:latin typeface="Calibri"/>
                <a:ea typeface="Calibri"/>
                <a:cs typeface="Calibri"/>
                <a:sym typeface="Calibri"/>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146" name="Google Shape;146;p13"/>
          <p:cNvSpPr txBox="1">
            <a:spLocks noGrp="1"/>
          </p:cNvSpPr>
          <p:nvPr>
            <p:ph type="body" idx="6"/>
          </p:nvPr>
        </p:nvSpPr>
        <p:spPr>
          <a:xfrm>
            <a:off x="1435999" y="791602"/>
            <a:ext cx="2304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50"/>
              <a:buNone/>
              <a:defRPr sz="105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147" name="Google Shape;147;p13"/>
          <p:cNvSpPr txBox="1">
            <a:spLocks noGrp="1"/>
          </p:cNvSpPr>
          <p:nvPr>
            <p:ph type="body" idx="7"/>
          </p:nvPr>
        </p:nvSpPr>
        <p:spPr>
          <a:xfrm>
            <a:off x="360000" y="2127609"/>
            <a:ext cx="864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148" name="Google Shape;148;p13"/>
          <p:cNvSpPr txBox="1">
            <a:spLocks noGrp="1"/>
          </p:cNvSpPr>
          <p:nvPr>
            <p:ph type="body" idx="8"/>
          </p:nvPr>
        </p:nvSpPr>
        <p:spPr>
          <a:xfrm>
            <a:off x="1318063" y="2123699"/>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latin typeface="Calibri"/>
                <a:ea typeface="Calibri"/>
                <a:cs typeface="Calibri"/>
                <a:sym typeface="Calibri"/>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149" name="Google Shape;149;p13"/>
          <p:cNvSpPr txBox="1">
            <a:spLocks noGrp="1"/>
          </p:cNvSpPr>
          <p:nvPr>
            <p:ph type="body" idx="9"/>
          </p:nvPr>
        </p:nvSpPr>
        <p:spPr>
          <a:xfrm>
            <a:off x="1318063" y="2306603"/>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i="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150" name="Google Shape;150;p13"/>
          <p:cNvSpPr txBox="1">
            <a:spLocks noGrp="1"/>
          </p:cNvSpPr>
          <p:nvPr>
            <p:ph type="body" idx="13"/>
          </p:nvPr>
        </p:nvSpPr>
        <p:spPr>
          <a:xfrm>
            <a:off x="360000" y="2552226"/>
            <a:ext cx="864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151" name="Google Shape;151;p13"/>
          <p:cNvSpPr txBox="1">
            <a:spLocks noGrp="1"/>
          </p:cNvSpPr>
          <p:nvPr>
            <p:ph type="body" idx="14"/>
          </p:nvPr>
        </p:nvSpPr>
        <p:spPr>
          <a:xfrm>
            <a:off x="1318063" y="2548316"/>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latin typeface="Calibri"/>
                <a:ea typeface="Calibri"/>
                <a:cs typeface="Calibri"/>
                <a:sym typeface="Calibri"/>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152" name="Google Shape;152;p13"/>
          <p:cNvSpPr txBox="1">
            <a:spLocks noGrp="1"/>
          </p:cNvSpPr>
          <p:nvPr>
            <p:ph type="body" idx="15"/>
          </p:nvPr>
        </p:nvSpPr>
        <p:spPr>
          <a:xfrm>
            <a:off x="1318063" y="2732885"/>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i="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153" name="Google Shape;153;p13"/>
          <p:cNvSpPr txBox="1">
            <a:spLocks noGrp="1"/>
          </p:cNvSpPr>
          <p:nvPr>
            <p:ph type="body" idx="16"/>
          </p:nvPr>
        </p:nvSpPr>
        <p:spPr>
          <a:xfrm>
            <a:off x="360000" y="2976843"/>
            <a:ext cx="864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154" name="Google Shape;154;p13"/>
          <p:cNvSpPr txBox="1">
            <a:spLocks noGrp="1"/>
          </p:cNvSpPr>
          <p:nvPr>
            <p:ph type="body" idx="17"/>
          </p:nvPr>
        </p:nvSpPr>
        <p:spPr>
          <a:xfrm>
            <a:off x="1318063" y="2972933"/>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latin typeface="Calibri"/>
                <a:ea typeface="Calibri"/>
                <a:cs typeface="Calibri"/>
                <a:sym typeface="Calibri"/>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155" name="Google Shape;155;p13"/>
          <p:cNvSpPr txBox="1">
            <a:spLocks noGrp="1"/>
          </p:cNvSpPr>
          <p:nvPr>
            <p:ph type="body" idx="18"/>
          </p:nvPr>
        </p:nvSpPr>
        <p:spPr>
          <a:xfrm>
            <a:off x="1318063" y="3154827"/>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i="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156" name="Google Shape;156;p13"/>
          <p:cNvSpPr txBox="1">
            <a:spLocks noGrp="1"/>
          </p:cNvSpPr>
          <p:nvPr>
            <p:ph type="body" idx="19"/>
          </p:nvPr>
        </p:nvSpPr>
        <p:spPr>
          <a:xfrm>
            <a:off x="360000" y="3401460"/>
            <a:ext cx="864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157" name="Google Shape;157;p13"/>
          <p:cNvSpPr txBox="1">
            <a:spLocks noGrp="1"/>
          </p:cNvSpPr>
          <p:nvPr>
            <p:ph type="body" idx="20"/>
          </p:nvPr>
        </p:nvSpPr>
        <p:spPr>
          <a:xfrm>
            <a:off x="1318063" y="3397550"/>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latin typeface="Calibri"/>
                <a:ea typeface="Calibri"/>
                <a:cs typeface="Calibri"/>
                <a:sym typeface="Calibri"/>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158" name="Google Shape;158;p13"/>
          <p:cNvSpPr txBox="1">
            <a:spLocks noGrp="1"/>
          </p:cNvSpPr>
          <p:nvPr>
            <p:ph type="body" idx="21"/>
          </p:nvPr>
        </p:nvSpPr>
        <p:spPr>
          <a:xfrm>
            <a:off x="1318063" y="3579442"/>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i="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159" name="Google Shape;159;p13"/>
          <p:cNvSpPr txBox="1"/>
          <p:nvPr/>
        </p:nvSpPr>
        <p:spPr>
          <a:xfrm>
            <a:off x="360000" y="4255608"/>
            <a:ext cx="1728192" cy="21409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1050"/>
              <a:buFont typeface="Arial"/>
              <a:buNone/>
            </a:pPr>
            <a:r>
              <a:rPr lang="en-GB" sz="1050" b="0" i="0" u="none" strike="noStrike" cap="none">
                <a:solidFill>
                  <a:schemeClr val="lt1"/>
                </a:solidFill>
                <a:latin typeface="Calibri"/>
                <a:ea typeface="Calibri"/>
                <a:cs typeface="Calibri"/>
                <a:sym typeface="Calibri"/>
              </a:rPr>
              <a:t>Education</a:t>
            </a:r>
            <a:endParaRPr sz="1400" b="0" i="0" u="none" strike="noStrike" cap="none">
              <a:solidFill>
                <a:schemeClr val="lt1"/>
              </a:solidFill>
              <a:latin typeface="Calibri"/>
              <a:ea typeface="Calibri"/>
              <a:cs typeface="Calibri"/>
              <a:sym typeface="Calibri"/>
            </a:endParaRPr>
          </a:p>
        </p:txBody>
      </p:sp>
      <p:sp>
        <p:nvSpPr>
          <p:cNvPr id="160" name="Google Shape;160;p13"/>
          <p:cNvSpPr txBox="1">
            <a:spLocks noGrp="1"/>
          </p:cNvSpPr>
          <p:nvPr>
            <p:ph type="body" idx="22"/>
          </p:nvPr>
        </p:nvSpPr>
        <p:spPr>
          <a:xfrm>
            <a:off x="360000" y="3826075"/>
            <a:ext cx="864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161" name="Google Shape;161;p13"/>
          <p:cNvSpPr txBox="1">
            <a:spLocks noGrp="1"/>
          </p:cNvSpPr>
          <p:nvPr>
            <p:ph type="body" idx="23"/>
          </p:nvPr>
        </p:nvSpPr>
        <p:spPr>
          <a:xfrm>
            <a:off x="1318063" y="3822165"/>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latin typeface="Calibri"/>
                <a:ea typeface="Calibri"/>
                <a:cs typeface="Calibri"/>
                <a:sym typeface="Calibri"/>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162" name="Google Shape;162;p13"/>
          <p:cNvSpPr txBox="1">
            <a:spLocks noGrp="1"/>
          </p:cNvSpPr>
          <p:nvPr>
            <p:ph type="body" idx="24"/>
          </p:nvPr>
        </p:nvSpPr>
        <p:spPr>
          <a:xfrm>
            <a:off x="1318063" y="4004435"/>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i="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163" name="Google Shape;163;p13"/>
          <p:cNvSpPr txBox="1">
            <a:spLocks noGrp="1"/>
          </p:cNvSpPr>
          <p:nvPr>
            <p:ph type="body" idx="25"/>
          </p:nvPr>
        </p:nvSpPr>
        <p:spPr>
          <a:xfrm>
            <a:off x="360000" y="4534436"/>
            <a:ext cx="864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164" name="Google Shape;164;p13"/>
          <p:cNvSpPr txBox="1">
            <a:spLocks noGrp="1"/>
          </p:cNvSpPr>
          <p:nvPr>
            <p:ph type="body" idx="26"/>
          </p:nvPr>
        </p:nvSpPr>
        <p:spPr>
          <a:xfrm>
            <a:off x="1301726" y="4530526"/>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latin typeface="Calibri"/>
                <a:ea typeface="Calibri"/>
                <a:cs typeface="Calibri"/>
                <a:sym typeface="Calibri"/>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165" name="Google Shape;165;p13"/>
          <p:cNvSpPr txBox="1">
            <a:spLocks noGrp="1"/>
          </p:cNvSpPr>
          <p:nvPr>
            <p:ph type="body" idx="27"/>
          </p:nvPr>
        </p:nvSpPr>
        <p:spPr>
          <a:xfrm>
            <a:off x="1301726" y="4712796"/>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i="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166" name="Google Shape;166;p13"/>
          <p:cNvSpPr txBox="1">
            <a:spLocks noGrp="1"/>
          </p:cNvSpPr>
          <p:nvPr>
            <p:ph type="body" idx="28"/>
          </p:nvPr>
        </p:nvSpPr>
        <p:spPr>
          <a:xfrm>
            <a:off x="360000" y="4950211"/>
            <a:ext cx="864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167" name="Google Shape;167;p13"/>
          <p:cNvSpPr txBox="1">
            <a:spLocks noGrp="1"/>
          </p:cNvSpPr>
          <p:nvPr>
            <p:ph type="body" idx="29"/>
          </p:nvPr>
        </p:nvSpPr>
        <p:spPr>
          <a:xfrm>
            <a:off x="1301726" y="4950211"/>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latin typeface="Calibri"/>
                <a:ea typeface="Calibri"/>
                <a:cs typeface="Calibri"/>
                <a:sym typeface="Calibri"/>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168" name="Google Shape;168;p13"/>
          <p:cNvSpPr txBox="1">
            <a:spLocks noGrp="1"/>
          </p:cNvSpPr>
          <p:nvPr>
            <p:ph type="body" idx="30"/>
          </p:nvPr>
        </p:nvSpPr>
        <p:spPr>
          <a:xfrm>
            <a:off x="1301726" y="5132481"/>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i="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169" name="Google Shape;169;p13"/>
          <p:cNvSpPr txBox="1">
            <a:spLocks noGrp="1"/>
          </p:cNvSpPr>
          <p:nvPr>
            <p:ph type="body" idx="31"/>
          </p:nvPr>
        </p:nvSpPr>
        <p:spPr>
          <a:xfrm>
            <a:off x="360000" y="5379382"/>
            <a:ext cx="864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170" name="Google Shape;170;p13"/>
          <p:cNvSpPr txBox="1">
            <a:spLocks noGrp="1"/>
          </p:cNvSpPr>
          <p:nvPr>
            <p:ph type="body" idx="32"/>
          </p:nvPr>
        </p:nvSpPr>
        <p:spPr>
          <a:xfrm>
            <a:off x="1301771" y="5379382"/>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latin typeface="Calibri"/>
                <a:ea typeface="Calibri"/>
                <a:cs typeface="Calibri"/>
                <a:sym typeface="Calibri"/>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171" name="Google Shape;171;p13"/>
          <p:cNvSpPr txBox="1">
            <a:spLocks noGrp="1"/>
          </p:cNvSpPr>
          <p:nvPr>
            <p:ph type="body" idx="33"/>
          </p:nvPr>
        </p:nvSpPr>
        <p:spPr>
          <a:xfrm>
            <a:off x="1301771" y="5561652"/>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i="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172" name="Google Shape;172;p13"/>
          <p:cNvSpPr txBox="1">
            <a:spLocks noGrp="1"/>
          </p:cNvSpPr>
          <p:nvPr>
            <p:ph type="body" idx="34"/>
          </p:nvPr>
        </p:nvSpPr>
        <p:spPr>
          <a:xfrm>
            <a:off x="360000" y="5803034"/>
            <a:ext cx="864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173" name="Google Shape;173;p13"/>
          <p:cNvSpPr txBox="1">
            <a:spLocks noGrp="1"/>
          </p:cNvSpPr>
          <p:nvPr>
            <p:ph type="body" idx="35"/>
          </p:nvPr>
        </p:nvSpPr>
        <p:spPr>
          <a:xfrm>
            <a:off x="1301726" y="5803034"/>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latin typeface="Calibri"/>
                <a:ea typeface="Calibri"/>
                <a:cs typeface="Calibri"/>
                <a:sym typeface="Calibri"/>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174" name="Google Shape;174;p13"/>
          <p:cNvSpPr txBox="1">
            <a:spLocks noGrp="1"/>
          </p:cNvSpPr>
          <p:nvPr>
            <p:ph type="body" idx="36"/>
          </p:nvPr>
        </p:nvSpPr>
        <p:spPr>
          <a:xfrm>
            <a:off x="1301726" y="5985304"/>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i="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cxnSp>
        <p:nvCxnSpPr>
          <p:cNvPr id="175" name="Google Shape;175;p13"/>
          <p:cNvCxnSpPr/>
          <p:nvPr/>
        </p:nvCxnSpPr>
        <p:spPr>
          <a:xfrm>
            <a:off x="6603203" y="1714748"/>
            <a:ext cx="0" cy="3327789"/>
          </a:xfrm>
          <a:prstGeom prst="straightConnector1">
            <a:avLst/>
          </a:prstGeom>
          <a:noFill/>
          <a:ln w="12700" cap="flat" cmpd="sng">
            <a:solidFill>
              <a:srgbClr val="D4DCDF"/>
            </a:solidFill>
            <a:prstDash val="solid"/>
            <a:miter lim="800000"/>
            <a:headEnd type="none" w="sm" len="sm"/>
            <a:tailEnd type="none" w="sm" len="sm"/>
          </a:ln>
        </p:spPr>
      </p:cxnSp>
      <p:sp>
        <p:nvSpPr>
          <p:cNvPr id="176" name="Google Shape;176;p13"/>
          <p:cNvSpPr txBox="1"/>
          <p:nvPr/>
        </p:nvSpPr>
        <p:spPr>
          <a:xfrm>
            <a:off x="4045397" y="1431471"/>
            <a:ext cx="1728192" cy="24833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1200"/>
              <a:buFont typeface="Arial"/>
              <a:buNone/>
            </a:pPr>
            <a:r>
              <a:rPr lang="en-GB" sz="1200" b="0" i="0" u="none" strike="noStrike" cap="none">
                <a:solidFill>
                  <a:srgbClr val="50A9BE"/>
                </a:solidFill>
                <a:latin typeface="Calibri"/>
                <a:ea typeface="Calibri"/>
                <a:cs typeface="Calibri"/>
                <a:sym typeface="Calibri"/>
              </a:rPr>
              <a:t>Introduction</a:t>
            </a:r>
            <a:endParaRPr sz="1400" b="0" i="0" u="none" strike="noStrike" cap="none">
              <a:solidFill>
                <a:srgbClr val="000000"/>
              </a:solidFill>
              <a:latin typeface="Arial"/>
              <a:ea typeface="Arial"/>
              <a:cs typeface="Arial"/>
              <a:sym typeface="Arial"/>
            </a:endParaRPr>
          </a:p>
        </p:txBody>
      </p:sp>
      <p:sp>
        <p:nvSpPr>
          <p:cNvPr id="177" name="Google Shape;177;p13"/>
          <p:cNvSpPr txBox="1"/>
          <p:nvPr/>
        </p:nvSpPr>
        <p:spPr>
          <a:xfrm>
            <a:off x="6713009" y="1431471"/>
            <a:ext cx="1728192" cy="24833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1200"/>
              <a:buFont typeface="Arial"/>
              <a:buNone/>
            </a:pPr>
            <a:r>
              <a:rPr lang="en-GB" sz="1200" b="0" i="0" u="none" strike="noStrike" cap="none">
                <a:solidFill>
                  <a:srgbClr val="50A9BE"/>
                </a:solidFill>
                <a:latin typeface="Calibri"/>
                <a:ea typeface="Calibri"/>
                <a:cs typeface="Calibri"/>
                <a:sym typeface="Calibri"/>
              </a:rPr>
              <a:t>Experience</a:t>
            </a:r>
            <a:endParaRPr sz="1400" b="0" i="0" u="none" strike="noStrike" cap="none">
              <a:solidFill>
                <a:srgbClr val="000000"/>
              </a:solidFill>
              <a:latin typeface="Arial"/>
              <a:ea typeface="Arial"/>
              <a:cs typeface="Arial"/>
              <a:sym typeface="Arial"/>
            </a:endParaRPr>
          </a:p>
        </p:txBody>
      </p:sp>
      <p:sp>
        <p:nvSpPr>
          <p:cNvPr id="178" name="Google Shape;178;p13"/>
          <p:cNvSpPr txBox="1"/>
          <p:nvPr/>
        </p:nvSpPr>
        <p:spPr>
          <a:xfrm>
            <a:off x="9380620" y="1431471"/>
            <a:ext cx="1728192" cy="24833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1200"/>
              <a:buFont typeface="Arial"/>
              <a:buNone/>
            </a:pPr>
            <a:r>
              <a:rPr lang="en-GB" sz="1200" b="0" i="0" u="none" strike="noStrike" cap="none">
                <a:solidFill>
                  <a:srgbClr val="50A9BE"/>
                </a:solidFill>
                <a:latin typeface="Calibri"/>
                <a:ea typeface="Calibri"/>
                <a:cs typeface="Calibri"/>
                <a:sym typeface="Calibri"/>
              </a:rPr>
              <a:t>Previous Clients</a:t>
            </a:r>
            <a:endParaRPr sz="1400" b="0" i="0" u="none" strike="noStrike" cap="none">
              <a:solidFill>
                <a:srgbClr val="000000"/>
              </a:solidFill>
              <a:latin typeface="Arial"/>
              <a:ea typeface="Arial"/>
              <a:cs typeface="Arial"/>
              <a:sym typeface="Arial"/>
            </a:endParaRPr>
          </a:p>
        </p:txBody>
      </p:sp>
      <p:sp>
        <p:nvSpPr>
          <p:cNvPr id="179" name="Google Shape;179;p13"/>
          <p:cNvSpPr txBox="1">
            <a:spLocks noGrp="1"/>
          </p:cNvSpPr>
          <p:nvPr>
            <p:ph type="body" idx="37"/>
          </p:nvPr>
        </p:nvSpPr>
        <p:spPr>
          <a:xfrm>
            <a:off x="4045397" y="1714749"/>
            <a:ext cx="2448000" cy="3370436"/>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050"/>
              <a:buNone/>
              <a:defRPr sz="1050">
                <a:solidFill>
                  <a:schemeClr val="dk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180" name="Google Shape;180;p13"/>
          <p:cNvSpPr txBox="1">
            <a:spLocks noGrp="1"/>
          </p:cNvSpPr>
          <p:nvPr>
            <p:ph type="body" idx="38"/>
          </p:nvPr>
        </p:nvSpPr>
        <p:spPr>
          <a:xfrm>
            <a:off x="6713009" y="1714749"/>
            <a:ext cx="2448000" cy="3370436"/>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050"/>
              <a:buNone/>
              <a:defRPr sz="1050">
                <a:solidFill>
                  <a:schemeClr val="dk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181" name="Google Shape;181;p13"/>
          <p:cNvSpPr txBox="1">
            <a:spLocks noGrp="1"/>
          </p:cNvSpPr>
          <p:nvPr>
            <p:ph type="body" idx="39"/>
          </p:nvPr>
        </p:nvSpPr>
        <p:spPr>
          <a:xfrm>
            <a:off x="9380620" y="1714748"/>
            <a:ext cx="2448000" cy="3370436"/>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050"/>
              <a:buNone/>
              <a:defRPr sz="1050">
                <a:solidFill>
                  <a:schemeClr val="dk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182" name="Google Shape;182;p13"/>
          <p:cNvSpPr txBox="1"/>
          <p:nvPr/>
        </p:nvSpPr>
        <p:spPr>
          <a:xfrm>
            <a:off x="4068405" y="283262"/>
            <a:ext cx="1728192" cy="24833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1200"/>
              <a:buFont typeface="Arial"/>
              <a:buNone/>
            </a:pPr>
            <a:r>
              <a:rPr lang="en-GB" sz="1200" b="0" i="0" u="none" strike="noStrike" cap="none">
                <a:solidFill>
                  <a:srgbClr val="50A9BE"/>
                </a:solidFill>
                <a:latin typeface="Calibri"/>
                <a:ea typeface="Calibri"/>
                <a:cs typeface="Calibri"/>
                <a:sym typeface="Calibri"/>
              </a:rPr>
              <a:t>Contact</a:t>
            </a:r>
            <a:endParaRPr sz="1400" b="0" i="0" u="none" strike="noStrike" cap="none">
              <a:solidFill>
                <a:srgbClr val="000000"/>
              </a:solidFill>
              <a:latin typeface="Arial"/>
              <a:ea typeface="Arial"/>
              <a:cs typeface="Arial"/>
              <a:sym typeface="Arial"/>
            </a:endParaRPr>
          </a:p>
        </p:txBody>
      </p:sp>
      <p:sp>
        <p:nvSpPr>
          <p:cNvPr id="183" name="Google Shape;183;p13"/>
          <p:cNvSpPr txBox="1">
            <a:spLocks noGrp="1"/>
          </p:cNvSpPr>
          <p:nvPr>
            <p:ph type="body" idx="40"/>
          </p:nvPr>
        </p:nvSpPr>
        <p:spPr>
          <a:xfrm>
            <a:off x="4068405" y="542083"/>
            <a:ext cx="259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dk1"/>
              </a:buClr>
              <a:buSzPts val="1000"/>
              <a:buNone/>
              <a:defRPr sz="1000">
                <a:solidFill>
                  <a:schemeClr val="dk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184" name="Google Shape;184;p13"/>
          <p:cNvSpPr txBox="1">
            <a:spLocks noGrp="1"/>
          </p:cNvSpPr>
          <p:nvPr>
            <p:ph type="body" idx="41"/>
          </p:nvPr>
        </p:nvSpPr>
        <p:spPr>
          <a:xfrm>
            <a:off x="4068405" y="791602"/>
            <a:ext cx="259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dk1"/>
              </a:buClr>
              <a:buSzPts val="1000"/>
              <a:buNone/>
              <a:defRPr sz="1000">
                <a:solidFill>
                  <a:schemeClr val="dk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185" name="Google Shape;185;p13"/>
          <p:cNvSpPr txBox="1"/>
          <p:nvPr/>
        </p:nvSpPr>
        <p:spPr>
          <a:xfrm>
            <a:off x="4045397" y="5221764"/>
            <a:ext cx="1728192" cy="24833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1200"/>
              <a:buFont typeface="Arial"/>
              <a:buNone/>
            </a:pPr>
            <a:r>
              <a:rPr lang="en-GB" sz="1200" b="0" i="0" u="none" strike="noStrike" cap="none">
                <a:solidFill>
                  <a:srgbClr val="50A9BE"/>
                </a:solidFill>
                <a:latin typeface="Calibri"/>
                <a:ea typeface="Calibri"/>
                <a:cs typeface="Calibri"/>
                <a:sym typeface="Calibri"/>
              </a:rPr>
              <a:t>Additional information</a:t>
            </a:r>
            <a:endParaRPr sz="1400" b="0" i="0" u="none" strike="noStrike" cap="none">
              <a:solidFill>
                <a:srgbClr val="000000"/>
              </a:solidFill>
              <a:latin typeface="Arial"/>
              <a:ea typeface="Arial"/>
              <a:cs typeface="Arial"/>
              <a:sym typeface="Arial"/>
            </a:endParaRPr>
          </a:p>
        </p:txBody>
      </p:sp>
      <p:sp>
        <p:nvSpPr>
          <p:cNvPr id="186" name="Google Shape;186;p13"/>
          <p:cNvSpPr txBox="1"/>
          <p:nvPr/>
        </p:nvSpPr>
        <p:spPr>
          <a:xfrm>
            <a:off x="4045397" y="5741933"/>
            <a:ext cx="740216" cy="16158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en-GB" sz="1050" b="0" i="0" u="none" strike="noStrike" cap="none">
                <a:solidFill>
                  <a:srgbClr val="50A9BE"/>
                </a:solidFill>
                <a:latin typeface="Calibri"/>
                <a:ea typeface="Calibri"/>
                <a:cs typeface="Calibri"/>
                <a:sym typeface="Calibri"/>
              </a:rPr>
              <a:t>Interests:</a:t>
            </a:r>
            <a:endParaRPr sz="1400" b="0" i="0" u="none" strike="noStrike" cap="none">
              <a:solidFill>
                <a:srgbClr val="50A9BE"/>
              </a:solidFill>
              <a:latin typeface="Calibri"/>
              <a:ea typeface="Calibri"/>
              <a:cs typeface="Calibri"/>
              <a:sym typeface="Calibri"/>
            </a:endParaRPr>
          </a:p>
        </p:txBody>
      </p:sp>
      <p:sp>
        <p:nvSpPr>
          <p:cNvPr id="187" name="Google Shape;187;p13"/>
          <p:cNvSpPr txBox="1">
            <a:spLocks noGrp="1"/>
          </p:cNvSpPr>
          <p:nvPr>
            <p:ph type="body" idx="42"/>
          </p:nvPr>
        </p:nvSpPr>
        <p:spPr>
          <a:xfrm>
            <a:off x="4808620" y="5527848"/>
            <a:ext cx="7020000" cy="180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050"/>
              <a:buNone/>
              <a:defRPr sz="1050"/>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188" name="Google Shape;188;p13"/>
          <p:cNvSpPr txBox="1">
            <a:spLocks noGrp="1"/>
          </p:cNvSpPr>
          <p:nvPr>
            <p:ph type="body" idx="43"/>
          </p:nvPr>
        </p:nvSpPr>
        <p:spPr>
          <a:xfrm>
            <a:off x="4813404" y="5741933"/>
            <a:ext cx="7015216" cy="164036"/>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050"/>
              <a:buNone/>
              <a:defRPr sz="1050"/>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cxnSp>
        <p:nvCxnSpPr>
          <p:cNvPr id="189" name="Google Shape;189;p13"/>
          <p:cNvCxnSpPr/>
          <p:nvPr/>
        </p:nvCxnSpPr>
        <p:spPr>
          <a:xfrm>
            <a:off x="9276065" y="1714748"/>
            <a:ext cx="0" cy="3327789"/>
          </a:xfrm>
          <a:prstGeom prst="straightConnector1">
            <a:avLst/>
          </a:prstGeom>
          <a:noFill/>
          <a:ln w="12700" cap="flat" cmpd="sng">
            <a:solidFill>
              <a:srgbClr val="D4DCDF"/>
            </a:solidFill>
            <a:prstDash val="solid"/>
            <a:miter lim="800000"/>
            <a:headEnd type="none" w="sm" len="sm"/>
            <a:tailEnd type="none" w="sm" len="sm"/>
          </a:ln>
        </p:spPr>
      </p:cxnSp>
      <p:sp>
        <p:nvSpPr>
          <p:cNvPr id="190" name="Google Shape;190;p13"/>
          <p:cNvSpPr txBox="1"/>
          <p:nvPr/>
        </p:nvSpPr>
        <p:spPr>
          <a:xfrm>
            <a:off x="4045397" y="5527848"/>
            <a:ext cx="740216" cy="16158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en-GB" sz="1050" b="0" i="0" u="none" strike="noStrike" cap="none">
                <a:solidFill>
                  <a:srgbClr val="50A9BE"/>
                </a:solidFill>
                <a:latin typeface="Calibri"/>
                <a:ea typeface="Calibri"/>
                <a:cs typeface="Calibri"/>
                <a:sym typeface="Calibri"/>
              </a:rPr>
              <a:t>Computer:</a:t>
            </a:r>
            <a:endParaRPr sz="1400" b="0" i="0" u="none" strike="noStrike" cap="none">
              <a:solidFill>
                <a:srgbClr val="50A9BE"/>
              </a:solidFill>
              <a:latin typeface="Calibri"/>
              <a:ea typeface="Calibri"/>
              <a:cs typeface="Calibri"/>
              <a:sym typeface="Calibri"/>
            </a:endParaRPr>
          </a:p>
        </p:txBody>
      </p:sp>
      <p:sp>
        <p:nvSpPr>
          <p:cNvPr id="191" name="Google Shape;191;p13"/>
          <p:cNvSpPr txBox="1"/>
          <p:nvPr/>
        </p:nvSpPr>
        <p:spPr>
          <a:xfrm>
            <a:off x="4045397" y="5956019"/>
            <a:ext cx="740216" cy="16158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en-GB" sz="1050" b="0" i="0" u="none" strike="noStrike" cap="none">
                <a:solidFill>
                  <a:srgbClr val="50A9BE"/>
                </a:solidFill>
                <a:latin typeface="Calibri"/>
                <a:ea typeface="Calibri"/>
                <a:cs typeface="Calibri"/>
                <a:sym typeface="Calibri"/>
              </a:rPr>
              <a:t>Languages:</a:t>
            </a:r>
            <a:endParaRPr sz="1400" b="0" i="0" u="none" strike="noStrike" cap="none">
              <a:solidFill>
                <a:srgbClr val="50A9BE"/>
              </a:solidFill>
              <a:latin typeface="Calibri"/>
              <a:ea typeface="Calibri"/>
              <a:cs typeface="Calibri"/>
              <a:sym typeface="Calibri"/>
            </a:endParaRPr>
          </a:p>
        </p:txBody>
      </p:sp>
      <p:sp>
        <p:nvSpPr>
          <p:cNvPr id="192" name="Google Shape;192;p13"/>
          <p:cNvSpPr txBox="1">
            <a:spLocks noGrp="1"/>
          </p:cNvSpPr>
          <p:nvPr>
            <p:ph type="body" idx="44"/>
          </p:nvPr>
        </p:nvSpPr>
        <p:spPr>
          <a:xfrm>
            <a:off x="4813404" y="5956019"/>
            <a:ext cx="7015216" cy="164036"/>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050"/>
              <a:buNone/>
              <a:defRPr sz="1050"/>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193" name="Google Shape;193;p13"/>
          <p:cNvSpPr txBox="1"/>
          <p:nvPr/>
        </p:nvSpPr>
        <p:spPr>
          <a:xfrm>
            <a:off x="544286" y="6589486"/>
            <a:ext cx="0" cy="0"/>
          </a:xfrm>
          <a:prstGeom prst="rect">
            <a:avLst/>
          </a:prstGeom>
          <a:noFill/>
          <a:ln>
            <a:noFill/>
          </a:ln>
        </p:spPr>
        <p:txBody>
          <a:bodyPr spcFirstLastPara="1" wrap="square" lIns="0" tIns="0" rIns="0" bIns="0" anchor="t" anchorCtr="0">
            <a:noAutofit/>
          </a:bodyPr>
          <a:lstStyle/>
          <a:p>
            <a:pPr marL="216000" marR="0" lvl="0" indent="-139800" algn="l" rtl="0">
              <a:lnSpc>
                <a:spcPct val="100000"/>
              </a:lnSpc>
              <a:spcBef>
                <a:spcPts val="0"/>
              </a:spcBef>
              <a:spcAft>
                <a:spcPts val="0"/>
              </a:spcAft>
              <a:buClr>
                <a:schemeClr val="dk1"/>
              </a:buClr>
              <a:buSzPts val="1200"/>
              <a:buFont typeface="Arial"/>
              <a:buNone/>
            </a:pPr>
            <a:endParaRPr sz="1200" b="0" i="0" u="none" strike="noStrike" cap="none">
              <a:solidFill>
                <a:schemeClr val="dk1"/>
              </a:solidFill>
              <a:latin typeface="Calibri"/>
              <a:ea typeface="Calibri"/>
              <a:cs typeface="Calibri"/>
              <a:sym typeface="Calibri"/>
            </a:endParaRPr>
          </a:p>
        </p:txBody>
      </p:sp>
      <p:pic>
        <p:nvPicPr>
          <p:cNvPr id="194" name="Google Shape;194;p13" descr="A white text on a black background&#10;&#10;Description automatically generated"/>
          <p:cNvPicPr preferRelativeResize="0"/>
          <p:nvPr/>
        </p:nvPicPr>
        <p:blipFill rotWithShape="1">
          <a:blip r:embed="rId3">
            <a:alphaModFix/>
          </a:blip>
          <a:srcRect/>
          <a:stretch/>
        </p:blipFill>
        <p:spPr>
          <a:xfrm>
            <a:off x="368711" y="6330346"/>
            <a:ext cx="310560" cy="386522"/>
          </a:xfrm>
          <a:prstGeom prst="rect">
            <a:avLst/>
          </a:prstGeom>
          <a:noFill/>
          <a:ln>
            <a:noFill/>
          </a:ln>
        </p:spPr>
      </p:pic>
    </p:spTree>
    <p:extLst>
      <p:ext uri="{BB962C8B-B14F-4D97-AF65-F5344CB8AC3E}">
        <p14:creationId xmlns:p14="http://schemas.microsoft.com/office/powerpoint/2010/main" val="3216288788"/>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195"/>
        <p:cNvGrpSpPr/>
        <p:nvPr/>
      </p:nvGrpSpPr>
      <p:grpSpPr>
        <a:xfrm>
          <a:off x="0" y="0"/>
          <a:ext cx="0" cy="0"/>
          <a:chOff x="0" y="0"/>
          <a:chExt cx="0" cy="0"/>
        </a:xfrm>
      </p:grpSpPr>
      <p:sp>
        <p:nvSpPr>
          <p:cNvPr id="196" name="Google Shape;196;p14"/>
          <p:cNvSpPr txBox="1">
            <a:spLocks noGrp="1"/>
          </p:cNvSpPr>
          <p:nvPr>
            <p:ph type="ftr" idx="11"/>
          </p:nvPr>
        </p:nvSpPr>
        <p:spPr>
          <a:xfrm>
            <a:off x="675936" y="6321425"/>
            <a:ext cx="10087857" cy="36761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1970962011"/>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matchingName="End Slide">
  <p:cSld name="End Slide">
    <p:bg>
      <p:bgPr>
        <a:solidFill>
          <a:schemeClr val="accent1"/>
        </a:solidFill>
        <a:effectLst/>
      </p:bgPr>
    </p:bg>
    <p:spTree>
      <p:nvGrpSpPr>
        <p:cNvPr id="1" name="Shape 197"/>
        <p:cNvGrpSpPr/>
        <p:nvPr/>
      </p:nvGrpSpPr>
      <p:grpSpPr>
        <a:xfrm>
          <a:off x="0" y="0"/>
          <a:ext cx="0" cy="0"/>
          <a:chOff x="0" y="0"/>
          <a:chExt cx="0" cy="0"/>
        </a:xfrm>
      </p:grpSpPr>
      <p:pic>
        <p:nvPicPr>
          <p:cNvPr id="198" name="Google Shape;198;p15"/>
          <p:cNvPicPr preferRelativeResize="0"/>
          <p:nvPr/>
        </p:nvPicPr>
        <p:blipFill rotWithShape="1">
          <a:blip r:embed="rId2">
            <a:alphaModFix/>
          </a:blip>
          <a:srcRect/>
          <a:stretch/>
        </p:blipFill>
        <p:spPr>
          <a:xfrm>
            <a:off x="0" y="8709"/>
            <a:ext cx="12192000" cy="6858000"/>
          </a:xfrm>
          <a:prstGeom prst="rect">
            <a:avLst/>
          </a:prstGeom>
          <a:noFill/>
          <a:ln>
            <a:noFill/>
          </a:ln>
        </p:spPr>
      </p:pic>
      <p:sp>
        <p:nvSpPr>
          <p:cNvPr id="199" name="Google Shape;199;p15"/>
          <p:cNvSpPr txBox="1"/>
          <p:nvPr/>
        </p:nvSpPr>
        <p:spPr>
          <a:xfrm>
            <a:off x="360363" y="1557338"/>
            <a:ext cx="4983163" cy="143545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3200"/>
              <a:buFont typeface="Arial"/>
              <a:buNone/>
            </a:pPr>
            <a:r>
              <a:rPr lang="en-GB" sz="3200" b="0" i="0" u="none" strike="noStrike" cap="none">
                <a:solidFill>
                  <a:srgbClr val="EAE7E3"/>
                </a:solidFill>
                <a:latin typeface="Calibri"/>
                <a:ea typeface="Calibri"/>
                <a:cs typeface="Calibri"/>
                <a:sym typeface="Calibri"/>
              </a:rPr>
              <a:t>where it all </a:t>
            </a:r>
            <a:r>
              <a:rPr lang="en-GB" sz="3200" b="0" i="0" u="none" strike="noStrike" cap="none">
                <a:solidFill>
                  <a:srgbClr val="50A9BE"/>
                </a:solidFill>
                <a:latin typeface="Calibri"/>
                <a:ea typeface="Calibri"/>
                <a:cs typeface="Calibri"/>
                <a:sym typeface="Calibri"/>
              </a:rPr>
              <a:t>adds up</a:t>
            </a:r>
            <a:endParaRPr sz="1400" b="0" i="0" u="none" strike="noStrike" cap="none">
              <a:solidFill>
                <a:srgbClr val="000000"/>
              </a:solidFill>
              <a:latin typeface="Arial"/>
              <a:ea typeface="Arial"/>
              <a:cs typeface="Arial"/>
              <a:sym typeface="Arial"/>
            </a:endParaRPr>
          </a:p>
        </p:txBody>
      </p:sp>
      <p:pic>
        <p:nvPicPr>
          <p:cNvPr id="200" name="Google Shape;200;p15"/>
          <p:cNvPicPr preferRelativeResize="0"/>
          <p:nvPr/>
        </p:nvPicPr>
        <p:blipFill rotWithShape="1">
          <a:blip r:embed="rId3">
            <a:alphaModFix/>
          </a:blip>
          <a:srcRect/>
          <a:stretch/>
        </p:blipFill>
        <p:spPr>
          <a:xfrm>
            <a:off x="360363" y="529362"/>
            <a:ext cx="2356712" cy="854916"/>
          </a:xfrm>
          <a:prstGeom prst="rect">
            <a:avLst/>
          </a:prstGeom>
          <a:noFill/>
          <a:ln>
            <a:noFill/>
          </a:ln>
        </p:spPr>
      </p:pic>
      <p:sp>
        <p:nvSpPr>
          <p:cNvPr id="201" name="Google Shape;201;p15"/>
          <p:cNvSpPr/>
          <p:nvPr/>
        </p:nvSpPr>
        <p:spPr>
          <a:xfrm rot="10800000">
            <a:off x="0" y="3622765"/>
            <a:ext cx="12192000" cy="3243943"/>
          </a:xfrm>
          <a:prstGeom prst="rect">
            <a:avLst/>
          </a:prstGeom>
          <a:gradFill>
            <a:gsLst>
              <a:gs pos="0">
                <a:srgbClr val="3D4D55">
                  <a:alpha val="0"/>
                </a:srgbClr>
              </a:gs>
              <a:gs pos="65000">
                <a:srgbClr val="25343C"/>
              </a:gs>
              <a:gs pos="100000">
                <a:srgbClr val="25343C"/>
              </a:gs>
            </a:gsLst>
            <a:lin ang="16200000" scaled="0"/>
          </a:gradFill>
          <a:ln>
            <a:noFill/>
          </a:ln>
        </p:spPr>
        <p:txBody>
          <a:bodyPr spcFirstLastPara="1" wrap="square" lIns="90000" tIns="46800" rIns="90000" bIns="46800" anchor="t" anchorCtr="0">
            <a:noAutofit/>
          </a:bodyPr>
          <a:lstStyle/>
          <a:p>
            <a:pPr marL="216000" marR="0" lvl="0" indent="-139800" algn="l" rtl="0">
              <a:lnSpc>
                <a:spcPct val="100000"/>
              </a:lnSpc>
              <a:spcBef>
                <a:spcPts val="0"/>
              </a:spcBef>
              <a:spcAft>
                <a:spcPts val="0"/>
              </a:spcAft>
              <a:buClr>
                <a:schemeClr val="dk1"/>
              </a:buClr>
              <a:buSzPts val="1200"/>
              <a:buFont typeface="Arial"/>
              <a:buNone/>
            </a:pPr>
            <a:endParaRPr sz="1200" b="0" i="0" u="none" strike="noStrike" cap="none">
              <a:solidFill>
                <a:srgbClr val="44463E"/>
              </a:solidFill>
              <a:latin typeface="Calibri"/>
              <a:ea typeface="Calibri"/>
              <a:cs typeface="Calibri"/>
              <a:sym typeface="Calibri"/>
            </a:endParaRPr>
          </a:p>
        </p:txBody>
      </p:sp>
      <p:sp>
        <p:nvSpPr>
          <p:cNvPr id="202" name="Google Shape;202;p15"/>
          <p:cNvSpPr txBox="1"/>
          <p:nvPr/>
        </p:nvSpPr>
        <p:spPr>
          <a:xfrm>
            <a:off x="8999145" y="5196802"/>
            <a:ext cx="2832863" cy="252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GB" sz="1200" b="0" i="0" u="none" strike="noStrike" cap="none">
                <a:solidFill>
                  <a:schemeClr val="lt2"/>
                </a:solidFill>
                <a:latin typeface="Calibri"/>
                <a:ea typeface="Calibri"/>
                <a:cs typeface="Calibri"/>
                <a:sym typeface="Calibri"/>
              </a:rPr>
              <a:t>Contact</a:t>
            </a:r>
            <a:endParaRPr sz="1400" b="0" i="0" u="none" strike="noStrike" cap="none">
              <a:solidFill>
                <a:srgbClr val="000000"/>
              </a:solidFill>
              <a:latin typeface="Arial"/>
              <a:ea typeface="Arial"/>
              <a:cs typeface="Arial"/>
              <a:sym typeface="Arial"/>
            </a:endParaRPr>
          </a:p>
        </p:txBody>
      </p:sp>
      <p:grpSp>
        <p:nvGrpSpPr>
          <p:cNvPr id="203" name="Google Shape;203;p15"/>
          <p:cNvGrpSpPr/>
          <p:nvPr/>
        </p:nvGrpSpPr>
        <p:grpSpPr>
          <a:xfrm>
            <a:off x="6119550" y="5196802"/>
            <a:ext cx="2677054" cy="1131836"/>
            <a:chOff x="5343524" y="4700408"/>
            <a:chExt cx="3014239" cy="1131836"/>
          </a:xfrm>
        </p:grpSpPr>
        <p:sp>
          <p:nvSpPr>
            <p:cNvPr id="204" name="Google Shape;204;p15"/>
            <p:cNvSpPr txBox="1"/>
            <p:nvPr/>
          </p:nvSpPr>
          <p:spPr>
            <a:xfrm>
              <a:off x="5343524" y="4700408"/>
              <a:ext cx="3014239" cy="252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200"/>
                <a:buFont typeface="Calibri"/>
                <a:buNone/>
              </a:pPr>
              <a:r>
                <a:rPr lang="en-GB" sz="1200" b="0" i="0" u="none" strike="noStrike" cap="none">
                  <a:solidFill>
                    <a:srgbClr val="FFFFFF"/>
                  </a:solidFill>
                  <a:latin typeface="Calibri"/>
                  <a:ea typeface="Calibri"/>
                  <a:cs typeface="Calibri"/>
                  <a:sym typeface="Calibri"/>
                </a:rPr>
                <a:t>Amsterdam</a:t>
              </a:r>
              <a:endParaRPr sz="1400" b="0" i="0" u="none" strike="noStrike" cap="none">
                <a:solidFill>
                  <a:srgbClr val="000000"/>
                </a:solidFill>
                <a:latin typeface="Arial"/>
                <a:ea typeface="Arial"/>
                <a:cs typeface="Arial"/>
                <a:sym typeface="Arial"/>
              </a:endParaRPr>
            </a:p>
          </p:txBody>
        </p:sp>
        <p:sp>
          <p:nvSpPr>
            <p:cNvPr id="205" name="Google Shape;205;p15"/>
            <p:cNvSpPr txBox="1"/>
            <p:nvPr/>
          </p:nvSpPr>
          <p:spPr>
            <a:xfrm>
              <a:off x="5343524" y="5123766"/>
              <a:ext cx="3014239" cy="252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050"/>
                <a:buFont typeface="Arial"/>
                <a:buNone/>
              </a:pPr>
              <a:r>
                <a:rPr lang="en-GB" sz="1050" b="0" i="0" u="none" strike="noStrike" cap="none">
                  <a:solidFill>
                    <a:srgbClr val="FFFFFF"/>
                  </a:solidFill>
                  <a:latin typeface="Calibri"/>
                  <a:ea typeface="Calibri"/>
                  <a:cs typeface="Calibri"/>
                  <a:sym typeface="Calibri"/>
                </a:rPr>
                <a:t>De Ruijterkade 7</a:t>
              </a:r>
              <a:endParaRPr sz="1400" b="0" i="0" u="none" strike="noStrike" cap="none">
                <a:solidFill>
                  <a:srgbClr val="000000"/>
                </a:solidFill>
                <a:latin typeface="Arial"/>
                <a:ea typeface="Arial"/>
                <a:cs typeface="Arial"/>
                <a:sym typeface="Arial"/>
              </a:endParaRPr>
            </a:p>
          </p:txBody>
        </p:sp>
        <p:sp>
          <p:nvSpPr>
            <p:cNvPr id="206" name="Google Shape;206;p15"/>
            <p:cNvSpPr txBox="1"/>
            <p:nvPr/>
          </p:nvSpPr>
          <p:spPr>
            <a:xfrm>
              <a:off x="5343524" y="5352005"/>
              <a:ext cx="3014239" cy="252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050"/>
                <a:buFont typeface="Arial"/>
                <a:buNone/>
              </a:pPr>
              <a:r>
                <a:rPr lang="en-GB" sz="1050" b="0" i="0" u="none" strike="noStrike" cap="none">
                  <a:solidFill>
                    <a:srgbClr val="FFFFFF"/>
                  </a:solidFill>
                  <a:latin typeface="Calibri"/>
                  <a:ea typeface="Calibri"/>
                  <a:cs typeface="Calibri"/>
                  <a:sym typeface="Calibri"/>
                </a:rPr>
                <a:t>1013 AA Amsterdam</a:t>
              </a:r>
              <a:endParaRPr sz="1400" b="0" i="0" u="none" strike="noStrike" cap="none">
                <a:solidFill>
                  <a:srgbClr val="000000"/>
                </a:solidFill>
                <a:latin typeface="Arial"/>
                <a:ea typeface="Arial"/>
                <a:cs typeface="Arial"/>
                <a:sym typeface="Arial"/>
              </a:endParaRPr>
            </a:p>
          </p:txBody>
        </p:sp>
        <p:sp>
          <p:nvSpPr>
            <p:cNvPr id="207" name="Google Shape;207;p15"/>
            <p:cNvSpPr txBox="1"/>
            <p:nvPr/>
          </p:nvSpPr>
          <p:spPr>
            <a:xfrm>
              <a:off x="5343524" y="5580244"/>
              <a:ext cx="3014239" cy="252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050"/>
                <a:buFont typeface="Arial"/>
                <a:buNone/>
              </a:pPr>
              <a:r>
                <a:rPr lang="en-GB" sz="1050" b="0" i="0" u="none" strike="noStrike" cap="none">
                  <a:solidFill>
                    <a:srgbClr val="FFFFFF"/>
                  </a:solidFill>
                  <a:latin typeface="Calibri"/>
                  <a:ea typeface="Calibri"/>
                  <a:cs typeface="Calibri"/>
                  <a:sym typeface="Calibri"/>
                </a:rPr>
                <a:t>The Netherlands</a:t>
              </a:r>
              <a:endParaRPr sz="1400" b="0" i="0" u="none" strike="noStrike" cap="none">
                <a:solidFill>
                  <a:srgbClr val="000000"/>
                </a:solidFill>
                <a:latin typeface="Arial"/>
                <a:ea typeface="Arial"/>
                <a:cs typeface="Arial"/>
                <a:sym typeface="Arial"/>
              </a:endParaRPr>
            </a:p>
          </p:txBody>
        </p:sp>
      </p:grpSp>
      <p:grpSp>
        <p:nvGrpSpPr>
          <p:cNvPr id="208" name="Google Shape;208;p15"/>
          <p:cNvGrpSpPr/>
          <p:nvPr/>
        </p:nvGrpSpPr>
        <p:grpSpPr>
          <a:xfrm>
            <a:off x="3239956" y="5196802"/>
            <a:ext cx="2677054" cy="1131836"/>
            <a:chOff x="5343524" y="4700408"/>
            <a:chExt cx="3014239" cy="1131836"/>
          </a:xfrm>
        </p:grpSpPr>
        <p:sp>
          <p:nvSpPr>
            <p:cNvPr id="209" name="Google Shape;209;p15"/>
            <p:cNvSpPr txBox="1"/>
            <p:nvPr/>
          </p:nvSpPr>
          <p:spPr>
            <a:xfrm>
              <a:off x="5343524" y="4700408"/>
              <a:ext cx="3014239" cy="252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200"/>
                <a:buFont typeface="Calibri"/>
                <a:buNone/>
              </a:pPr>
              <a:r>
                <a:rPr lang="en-GB" sz="1200" b="0" i="0" u="none" strike="noStrike" cap="none">
                  <a:solidFill>
                    <a:srgbClr val="FFFFFF"/>
                  </a:solidFill>
                  <a:latin typeface="Calibri"/>
                  <a:ea typeface="Calibri"/>
                  <a:cs typeface="Calibri"/>
                  <a:sym typeface="Calibri"/>
                </a:rPr>
                <a:t>Stockholm</a:t>
              </a:r>
              <a:endParaRPr sz="1400" b="0" i="0" u="none" strike="noStrike" cap="none">
                <a:solidFill>
                  <a:srgbClr val="000000"/>
                </a:solidFill>
                <a:latin typeface="Arial"/>
                <a:ea typeface="Arial"/>
                <a:cs typeface="Arial"/>
                <a:sym typeface="Arial"/>
              </a:endParaRPr>
            </a:p>
          </p:txBody>
        </p:sp>
        <p:sp>
          <p:nvSpPr>
            <p:cNvPr id="210" name="Google Shape;210;p15"/>
            <p:cNvSpPr txBox="1"/>
            <p:nvPr/>
          </p:nvSpPr>
          <p:spPr>
            <a:xfrm>
              <a:off x="5343524" y="5123766"/>
              <a:ext cx="3014239" cy="252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050"/>
                <a:buFont typeface="Arial"/>
                <a:buNone/>
              </a:pPr>
              <a:r>
                <a:rPr lang="en-GB" sz="1050" b="0" i="0" u="none" strike="noStrike" cap="none">
                  <a:solidFill>
                    <a:srgbClr val="FFFFFF"/>
                  </a:solidFill>
                  <a:latin typeface="Calibri"/>
                  <a:ea typeface="Calibri"/>
                  <a:cs typeface="Calibri"/>
                  <a:sym typeface="Calibri"/>
                </a:rPr>
                <a:t>Götgatan 22A</a:t>
              </a:r>
              <a:endParaRPr sz="1400" b="0" i="0" u="none" strike="noStrike" cap="none">
                <a:solidFill>
                  <a:srgbClr val="000000"/>
                </a:solidFill>
                <a:latin typeface="Arial"/>
                <a:ea typeface="Arial"/>
                <a:cs typeface="Arial"/>
                <a:sym typeface="Arial"/>
              </a:endParaRPr>
            </a:p>
          </p:txBody>
        </p:sp>
        <p:sp>
          <p:nvSpPr>
            <p:cNvPr id="211" name="Google Shape;211;p15"/>
            <p:cNvSpPr txBox="1"/>
            <p:nvPr/>
          </p:nvSpPr>
          <p:spPr>
            <a:xfrm>
              <a:off x="5343524" y="5352005"/>
              <a:ext cx="3014239" cy="252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050"/>
                <a:buFont typeface="Arial"/>
                <a:buNone/>
              </a:pPr>
              <a:r>
                <a:rPr lang="en-GB" sz="1050" b="0" i="0" u="none" strike="noStrike" cap="none">
                  <a:solidFill>
                    <a:srgbClr val="FFFFFF"/>
                  </a:solidFill>
                  <a:latin typeface="Calibri"/>
                  <a:ea typeface="Calibri"/>
                  <a:cs typeface="Calibri"/>
                  <a:sym typeface="Calibri"/>
                </a:rPr>
                <a:t>118 46 Stockholm</a:t>
              </a:r>
              <a:endParaRPr sz="1400" b="0" i="0" u="none" strike="noStrike" cap="none">
                <a:solidFill>
                  <a:srgbClr val="000000"/>
                </a:solidFill>
                <a:latin typeface="Arial"/>
                <a:ea typeface="Arial"/>
                <a:cs typeface="Arial"/>
                <a:sym typeface="Arial"/>
              </a:endParaRPr>
            </a:p>
          </p:txBody>
        </p:sp>
        <p:sp>
          <p:nvSpPr>
            <p:cNvPr id="212" name="Google Shape;212;p15"/>
            <p:cNvSpPr txBox="1"/>
            <p:nvPr/>
          </p:nvSpPr>
          <p:spPr>
            <a:xfrm>
              <a:off x="5343524" y="5580244"/>
              <a:ext cx="3014239" cy="252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050"/>
                <a:buFont typeface="Arial"/>
                <a:buNone/>
              </a:pPr>
              <a:r>
                <a:rPr lang="en-GB" sz="1050" b="0" i="0" u="none" strike="noStrike" cap="none">
                  <a:solidFill>
                    <a:srgbClr val="FFFFFF"/>
                  </a:solidFill>
                  <a:latin typeface="Calibri"/>
                  <a:ea typeface="Calibri"/>
                  <a:cs typeface="Calibri"/>
                  <a:sym typeface="Calibri"/>
                </a:rPr>
                <a:t>Sweden</a:t>
              </a:r>
              <a:endParaRPr sz="1400" b="0" i="0" u="none" strike="noStrike" cap="none">
                <a:solidFill>
                  <a:srgbClr val="000000"/>
                </a:solidFill>
                <a:latin typeface="Arial"/>
                <a:ea typeface="Arial"/>
                <a:cs typeface="Arial"/>
                <a:sym typeface="Arial"/>
              </a:endParaRPr>
            </a:p>
          </p:txBody>
        </p:sp>
      </p:grpSp>
      <p:grpSp>
        <p:nvGrpSpPr>
          <p:cNvPr id="213" name="Google Shape;213;p15"/>
          <p:cNvGrpSpPr/>
          <p:nvPr/>
        </p:nvGrpSpPr>
        <p:grpSpPr>
          <a:xfrm>
            <a:off x="360362" y="5196802"/>
            <a:ext cx="2677054" cy="1131836"/>
            <a:chOff x="5343524" y="4700408"/>
            <a:chExt cx="3014239" cy="1131836"/>
          </a:xfrm>
        </p:grpSpPr>
        <p:sp>
          <p:nvSpPr>
            <p:cNvPr id="214" name="Google Shape;214;p15"/>
            <p:cNvSpPr txBox="1"/>
            <p:nvPr/>
          </p:nvSpPr>
          <p:spPr>
            <a:xfrm>
              <a:off x="5343524" y="4700408"/>
              <a:ext cx="3014239" cy="252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200"/>
                <a:buFont typeface="Calibri"/>
                <a:buNone/>
              </a:pPr>
              <a:r>
                <a:rPr lang="en-GB" sz="1200" b="0" i="0" u="none" strike="noStrike" cap="none">
                  <a:solidFill>
                    <a:srgbClr val="FFFFFF"/>
                  </a:solidFill>
                  <a:latin typeface="Calibri"/>
                  <a:ea typeface="Calibri"/>
                  <a:cs typeface="Calibri"/>
                  <a:sym typeface="Calibri"/>
                </a:rPr>
                <a:t>Copenhagen</a:t>
              </a:r>
              <a:endParaRPr sz="1400" b="0" i="0" u="none" strike="noStrike" cap="none">
                <a:solidFill>
                  <a:srgbClr val="000000"/>
                </a:solidFill>
                <a:latin typeface="Arial"/>
                <a:ea typeface="Arial"/>
                <a:cs typeface="Arial"/>
                <a:sym typeface="Arial"/>
              </a:endParaRPr>
            </a:p>
          </p:txBody>
        </p:sp>
        <p:sp>
          <p:nvSpPr>
            <p:cNvPr id="215" name="Google Shape;215;p15"/>
            <p:cNvSpPr txBox="1"/>
            <p:nvPr/>
          </p:nvSpPr>
          <p:spPr>
            <a:xfrm>
              <a:off x="5343524" y="5123766"/>
              <a:ext cx="3014239" cy="252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050"/>
                <a:buFont typeface="Arial"/>
                <a:buNone/>
              </a:pPr>
              <a:r>
                <a:rPr lang="en-GB" sz="1050" b="0" i="0" u="none" strike="noStrike" cap="none">
                  <a:solidFill>
                    <a:srgbClr val="FFFFFF"/>
                  </a:solidFill>
                  <a:latin typeface="Calibri"/>
                  <a:ea typeface="Calibri"/>
                  <a:cs typeface="Calibri"/>
                  <a:sym typeface="Calibri"/>
                </a:rPr>
                <a:t>Overgaden Oven Vandet 58A</a:t>
              </a:r>
              <a:endParaRPr sz="1400" b="0" i="0" u="none" strike="noStrike" cap="none">
                <a:solidFill>
                  <a:srgbClr val="000000"/>
                </a:solidFill>
                <a:latin typeface="Arial"/>
                <a:ea typeface="Arial"/>
                <a:cs typeface="Arial"/>
                <a:sym typeface="Arial"/>
              </a:endParaRPr>
            </a:p>
          </p:txBody>
        </p:sp>
        <p:sp>
          <p:nvSpPr>
            <p:cNvPr id="216" name="Google Shape;216;p15"/>
            <p:cNvSpPr txBox="1"/>
            <p:nvPr/>
          </p:nvSpPr>
          <p:spPr>
            <a:xfrm>
              <a:off x="5343524" y="5352005"/>
              <a:ext cx="3014239" cy="252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050"/>
                <a:buFont typeface="Arial"/>
                <a:buNone/>
              </a:pPr>
              <a:r>
                <a:rPr lang="en-GB" sz="1050" b="0" i="0" u="none" strike="noStrike" cap="none">
                  <a:solidFill>
                    <a:srgbClr val="FFFFFF"/>
                  </a:solidFill>
                  <a:latin typeface="Calibri"/>
                  <a:ea typeface="Calibri"/>
                  <a:cs typeface="Calibri"/>
                  <a:sym typeface="Calibri"/>
                </a:rPr>
                <a:t>1415 Copenhagen</a:t>
              </a:r>
              <a:endParaRPr sz="1400" b="0" i="0" u="none" strike="noStrike" cap="none">
                <a:solidFill>
                  <a:srgbClr val="000000"/>
                </a:solidFill>
                <a:latin typeface="Arial"/>
                <a:ea typeface="Arial"/>
                <a:cs typeface="Arial"/>
                <a:sym typeface="Arial"/>
              </a:endParaRPr>
            </a:p>
          </p:txBody>
        </p:sp>
        <p:sp>
          <p:nvSpPr>
            <p:cNvPr id="217" name="Google Shape;217;p15"/>
            <p:cNvSpPr txBox="1"/>
            <p:nvPr/>
          </p:nvSpPr>
          <p:spPr>
            <a:xfrm>
              <a:off x="5343524" y="5580244"/>
              <a:ext cx="3014239" cy="252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050"/>
                <a:buFont typeface="Arial"/>
                <a:buNone/>
              </a:pPr>
              <a:r>
                <a:rPr lang="en-GB" sz="1050" b="0" i="0" u="none" strike="noStrike" cap="none">
                  <a:solidFill>
                    <a:srgbClr val="FFFFFF"/>
                  </a:solidFill>
                  <a:latin typeface="Calibri"/>
                  <a:ea typeface="Calibri"/>
                  <a:cs typeface="Calibri"/>
                  <a:sym typeface="Calibri"/>
                </a:rPr>
                <a:t>Denmark</a:t>
              </a:r>
              <a:endParaRPr sz="1400" b="0" i="0" u="none" strike="noStrike" cap="none">
                <a:solidFill>
                  <a:srgbClr val="000000"/>
                </a:solidFill>
                <a:latin typeface="Arial"/>
                <a:ea typeface="Arial"/>
                <a:cs typeface="Arial"/>
                <a:sym typeface="Arial"/>
              </a:endParaRPr>
            </a:p>
          </p:txBody>
        </p:sp>
      </p:grpSp>
      <p:sp>
        <p:nvSpPr>
          <p:cNvPr id="218" name="Google Shape;218;p15"/>
          <p:cNvSpPr txBox="1">
            <a:spLocks noGrp="1"/>
          </p:cNvSpPr>
          <p:nvPr>
            <p:ph type="body" idx="1"/>
          </p:nvPr>
        </p:nvSpPr>
        <p:spPr>
          <a:xfrm>
            <a:off x="8999143" y="5454431"/>
            <a:ext cx="2224087" cy="252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lt2"/>
              </a:buClr>
              <a:buSzPts val="1050"/>
              <a:buNone/>
              <a:defRPr sz="1050">
                <a:solidFill>
                  <a:schemeClr val="lt2"/>
                </a:solidFill>
              </a:defRPr>
            </a:lvl1pPr>
            <a:lvl2pPr marL="914400" lvl="1" indent="-228600" algn="l">
              <a:lnSpc>
                <a:spcPct val="100000"/>
              </a:lnSpc>
              <a:spcBef>
                <a:spcPts val="600"/>
              </a:spcBef>
              <a:spcAft>
                <a:spcPts val="0"/>
              </a:spcAft>
              <a:buClr>
                <a:schemeClr val="dk1"/>
              </a:buClr>
              <a:buSzPts val="12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219" name="Google Shape;219;p15"/>
          <p:cNvSpPr txBox="1">
            <a:spLocks noGrp="1"/>
          </p:cNvSpPr>
          <p:nvPr>
            <p:ph type="body" idx="2"/>
          </p:nvPr>
        </p:nvSpPr>
        <p:spPr>
          <a:xfrm>
            <a:off x="8999143" y="5714767"/>
            <a:ext cx="2224087" cy="252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lt2"/>
              </a:buClr>
              <a:buSzPts val="1050"/>
              <a:buNone/>
              <a:defRPr sz="1050">
                <a:solidFill>
                  <a:schemeClr val="lt2"/>
                </a:solidFill>
              </a:defRPr>
            </a:lvl1pPr>
            <a:lvl2pPr marL="914400" lvl="1" indent="-228600" algn="l">
              <a:lnSpc>
                <a:spcPct val="100000"/>
              </a:lnSpc>
              <a:spcBef>
                <a:spcPts val="600"/>
              </a:spcBef>
              <a:spcAft>
                <a:spcPts val="0"/>
              </a:spcAft>
              <a:buClr>
                <a:schemeClr val="dk1"/>
              </a:buClr>
              <a:buSzPts val="12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220" name="Google Shape;220;p15"/>
          <p:cNvSpPr txBox="1">
            <a:spLocks noGrp="1"/>
          </p:cNvSpPr>
          <p:nvPr>
            <p:ph type="body" idx="3"/>
          </p:nvPr>
        </p:nvSpPr>
        <p:spPr>
          <a:xfrm>
            <a:off x="8999143" y="5975103"/>
            <a:ext cx="2224087" cy="252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lt2"/>
              </a:buClr>
              <a:buSzPts val="1050"/>
              <a:buNone/>
              <a:defRPr sz="1050">
                <a:solidFill>
                  <a:schemeClr val="lt2"/>
                </a:solidFill>
              </a:defRPr>
            </a:lvl1pPr>
            <a:lvl2pPr marL="914400" lvl="1" indent="-228600" algn="l">
              <a:lnSpc>
                <a:spcPct val="100000"/>
              </a:lnSpc>
              <a:spcBef>
                <a:spcPts val="600"/>
              </a:spcBef>
              <a:spcAft>
                <a:spcPts val="0"/>
              </a:spcAft>
              <a:buClr>
                <a:schemeClr val="dk1"/>
              </a:buClr>
              <a:buSzPts val="12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221" name="Google Shape;221;p15"/>
          <p:cNvSpPr txBox="1">
            <a:spLocks noGrp="1"/>
          </p:cNvSpPr>
          <p:nvPr>
            <p:ph type="body" idx="4"/>
          </p:nvPr>
        </p:nvSpPr>
        <p:spPr>
          <a:xfrm>
            <a:off x="8999143" y="6235440"/>
            <a:ext cx="2224087" cy="252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lt2"/>
              </a:buClr>
              <a:buSzPts val="1050"/>
              <a:buNone/>
              <a:defRPr sz="1050">
                <a:solidFill>
                  <a:schemeClr val="lt2"/>
                </a:solidFill>
              </a:defRPr>
            </a:lvl1pPr>
            <a:lvl2pPr marL="914400" lvl="1" indent="-228600" algn="l">
              <a:lnSpc>
                <a:spcPct val="100000"/>
              </a:lnSpc>
              <a:spcBef>
                <a:spcPts val="600"/>
              </a:spcBef>
              <a:spcAft>
                <a:spcPts val="0"/>
              </a:spcAft>
              <a:buClr>
                <a:schemeClr val="dk1"/>
              </a:buClr>
              <a:buSzPts val="12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Tree>
    <p:extLst>
      <p:ext uri="{BB962C8B-B14F-4D97-AF65-F5344CB8AC3E}">
        <p14:creationId xmlns:p14="http://schemas.microsoft.com/office/powerpoint/2010/main" val="2916954618"/>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222"/>
        <p:cNvGrpSpPr/>
        <p:nvPr/>
      </p:nvGrpSpPr>
      <p:grpSpPr>
        <a:xfrm>
          <a:off x="0" y="0"/>
          <a:ext cx="0" cy="0"/>
          <a:chOff x="0" y="0"/>
          <a:chExt cx="0" cy="0"/>
        </a:xfrm>
      </p:grpSpPr>
      <p:sp>
        <p:nvSpPr>
          <p:cNvPr id="223" name="Google Shape;223;p16"/>
          <p:cNvSpPr txBox="1">
            <a:spLocks noGrp="1"/>
          </p:cNvSpPr>
          <p:nvPr>
            <p:ph type="title"/>
          </p:nvPr>
        </p:nvSpPr>
        <p:spPr>
          <a:xfrm>
            <a:off x="360000" y="536576"/>
            <a:ext cx="11471638" cy="661987"/>
          </a:xfrm>
          <a:prstGeom prst="rect">
            <a:avLst/>
          </a:prstGeom>
          <a:noFill/>
          <a:ln>
            <a:noFill/>
          </a:ln>
        </p:spPr>
        <p:txBody>
          <a:bodyPr spcFirstLastPara="1" wrap="square" lIns="0" tIns="0" rIns="0" bIns="0" anchor="t" anchorCtr="0">
            <a:noAutofit/>
          </a:bodyPr>
          <a:lstStyle>
            <a:lvl1pPr lvl="0" algn="l">
              <a:lnSpc>
                <a:spcPct val="98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4" name="Google Shape;224;p16"/>
          <p:cNvSpPr txBox="1">
            <a:spLocks noGrp="1"/>
          </p:cNvSpPr>
          <p:nvPr>
            <p:ph type="body" idx="1"/>
          </p:nvPr>
        </p:nvSpPr>
        <p:spPr>
          <a:xfrm>
            <a:off x="911223" y="1808163"/>
            <a:ext cx="10728000" cy="4212000"/>
          </a:xfrm>
          <a:prstGeom prst="rect">
            <a:avLst/>
          </a:prstGeom>
          <a:noFill/>
          <a:ln>
            <a:noFill/>
          </a:ln>
        </p:spPr>
        <p:txBody>
          <a:bodyPr spcFirstLastPara="1" wrap="square" lIns="0" tIns="0" rIns="0" bIns="0" anchor="t" anchorCtr="0">
            <a:noAutofit/>
          </a:bodyPr>
          <a:lstStyle>
            <a:lvl1pPr marL="457200" lvl="0" indent="-342900" algn="l">
              <a:lnSpc>
                <a:spcPct val="100000"/>
              </a:lnSpc>
              <a:spcBef>
                <a:spcPts val="600"/>
              </a:spcBef>
              <a:spcAft>
                <a:spcPts val="0"/>
              </a:spcAft>
              <a:buClr>
                <a:schemeClr val="dk1"/>
              </a:buClr>
              <a:buSzPts val="1800"/>
              <a:buChar char="•"/>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225" name="Google Shape;225;p16"/>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26" name="Google Shape;226;p16"/>
          <p:cNvSpPr txBox="1">
            <a:spLocks noGrp="1"/>
          </p:cNvSpPr>
          <p:nvPr>
            <p:ph type="ftr" idx="11"/>
          </p:nvPr>
        </p:nvSpPr>
        <p:spPr>
          <a:xfrm>
            <a:off x="675936" y="6321425"/>
            <a:ext cx="10087857" cy="36761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7" name="Google Shape;227;p16"/>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GB"/>
              <a:t>‹#›</a:t>
            </a:fld>
            <a:endParaRPr/>
          </a:p>
        </p:txBody>
      </p:sp>
    </p:spTree>
    <p:extLst>
      <p:ext uri="{BB962C8B-B14F-4D97-AF65-F5344CB8AC3E}">
        <p14:creationId xmlns:p14="http://schemas.microsoft.com/office/powerpoint/2010/main" val="106505542"/>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matchingName="2_CV">
  <p:cSld name="2_CV">
    <p:spTree>
      <p:nvGrpSpPr>
        <p:cNvPr id="1" name="Shape 228"/>
        <p:cNvGrpSpPr/>
        <p:nvPr/>
      </p:nvGrpSpPr>
      <p:grpSpPr>
        <a:xfrm>
          <a:off x="0" y="0"/>
          <a:ext cx="0" cy="0"/>
          <a:chOff x="0" y="0"/>
          <a:chExt cx="0" cy="0"/>
        </a:xfrm>
      </p:grpSpPr>
      <p:sp>
        <p:nvSpPr>
          <p:cNvPr id="229" name="Google Shape;229;p17"/>
          <p:cNvSpPr/>
          <p:nvPr/>
        </p:nvSpPr>
        <p:spPr>
          <a:xfrm>
            <a:off x="0" y="0"/>
            <a:ext cx="3935760" cy="68580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30" name="Google Shape;230;p17"/>
          <p:cNvSpPr txBox="1">
            <a:spLocks noGrp="1"/>
          </p:cNvSpPr>
          <p:nvPr>
            <p:ph type="ftr" idx="11"/>
          </p:nvPr>
        </p:nvSpPr>
        <p:spPr>
          <a:xfrm>
            <a:off x="675936" y="6321425"/>
            <a:ext cx="10087857" cy="36761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1" name="Google Shape;231;p17"/>
          <p:cNvSpPr txBox="1">
            <a:spLocks noGrp="1"/>
          </p:cNvSpPr>
          <p:nvPr>
            <p:ph type="sldNum" idx="12"/>
          </p:nvPr>
        </p:nvSpPr>
        <p:spPr>
          <a:xfrm>
            <a:off x="11099223" y="6336000"/>
            <a:ext cx="540000" cy="2880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GB"/>
              <a:t>‹#›</a:t>
            </a:fld>
            <a:endParaRPr/>
          </a:p>
        </p:txBody>
      </p:sp>
      <p:pic>
        <p:nvPicPr>
          <p:cNvPr id="232" name="Google Shape;232;p17"/>
          <p:cNvPicPr preferRelativeResize="0"/>
          <p:nvPr/>
        </p:nvPicPr>
        <p:blipFill rotWithShape="1">
          <a:blip r:embed="rId2">
            <a:alphaModFix/>
          </a:blip>
          <a:srcRect/>
          <a:stretch/>
        </p:blipFill>
        <p:spPr>
          <a:xfrm>
            <a:off x="11334902" y="216000"/>
            <a:ext cx="646728" cy="763199"/>
          </a:xfrm>
          <a:prstGeom prst="rect">
            <a:avLst/>
          </a:prstGeom>
          <a:noFill/>
          <a:ln>
            <a:noFill/>
          </a:ln>
        </p:spPr>
      </p:pic>
      <p:sp>
        <p:nvSpPr>
          <p:cNvPr id="233" name="Google Shape;233;p17"/>
          <p:cNvSpPr>
            <a:spLocks noGrp="1"/>
          </p:cNvSpPr>
          <p:nvPr>
            <p:ph type="pic" idx="2"/>
          </p:nvPr>
        </p:nvSpPr>
        <p:spPr>
          <a:xfrm>
            <a:off x="266272" y="225500"/>
            <a:ext cx="1080000" cy="1080000"/>
          </a:xfrm>
          <a:prstGeom prst="ellipse">
            <a:avLst/>
          </a:prstGeom>
          <a:solidFill>
            <a:schemeClr val="lt1"/>
          </a:solidFill>
          <a:ln>
            <a:noFill/>
          </a:ln>
        </p:spPr>
        <p:txBody>
          <a:bodyPr/>
          <a:lstStyle/>
          <a:p>
            <a:endParaRPr lang="en-GB"/>
          </a:p>
        </p:txBody>
      </p:sp>
      <p:pic>
        <p:nvPicPr>
          <p:cNvPr id="234" name="Google Shape;234;p17" descr="Speech with solid fill"/>
          <p:cNvPicPr preferRelativeResize="0"/>
          <p:nvPr/>
        </p:nvPicPr>
        <p:blipFill rotWithShape="1">
          <a:blip r:embed="rId3">
            <a:alphaModFix/>
          </a:blip>
          <a:srcRect/>
          <a:stretch/>
        </p:blipFill>
        <p:spPr>
          <a:xfrm>
            <a:off x="140272" y="6244821"/>
            <a:ext cx="252000" cy="252000"/>
          </a:xfrm>
          <a:prstGeom prst="rect">
            <a:avLst/>
          </a:prstGeom>
          <a:noFill/>
          <a:ln>
            <a:noFill/>
          </a:ln>
        </p:spPr>
      </p:pic>
      <p:pic>
        <p:nvPicPr>
          <p:cNvPr id="235" name="Google Shape;235;p17" descr="Graduation cap with solid fill"/>
          <p:cNvPicPr preferRelativeResize="0"/>
          <p:nvPr/>
        </p:nvPicPr>
        <p:blipFill rotWithShape="1">
          <a:blip r:embed="rId4">
            <a:alphaModFix/>
          </a:blip>
          <a:srcRect/>
          <a:stretch/>
        </p:blipFill>
        <p:spPr>
          <a:xfrm>
            <a:off x="140272" y="4259850"/>
            <a:ext cx="252000" cy="252000"/>
          </a:xfrm>
          <a:prstGeom prst="rect">
            <a:avLst/>
          </a:prstGeom>
          <a:noFill/>
          <a:ln>
            <a:noFill/>
          </a:ln>
        </p:spPr>
      </p:pic>
      <p:pic>
        <p:nvPicPr>
          <p:cNvPr id="236" name="Google Shape;236;p17" descr="User with solid fill"/>
          <p:cNvPicPr preferRelativeResize="0"/>
          <p:nvPr/>
        </p:nvPicPr>
        <p:blipFill rotWithShape="1">
          <a:blip r:embed="rId5">
            <a:alphaModFix/>
          </a:blip>
          <a:srcRect/>
          <a:stretch/>
        </p:blipFill>
        <p:spPr>
          <a:xfrm>
            <a:off x="140272" y="1381834"/>
            <a:ext cx="252000" cy="252000"/>
          </a:xfrm>
          <a:prstGeom prst="rect">
            <a:avLst/>
          </a:prstGeom>
          <a:noFill/>
          <a:ln>
            <a:noFill/>
          </a:ln>
        </p:spPr>
      </p:pic>
      <p:sp>
        <p:nvSpPr>
          <p:cNvPr id="237" name="Google Shape;237;p17"/>
          <p:cNvSpPr txBox="1">
            <a:spLocks noGrp="1"/>
          </p:cNvSpPr>
          <p:nvPr>
            <p:ph type="body" idx="1"/>
          </p:nvPr>
        </p:nvSpPr>
        <p:spPr>
          <a:xfrm>
            <a:off x="407368" y="1699082"/>
            <a:ext cx="864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238" name="Google Shape;238;p17"/>
          <p:cNvSpPr txBox="1"/>
          <p:nvPr/>
        </p:nvSpPr>
        <p:spPr>
          <a:xfrm>
            <a:off x="407368" y="1419736"/>
            <a:ext cx="1728192" cy="21409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1050"/>
              <a:buFont typeface="Arial"/>
              <a:buNone/>
            </a:pPr>
            <a:r>
              <a:rPr lang="en-GB" sz="1050" b="0" i="0" u="none" strike="noStrike" cap="none">
                <a:solidFill>
                  <a:schemeClr val="lt1"/>
                </a:solidFill>
                <a:latin typeface="Calibri"/>
                <a:ea typeface="Calibri"/>
                <a:cs typeface="Calibri"/>
                <a:sym typeface="Calibri"/>
              </a:rPr>
              <a:t>Experience</a:t>
            </a:r>
            <a:endParaRPr sz="1400" b="0" i="0" u="none" strike="noStrike" cap="none">
              <a:solidFill>
                <a:schemeClr val="lt1"/>
              </a:solidFill>
              <a:latin typeface="Calibri"/>
              <a:ea typeface="Calibri"/>
              <a:cs typeface="Calibri"/>
              <a:sym typeface="Calibri"/>
            </a:endParaRPr>
          </a:p>
        </p:txBody>
      </p:sp>
      <p:sp>
        <p:nvSpPr>
          <p:cNvPr id="239" name="Google Shape;239;p17"/>
          <p:cNvSpPr txBox="1">
            <a:spLocks noGrp="1"/>
          </p:cNvSpPr>
          <p:nvPr>
            <p:ph type="body" idx="3"/>
          </p:nvPr>
        </p:nvSpPr>
        <p:spPr>
          <a:xfrm>
            <a:off x="1318063" y="1698131"/>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240" name="Google Shape;240;p17"/>
          <p:cNvSpPr txBox="1">
            <a:spLocks noGrp="1"/>
          </p:cNvSpPr>
          <p:nvPr>
            <p:ph type="body" idx="4"/>
          </p:nvPr>
        </p:nvSpPr>
        <p:spPr>
          <a:xfrm>
            <a:off x="1318063" y="1883242"/>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i="1">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241" name="Google Shape;241;p17"/>
          <p:cNvSpPr txBox="1">
            <a:spLocks noGrp="1"/>
          </p:cNvSpPr>
          <p:nvPr>
            <p:ph type="body" idx="5"/>
          </p:nvPr>
        </p:nvSpPr>
        <p:spPr>
          <a:xfrm>
            <a:off x="1435999" y="537937"/>
            <a:ext cx="2304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100"/>
              <a:buNone/>
              <a:defRPr sz="1100" cap="none">
                <a:solidFill>
                  <a:schemeClr val="lt1"/>
                </a:solidFill>
                <a:latin typeface="Calibri"/>
                <a:ea typeface="Calibri"/>
                <a:cs typeface="Calibri"/>
                <a:sym typeface="Calibri"/>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242" name="Google Shape;242;p17"/>
          <p:cNvSpPr txBox="1">
            <a:spLocks noGrp="1"/>
          </p:cNvSpPr>
          <p:nvPr>
            <p:ph type="body" idx="6"/>
          </p:nvPr>
        </p:nvSpPr>
        <p:spPr>
          <a:xfrm>
            <a:off x="1435999" y="791602"/>
            <a:ext cx="2304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50"/>
              <a:buNone/>
              <a:defRPr sz="105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243" name="Google Shape;243;p17"/>
          <p:cNvSpPr txBox="1">
            <a:spLocks noGrp="1"/>
          </p:cNvSpPr>
          <p:nvPr>
            <p:ph type="body" idx="7"/>
          </p:nvPr>
        </p:nvSpPr>
        <p:spPr>
          <a:xfrm>
            <a:off x="407368" y="2123699"/>
            <a:ext cx="864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244" name="Google Shape;244;p17"/>
          <p:cNvSpPr txBox="1">
            <a:spLocks noGrp="1"/>
          </p:cNvSpPr>
          <p:nvPr>
            <p:ph type="body" idx="8"/>
          </p:nvPr>
        </p:nvSpPr>
        <p:spPr>
          <a:xfrm>
            <a:off x="1318063" y="2123699"/>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245" name="Google Shape;245;p17"/>
          <p:cNvSpPr txBox="1">
            <a:spLocks noGrp="1"/>
          </p:cNvSpPr>
          <p:nvPr>
            <p:ph type="body" idx="9"/>
          </p:nvPr>
        </p:nvSpPr>
        <p:spPr>
          <a:xfrm>
            <a:off x="1318063" y="2306603"/>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i="1">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246" name="Google Shape;246;p17"/>
          <p:cNvSpPr txBox="1">
            <a:spLocks noGrp="1"/>
          </p:cNvSpPr>
          <p:nvPr>
            <p:ph type="body" idx="13"/>
          </p:nvPr>
        </p:nvSpPr>
        <p:spPr>
          <a:xfrm>
            <a:off x="407368" y="2548316"/>
            <a:ext cx="864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247" name="Google Shape;247;p17"/>
          <p:cNvSpPr txBox="1">
            <a:spLocks noGrp="1"/>
          </p:cNvSpPr>
          <p:nvPr>
            <p:ph type="body" idx="14"/>
          </p:nvPr>
        </p:nvSpPr>
        <p:spPr>
          <a:xfrm>
            <a:off x="1318063" y="2548316"/>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248" name="Google Shape;248;p17"/>
          <p:cNvSpPr txBox="1">
            <a:spLocks noGrp="1"/>
          </p:cNvSpPr>
          <p:nvPr>
            <p:ph type="body" idx="15"/>
          </p:nvPr>
        </p:nvSpPr>
        <p:spPr>
          <a:xfrm>
            <a:off x="1318063" y="2732885"/>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i="1">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249" name="Google Shape;249;p17"/>
          <p:cNvSpPr txBox="1">
            <a:spLocks noGrp="1"/>
          </p:cNvSpPr>
          <p:nvPr>
            <p:ph type="body" idx="16"/>
          </p:nvPr>
        </p:nvSpPr>
        <p:spPr>
          <a:xfrm>
            <a:off x="407368" y="2972933"/>
            <a:ext cx="864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250" name="Google Shape;250;p17"/>
          <p:cNvSpPr txBox="1">
            <a:spLocks noGrp="1"/>
          </p:cNvSpPr>
          <p:nvPr>
            <p:ph type="body" idx="17"/>
          </p:nvPr>
        </p:nvSpPr>
        <p:spPr>
          <a:xfrm>
            <a:off x="1318063" y="2972933"/>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251" name="Google Shape;251;p17"/>
          <p:cNvSpPr txBox="1">
            <a:spLocks noGrp="1"/>
          </p:cNvSpPr>
          <p:nvPr>
            <p:ph type="body" idx="18"/>
          </p:nvPr>
        </p:nvSpPr>
        <p:spPr>
          <a:xfrm>
            <a:off x="1318063" y="3154827"/>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i="1">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252" name="Google Shape;252;p17"/>
          <p:cNvSpPr txBox="1">
            <a:spLocks noGrp="1"/>
          </p:cNvSpPr>
          <p:nvPr>
            <p:ph type="body" idx="19"/>
          </p:nvPr>
        </p:nvSpPr>
        <p:spPr>
          <a:xfrm>
            <a:off x="407368" y="3397550"/>
            <a:ext cx="864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253" name="Google Shape;253;p17"/>
          <p:cNvSpPr txBox="1">
            <a:spLocks noGrp="1"/>
          </p:cNvSpPr>
          <p:nvPr>
            <p:ph type="body" idx="20"/>
          </p:nvPr>
        </p:nvSpPr>
        <p:spPr>
          <a:xfrm>
            <a:off x="1318063" y="3397550"/>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254" name="Google Shape;254;p17"/>
          <p:cNvSpPr txBox="1">
            <a:spLocks noGrp="1"/>
          </p:cNvSpPr>
          <p:nvPr>
            <p:ph type="body" idx="21"/>
          </p:nvPr>
        </p:nvSpPr>
        <p:spPr>
          <a:xfrm>
            <a:off x="1318063" y="3579442"/>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i="1">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255" name="Google Shape;255;p17"/>
          <p:cNvSpPr txBox="1"/>
          <p:nvPr/>
        </p:nvSpPr>
        <p:spPr>
          <a:xfrm>
            <a:off x="407368" y="4251698"/>
            <a:ext cx="1728192" cy="21409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1050"/>
              <a:buFont typeface="Arial"/>
              <a:buNone/>
            </a:pPr>
            <a:r>
              <a:rPr lang="en-GB" sz="1050" b="0" i="0" u="none" strike="noStrike" cap="none">
                <a:solidFill>
                  <a:schemeClr val="lt1"/>
                </a:solidFill>
                <a:latin typeface="Calibri"/>
                <a:ea typeface="Calibri"/>
                <a:cs typeface="Calibri"/>
                <a:sym typeface="Calibri"/>
              </a:rPr>
              <a:t>Education</a:t>
            </a:r>
            <a:endParaRPr sz="1400" b="0" i="0" u="none" strike="noStrike" cap="none">
              <a:solidFill>
                <a:schemeClr val="lt1"/>
              </a:solidFill>
              <a:latin typeface="Calibri"/>
              <a:ea typeface="Calibri"/>
              <a:cs typeface="Calibri"/>
              <a:sym typeface="Calibri"/>
            </a:endParaRPr>
          </a:p>
        </p:txBody>
      </p:sp>
      <p:sp>
        <p:nvSpPr>
          <p:cNvPr id="256" name="Google Shape;256;p17"/>
          <p:cNvSpPr txBox="1">
            <a:spLocks noGrp="1"/>
          </p:cNvSpPr>
          <p:nvPr>
            <p:ph type="body" idx="22"/>
          </p:nvPr>
        </p:nvSpPr>
        <p:spPr>
          <a:xfrm>
            <a:off x="407368" y="3822165"/>
            <a:ext cx="864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257" name="Google Shape;257;p17"/>
          <p:cNvSpPr txBox="1">
            <a:spLocks noGrp="1"/>
          </p:cNvSpPr>
          <p:nvPr>
            <p:ph type="body" idx="23"/>
          </p:nvPr>
        </p:nvSpPr>
        <p:spPr>
          <a:xfrm>
            <a:off x="1318063" y="3822165"/>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258" name="Google Shape;258;p17"/>
          <p:cNvSpPr txBox="1">
            <a:spLocks noGrp="1"/>
          </p:cNvSpPr>
          <p:nvPr>
            <p:ph type="body" idx="24"/>
          </p:nvPr>
        </p:nvSpPr>
        <p:spPr>
          <a:xfrm>
            <a:off x="1318063" y="4004435"/>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i="1">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259" name="Google Shape;259;p17"/>
          <p:cNvSpPr txBox="1">
            <a:spLocks noGrp="1"/>
          </p:cNvSpPr>
          <p:nvPr>
            <p:ph type="body" idx="25"/>
          </p:nvPr>
        </p:nvSpPr>
        <p:spPr>
          <a:xfrm>
            <a:off x="391031" y="4530526"/>
            <a:ext cx="864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260" name="Google Shape;260;p17"/>
          <p:cNvSpPr txBox="1">
            <a:spLocks noGrp="1"/>
          </p:cNvSpPr>
          <p:nvPr>
            <p:ph type="body" idx="26"/>
          </p:nvPr>
        </p:nvSpPr>
        <p:spPr>
          <a:xfrm>
            <a:off x="1301726" y="4530526"/>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261" name="Google Shape;261;p17"/>
          <p:cNvSpPr txBox="1">
            <a:spLocks noGrp="1"/>
          </p:cNvSpPr>
          <p:nvPr>
            <p:ph type="body" idx="27"/>
          </p:nvPr>
        </p:nvSpPr>
        <p:spPr>
          <a:xfrm>
            <a:off x="1301726" y="4712796"/>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i="1">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262" name="Google Shape;262;p17"/>
          <p:cNvSpPr txBox="1">
            <a:spLocks noGrp="1"/>
          </p:cNvSpPr>
          <p:nvPr>
            <p:ph type="body" idx="28"/>
          </p:nvPr>
        </p:nvSpPr>
        <p:spPr>
          <a:xfrm>
            <a:off x="391031" y="4950211"/>
            <a:ext cx="864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263" name="Google Shape;263;p17"/>
          <p:cNvSpPr txBox="1">
            <a:spLocks noGrp="1"/>
          </p:cNvSpPr>
          <p:nvPr>
            <p:ph type="body" idx="29"/>
          </p:nvPr>
        </p:nvSpPr>
        <p:spPr>
          <a:xfrm>
            <a:off x="1301726" y="4950211"/>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264" name="Google Shape;264;p17"/>
          <p:cNvSpPr txBox="1">
            <a:spLocks noGrp="1"/>
          </p:cNvSpPr>
          <p:nvPr>
            <p:ph type="body" idx="30"/>
          </p:nvPr>
        </p:nvSpPr>
        <p:spPr>
          <a:xfrm>
            <a:off x="1301726" y="5132481"/>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i="1">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265" name="Google Shape;265;p17"/>
          <p:cNvSpPr txBox="1">
            <a:spLocks noGrp="1"/>
          </p:cNvSpPr>
          <p:nvPr>
            <p:ph type="body" idx="31"/>
          </p:nvPr>
        </p:nvSpPr>
        <p:spPr>
          <a:xfrm>
            <a:off x="391076" y="5379382"/>
            <a:ext cx="864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266" name="Google Shape;266;p17"/>
          <p:cNvSpPr txBox="1">
            <a:spLocks noGrp="1"/>
          </p:cNvSpPr>
          <p:nvPr>
            <p:ph type="body" idx="32"/>
          </p:nvPr>
        </p:nvSpPr>
        <p:spPr>
          <a:xfrm>
            <a:off x="1301771" y="5379382"/>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267" name="Google Shape;267;p17"/>
          <p:cNvSpPr txBox="1">
            <a:spLocks noGrp="1"/>
          </p:cNvSpPr>
          <p:nvPr>
            <p:ph type="body" idx="33"/>
          </p:nvPr>
        </p:nvSpPr>
        <p:spPr>
          <a:xfrm>
            <a:off x="1301771" y="5561652"/>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i="1">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268" name="Google Shape;268;p17"/>
          <p:cNvSpPr txBox="1">
            <a:spLocks noGrp="1"/>
          </p:cNvSpPr>
          <p:nvPr>
            <p:ph type="body" idx="34"/>
          </p:nvPr>
        </p:nvSpPr>
        <p:spPr>
          <a:xfrm>
            <a:off x="391031" y="5803034"/>
            <a:ext cx="864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269" name="Google Shape;269;p17"/>
          <p:cNvSpPr txBox="1">
            <a:spLocks noGrp="1"/>
          </p:cNvSpPr>
          <p:nvPr>
            <p:ph type="body" idx="35"/>
          </p:nvPr>
        </p:nvSpPr>
        <p:spPr>
          <a:xfrm>
            <a:off x="1301726" y="5803034"/>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270" name="Google Shape;270;p17"/>
          <p:cNvSpPr txBox="1">
            <a:spLocks noGrp="1"/>
          </p:cNvSpPr>
          <p:nvPr>
            <p:ph type="body" idx="36"/>
          </p:nvPr>
        </p:nvSpPr>
        <p:spPr>
          <a:xfrm>
            <a:off x="1301726" y="5985304"/>
            <a:ext cx="241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i="1">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271" name="Google Shape;271;p17"/>
          <p:cNvSpPr txBox="1"/>
          <p:nvPr/>
        </p:nvSpPr>
        <p:spPr>
          <a:xfrm>
            <a:off x="407368" y="6228951"/>
            <a:ext cx="1728192" cy="21409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1050"/>
              <a:buFont typeface="Arial"/>
              <a:buNone/>
            </a:pPr>
            <a:r>
              <a:rPr lang="en-GB" sz="1050" b="0" i="0" u="none" strike="noStrike" cap="none">
                <a:solidFill>
                  <a:schemeClr val="lt1"/>
                </a:solidFill>
                <a:latin typeface="Calibri"/>
                <a:ea typeface="Calibri"/>
                <a:cs typeface="Calibri"/>
                <a:sym typeface="Calibri"/>
              </a:rPr>
              <a:t>Languages</a:t>
            </a:r>
            <a:endParaRPr sz="1400" b="0" i="0" u="none" strike="noStrike" cap="none">
              <a:solidFill>
                <a:schemeClr val="lt1"/>
              </a:solidFill>
              <a:latin typeface="Calibri"/>
              <a:ea typeface="Calibri"/>
              <a:cs typeface="Calibri"/>
              <a:sym typeface="Calibri"/>
            </a:endParaRPr>
          </a:p>
        </p:txBody>
      </p:sp>
      <p:sp>
        <p:nvSpPr>
          <p:cNvPr id="272" name="Google Shape;272;p17"/>
          <p:cNvSpPr txBox="1">
            <a:spLocks noGrp="1"/>
          </p:cNvSpPr>
          <p:nvPr>
            <p:ph type="body" idx="37"/>
          </p:nvPr>
        </p:nvSpPr>
        <p:spPr>
          <a:xfrm>
            <a:off x="407368" y="6508966"/>
            <a:ext cx="3348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lt1"/>
              </a:buClr>
              <a:buSzPts val="1000"/>
              <a:buNone/>
              <a:defRPr sz="1000">
                <a:solidFill>
                  <a:schemeClr val="lt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cxnSp>
        <p:nvCxnSpPr>
          <p:cNvPr id="273" name="Google Shape;273;p17"/>
          <p:cNvCxnSpPr/>
          <p:nvPr/>
        </p:nvCxnSpPr>
        <p:spPr>
          <a:xfrm>
            <a:off x="6706937" y="1633834"/>
            <a:ext cx="0" cy="4428000"/>
          </a:xfrm>
          <a:prstGeom prst="straightConnector1">
            <a:avLst/>
          </a:prstGeom>
          <a:noFill/>
          <a:ln w="12700" cap="flat" cmpd="sng">
            <a:solidFill>
              <a:schemeClr val="dk1"/>
            </a:solidFill>
            <a:prstDash val="solid"/>
            <a:miter lim="800000"/>
            <a:headEnd type="none" w="sm" len="sm"/>
            <a:tailEnd type="none" w="sm" len="sm"/>
          </a:ln>
        </p:spPr>
      </p:cxnSp>
      <p:cxnSp>
        <p:nvCxnSpPr>
          <p:cNvPr id="274" name="Google Shape;274;p17"/>
          <p:cNvCxnSpPr/>
          <p:nvPr/>
        </p:nvCxnSpPr>
        <p:spPr>
          <a:xfrm>
            <a:off x="9442283" y="1633834"/>
            <a:ext cx="0" cy="4428000"/>
          </a:xfrm>
          <a:prstGeom prst="straightConnector1">
            <a:avLst/>
          </a:prstGeom>
          <a:noFill/>
          <a:ln w="12700" cap="flat" cmpd="sng">
            <a:solidFill>
              <a:schemeClr val="dk1"/>
            </a:solidFill>
            <a:prstDash val="solid"/>
            <a:miter lim="800000"/>
            <a:headEnd type="none" w="sm" len="sm"/>
            <a:tailEnd type="none" w="sm" len="sm"/>
          </a:ln>
        </p:spPr>
      </p:cxnSp>
      <p:sp>
        <p:nvSpPr>
          <p:cNvPr id="275" name="Google Shape;275;p17"/>
          <p:cNvSpPr txBox="1"/>
          <p:nvPr/>
        </p:nvSpPr>
        <p:spPr>
          <a:xfrm>
            <a:off x="4073922" y="1700808"/>
            <a:ext cx="1728192" cy="21409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1050"/>
              <a:buFont typeface="Arial"/>
              <a:buNone/>
            </a:pPr>
            <a:r>
              <a:rPr lang="en-GB" sz="1050" b="0" i="0" u="none" strike="noStrike" cap="none">
                <a:solidFill>
                  <a:schemeClr val="accent2"/>
                </a:solidFill>
                <a:latin typeface="Calibri"/>
                <a:ea typeface="Calibri"/>
                <a:cs typeface="Calibri"/>
                <a:sym typeface="Calibri"/>
              </a:rPr>
              <a:t>Introduction</a:t>
            </a:r>
            <a:endParaRPr sz="1400" b="0" i="0" u="none" strike="noStrike" cap="none">
              <a:solidFill>
                <a:schemeClr val="accent2"/>
              </a:solidFill>
              <a:latin typeface="Calibri"/>
              <a:ea typeface="Calibri"/>
              <a:cs typeface="Calibri"/>
              <a:sym typeface="Calibri"/>
            </a:endParaRPr>
          </a:p>
        </p:txBody>
      </p:sp>
      <p:sp>
        <p:nvSpPr>
          <p:cNvPr id="276" name="Google Shape;276;p17"/>
          <p:cNvSpPr txBox="1"/>
          <p:nvPr/>
        </p:nvSpPr>
        <p:spPr>
          <a:xfrm>
            <a:off x="6814610" y="1700808"/>
            <a:ext cx="1728192" cy="21409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1050"/>
              <a:buFont typeface="Arial"/>
              <a:buNone/>
            </a:pPr>
            <a:r>
              <a:rPr lang="en-GB" sz="1050" b="0" i="0" u="none" strike="noStrike" cap="none">
                <a:solidFill>
                  <a:schemeClr val="accent2"/>
                </a:solidFill>
                <a:latin typeface="Calibri"/>
                <a:ea typeface="Calibri"/>
                <a:cs typeface="Calibri"/>
                <a:sym typeface="Calibri"/>
              </a:rPr>
              <a:t>Experience</a:t>
            </a:r>
            <a:endParaRPr sz="1400" b="0" i="0" u="none" strike="noStrike" cap="none">
              <a:solidFill>
                <a:schemeClr val="accent2"/>
              </a:solidFill>
              <a:latin typeface="Calibri"/>
              <a:ea typeface="Calibri"/>
              <a:cs typeface="Calibri"/>
              <a:sym typeface="Calibri"/>
            </a:endParaRPr>
          </a:p>
        </p:txBody>
      </p:sp>
      <p:sp>
        <p:nvSpPr>
          <p:cNvPr id="277" name="Google Shape;277;p17"/>
          <p:cNvSpPr txBox="1"/>
          <p:nvPr/>
        </p:nvSpPr>
        <p:spPr>
          <a:xfrm>
            <a:off x="9549955" y="1700808"/>
            <a:ext cx="1728192" cy="21409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1050"/>
              <a:buFont typeface="Arial"/>
              <a:buNone/>
            </a:pPr>
            <a:r>
              <a:rPr lang="en-GB" sz="1050" b="0" i="0" u="none" strike="noStrike" cap="none">
                <a:solidFill>
                  <a:schemeClr val="accent2"/>
                </a:solidFill>
                <a:latin typeface="Calibri"/>
                <a:ea typeface="Calibri"/>
                <a:cs typeface="Calibri"/>
                <a:sym typeface="Calibri"/>
              </a:rPr>
              <a:t>Previous Clients</a:t>
            </a:r>
            <a:endParaRPr sz="1400" b="0" i="0" u="none" strike="noStrike" cap="none">
              <a:solidFill>
                <a:schemeClr val="accent2"/>
              </a:solidFill>
              <a:latin typeface="Calibri"/>
              <a:ea typeface="Calibri"/>
              <a:cs typeface="Calibri"/>
              <a:sym typeface="Calibri"/>
            </a:endParaRPr>
          </a:p>
        </p:txBody>
      </p:sp>
      <p:sp>
        <p:nvSpPr>
          <p:cNvPr id="278" name="Google Shape;278;p17"/>
          <p:cNvSpPr txBox="1">
            <a:spLocks noGrp="1"/>
          </p:cNvSpPr>
          <p:nvPr>
            <p:ph type="body" idx="38"/>
          </p:nvPr>
        </p:nvSpPr>
        <p:spPr>
          <a:xfrm>
            <a:off x="4079264" y="2041126"/>
            <a:ext cx="2520000" cy="3960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050"/>
              <a:buNone/>
              <a:defRPr sz="1050"/>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279" name="Google Shape;279;p17"/>
          <p:cNvSpPr txBox="1">
            <a:spLocks noGrp="1"/>
          </p:cNvSpPr>
          <p:nvPr>
            <p:ph type="body" idx="39"/>
          </p:nvPr>
        </p:nvSpPr>
        <p:spPr>
          <a:xfrm>
            <a:off x="6814610" y="2041126"/>
            <a:ext cx="2520000" cy="3960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600"/>
              </a:spcBef>
              <a:spcAft>
                <a:spcPts val="0"/>
              </a:spcAft>
              <a:buClr>
                <a:schemeClr val="dk1"/>
              </a:buClr>
              <a:buSzPts val="1050"/>
              <a:buNone/>
              <a:defRPr sz="1050"/>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280" name="Google Shape;280;p17"/>
          <p:cNvSpPr txBox="1">
            <a:spLocks noGrp="1"/>
          </p:cNvSpPr>
          <p:nvPr>
            <p:ph type="body" idx="40"/>
          </p:nvPr>
        </p:nvSpPr>
        <p:spPr>
          <a:xfrm>
            <a:off x="9549955" y="2037205"/>
            <a:ext cx="2520000" cy="3960000"/>
          </a:xfrm>
          <a:prstGeom prst="rect">
            <a:avLst/>
          </a:prstGeom>
          <a:noFill/>
          <a:ln>
            <a:noFill/>
          </a:ln>
        </p:spPr>
        <p:txBody>
          <a:bodyPr spcFirstLastPara="1" wrap="square" lIns="0" tIns="0" rIns="0" bIns="0" anchor="t" anchorCtr="0">
            <a:noAutofit/>
          </a:bodyPr>
          <a:lstStyle>
            <a:lvl1pPr marL="457200" lvl="0" indent="-295275" algn="l">
              <a:lnSpc>
                <a:spcPct val="100000"/>
              </a:lnSpc>
              <a:spcBef>
                <a:spcPts val="600"/>
              </a:spcBef>
              <a:spcAft>
                <a:spcPts val="0"/>
              </a:spcAft>
              <a:buClr>
                <a:schemeClr val="dk1"/>
              </a:buClr>
              <a:buSzPts val="1050"/>
              <a:buChar char="•"/>
              <a:defRPr sz="1050"/>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281" name="Google Shape;281;p17"/>
          <p:cNvSpPr txBox="1"/>
          <p:nvPr/>
        </p:nvSpPr>
        <p:spPr>
          <a:xfrm>
            <a:off x="4068405" y="259313"/>
            <a:ext cx="1728192" cy="21409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1050"/>
              <a:buFont typeface="Arial"/>
              <a:buNone/>
            </a:pPr>
            <a:r>
              <a:rPr lang="en-GB" sz="1050" b="0" i="0" u="none" strike="noStrike" cap="none">
                <a:solidFill>
                  <a:schemeClr val="accent2"/>
                </a:solidFill>
                <a:latin typeface="Calibri"/>
                <a:ea typeface="Calibri"/>
                <a:cs typeface="Calibri"/>
                <a:sym typeface="Calibri"/>
              </a:rPr>
              <a:t>Contact</a:t>
            </a:r>
            <a:endParaRPr sz="1400" b="0" i="0" u="none" strike="noStrike" cap="none">
              <a:solidFill>
                <a:schemeClr val="accent2"/>
              </a:solidFill>
              <a:latin typeface="Calibri"/>
              <a:ea typeface="Calibri"/>
              <a:cs typeface="Calibri"/>
              <a:sym typeface="Calibri"/>
            </a:endParaRPr>
          </a:p>
        </p:txBody>
      </p:sp>
      <p:sp>
        <p:nvSpPr>
          <p:cNvPr id="282" name="Google Shape;282;p17"/>
          <p:cNvSpPr txBox="1">
            <a:spLocks noGrp="1"/>
          </p:cNvSpPr>
          <p:nvPr>
            <p:ph type="body" idx="41"/>
          </p:nvPr>
        </p:nvSpPr>
        <p:spPr>
          <a:xfrm>
            <a:off x="4068405" y="542083"/>
            <a:ext cx="259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dk1"/>
              </a:buClr>
              <a:buSzPts val="1000"/>
              <a:buNone/>
              <a:defRPr sz="1000">
                <a:solidFill>
                  <a:schemeClr val="dk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
        <p:nvSpPr>
          <p:cNvPr id="283" name="Google Shape;283;p17"/>
          <p:cNvSpPr txBox="1">
            <a:spLocks noGrp="1"/>
          </p:cNvSpPr>
          <p:nvPr>
            <p:ph type="body" idx="42"/>
          </p:nvPr>
        </p:nvSpPr>
        <p:spPr>
          <a:xfrm>
            <a:off x="4068405" y="791602"/>
            <a:ext cx="2592000" cy="180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Clr>
                <a:schemeClr val="dk1"/>
              </a:buClr>
              <a:buSzPts val="1000"/>
              <a:buNone/>
              <a:defRPr sz="1000">
                <a:solidFill>
                  <a:schemeClr val="dk1"/>
                </a:solidFill>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228600" algn="l">
              <a:lnSpc>
                <a:spcPct val="150000"/>
              </a:lnSpc>
              <a:spcBef>
                <a:spcPts val="600"/>
              </a:spcBef>
              <a:spcAft>
                <a:spcPts val="0"/>
              </a:spcAft>
              <a:buClr>
                <a:schemeClr val="dk1"/>
              </a:buClr>
              <a:buSzPts val="1800"/>
              <a:buNone/>
              <a:defRPr/>
            </a:lvl6pPr>
            <a:lvl7pPr marL="3200400" lvl="6" indent="-365760" algn="l">
              <a:lnSpc>
                <a:spcPct val="150000"/>
              </a:lnSpc>
              <a:spcBef>
                <a:spcPts val="600"/>
              </a:spcBef>
              <a:spcAft>
                <a:spcPts val="0"/>
              </a:spcAft>
              <a:buClr>
                <a:schemeClr val="dk1"/>
              </a:buClr>
              <a:buSzPts val="2160"/>
              <a:buChar char="•"/>
              <a:defRPr/>
            </a:lvl7pPr>
            <a:lvl8pPr marL="3657600" lvl="7" indent="-228600" algn="l">
              <a:lnSpc>
                <a:spcPct val="150000"/>
              </a:lnSpc>
              <a:spcBef>
                <a:spcPts val="0"/>
              </a:spcBef>
              <a:spcAft>
                <a:spcPts val="0"/>
              </a:spcAft>
              <a:buClr>
                <a:schemeClr val="dk1"/>
              </a:buClr>
              <a:buSzPts val="1800"/>
              <a:buNone/>
              <a:defRPr/>
            </a:lvl8pPr>
            <a:lvl9pPr marL="4114800" lvl="8" indent="-228600" algn="l">
              <a:lnSpc>
                <a:spcPct val="150000"/>
              </a:lnSpc>
              <a:spcBef>
                <a:spcPts val="600"/>
              </a:spcBef>
              <a:spcAft>
                <a:spcPts val="600"/>
              </a:spcAft>
              <a:buClr>
                <a:schemeClr val="dk1"/>
              </a:buClr>
              <a:buSzPts val="1800"/>
              <a:buNone/>
              <a:defRPr/>
            </a:lvl9pPr>
          </a:lstStyle>
          <a:p>
            <a:endParaRPr/>
          </a:p>
        </p:txBody>
      </p:sp>
    </p:spTree>
    <p:extLst>
      <p:ext uri="{BB962C8B-B14F-4D97-AF65-F5344CB8AC3E}">
        <p14:creationId xmlns:p14="http://schemas.microsoft.com/office/powerpoint/2010/main" val="25681600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sv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2.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oleObject" Target="../embeddings/oleObject1.bin"/><Relationship Id="rId3" Type="http://schemas.openxmlformats.org/officeDocument/2006/relationships/slideLayout" Target="../slideLayouts/slideLayout16.xml"/><Relationship Id="rId21" Type="http://schemas.openxmlformats.org/officeDocument/2006/relationships/image" Target="../media/image3.png"/><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tags" Target="../tags/tag14.xml"/><Relationship Id="rId2" Type="http://schemas.openxmlformats.org/officeDocument/2006/relationships/slideLayout" Target="../slideLayouts/slideLayout15.xml"/><Relationship Id="rId16" Type="http://schemas.openxmlformats.org/officeDocument/2006/relationships/theme" Target="../theme/theme2.xml"/><Relationship Id="rId20" Type="http://schemas.openxmlformats.org/officeDocument/2006/relationships/image" Target="../media/image2.svg"/><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10" Type="http://schemas.openxmlformats.org/officeDocument/2006/relationships/slideLayout" Target="../slideLayouts/slideLayout23.xml"/><Relationship Id="rId19" Type="http://schemas.openxmlformats.org/officeDocument/2006/relationships/image" Target="../media/image1.emf"/><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41.xml"/><Relationship Id="rId18" Type="http://schemas.openxmlformats.org/officeDocument/2006/relationships/slideLayout" Target="../slideLayouts/slideLayout46.xml"/><Relationship Id="rId26" Type="http://schemas.openxmlformats.org/officeDocument/2006/relationships/slideLayout" Target="../slideLayouts/slideLayout54.xml"/><Relationship Id="rId3" Type="http://schemas.openxmlformats.org/officeDocument/2006/relationships/slideLayout" Target="../slideLayouts/slideLayout31.xml"/><Relationship Id="rId21" Type="http://schemas.openxmlformats.org/officeDocument/2006/relationships/slideLayout" Target="../slideLayouts/slideLayout49.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17" Type="http://schemas.openxmlformats.org/officeDocument/2006/relationships/slideLayout" Target="../slideLayouts/slideLayout45.xml"/><Relationship Id="rId25" Type="http://schemas.openxmlformats.org/officeDocument/2006/relationships/slideLayout" Target="../slideLayouts/slideLayout53.xml"/><Relationship Id="rId33" Type="http://schemas.openxmlformats.org/officeDocument/2006/relationships/image" Target="../media/image3.png"/><Relationship Id="rId2" Type="http://schemas.openxmlformats.org/officeDocument/2006/relationships/slideLayout" Target="../slideLayouts/slideLayout30.xml"/><Relationship Id="rId16" Type="http://schemas.openxmlformats.org/officeDocument/2006/relationships/slideLayout" Target="../slideLayouts/slideLayout44.xml"/><Relationship Id="rId20" Type="http://schemas.openxmlformats.org/officeDocument/2006/relationships/slideLayout" Target="../slideLayouts/slideLayout48.xml"/><Relationship Id="rId29" Type="http://schemas.openxmlformats.org/officeDocument/2006/relationships/tags" Target="../tags/tag25.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24" Type="http://schemas.openxmlformats.org/officeDocument/2006/relationships/slideLayout" Target="../slideLayouts/slideLayout52.xml"/><Relationship Id="rId32" Type="http://schemas.openxmlformats.org/officeDocument/2006/relationships/image" Target="../media/image2.svg"/><Relationship Id="rId5" Type="http://schemas.openxmlformats.org/officeDocument/2006/relationships/slideLayout" Target="../slideLayouts/slideLayout33.xml"/><Relationship Id="rId15" Type="http://schemas.openxmlformats.org/officeDocument/2006/relationships/slideLayout" Target="../slideLayouts/slideLayout43.xml"/><Relationship Id="rId23" Type="http://schemas.openxmlformats.org/officeDocument/2006/relationships/slideLayout" Target="../slideLayouts/slideLayout51.xml"/><Relationship Id="rId28" Type="http://schemas.openxmlformats.org/officeDocument/2006/relationships/theme" Target="../theme/theme3.xml"/><Relationship Id="rId10" Type="http://schemas.openxmlformats.org/officeDocument/2006/relationships/slideLayout" Target="../slideLayouts/slideLayout38.xml"/><Relationship Id="rId19" Type="http://schemas.openxmlformats.org/officeDocument/2006/relationships/slideLayout" Target="../slideLayouts/slideLayout47.xml"/><Relationship Id="rId31" Type="http://schemas.openxmlformats.org/officeDocument/2006/relationships/image" Target="../media/image1.emf"/><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 Id="rId22" Type="http://schemas.openxmlformats.org/officeDocument/2006/relationships/slideLayout" Target="../slideLayouts/slideLayout50.xml"/><Relationship Id="rId27" Type="http://schemas.openxmlformats.org/officeDocument/2006/relationships/slideLayout" Target="../slideLayouts/slideLayout55.xml"/><Relationship Id="rId30" Type="http://schemas.openxmlformats.org/officeDocument/2006/relationships/oleObject" Target="../embeddings/oleObject1.bin"/><Relationship Id="rId8" Type="http://schemas.openxmlformats.org/officeDocument/2006/relationships/slideLayout" Target="../slideLayouts/slideLayout36.xml"/></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13" Type="http://schemas.openxmlformats.org/officeDocument/2006/relationships/image" Target="../media/image3.png"/><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image" Target="../media/image2.svg"/><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image" Target="../media/image19.emf"/><Relationship Id="rId5" Type="http://schemas.openxmlformats.org/officeDocument/2006/relationships/slideLayout" Target="../slideLayouts/slideLayout60.xml"/><Relationship Id="rId10" Type="http://schemas.openxmlformats.org/officeDocument/2006/relationships/oleObject" Target="../embeddings/oleObject12.bin"/><Relationship Id="rId4" Type="http://schemas.openxmlformats.org/officeDocument/2006/relationships/slideLayout" Target="../slideLayouts/slideLayout59.xml"/><Relationship Id="rId9" Type="http://schemas.openxmlformats.org/officeDocument/2006/relationships/tags" Target="../tags/tag46.xml"/></Relationships>
</file>

<file path=ppt/slideMasters/_rels/slideMaster5.xml.rels><?xml version="1.0" encoding="UTF-8" standalone="yes"?>
<Relationships xmlns="http://schemas.openxmlformats.org/package/2006/relationships"><Relationship Id="rId8" Type="http://schemas.openxmlformats.org/officeDocument/2006/relationships/image" Target="../media/image20.emf"/><Relationship Id="rId3" Type="http://schemas.openxmlformats.org/officeDocument/2006/relationships/slideLayout" Target="../slideLayouts/slideLayout65.xml"/><Relationship Id="rId7" Type="http://schemas.openxmlformats.org/officeDocument/2006/relationships/oleObject" Target="../embeddings/oleObject13.bin"/><Relationship Id="rId2" Type="http://schemas.openxmlformats.org/officeDocument/2006/relationships/slideLayout" Target="../slideLayouts/slideLayout64.xml"/><Relationship Id="rId1" Type="http://schemas.openxmlformats.org/officeDocument/2006/relationships/slideLayout" Target="../slideLayouts/slideLayout63.xml"/><Relationship Id="rId6" Type="http://schemas.openxmlformats.org/officeDocument/2006/relationships/tags" Target="../tags/tag49.xml"/><Relationship Id="rId5" Type="http://schemas.openxmlformats.org/officeDocument/2006/relationships/theme" Target="../theme/theme5.xml"/><Relationship Id="rId10" Type="http://schemas.openxmlformats.org/officeDocument/2006/relationships/image" Target="../media/image3.png"/><Relationship Id="rId4" Type="http://schemas.openxmlformats.org/officeDocument/2006/relationships/slideLayout" Target="../slideLayouts/slideLayout66.xml"/><Relationship Id="rId9" Type="http://schemas.openxmlformats.org/officeDocument/2006/relationships/image" Target="../media/image2.sv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4.xml"/><Relationship Id="rId13" Type="http://schemas.openxmlformats.org/officeDocument/2006/relationships/slideLayout" Target="../slideLayouts/slideLayout79.xml"/><Relationship Id="rId18" Type="http://schemas.openxmlformats.org/officeDocument/2006/relationships/oleObject" Target="../embeddings/oleObject1.bin"/><Relationship Id="rId3" Type="http://schemas.openxmlformats.org/officeDocument/2006/relationships/slideLayout" Target="../slideLayouts/slideLayout69.xml"/><Relationship Id="rId21" Type="http://schemas.openxmlformats.org/officeDocument/2006/relationships/image" Target="../media/image3.png"/><Relationship Id="rId7" Type="http://schemas.openxmlformats.org/officeDocument/2006/relationships/slideLayout" Target="../slideLayouts/slideLayout73.xml"/><Relationship Id="rId12" Type="http://schemas.openxmlformats.org/officeDocument/2006/relationships/slideLayout" Target="../slideLayouts/slideLayout78.xml"/><Relationship Id="rId17" Type="http://schemas.openxmlformats.org/officeDocument/2006/relationships/tags" Target="../tags/tag50.xml"/><Relationship Id="rId2" Type="http://schemas.openxmlformats.org/officeDocument/2006/relationships/slideLayout" Target="../slideLayouts/slideLayout68.xml"/><Relationship Id="rId16" Type="http://schemas.openxmlformats.org/officeDocument/2006/relationships/theme" Target="../theme/theme6.xml"/><Relationship Id="rId20" Type="http://schemas.openxmlformats.org/officeDocument/2006/relationships/image" Target="../media/image2.svg"/><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5" Type="http://schemas.openxmlformats.org/officeDocument/2006/relationships/slideLayout" Target="../slideLayouts/slideLayout81.xml"/><Relationship Id="rId10" Type="http://schemas.openxmlformats.org/officeDocument/2006/relationships/slideLayout" Target="../slideLayouts/slideLayout76.xml"/><Relationship Id="rId19" Type="http://schemas.openxmlformats.org/officeDocument/2006/relationships/image" Target="../media/image1.emf"/><Relationship Id="rId4" Type="http://schemas.openxmlformats.org/officeDocument/2006/relationships/slideLayout" Target="../slideLayouts/slideLayout70.xml"/><Relationship Id="rId9" Type="http://schemas.openxmlformats.org/officeDocument/2006/relationships/slideLayout" Target="../slideLayouts/slideLayout75.xml"/><Relationship Id="rId14" Type="http://schemas.openxmlformats.org/officeDocument/2006/relationships/slideLayout" Target="../slideLayouts/slideLayout80.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9.xml"/><Relationship Id="rId13" Type="http://schemas.openxmlformats.org/officeDocument/2006/relationships/slideLayout" Target="../slideLayouts/slideLayout94.xml"/><Relationship Id="rId18" Type="http://schemas.openxmlformats.org/officeDocument/2006/relationships/image" Target="../media/image2.svg"/><Relationship Id="rId3" Type="http://schemas.openxmlformats.org/officeDocument/2006/relationships/slideLayout" Target="../slideLayouts/slideLayout84.xml"/><Relationship Id="rId7" Type="http://schemas.openxmlformats.org/officeDocument/2006/relationships/slideLayout" Target="../slideLayouts/slideLayout88.xml"/><Relationship Id="rId12" Type="http://schemas.openxmlformats.org/officeDocument/2006/relationships/slideLayout" Target="../slideLayouts/slideLayout93.xml"/><Relationship Id="rId17" Type="http://schemas.openxmlformats.org/officeDocument/2006/relationships/image" Target="../media/image1.emf"/><Relationship Id="rId2" Type="http://schemas.openxmlformats.org/officeDocument/2006/relationships/slideLayout" Target="../slideLayouts/slideLayout83.xml"/><Relationship Id="rId16" Type="http://schemas.openxmlformats.org/officeDocument/2006/relationships/oleObject" Target="../embeddings/oleObject1.bin"/><Relationship Id="rId1" Type="http://schemas.openxmlformats.org/officeDocument/2006/relationships/slideLayout" Target="../slideLayouts/slideLayout82.xml"/><Relationship Id="rId6" Type="http://schemas.openxmlformats.org/officeDocument/2006/relationships/slideLayout" Target="../slideLayouts/slideLayout87.xml"/><Relationship Id="rId11" Type="http://schemas.openxmlformats.org/officeDocument/2006/relationships/slideLayout" Target="../slideLayouts/slideLayout92.xml"/><Relationship Id="rId5" Type="http://schemas.openxmlformats.org/officeDocument/2006/relationships/slideLayout" Target="../slideLayouts/slideLayout86.xml"/><Relationship Id="rId15" Type="http://schemas.openxmlformats.org/officeDocument/2006/relationships/tags" Target="../tags/tag61.xml"/><Relationship Id="rId10" Type="http://schemas.openxmlformats.org/officeDocument/2006/relationships/slideLayout" Target="../slideLayouts/slideLayout91.xml"/><Relationship Id="rId19" Type="http://schemas.openxmlformats.org/officeDocument/2006/relationships/image" Target="../media/image3.png"/><Relationship Id="rId4" Type="http://schemas.openxmlformats.org/officeDocument/2006/relationships/slideLayout" Target="../slideLayouts/slideLayout85.xml"/><Relationship Id="rId9" Type="http://schemas.openxmlformats.org/officeDocument/2006/relationships/slideLayout" Target="../slideLayouts/slideLayout90.xml"/><Relationship Id="rId14"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02.xml"/><Relationship Id="rId13" Type="http://schemas.openxmlformats.org/officeDocument/2006/relationships/slideLayout" Target="../slideLayouts/slideLayout107.xml"/><Relationship Id="rId18" Type="http://schemas.openxmlformats.org/officeDocument/2006/relationships/oleObject" Target="../embeddings/oleObject1.bin"/><Relationship Id="rId3" Type="http://schemas.openxmlformats.org/officeDocument/2006/relationships/slideLayout" Target="../slideLayouts/slideLayout97.xml"/><Relationship Id="rId21" Type="http://schemas.openxmlformats.org/officeDocument/2006/relationships/image" Target="../media/image3.png"/><Relationship Id="rId7" Type="http://schemas.openxmlformats.org/officeDocument/2006/relationships/slideLayout" Target="../slideLayouts/slideLayout101.xml"/><Relationship Id="rId12" Type="http://schemas.openxmlformats.org/officeDocument/2006/relationships/slideLayout" Target="../slideLayouts/slideLayout106.xml"/><Relationship Id="rId17" Type="http://schemas.openxmlformats.org/officeDocument/2006/relationships/tags" Target="../tags/tag72.xml"/><Relationship Id="rId2" Type="http://schemas.openxmlformats.org/officeDocument/2006/relationships/slideLayout" Target="../slideLayouts/slideLayout96.xml"/><Relationship Id="rId16" Type="http://schemas.openxmlformats.org/officeDocument/2006/relationships/theme" Target="../theme/theme8.xml"/><Relationship Id="rId20" Type="http://schemas.openxmlformats.org/officeDocument/2006/relationships/image" Target="../media/image2.svg"/><Relationship Id="rId1" Type="http://schemas.openxmlformats.org/officeDocument/2006/relationships/slideLayout" Target="../slideLayouts/slideLayout95.xml"/><Relationship Id="rId6" Type="http://schemas.openxmlformats.org/officeDocument/2006/relationships/slideLayout" Target="../slideLayouts/slideLayout100.xml"/><Relationship Id="rId11" Type="http://schemas.openxmlformats.org/officeDocument/2006/relationships/slideLayout" Target="../slideLayouts/slideLayout105.xml"/><Relationship Id="rId5" Type="http://schemas.openxmlformats.org/officeDocument/2006/relationships/slideLayout" Target="../slideLayouts/slideLayout99.xml"/><Relationship Id="rId15" Type="http://schemas.openxmlformats.org/officeDocument/2006/relationships/slideLayout" Target="../slideLayouts/slideLayout109.xml"/><Relationship Id="rId10" Type="http://schemas.openxmlformats.org/officeDocument/2006/relationships/slideLayout" Target="../slideLayouts/slideLayout104.xml"/><Relationship Id="rId19" Type="http://schemas.openxmlformats.org/officeDocument/2006/relationships/image" Target="../media/image1.emf"/><Relationship Id="rId4" Type="http://schemas.openxmlformats.org/officeDocument/2006/relationships/slideLayout" Target="../slideLayouts/slideLayout98.xml"/><Relationship Id="rId9" Type="http://schemas.openxmlformats.org/officeDocument/2006/relationships/slideLayout" Target="../slideLayouts/slideLayout103.xml"/><Relationship Id="rId14" Type="http://schemas.openxmlformats.org/officeDocument/2006/relationships/slideLayout" Target="../slideLayouts/slideLayout108.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17.xml"/><Relationship Id="rId13" Type="http://schemas.openxmlformats.org/officeDocument/2006/relationships/slideLayout" Target="../slideLayouts/slideLayout122.xml"/><Relationship Id="rId18" Type="http://schemas.openxmlformats.org/officeDocument/2006/relationships/oleObject" Target="../embeddings/oleObject15.bin"/><Relationship Id="rId3" Type="http://schemas.openxmlformats.org/officeDocument/2006/relationships/slideLayout" Target="../slideLayouts/slideLayout112.xml"/><Relationship Id="rId7" Type="http://schemas.openxmlformats.org/officeDocument/2006/relationships/slideLayout" Target="../slideLayouts/slideLayout116.xml"/><Relationship Id="rId12" Type="http://schemas.openxmlformats.org/officeDocument/2006/relationships/slideLayout" Target="../slideLayouts/slideLayout121.xml"/><Relationship Id="rId17" Type="http://schemas.openxmlformats.org/officeDocument/2006/relationships/tags" Target="../tags/tag84.xml"/><Relationship Id="rId2" Type="http://schemas.openxmlformats.org/officeDocument/2006/relationships/slideLayout" Target="../slideLayouts/slideLayout111.xml"/><Relationship Id="rId16" Type="http://schemas.openxmlformats.org/officeDocument/2006/relationships/theme" Target="../theme/theme9.xml"/><Relationship Id="rId20" Type="http://schemas.openxmlformats.org/officeDocument/2006/relationships/image" Target="../media/image27.png"/><Relationship Id="rId1" Type="http://schemas.openxmlformats.org/officeDocument/2006/relationships/slideLayout" Target="../slideLayouts/slideLayout110.xml"/><Relationship Id="rId6" Type="http://schemas.openxmlformats.org/officeDocument/2006/relationships/slideLayout" Target="../slideLayouts/slideLayout115.xml"/><Relationship Id="rId11" Type="http://schemas.openxmlformats.org/officeDocument/2006/relationships/slideLayout" Target="../slideLayouts/slideLayout120.xml"/><Relationship Id="rId5" Type="http://schemas.openxmlformats.org/officeDocument/2006/relationships/slideLayout" Target="../slideLayouts/slideLayout114.xml"/><Relationship Id="rId15" Type="http://schemas.openxmlformats.org/officeDocument/2006/relationships/slideLayout" Target="../slideLayouts/slideLayout124.xml"/><Relationship Id="rId10" Type="http://schemas.openxmlformats.org/officeDocument/2006/relationships/slideLayout" Target="../slideLayouts/slideLayout119.xml"/><Relationship Id="rId19" Type="http://schemas.openxmlformats.org/officeDocument/2006/relationships/image" Target="../media/image26.emf"/><Relationship Id="rId4" Type="http://schemas.openxmlformats.org/officeDocument/2006/relationships/slideLayout" Target="../slideLayouts/slideLayout113.xml"/><Relationship Id="rId9" Type="http://schemas.openxmlformats.org/officeDocument/2006/relationships/slideLayout" Target="../slideLayouts/slideLayout118.xml"/><Relationship Id="rId14" Type="http://schemas.openxmlformats.org/officeDocument/2006/relationships/slideLayout" Target="../slideLayouts/slideLayout1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96213161-5463-7E08-2D03-C8D056795C18}"/>
              </a:ext>
            </a:extLst>
          </p:cNvPr>
          <p:cNvGraphicFramePr>
            <a:graphicFrameLocks noChangeAspect="1"/>
          </p:cNvGraphicFramePr>
          <p:nvPr userDrawn="1">
            <p:custDataLst>
              <p:tags r:id="rId15"/>
            </p:custDataLst>
            <p:extLst>
              <p:ext uri="{D42A27DB-BD31-4B8C-83A1-F6EECF244321}">
                <p14:modId xmlns:p14="http://schemas.microsoft.com/office/powerpoint/2010/main" val="176074692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6" imgW="425" imgH="424" progId="TCLayout.ActiveDocument.1">
                  <p:embed/>
                </p:oleObj>
              </mc:Choice>
              <mc:Fallback>
                <p:oleObj name="think-cell Slide" r:id="rId16" imgW="425" imgH="424" progId="TCLayout.ActiveDocument.1">
                  <p:embed/>
                  <p:pic>
                    <p:nvPicPr>
                      <p:cNvPr id="5" name="Object 4" hidden="1">
                        <a:extLst>
                          <a:ext uri="{FF2B5EF4-FFF2-40B4-BE49-F238E27FC236}">
                            <a16:creationId xmlns:a16="http://schemas.microsoft.com/office/drawing/2014/main" id="{96213161-5463-7E08-2D03-C8D056795C18}"/>
                          </a:ext>
                        </a:extLst>
                      </p:cNvPr>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3" name="Text Placeholder 7">
            <a:extLst>
              <a:ext uri="{FF2B5EF4-FFF2-40B4-BE49-F238E27FC236}">
                <a16:creationId xmlns:a16="http://schemas.microsoft.com/office/drawing/2014/main" id="{2520B819-0971-B86F-9249-CDC1B18E9882}"/>
              </a:ext>
            </a:extLst>
          </p:cNvPr>
          <p:cNvSpPr>
            <a:spLocks noGrp="1"/>
          </p:cNvSpPr>
          <p:nvPr>
            <p:ph type="body" idx="1"/>
          </p:nvPr>
        </p:nvSpPr>
        <p:spPr>
          <a:xfrm>
            <a:off x="360000" y="1557338"/>
            <a:ext cx="11471638" cy="4581525"/>
          </a:xfrm>
          <a:prstGeom prst="rect">
            <a:avLst/>
          </a:prstGeom>
        </p:spPr>
        <p:txBody>
          <a:bodyPr vert="horz" lIns="0" tIns="0" rIns="0" bIns="0" rtlCol="0">
            <a:noAutofit/>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GB"/>
          </a:p>
        </p:txBody>
      </p:sp>
      <p:sp>
        <p:nvSpPr>
          <p:cNvPr id="4" name="Slide Number Placeholder 9">
            <a:extLst>
              <a:ext uri="{FF2B5EF4-FFF2-40B4-BE49-F238E27FC236}">
                <a16:creationId xmlns:a16="http://schemas.microsoft.com/office/drawing/2014/main" id="{EC68A4F5-C596-35C0-0A41-9B329FE2A310}"/>
              </a:ext>
            </a:extLst>
          </p:cNvPr>
          <p:cNvSpPr txBox="1">
            <a:spLocks/>
          </p:cNvSpPr>
          <p:nvPr userDrawn="1"/>
        </p:nvSpPr>
        <p:spPr>
          <a:xfrm>
            <a:off x="11134300" y="6400938"/>
            <a:ext cx="704666" cy="181362"/>
          </a:xfrm>
          <a:prstGeom prst="rect">
            <a:avLst/>
          </a:prstGeom>
        </p:spPr>
        <p:txBody>
          <a:bodyPr vert="horz" lIns="0" tIns="0" rIns="0" bIns="0" rtlCol="0" anchor="b">
            <a:noAutofit/>
          </a:bodyP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0BE2C1E-995C-4121-AD26-7DE6C74EE600}" type="slidenum">
              <a:rPr lang="en-GB" smtClean="0">
                <a:solidFill>
                  <a:schemeClr val="tx1"/>
                </a:solidFill>
              </a:rPr>
              <a:pPr/>
              <a:t>‹#›</a:t>
            </a:fld>
            <a:endParaRPr lang="en-GB">
              <a:solidFill>
                <a:schemeClr val="tx1"/>
              </a:solidFill>
            </a:endParaRPr>
          </a:p>
        </p:txBody>
      </p:sp>
      <p:sp>
        <p:nvSpPr>
          <p:cNvPr id="6" name="Title Placeholder 1">
            <a:extLst>
              <a:ext uri="{FF2B5EF4-FFF2-40B4-BE49-F238E27FC236}">
                <a16:creationId xmlns:a16="http://schemas.microsoft.com/office/drawing/2014/main" id="{601D5413-6FE2-4960-5BAE-7121111E4EF8}"/>
              </a:ext>
            </a:extLst>
          </p:cNvPr>
          <p:cNvSpPr>
            <a:spLocks noGrp="1"/>
          </p:cNvSpPr>
          <p:nvPr>
            <p:ph type="title"/>
          </p:nvPr>
        </p:nvSpPr>
        <p:spPr>
          <a:xfrm>
            <a:off x="360000" y="536576"/>
            <a:ext cx="11471638" cy="661987"/>
          </a:xfrm>
          <a:prstGeom prst="rect">
            <a:avLst/>
          </a:prstGeom>
        </p:spPr>
        <p:txBody>
          <a:bodyPr vert="horz" lIns="0" tIns="0" rIns="0" bIns="0" rtlCol="0" anchor="t">
            <a:noAutofit/>
          </a:bodyPr>
          <a:lstStyle/>
          <a:p>
            <a:r>
              <a:rPr lang="en-GB"/>
              <a:t>Click to edit action title</a:t>
            </a:r>
          </a:p>
        </p:txBody>
      </p:sp>
      <p:pic>
        <p:nvPicPr>
          <p:cNvPr id="7" name="Graphic 6">
            <a:extLst>
              <a:ext uri="{FF2B5EF4-FFF2-40B4-BE49-F238E27FC236}">
                <a16:creationId xmlns:a16="http://schemas.microsoft.com/office/drawing/2014/main" id="{A92147F6-DA69-0D43-CF80-D691DB4AAE9B}"/>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18"/>
              </a:ext>
            </a:extLst>
          </a:blip>
          <a:srcRect r="71067"/>
          <a:stretch>
            <a:fillRect/>
          </a:stretch>
        </p:blipFill>
        <p:spPr>
          <a:xfrm>
            <a:off x="360000" y="6329037"/>
            <a:ext cx="315937" cy="360000"/>
          </a:xfrm>
          <a:prstGeom prst="rect">
            <a:avLst/>
          </a:prstGeom>
        </p:spPr>
      </p:pic>
      <p:sp>
        <p:nvSpPr>
          <p:cNvPr id="11" name="Footer Placeholder 2">
            <a:extLst>
              <a:ext uri="{FF2B5EF4-FFF2-40B4-BE49-F238E27FC236}">
                <a16:creationId xmlns:a16="http://schemas.microsoft.com/office/drawing/2014/main" id="{B32EA7DF-21F6-C36E-90F7-EC3426D2668B}"/>
              </a:ext>
            </a:extLst>
          </p:cNvPr>
          <p:cNvSpPr>
            <a:spLocks noGrp="1"/>
          </p:cNvSpPr>
          <p:nvPr>
            <p:ph type="ftr" sz="quarter" idx="3"/>
          </p:nvPr>
        </p:nvSpPr>
        <p:spPr>
          <a:xfrm>
            <a:off x="675936" y="6321425"/>
            <a:ext cx="10087857" cy="367612"/>
          </a:xfrm>
          <a:prstGeom prst="rect">
            <a:avLst/>
          </a:prstGeom>
        </p:spPr>
        <p:txBody>
          <a:bodyPr anchor="ctr"/>
          <a:lstStyle>
            <a:lvl1pPr rtl="0">
              <a:defRPr sz="1000">
                <a:solidFill>
                  <a:schemeClr val="tx1"/>
                </a:solidFill>
              </a:defRPr>
            </a:lvl1pPr>
          </a:lstStyle>
          <a:p>
            <a:endParaRPr lang="en-GB"/>
          </a:p>
        </p:txBody>
      </p:sp>
    </p:spTree>
    <p:extLst>
      <p:ext uri="{BB962C8B-B14F-4D97-AF65-F5344CB8AC3E}">
        <p14:creationId xmlns:p14="http://schemas.microsoft.com/office/powerpoint/2010/main" val="2986576181"/>
      </p:ext>
    </p:extLst>
  </p:cSld>
  <p:clrMap bg1="lt1" tx1="dk1" bg2="lt2" tx2="dk2" accent1="accent1" accent2="accent2" accent3="accent3" accent4="accent4" accent5="accent5" accent6="accent6" hlink="hlink" folHlink="folHlink"/>
  <p:sldLayoutIdLst>
    <p:sldLayoutId id="2147483830" r:id="rId1"/>
    <p:sldLayoutId id="2147483740" r:id="rId2"/>
    <p:sldLayoutId id="2147483822" r:id="rId3"/>
    <p:sldLayoutId id="2147483837" r:id="rId4"/>
    <p:sldLayoutId id="2147483820" r:id="rId5"/>
    <p:sldLayoutId id="2147483834" r:id="rId6"/>
    <p:sldLayoutId id="2147483835" r:id="rId7"/>
    <p:sldLayoutId id="2147483824" r:id="rId8"/>
    <p:sldLayoutId id="2147483841" r:id="rId9"/>
    <p:sldLayoutId id="2147483843" r:id="rId10"/>
    <p:sldLayoutId id="2147483823" r:id="rId11"/>
    <p:sldLayoutId id="2147483840" r:id="rId12"/>
    <p:sldLayoutId id="2147483889" r:id="rId13"/>
  </p:sldLayoutIdLst>
  <p:hf hdr="0" dt="0"/>
  <p:txStyles>
    <p:titleStyle>
      <a:lvl1pPr algn="l" defTabSz="914400" rtl="0" eaLnBrk="1" latinLnBrk="0" hangingPunct="1">
        <a:lnSpc>
          <a:spcPct val="98000"/>
        </a:lnSpc>
        <a:spcBef>
          <a:spcPct val="0"/>
        </a:spcBef>
        <a:buNone/>
        <a:defRPr lang="en-US" sz="2400" b="0" i="0" kern="1200" cap="none" spc="0" baseline="0" dirty="0">
          <a:solidFill>
            <a:schemeClr val="tx1"/>
          </a:solidFill>
          <a:latin typeface="+mj-lt"/>
          <a:ea typeface="+mn-ea"/>
          <a:cs typeface="Calibri" panose="020F0502020204030204" pitchFamily="34" charset="0"/>
        </a:defRPr>
      </a:lvl1pPr>
    </p:titleStyle>
    <p:bodyStyle>
      <a:lvl1pPr marL="216000" indent="-216000" algn="l" defTabSz="914400" rtl="0" eaLnBrk="1" latinLnBrk="0" hangingPunct="1">
        <a:lnSpc>
          <a:spcPct val="100000"/>
        </a:lnSpc>
        <a:spcBef>
          <a:spcPts val="600"/>
        </a:spcBef>
        <a:buSzPct val="100000"/>
        <a:buFont typeface="Arial" panose="020B0604020202020204" pitchFamily="34" charset="0"/>
        <a:buChar char="•"/>
        <a:defRPr lang="en-US" sz="1200" b="0" i="0" kern="1200" spc="0" dirty="0" smtClean="0">
          <a:solidFill>
            <a:schemeClr val="tx1"/>
          </a:solidFill>
          <a:latin typeface="+mn-lt"/>
          <a:ea typeface="+mn-ea"/>
          <a:cs typeface="Calibri" panose="020F0502020204030204" pitchFamily="34" charset="0"/>
        </a:defRPr>
      </a:lvl1pPr>
      <a:lvl2pPr marL="432000" indent="-216000" algn="l" defTabSz="914400" rtl="0" eaLnBrk="1" latinLnBrk="0" hangingPunct="1">
        <a:lnSpc>
          <a:spcPct val="100000"/>
        </a:lnSpc>
        <a:spcBef>
          <a:spcPts val="600"/>
        </a:spcBef>
        <a:buFont typeface="Arial" panose="020B0604020202020204" pitchFamily="34" charset="0"/>
        <a:buChar char="•"/>
        <a:defRPr sz="1200" b="0" i="0" kern="1200" spc="0">
          <a:solidFill>
            <a:schemeClr val="tx1"/>
          </a:solidFill>
          <a:latin typeface="+mn-lt"/>
          <a:ea typeface="+mn-ea"/>
          <a:cs typeface="Calibri" panose="020F0502020204030204" pitchFamily="34" charset="0"/>
        </a:defRPr>
      </a:lvl2pPr>
      <a:lvl3pPr marL="648000" indent="-216000" algn="l" defTabSz="914400" rtl="0" eaLnBrk="1" latinLnBrk="0" hangingPunct="1">
        <a:lnSpc>
          <a:spcPct val="100000"/>
        </a:lnSpc>
        <a:spcBef>
          <a:spcPts val="600"/>
        </a:spcBef>
        <a:buFont typeface="Arial" panose="020B0604020202020204" pitchFamily="34" charset="0"/>
        <a:buChar char="•"/>
        <a:defRPr sz="1200" kern="1200" spc="0">
          <a:solidFill>
            <a:schemeClr val="tx1"/>
          </a:solidFill>
          <a:latin typeface="+mn-lt"/>
          <a:ea typeface="+mn-ea"/>
          <a:cs typeface="+mn-cs"/>
        </a:defRPr>
      </a:lvl3pPr>
      <a:lvl4pPr marL="864000" indent="-216000" algn="l" defTabSz="914400" rtl="0" eaLnBrk="1" latinLnBrk="0" hangingPunct="1">
        <a:lnSpc>
          <a:spcPct val="100000"/>
        </a:lnSpc>
        <a:spcBef>
          <a:spcPts val="600"/>
        </a:spcBef>
        <a:buFont typeface="Arial" panose="020B0604020202020204" pitchFamily="34" charset="0"/>
        <a:buChar char="•"/>
        <a:defRPr sz="1200" kern="1200" cap="none" spc="0" baseline="0">
          <a:solidFill>
            <a:schemeClr val="tx1"/>
          </a:solidFill>
          <a:latin typeface="+mn-lt"/>
          <a:ea typeface="+mn-ea"/>
          <a:cs typeface="+mn-cs"/>
        </a:defRPr>
      </a:lvl4pPr>
      <a:lvl5pPr marL="1080000" indent="-216000" algn="l" defTabSz="914400" rtl="0" eaLnBrk="1" latinLnBrk="0" hangingPunct="1">
        <a:lnSpc>
          <a:spcPct val="100000"/>
        </a:lnSpc>
        <a:spcBef>
          <a:spcPts val="600"/>
        </a:spcBef>
        <a:buFont typeface="Arial" panose="020B0604020202020204" pitchFamily="34" charset="0"/>
        <a:buChar char="•"/>
        <a:defRPr sz="1200" b="0" i="0" kern="1200" spc="0">
          <a:solidFill>
            <a:schemeClr val="tx1"/>
          </a:solidFill>
          <a:latin typeface="+mn-lt"/>
          <a:ea typeface="+mn-ea"/>
          <a:cs typeface="Calibri Light" panose="020F0302020204030204" pitchFamily="34" charset="0"/>
        </a:defRPr>
      </a:lvl5pPr>
      <a:lvl6pPr marL="0" indent="0" algn="l" defTabSz="914400" rtl="0" eaLnBrk="1" latinLnBrk="0" hangingPunct="1">
        <a:lnSpc>
          <a:spcPct val="150000"/>
        </a:lnSpc>
        <a:spcBef>
          <a:spcPts val="600"/>
        </a:spcBef>
        <a:buFont typeface="Arial" panose="020B0604020202020204"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19"/>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ts val="0"/>
        </a:spcBef>
        <a:spcAft>
          <a:spcPts val="600"/>
        </a:spcAft>
        <a:buFont typeface="Arial" panose="020B0604020202020204" pitchFamily="34" charset="0"/>
        <a:buNone/>
        <a:defRPr sz="1200" kern="1200">
          <a:solidFill>
            <a:schemeClr val="tx1"/>
          </a:solidFill>
          <a:latin typeface="Gotham-Light" pitchFamily="50" charset="0"/>
          <a:ea typeface="+mn-ea"/>
          <a:cs typeface="Gotham-Light" pitchFamily="50"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27" userDrawn="1">
          <p15:clr>
            <a:srgbClr val="F26B43"/>
          </p15:clr>
        </p15:guide>
        <p15:guide id="3" pos="7453" userDrawn="1">
          <p15:clr>
            <a:srgbClr val="F26B43"/>
          </p15:clr>
        </p15:guide>
        <p15:guide id="4" orient="horz" pos="225" userDrawn="1">
          <p15:clr>
            <a:srgbClr val="F26B43"/>
          </p15:clr>
        </p15:guide>
        <p15:guide id="6" orient="horz" pos="4094" userDrawn="1">
          <p15:clr>
            <a:srgbClr val="F26B43"/>
          </p15:clr>
        </p15:guide>
        <p15:guide id="7" orient="horz" pos="3867" userDrawn="1">
          <p15:clr>
            <a:srgbClr val="F26B43"/>
          </p15:clr>
        </p15:guide>
        <p15:guide id="8" orient="horz" pos="338" userDrawn="1">
          <p15:clr>
            <a:srgbClr val="F26B43"/>
          </p15:clr>
        </p15:guide>
        <p15:guide id="9" orient="horz" pos="755" userDrawn="1">
          <p15:clr>
            <a:srgbClr val="F26B43"/>
          </p15:clr>
        </p15:guide>
        <p15:guide id="10" orient="horz" pos="981"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96213161-5463-7E08-2D03-C8D056795C18}"/>
              </a:ext>
            </a:extLst>
          </p:cNvPr>
          <p:cNvGraphicFramePr>
            <a:graphicFrameLocks noChangeAspect="1"/>
          </p:cNvGraphicFramePr>
          <p:nvPr userDrawn="1">
            <p:custDataLst>
              <p:tags r:id="rId17"/>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8" imgW="425" imgH="424" progId="TCLayout.ActiveDocument.1">
                  <p:embed/>
                </p:oleObj>
              </mc:Choice>
              <mc:Fallback>
                <p:oleObj name="think-cell Slide" r:id="rId18" imgW="425" imgH="424" progId="TCLayout.ActiveDocument.1">
                  <p:embed/>
                  <p:pic>
                    <p:nvPicPr>
                      <p:cNvPr id="5" name="Object 4" hidden="1">
                        <a:extLst>
                          <a:ext uri="{FF2B5EF4-FFF2-40B4-BE49-F238E27FC236}">
                            <a16:creationId xmlns:a16="http://schemas.microsoft.com/office/drawing/2014/main" id="{96213161-5463-7E08-2D03-C8D056795C18}"/>
                          </a:ext>
                        </a:extLst>
                      </p:cNvPr>
                      <p:cNvPicPr/>
                      <p:nvPr/>
                    </p:nvPicPr>
                    <p:blipFill>
                      <a:blip r:embed="rId19"/>
                      <a:stretch>
                        <a:fillRect/>
                      </a:stretch>
                    </p:blipFill>
                    <p:spPr>
                      <a:xfrm>
                        <a:off x="1588" y="1588"/>
                        <a:ext cx="1588" cy="1588"/>
                      </a:xfrm>
                      <a:prstGeom prst="rect">
                        <a:avLst/>
                      </a:prstGeom>
                    </p:spPr>
                  </p:pic>
                </p:oleObj>
              </mc:Fallback>
            </mc:AlternateContent>
          </a:graphicData>
        </a:graphic>
      </p:graphicFrame>
      <p:sp>
        <p:nvSpPr>
          <p:cNvPr id="3" name="Text Placeholder 7">
            <a:extLst>
              <a:ext uri="{FF2B5EF4-FFF2-40B4-BE49-F238E27FC236}">
                <a16:creationId xmlns:a16="http://schemas.microsoft.com/office/drawing/2014/main" id="{2520B819-0971-B86F-9249-CDC1B18E9882}"/>
              </a:ext>
            </a:extLst>
          </p:cNvPr>
          <p:cNvSpPr>
            <a:spLocks noGrp="1"/>
          </p:cNvSpPr>
          <p:nvPr>
            <p:ph type="body" idx="1"/>
          </p:nvPr>
        </p:nvSpPr>
        <p:spPr>
          <a:xfrm>
            <a:off x="360000" y="1557338"/>
            <a:ext cx="11471638" cy="4581525"/>
          </a:xfrm>
          <a:prstGeom prst="rect">
            <a:avLst/>
          </a:prstGeom>
        </p:spPr>
        <p:txBody>
          <a:bodyPr vert="horz" lIns="0" tIns="0" rIns="0" bIns="0" rtlCol="0">
            <a:noAutofit/>
          </a:bodyPr>
          <a:lstStyle/>
          <a:p>
            <a:pPr lvl="0">
              <a:defRPr lang="en-GB"/>
            </a:pPr>
            <a:r>
              <a:rPr lang="en-GB"/>
              <a:t>Click to edit Master text styles</a:t>
            </a:r>
          </a:p>
          <a:p>
            <a:pPr lvl="1">
              <a:defRPr lang="en-GB"/>
            </a:pPr>
            <a:r>
              <a:rPr lang="en-GB"/>
              <a:t>Second level</a:t>
            </a:r>
          </a:p>
          <a:p>
            <a:pPr lvl="2">
              <a:defRPr lang="en-GB"/>
            </a:pPr>
            <a:r>
              <a:rPr lang="en-GB"/>
              <a:t>Third level</a:t>
            </a:r>
          </a:p>
          <a:p>
            <a:pPr lvl="3">
              <a:defRPr lang="en-GB"/>
            </a:pPr>
            <a:r>
              <a:rPr lang="en-GB"/>
              <a:t>Fourth level</a:t>
            </a:r>
          </a:p>
          <a:p>
            <a:pPr lvl="4">
              <a:defRPr lang="en-GB"/>
            </a:pPr>
            <a:r>
              <a:rPr lang="en-GB"/>
              <a:t>Fifth level</a:t>
            </a:r>
          </a:p>
        </p:txBody>
      </p:sp>
      <p:sp>
        <p:nvSpPr>
          <p:cNvPr id="4" name="Slide Number Placeholder 9">
            <a:extLst>
              <a:ext uri="{FF2B5EF4-FFF2-40B4-BE49-F238E27FC236}">
                <a16:creationId xmlns:a16="http://schemas.microsoft.com/office/drawing/2014/main" id="{EC68A4F5-C596-35C0-0A41-9B329FE2A310}"/>
              </a:ext>
            </a:extLst>
          </p:cNvPr>
          <p:cNvSpPr txBox="1"/>
          <p:nvPr userDrawn="1"/>
        </p:nvSpPr>
        <p:spPr>
          <a:xfrm>
            <a:off x="11134300" y="6400938"/>
            <a:ext cx="704666" cy="181362"/>
          </a:xfrm>
          <a:prstGeom prst="rect">
            <a:avLst/>
          </a:prstGeom>
        </p:spPr>
        <p:txBody>
          <a:bodyPr vert="horz" lIns="0" tIns="0" rIns="0" bIns="0" rtlCol="0" anchor="b">
            <a:noAutofit/>
          </a:bodyP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lang="en-GB"/>
            </a:pPr>
            <a:fld id="{10BE2C1E-995C-4121-AD26-7DE6C74EE600}" type="slidenum">
              <a:rPr lang="en-GB" smtClean="0">
                <a:solidFill>
                  <a:schemeClr val="tx1"/>
                </a:solidFill>
              </a:rPr>
              <a:t>‹#›</a:t>
            </a:fld>
            <a:endParaRPr lang="en-GB">
              <a:solidFill>
                <a:schemeClr val="tx1"/>
              </a:solidFill>
            </a:endParaRPr>
          </a:p>
        </p:txBody>
      </p:sp>
      <p:sp>
        <p:nvSpPr>
          <p:cNvPr id="6" name="Title Placeholder 1">
            <a:extLst>
              <a:ext uri="{FF2B5EF4-FFF2-40B4-BE49-F238E27FC236}">
                <a16:creationId xmlns:a16="http://schemas.microsoft.com/office/drawing/2014/main" id="{601D5413-6FE2-4960-5BAE-7121111E4EF8}"/>
              </a:ext>
            </a:extLst>
          </p:cNvPr>
          <p:cNvSpPr>
            <a:spLocks noGrp="1"/>
          </p:cNvSpPr>
          <p:nvPr>
            <p:ph type="title"/>
          </p:nvPr>
        </p:nvSpPr>
        <p:spPr>
          <a:xfrm>
            <a:off x="360000" y="536576"/>
            <a:ext cx="11471638" cy="661987"/>
          </a:xfrm>
          <a:prstGeom prst="rect">
            <a:avLst/>
          </a:prstGeom>
        </p:spPr>
        <p:txBody>
          <a:bodyPr vert="horz" lIns="0" tIns="0" rIns="0" bIns="0" rtlCol="0" anchor="t">
            <a:noAutofit/>
          </a:bodyPr>
          <a:lstStyle/>
          <a:p>
            <a:pPr>
              <a:defRPr lang="en-GB"/>
            </a:pPr>
            <a:r>
              <a:rPr lang="en-GB"/>
              <a:t>Click to edit action title</a:t>
            </a:r>
          </a:p>
        </p:txBody>
      </p:sp>
      <p:pic>
        <p:nvPicPr>
          <p:cNvPr id="7" name="Graphic 6">
            <a:extLst>
              <a:ext uri="{FF2B5EF4-FFF2-40B4-BE49-F238E27FC236}">
                <a16:creationId xmlns:a16="http://schemas.microsoft.com/office/drawing/2014/main" id="{A92147F6-DA69-0D43-CF80-D691DB4AAE9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0"/>
              </a:ext>
            </a:extLst>
          </a:blip>
          <a:srcRect r="71067"/>
          <a:stretch>
            <a:fillRect/>
          </a:stretch>
        </p:blipFill>
        <p:spPr>
          <a:xfrm>
            <a:off x="360000" y="6329037"/>
            <a:ext cx="315937" cy="360000"/>
          </a:xfrm>
          <a:prstGeom prst="rect">
            <a:avLst/>
          </a:prstGeom>
        </p:spPr>
      </p:pic>
      <p:sp>
        <p:nvSpPr>
          <p:cNvPr id="11" name="Footer Placeholder 2">
            <a:extLst>
              <a:ext uri="{FF2B5EF4-FFF2-40B4-BE49-F238E27FC236}">
                <a16:creationId xmlns:a16="http://schemas.microsoft.com/office/drawing/2014/main" id="{B32EA7DF-21F6-C36E-90F7-EC3426D2668B}"/>
              </a:ext>
            </a:extLst>
          </p:cNvPr>
          <p:cNvSpPr>
            <a:spLocks noGrp="1"/>
          </p:cNvSpPr>
          <p:nvPr>
            <p:ph type="ftr" sz="quarter" idx="3"/>
          </p:nvPr>
        </p:nvSpPr>
        <p:spPr>
          <a:xfrm>
            <a:off x="675936" y="6321425"/>
            <a:ext cx="10087857" cy="367612"/>
          </a:xfrm>
          <a:prstGeom prst="rect">
            <a:avLst/>
          </a:prstGeom>
        </p:spPr>
        <p:txBody>
          <a:bodyPr anchor="ctr"/>
          <a:lstStyle>
            <a:lvl1pPr rtl="0">
              <a:defRPr sz="1000">
                <a:solidFill>
                  <a:schemeClr val="tx1"/>
                </a:solidFill>
              </a:defRPr>
            </a:lvl1pPr>
          </a:lstStyle>
          <a:p>
            <a:pPr>
              <a:defRPr lang="en-GB"/>
            </a:pPr>
            <a:endParaRPr lang="en-GB"/>
          </a:p>
        </p:txBody>
      </p:sp>
    </p:spTree>
    <p:extLst>
      <p:ext uri="{BB962C8B-B14F-4D97-AF65-F5344CB8AC3E}">
        <p14:creationId xmlns:p14="http://schemas.microsoft.com/office/powerpoint/2010/main" val="2799295014"/>
      </p:ext>
    </p:extLst>
  </p:cSld>
  <p:clrMap bg1="lt1" tx1="dk1" bg2="lt2" tx2="dk2" accent1="accent1" accent2="accent2" accent3="accent3" accent4="accent4" accent5="accent5" accent6="accent6" hlink="hlink" folHlink="folHlink"/>
  <p:sldLayoutIdLst>
    <p:sldLayoutId id="2147483845" r:id="rId1"/>
    <p:sldLayoutId id="2147483846" r:id="rId2"/>
    <p:sldLayoutId id="2147483847" r:id="rId3"/>
    <p:sldLayoutId id="2147483848" r:id="rId4"/>
    <p:sldLayoutId id="2147483849" r:id="rId5"/>
    <p:sldLayoutId id="2147483850" r:id="rId6"/>
    <p:sldLayoutId id="2147483851" r:id="rId7"/>
    <p:sldLayoutId id="2147483852" r:id="rId8"/>
    <p:sldLayoutId id="2147483853" r:id="rId9"/>
    <p:sldLayoutId id="2147483854" r:id="rId10"/>
    <p:sldLayoutId id="2147483855" r:id="rId11"/>
    <p:sldLayoutId id="2147483856" r:id="rId12"/>
    <p:sldLayoutId id="2147483857" r:id="rId13"/>
    <p:sldLayoutId id="2147483858" r:id="rId14"/>
    <p:sldLayoutId id="2147483859" r:id="rId15"/>
  </p:sldLayoutIdLst>
  <p:transition/>
  <p:hf hdr="0" dt="0"/>
  <p:txStyles>
    <p:titleStyle>
      <a:lvl1pPr algn="l" defTabSz="914400" rtl="0" eaLnBrk="1" latinLnBrk="0" hangingPunct="1">
        <a:lnSpc>
          <a:spcPct val="98000"/>
        </a:lnSpc>
        <a:spcBef>
          <a:spcPct val="0"/>
        </a:spcBef>
        <a:buNone/>
        <a:defRPr lang="en-US" sz="2400" b="0" i="0" kern="1200" cap="none" spc="0" baseline="0">
          <a:solidFill>
            <a:schemeClr val="tx1"/>
          </a:solidFill>
          <a:latin typeface="+mj-lt"/>
          <a:ea typeface="+mn-ea"/>
          <a:cs typeface="Calibri" panose="020F0502020204030204" pitchFamily="34" charset="0"/>
        </a:defRPr>
      </a:lvl1pPr>
    </p:titleStyle>
    <p:bodyStyle>
      <a:lvl1pPr marL="216000" indent="-216000" algn="l" defTabSz="914400" rtl="0" eaLnBrk="1" latinLnBrk="0" hangingPunct="1">
        <a:lnSpc>
          <a:spcPct val="100000"/>
        </a:lnSpc>
        <a:spcBef>
          <a:spcPts val="600"/>
        </a:spcBef>
        <a:buSzTx/>
        <a:buFont typeface="Arial" panose="020B0604020202020204" pitchFamily="34" charset="0"/>
        <a:buChar char="•"/>
        <a:defRPr lang="en-US" sz="1200" b="0" i="0" kern="1200" spc="0" smtClean="0">
          <a:solidFill>
            <a:schemeClr val="tx1"/>
          </a:solidFill>
          <a:latin typeface="+mn-lt"/>
          <a:ea typeface="+mn-ea"/>
          <a:cs typeface="Calibri" panose="020F0502020204030204" pitchFamily="34" charset="0"/>
        </a:defRPr>
      </a:lvl1pPr>
      <a:lvl2pPr marL="432000" indent="-216000" algn="l" defTabSz="914400" rtl="0" eaLnBrk="1" latinLnBrk="0" hangingPunct="1">
        <a:lnSpc>
          <a:spcPct val="100000"/>
        </a:lnSpc>
        <a:spcBef>
          <a:spcPts val="600"/>
        </a:spcBef>
        <a:buFont typeface="Arial" panose="020B0604020202020204" pitchFamily="34" charset="0"/>
        <a:buChar char="•"/>
        <a:defRPr sz="1200" b="0" i="0" kern="1200" spc="0">
          <a:solidFill>
            <a:schemeClr val="tx1"/>
          </a:solidFill>
          <a:latin typeface="+mn-lt"/>
          <a:ea typeface="+mn-ea"/>
          <a:cs typeface="Calibri" panose="020F0502020204030204" pitchFamily="34" charset="0"/>
        </a:defRPr>
      </a:lvl2pPr>
      <a:lvl3pPr marL="648000" indent="-216000" algn="l" defTabSz="914400" rtl="0" eaLnBrk="1" latinLnBrk="0" hangingPunct="1">
        <a:lnSpc>
          <a:spcPct val="100000"/>
        </a:lnSpc>
        <a:spcBef>
          <a:spcPts val="600"/>
        </a:spcBef>
        <a:buFont typeface="Arial" panose="020B0604020202020204" pitchFamily="34" charset="0"/>
        <a:buChar char="•"/>
        <a:defRPr sz="1200" kern="1200" spc="0">
          <a:solidFill>
            <a:schemeClr val="tx1"/>
          </a:solidFill>
          <a:latin typeface="+mn-lt"/>
          <a:ea typeface="+mn-ea"/>
          <a:cs typeface="+mn-cs"/>
        </a:defRPr>
      </a:lvl3pPr>
      <a:lvl4pPr marL="864000" indent="-216000" algn="l" defTabSz="914400" rtl="0" eaLnBrk="1" latinLnBrk="0" hangingPunct="1">
        <a:lnSpc>
          <a:spcPct val="100000"/>
        </a:lnSpc>
        <a:spcBef>
          <a:spcPts val="600"/>
        </a:spcBef>
        <a:buFont typeface="Arial" panose="020B0604020202020204" pitchFamily="34" charset="0"/>
        <a:buChar char="•"/>
        <a:defRPr sz="1200" kern="1200" cap="none" spc="0" baseline="0">
          <a:solidFill>
            <a:schemeClr val="tx1"/>
          </a:solidFill>
          <a:latin typeface="+mn-lt"/>
          <a:ea typeface="+mn-ea"/>
          <a:cs typeface="+mn-cs"/>
        </a:defRPr>
      </a:lvl4pPr>
      <a:lvl5pPr marL="1080000" indent="-216000" algn="l" defTabSz="914400" rtl="0" eaLnBrk="1" latinLnBrk="0" hangingPunct="1">
        <a:lnSpc>
          <a:spcPct val="100000"/>
        </a:lnSpc>
        <a:spcBef>
          <a:spcPts val="600"/>
        </a:spcBef>
        <a:buFont typeface="Arial" panose="020B0604020202020204" pitchFamily="34" charset="0"/>
        <a:buChar char="•"/>
        <a:defRPr sz="1200" b="0" i="0" kern="1200" spc="0">
          <a:solidFill>
            <a:schemeClr val="tx1"/>
          </a:solidFill>
          <a:latin typeface="+mn-lt"/>
          <a:ea typeface="+mn-ea"/>
          <a:cs typeface="Calibri Light" panose="020F0302020204030204" pitchFamily="34" charset="0"/>
        </a:defRPr>
      </a:lvl5pPr>
      <a:lvl6pPr marL="0" indent="0" algn="l" defTabSz="914400" rtl="0" eaLnBrk="1" latinLnBrk="0" hangingPunct="1">
        <a:lnSpc>
          <a:spcPct val="150000"/>
        </a:lnSpc>
        <a:spcBef>
          <a:spcPts val="600"/>
        </a:spcBef>
        <a:buFont typeface="Arial" panose="020B0604020202020204"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21"/>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ct val="0"/>
        </a:spcBef>
        <a:spcAft>
          <a:spcPts val="600"/>
        </a:spcAft>
        <a:buFont typeface="Arial" panose="020B0604020202020204"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ct val="0"/>
        </a:spcBef>
        <a:spcAft>
          <a:spcPts val="600"/>
        </a:spcAft>
        <a:buFont typeface="Arial" panose="020B0604020202020204" pitchFamily="34" charset="0"/>
        <a:buNone/>
        <a:defRPr sz="1200" kern="1200">
          <a:solidFill>
            <a:schemeClr val="tx1"/>
          </a:solidFill>
          <a:latin typeface="Gotham-Light" pitchFamily="50" charset="0"/>
          <a:ea typeface="+mn-ea"/>
          <a:cs typeface="Gotham-Light" pitchFamily="50"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27">
          <p15:clr>
            <a:srgbClr val="F26B43"/>
          </p15:clr>
        </p15:guide>
        <p15:guide id="3" pos="7453">
          <p15:clr>
            <a:srgbClr val="F26B43"/>
          </p15:clr>
        </p15:guide>
        <p15:guide id="4" orient="horz" pos="225">
          <p15:clr>
            <a:srgbClr val="F26B43"/>
          </p15:clr>
        </p15:guide>
        <p15:guide id="6" orient="horz" pos="4094">
          <p15:clr>
            <a:srgbClr val="F26B43"/>
          </p15:clr>
        </p15:guide>
        <p15:guide id="7" orient="horz" pos="3867">
          <p15:clr>
            <a:srgbClr val="F26B43"/>
          </p15:clr>
        </p15:guide>
        <p15:guide id="8" orient="horz" pos="338">
          <p15:clr>
            <a:srgbClr val="F26B43"/>
          </p15:clr>
        </p15:guide>
        <p15:guide id="9" orient="horz" pos="755">
          <p15:clr>
            <a:srgbClr val="F26B43"/>
          </p15:clr>
        </p15:guide>
        <p15:guide id="10" orient="horz" pos="98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96213161-5463-7E08-2D03-C8D056795C18}"/>
              </a:ext>
            </a:extLst>
          </p:cNvPr>
          <p:cNvGraphicFramePr>
            <a:graphicFrameLocks noChangeAspect="1"/>
          </p:cNvGraphicFramePr>
          <p:nvPr userDrawn="1">
            <p:custDataLst>
              <p:tags r:id="rId29"/>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0" imgW="425" imgH="424" progId="TCLayout.ActiveDocument.1">
                  <p:embed/>
                </p:oleObj>
              </mc:Choice>
              <mc:Fallback>
                <p:oleObj name="think-cell Slide" r:id="rId30" imgW="425" imgH="424" progId="TCLayout.ActiveDocument.1">
                  <p:embed/>
                  <p:pic>
                    <p:nvPicPr>
                      <p:cNvPr id="5" name="Object 4" hidden="1">
                        <a:extLst>
                          <a:ext uri="{FF2B5EF4-FFF2-40B4-BE49-F238E27FC236}">
                            <a16:creationId xmlns:a16="http://schemas.microsoft.com/office/drawing/2014/main" id="{96213161-5463-7E08-2D03-C8D056795C18}"/>
                          </a:ext>
                        </a:extLst>
                      </p:cNvPr>
                      <p:cNvPicPr/>
                      <p:nvPr/>
                    </p:nvPicPr>
                    <p:blipFill>
                      <a:blip r:embed="rId31"/>
                      <a:stretch>
                        <a:fillRect/>
                      </a:stretch>
                    </p:blipFill>
                    <p:spPr>
                      <a:xfrm>
                        <a:off x="1588" y="1588"/>
                        <a:ext cx="1588" cy="1588"/>
                      </a:xfrm>
                      <a:prstGeom prst="rect">
                        <a:avLst/>
                      </a:prstGeom>
                    </p:spPr>
                  </p:pic>
                </p:oleObj>
              </mc:Fallback>
            </mc:AlternateContent>
          </a:graphicData>
        </a:graphic>
      </p:graphicFrame>
      <p:sp>
        <p:nvSpPr>
          <p:cNvPr id="3" name="Text Placeholder 7">
            <a:extLst>
              <a:ext uri="{FF2B5EF4-FFF2-40B4-BE49-F238E27FC236}">
                <a16:creationId xmlns:a16="http://schemas.microsoft.com/office/drawing/2014/main" id="{2520B819-0971-B86F-9249-CDC1B18E9882}"/>
              </a:ext>
            </a:extLst>
          </p:cNvPr>
          <p:cNvSpPr>
            <a:spLocks noGrp="1"/>
          </p:cNvSpPr>
          <p:nvPr>
            <p:ph type="body" idx="1"/>
          </p:nvPr>
        </p:nvSpPr>
        <p:spPr>
          <a:xfrm>
            <a:off x="360000" y="1557338"/>
            <a:ext cx="11471638" cy="4581525"/>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Slide Number Placeholder 9">
            <a:extLst>
              <a:ext uri="{FF2B5EF4-FFF2-40B4-BE49-F238E27FC236}">
                <a16:creationId xmlns:a16="http://schemas.microsoft.com/office/drawing/2014/main" id="{EC68A4F5-C596-35C0-0A41-9B329FE2A310}"/>
              </a:ext>
            </a:extLst>
          </p:cNvPr>
          <p:cNvSpPr txBox="1"/>
          <p:nvPr userDrawn="1"/>
        </p:nvSpPr>
        <p:spPr>
          <a:xfrm>
            <a:off x="11134300" y="6400938"/>
            <a:ext cx="704666" cy="181362"/>
          </a:xfrm>
          <a:prstGeom prst="rect">
            <a:avLst/>
          </a:prstGeom>
        </p:spPr>
        <p:txBody>
          <a:bodyPr vert="horz" lIns="0" tIns="0" rIns="0" bIns="0" rtlCol="0" anchor="b">
            <a:noAutofit/>
          </a:bodyP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0BE2C1E-995C-4121-AD26-7DE6C74EE600}" type="slidenum">
              <a:rPr lang="en-GB" smtClean="0">
                <a:solidFill>
                  <a:schemeClr val="tx1"/>
                </a:solidFill>
              </a:rPr>
              <a:t>‹#›</a:t>
            </a:fld>
            <a:endParaRPr lang="en-GB">
              <a:solidFill>
                <a:schemeClr val="tx1"/>
              </a:solidFill>
            </a:endParaRPr>
          </a:p>
        </p:txBody>
      </p:sp>
      <p:sp>
        <p:nvSpPr>
          <p:cNvPr id="6" name="Title Placeholder 1">
            <a:extLst>
              <a:ext uri="{FF2B5EF4-FFF2-40B4-BE49-F238E27FC236}">
                <a16:creationId xmlns:a16="http://schemas.microsoft.com/office/drawing/2014/main" id="{601D5413-6FE2-4960-5BAE-7121111E4EF8}"/>
              </a:ext>
            </a:extLst>
          </p:cNvPr>
          <p:cNvSpPr>
            <a:spLocks noGrp="1"/>
          </p:cNvSpPr>
          <p:nvPr>
            <p:ph type="title"/>
          </p:nvPr>
        </p:nvSpPr>
        <p:spPr>
          <a:xfrm>
            <a:off x="360000" y="536576"/>
            <a:ext cx="11471638" cy="661987"/>
          </a:xfrm>
          <a:prstGeom prst="rect">
            <a:avLst/>
          </a:prstGeom>
        </p:spPr>
        <p:txBody>
          <a:bodyPr vert="horz" lIns="0" tIns="0" rIns="0" bIns="0" rtlCol="0" anchor="t">
            <a:noAutofit/>
          </a:bodyPr>
          <a:lstStyle/>
          <a:p>
            <a:r>
              <a:rPr lang="en-GB"/>
              <a:t>Click to edit action title</a:t>
            </a:r>
          </a:p>
        </p:txBody>
      </p:sp>
      <p:pic>
        <p:nvPicPr>
          <p:cNvPr id="7" name="Graphic 6">
            <a:extLst>
              <a:ext uri="{FF2B5EF4-FFF2-40B4-BE49-F238E27FC236}">
                <a16:creationId xmlns:a16="http://schemas.microsoft.com/office/drawing/2014/main" id="{A92147F6-DA69-0D43-CF80-D691DB4AAE9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2"/>
              </a:ext>
            </a:extLst>
          </a:blip>
          <a:srcRect r="71067"/>
          <a:stretch>
            <a:fillRect/>
          </a:stretch>
        </p:blipFill>
        <p:spPr>
          <a:xfrm>
            <a:off x="360000" y="6329037"/>
            <a:ext cx="315937" cy="360000"/>
          </a:xfrm>
          <a:prstGeom prst="rect">
            <a:avLst/>
          </a:prstGeom>
        </p:spPr>
      </p:pic>
      <p:sp>
        <p:nvSpPr>
          <p:cNvPr id="11" name="Footer Placeholder 2">
            <a:extLst>
              <a:ext uri="{FF2B5EF4-FFF2-40B4-BE49-F238E27FC236}">
                <a16:creationId xmlns:a16="http://schemas.microsoft.com/office/drawing/2014/main" id="{B32EA7DF-21F6-C36E-90F7-EC3426D2668B}"/>
              </a:ext>
            </a:extLst>
          </p:cNvPr>
          <p:cNvSpPr>
            <a:spLocks noGrp="1"/>
          </p:cNvSpPr>
          <p:nvPr>
            <p:ph type="ftr" sz="quarter" idx="3"/>
          </p:nvPr>
        </p:nvSpPr>
        <p:spPr>
          <a:xfrm>
            <a:off x="675936" y="6321425"/>
            <a:ext cx="10087857" cy="367612"/>
          </a:xfrm>
          <a:prstGeom prst="rect">
            <a:avLst/>
          </a:prstGeom>
        </p:spPr>
        <p:txBody>
          <a:bodyPr anchor="ctr"/>
          <a:lstStyle>
            <a:defPPr>
              <a:defRPr lang="en-US"/>
            </a:defPPr>
            <a:lvl1pPr marL="0" algn="l"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Tree>
    <p:extLst>
      <p:ext uri="{BB962C8B-B14F-4D97-AF65-F5344CB8AC3E}">
        <p14:creationId xmlns:p14="http://schemas.microsoft.com/office/powerpoint/2010/main" val="1518162587"/>
      </p:ext>
    </p:extLst>
  </p:cSld>
  <p:clrMap bg1="lt1" tx1="dk1" bg2="lt2" tx2="dk2" accent1="accent1" accent2="accent2" accent3="accent3" accent4="accent4" accent5="accent5" accent6="accent6" hlink="hlink" folHlink="folHlink"/>
  <p:sldLayoutIdLst>
    <p:sldLayoutId id="2147483892" r:id="rId1"/>
    <p:sldLayoutId id="2147483893" r:id="rId2"/>
    <p:sldLayoutId id="2147483894" r:id="rId3"/>
    <p:sldLayoutId id="2147483895" r:id="rId4"/>
    <p:sldLayoutId id="2147483896" r:id="rId5"/>
    <p:sldLayoutId id="2147483897" r:id="rId6"/>
    <p:sldLayoutId id="2147483898" r:id="rId7"/>
    <p:sldLayoutId id="2147483899" r:id="rId8"/>
    <p:sldLayoutId id="2147483900" r:id="rId9"/>
    <p:sldLayoutId id="2147483901" r:id="rId10"/>
    <p:sldLayoutId id="2147483902" r:id="rId11"/>
    <p:sldLayoutId id="2147483903" r:id="rId12"/>
    <p:sldLayoutId id="2147483904" r:id="rId13"/>
    <p:sldLayoutId id="2147483905" r:id="rId14"/>
    <p:sldLayoutId id="2147483906" r:id="rId15"/>
    <p:sldLayoutId id="2147483907" r:id="rId16"/>
    <p:sldLayoutId id="2147483908" r:id="rId17"/>
    <p:sldLayoutId id="2147483909" r:id="rId18"/>
    <p:sldLayoutId id="2147483910" r:id="rId19"/>
    <p:sldLayoutId id="2147483911" r:id="rId20"/>
    <p:sldLayoutId id="2147483912" r:id="rId21"/>
    <p:sldLayoutId id="2147483913" r:id="rId22"/>
    <p:sldLayoutId id="2147483914" r:id="rId23"/>
    <p:sldLayoutId id="2147483915" r:id="rId24"/>
    <p:sldLayoutId id="2147483916" r:id="rId25"/>
    <p:sldLayoutId id="2147483917" r:id="rId26"/>
    <p:sldLayoutId id="2147483918" r:id="rId27"/>
  </p:sldLayoutIdLst>
  <p:transition/>
  <p:hf hdr="0" dt="0"/>
  <p:txStyles>
    <p:titleStyle>
      <a:lvl1pPr algn="l" defTabSz="914400" rtl="0" eaLnBrk="1" latinLnBrk="0" hangingPunct="1">
        <a:lnSpc>
          <a:spcPct val="98000"/>
        </a:lnSpc>
        <a:spcBef>
          <a:spcPct val="0"/>
        </a:spcBef>
        <a:buNone/>
        <a:defRPr lang="en-US" sz="2400" b="0" i="0" kern="1200" cap="none" spc="0" baseline="0">
          <a:solidFill>
            <a:schemeClr val="tx1"/>
          </a:solidFill>
          <a:latin typeface="+mj-lt"/>
          <a:ea typeface="+mn-ea"/>
          <a:cs typeface="Calibri" panose="020F0502020204030204" pitchFamily="34" charset="0"/>
        </a:defRPr>
      </a:lvl1pPr>
    </p:titleStyle>
    <p:bodyStyle>
      <a:lvl1pPr marL="216000" indent="-216000" algn="l" defTabSz="914400" rtl="0" eaLnBrk="1" latinLnBrk="0" hangingPunct="1">
        <a:lnSpc>
          <a:spcPct val="100000"/>
        </a:lnSpc>
        <a:spcBef>
          <a:spcPts val="600"/>
        </a:spcBef>
        <a:buSzTx/>
        <a:buFont typeface="Arial" pitchFamily="34" charset="0"/>
        <a:buChar char="•"/>
        <a:defRPr lang="en-US" sz="1200" b="0" i="0" kern="1200" spc="0" smtClean="0">
          <a:solidFill>
            <a:schemeClr val="tx1"/>
          </a:solidFill>
          <a:latin typeface="+mn-lt"/>
          <a:ea typeface="+mn-ea"/>
          <a:cs typeface="Calibri" panose="020F0502020204030204" pitchFamily="34" charset="0"/>
        </a:defRPr>
      </a:lvl1pPr>
      <a:lvl2pPr marL="432000" indent="-216000" algn="l" defTabSz="914400" rtl="0" eaLnBrk="1" latinLnBrk="0" hangingPunct="1">
        <a:lnSpc>
          <a:spcPct val="100000"/>
        </a:lnSpc>
        <a:spcBef>
          <a:spcPts val="600"/>
        </a:spcBef>
        <a:buFont typeface="Arial" pitchFamily="34" charset="0"/>
        <a:buChar char="•"/>
        <a:defRPr sz="1200" b="0" i="0" kern="1200" spc="0">
          <a:solidFill>
            <a:schemeClr val="tx1"/>
          </a:solidFill>
          <a:latin typeface="+mn-lt"/>
          <a:ea typeface="+mn-ea"/>
          <a:cs typeface="Calibri" panose="020F0502020204030204" pitchFamily="34" charset="0"/>
        </a:defRPr>
      </a:lvl2pPr>
      <a:lvl3pPr marL="648000" indent="-216000" algn="l" defTabSz="914400" rtl="0" eaLnBrk="1" latinLnBrk="0" hangingPunct="1">
        <a:lnSpc>
          <a:spcPct val="100000"/>
        </a:lnSpc>
        <a:spcBef>
          <a:spcPts val="600"/>
        </a:spcBef>
        <a:buFont typeface="Arial" pitchFamily="34" charset="0"/>
        <a:buChar char="•"/>
        <a:defRPr sz="1200" kern="1200" spc="0">
          <a:solidFill>
            <a:schemeClr val="tx1"/>
          </a:solidFill>
          <a:latin typeface="+mn-lt"/>
          <a:ea typeface="+mn-ea"/>
          <a:cs typeface="+mn-cs"/>
        </a:defRPr>
      </a:lvl3pPr>
      <a:lvl4pPr marL="864000" indent="-216000" algn="l" defTabSz="914400" rtl="0" eaLnBrk="1" latinLnBrk="0" hangingPunct="1">
        <a:lnSpc>
          <a:spcPct val="100000"/>
        </a:lnSpc>
        <a:spcBef>
          <a:spcPts val="600"/>
        </a:spcBef>
        <a:buFont typeface="Arial" pitchFamily="34" charset="0"/>
        <a:buChar char="•"/>
        <a:defRPr sz="1200" kern="1200" cap="none" spc="0" baseline="0">
          <a:solidFill>
            <a:schemeClr val="tx1"/>
          </a:solidFill>
          <a:latin typeface="+mn-lt"/>
          <a:ea typeface="+mn-ea"/>
          <a:cs typeface="+mn-cs"/>
        </a:defRPr>
      </a:lvl4pPr>
      <a:lvl5pPr marL="1080000" indent="-216000" algn="l" defTabSz="914400" rtl="0" eaLnBrk="1" latinLnBrk="0" hangingPunct="1">
        <a:lnSpc>
          <a:spcPct val="100000"/>
        </a:lnSpc>
        <a:spcBef>
          <a:spcPts val="600"/>
        </a:spcBef>
        <a:buFont typeface="Arial" pitchFamily="34" charset="0"/>
        <a:buChar char="•"/>
        <a:defRPr sz="1200" b="0" i="0" kern="1200" spc="0">
          <a:solidFill>
            <a:schemeClr val="tx1"/>
          </a:solidFill>
          <a:latin typeface="+mn-lt"/>
          <a:ea typeface="+mn-ea"/>
          <a:cs typeface="Calibri Light" panose="020F0302020204030204" pitchFamily="34" charset="0"/>
        </a:defRPr>
      </a:lvl5pPr>
      <a:lvl6pPr marL="0" indent="0" algn="l" defTabSz="914400" rtl="0" eaLnBrk="1" latinLnBrk="0" hangingPunct="1">
        <a:lnSpc>
          <a:spcPct val="150000"/>
        </a:lnSpc>
        <a:spcBef>
          <a:spcPts val="600"/>
        </a:spcBef>
        <a:buFont typeface="Arial"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33"/>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Gotham-Light" pitchFamily="50" charset="0"/>
          <a:ea typeface="+mn-ea"/>
          <a:cs typeface="Gotham-Light" pitchFamily="50"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27">
          <p15:clr>
            <a:srgbClr val="F26B43"/>
          </p15:clr>
        </p15:guide>
        <p15:guide id="3" pos="7453">
          <p15:clr>
            <a:srgbClr val="F26B43"/>
          </p15:clr>
        </p15:guide>
        <p15:guide id="4" orient="horz" pos="225">
          <p15:clr>
            <a:srgbClr val="F26B43"/>
          </p15:clr>
        </p15:guide>
        <p15:guide id="6" orient="horz" pos="4094">
          <p15:clr>
            <a:srgbClr val="F26B43"/>
          </p15:clr>
        </p15:guide>
        <p15:guide id="7" orient="horz" pos="3867">
          <p15:clr>
            <a:srgbClr val="F26B43"/>
          </p15:clr>
        </p15:guide>
        <p15:guide id="8" orient="horz" pos="338">
          <p15:clr>
            <a:srgbClr val="F26B43"/>
          </p15:clr>
        </p15:guide>
        <p15:guide id="9" orient="horz" pos="755">
          <p15:clr>
            <a:srgbClr val="F26B43"/>
          </p15:clr>
        </p15:guide>
        <p15:guide id="10" orient="horz" pos="98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C86959C3-1EB4-22BD-B78A-C32BE2A539D3}"/>
              </a:ext>
            </a:extLst>
          </p:cNvPr>
          <p:cNvGraphicFramePr>
            <a:graphicFrameLocks noChangeAspect="1"/>
          </p:cNvGraphicFramePr>
          <p:nvPr userDrawn="1">
            <p:custDataLst>
              <p:tags r:id="rId9"/>
            </p:custDataLst>
            <p:extLst>
              <p:ext uri="{D42A27DB-BD31-4B8C-83A1-F6EECF244321}">
                <p14:modId xmlns:p14="http://schemas.microsoft.com/office/powerpoint/2010/main" val="183061252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0" imgW="7772400" imgH="10058400" progId="TCLayout.ActiveDocument.1">
                  <p:embed/>
                </p:oleObj>
              </mc:Choice>
              <mc:Fallback>
                <p:oleObj name="think-cell Slide" r:id="rId10" imgW="7772400" imgH="10058400" progId="TCLayout.ActiveDocument.1">
                  <p:embed/>
                  <p:pic>
                    <p:nvPicPr>
                      <p:cNvPr id="5" name="think-cell data - do not delete" hidden="1">
                        <a:extLst>
                          <a:ext uri="{FF2B5EF4-FFF2-40B4-BE49-F238E27FC236}">
                            <a16:creationId xmlns:a16="http://schemas.microsoft.com/office/drawing/2014/main" id="{C86959C3-1EB4-22BD-B78A-C32BE2A539D3}"/>
                          </a:ext>
                        </a:extLst>
                      </p:cNvPr>
                      <p:cNvPicPr/>
                      <p:nvPr/>
                    </p:nvPicPr>
                    <p:blipFill>
                      <a:blip r:embed="rId11"/>
                      <a:stretch>
                        <a:fillRect/>
                      </a:stretch>
                    </p:blipFill>
                    <p:spPr>
                      <a:xfrm>
                        <a:off x="1588" y="1588"/>
                        <a:ext cx="1227" cy="1588"/>
                      </a:xfrm>
                      <a:prstGeom prst="rect">
                        <a:avLst/>
                      </a:prstGeom>
                    </p:spPr>
                  </p:pic>
                </p:oleObj>
              </mc:Fallback>
            </mc:AlternateContent>
          </a:graphicData>
        </a:graphic>
      </p:graphicFrame>
      <p:sp>
        <p:nvSpPr>
          <p:cNvPr id="3" name="Text Placeholder 7">
            <a:extLst>
              <a:ext uri="{FF2B5EF4-FFF2-40B4-BE49-F238E27FC236}">
                <a16:creationId xmlns:a16="http://schemas.microsoft.com/office/drawing/2014/main" id="{2520B819-0971-B86F-9249-CDC1B18E9882}"/>
              </a:ext>
            </a:extLst>
          </p:cNvPr>
          <p:cNvSpPr>
            <a:spLocks noGrp="1"/>
          </p:cNvSpPr>
          <p:nvPr>
            <p:ph type="body" idx="1"/>
          </p:nvPr>
        </p:nvSpPr>
        <p:spPr>
          <a:xfrm>
            <a:off x="360000" y="1557338"/>
            <a:ext cx="11471638" cy="4581525"/>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Slide Number Placeholder 9">
            <a:extLst>
              <a:ext uri="{FF2B5EF4-FFF2-40B4-BE49-F238E27FC236}">
                <a16:creationId xmlns:a16="http://schemas.microsoft.com/office/drawing/2014/main" id="{EC68A4F5-C596-35C0-0A41-9B329FE2A310}"/>
              </a:ext>
            </a:extLst>
          </p:cNvPr>
          <p:cNvSpPr txBox="1"/>
          <p:nvPr userDrawn="1"/>
        </p:nvSpPr>
        <p:spPr>
          <a:xfrm>
            <a:off x="11134300" y="6400938"/>
            <a:ext cx="704666" cy="181362"/>
          </a:xfrm>
          <a:prstGeom prst="rect">
            <a:avLst/>
          </a:prstGeom>
        </p:spPr>
        <p:txBody>
          <a:bodyPr vert="horz" lIns="0" tIns="0" rIns="0" bIns="0" rtlCol="0" anchor="b">
            <a:noAutofit/>
          </a:bodyP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0BE2C1E-995C-4121-AD26-7DE6C74EE600}" type="slidenum">
              <a:rPr lang="en-GB" smtClean="0">
                <a:solidFill>
                  <a:schemeClr val="tx1"/>
                </a:solidFill>
              </a:rPr>
              <a:t>‹#›</a:t>
            </a:fld>
            <a:endParaRPr lang="en-GB">
              <a:solidFill>
                <a:schemeClr val="tx1"/>
              </a:solidFill>
            </a:endParaRPr>
          </a:p>
        </p:txBody>
      </p:sp>
      <p:sp>
        <p:nvSpPr>
          <p:cNvPr id="6" name="Title Placeholder 1">
            <a:extLst>
              <a:ext uri="{FF2B5EF4-FFF2-40B4-BE49-F238E27FC236}">
                <a16:creationId xmlns:a16="http://schemas.microsoft.com/office/drawing/2014/main" id="{601D5413-6FE2-4960-5BAE-7121111E4EF8}"/>
              </a:ext>
            </a:extLst>
          </p:cNvPr>
          <p:cNvSpPr>
            <a:spLocks noGrp="1"/>
          </p:cNvSpPr>
          <p:nvPr>
            <p:ph type="title"/>
          </p:nvPr>
        </p:nvSpPr>
        <p:spPr>
          <a:xfrm>
            <a:off x="360000" y="536576"/>
            <a:ext cx="11471638" cy="661987"/>
          </a:xfrm>
          <a:prstGeom prst="rect">
            <a:avLst/>
          </a:prstGeom>
        </p:spPr>
        <p:txBody>
          <a:bodyPr vert="horz" lIns="0" tIns="0" rIns="0" bIns="0" rtlCol="0" anchor="t">
            <a:noAutofit/>
          </a:bodyPr>
          <a:lstStyle/>
          <a:p>
            <a:r>
              <a:rPr lang="en-GB"/>
              <a:t>Click to edit action title</a:t>
            </a:r>
          </a:p>
        </p:txBody>
      </p:sp>
      <p:pic>
        <p:nvPicPr>
          <p:cNvPr id="7" name="Graphic 6">
            <a:extLst>
              <a:ext uri="{FF2B5EF4-FFF2-40B4-BE49-F238E27FC236}">
                <a16:creationId xmlns:a16="http://schemas.microsoft.com/office/drawing/2014/main" id="{A92147F6-DA69-0D43-CF80-D691DB4AAE9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rcRect r="71067"/>
          <a:stretch>
            <a:fillRect/>
          </a:stretch>
        </p:blipFill>
        <p:spPr>
          <a:xfrm>
            <a:off x="360000" y="6329037"/>
            <a:ext cx="315937" cy="360000"/>
          </a:xfrm>
          <a:prstGeom prst="rect">
            <a:avLst/>
          </a:prstGeom>
        </p:spPr>
      </p:pic>
      <p:sp>
        <p:nvSpPr>
          <p:cNvPr id="11" name="Footer Placeholder 2">
            <a:extLst>
              <a:ext uri="{FF2B5EF4-FFF2-40B4-BE49-F238E27FC236}">
                <a16:creationId xmlns:a16="http://schemas.microsoft.com/office/drawing/2014/main" id="{B32EA7DF-21F6-C36E-90F7-EC3426D2668B}"/>
              </a:ext>
            </a:extLst>
          </p:cNvPr>
          <p:cNvSpPr>
            <a:spLocks noGrp="1"/>
          </p:cNvSpPr>
          <p:nvPr>
            <p:ph type="ftr" sz="quarter" idx="3"/>
          </p:nvPr>
        </p:nvSpPr>
        <p:spPr>
          <a:xfrm>
            <a:off x="675936" y="6321425"/>
            <a:ext cx="10087857" cy="367612"/>
          </a:xfrm>
          <a:prstGeom prst="rect">
            <a:avLst/>
          </a:prstGeom>
        </p:spPr>
        <p:txBody>
          <a:bodyPr anchor="ctr"/>
          <a:lstStyle>
            <a:defPPr>
              <a:defRPr lang="en-DK"/>
            </a:defPPr>
            <a:lvl1pPr marL="0" algn="l"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Tree>
    <p:extLst>
      <p:ext uri="{BB962C8B-B14F-4D97-AF65-F5344CB8AC3E}">
        <p14:creationId xmlns:p14="http://schemas.microsoft.com/office/powerpoint/2010/main" val="1707801230"/>
      </p:ext>
    </p:extLst>
  </p:cSld>
  <p:clrMap bg1="lt1" tx1="dk1" bg2="lt2" tx2="dk2" accent1="accent1" accent2="accent2" accent3="accent3" accent4="accent4" accent5="accent5" accent6="accent6" hlink="hlink" folHlink="folHlink"/>
  <p:sldLayoutIdLst>
    <p:sldLayoutId id="2147483920" r:id="rId1"/>
    <p:sldLayoutId id="2147483921" r:id="rId2"/>
    <p:sldLayoutId id="2147483922" r:id="rId3"/>
    <p:sldLayoutId id="2147483923" r:id="rId4"/>
    <p:sldLayoutId id="2147483924" r:id="rId5"/>
    <p:sldLayoutId id="2147483925" r:id="rId6"/>
    <p:sldLayoutId id="2147483926" r:id="rId7"/>
  </p:sldLayoutIdLst>
  <p:transition/>
  <p:hf hdr="0" dt="0"/>
  <p:txStyles>
    <p:titleStyle>
      <a:lvl1pPr algn="l" defTabSz="914400" rtl="0" eaLnBrk="1" latinLnBrk="0" hangingPunct="1">
        <a:lnSpc>
          <a:spcPct val="98000"/>
        </a:lnSpc>
        <a:spcBef>
          <a:spcPct val="0"/>
        </a:spcBef>
        <a:buNone/>
        <a:defRPr lang="en-US" sz="2400" b="0" i="0" kern="1200" cap="none" spc="0" baseline="0">
          <a:solidFill>
            <a:schemeClr val="tx1"/>
          </a:solidFill>
          <a:latin typeface="+mj-lt"/>
          <a:ea typeface="+mn-ea"/>
          <a:cs typeface="Calibri" panose="020F0502020204030204" pitchFamily="34" charset="0"/>
        </a:defRPr>
      </a:lvl1pPr>
    </p:titleStyle>
    <p:bodyStyle>
      <a:lvl1pPr marL="216000" indent="-216000" algn="l" defTabSz="914400" rtl="0" eaLnBrk="1" latinLnBrk="0" hangingPunct="1">
        <a:lnSpc>
          <a:spcPct val="100000"/>
        </a:lnSpc>
        <a:spcBef>
          <a:spcPts val="600"/>
        </a:spcBef>
        <a:buSzTx/>
        <a:buFont typeface="Arial" pitchFamily="34" charset="0"/>
        <a:buChar char="•"/>
        <a:defRPr lang="en-US" sz="1200" b="0" i="0" kern="1200" spc="0" smtClean="0">
          <a:solidFill>
            <a:schemeClr val="tx1"/>
          </a:solidFill>
          <a:latin typeface="+mn-lt"/>
          <a:ea typeface="+mn-ea"/>
          <a:cs typeface="Calibri" panose="020F0502020204030204" pitchFamily="34" charset="0"/>
        </a:defRPr>
      </a:lvl1pPr>
      <a:lvl2pPr marL="432000" indent="-216000" algn="l" defTabSz="914400" rtl="0" eaLnBrk="1" latinLnBrk="0" hangingPunct="1">
        <a:lnSpc>
          <a:spcPct val="100000"/>
        </a:lnSpc>
        <a:spcBef>
          <a:spcPts val="600"/>
        </a:spcBef>
        <a:buFont typeface="Arial" pitchFamily="34" charset="0"/>
        <a:buChar char="•"/>
        <a:defRPr sz="1200" b="0" i="0" kern="1200" spc="0">
          <a:solidFill>
            <a:schemeClr val="tx1"/>
          </a:solidFill>
          <a:latin typeface="+mn-lt"/>
          <a:ea typeface="+mn-ea"/>
          <a:cs typeface="Calibri" panose="020F0502020204030204" pitchFamily="34" charset="0"/>
        </a:defRPr>
      </a:lvl2pPr>
      <a:lvl3pPr marL="648000" indent="-216000" algn="l" defTabSz="914400" rtl="0" eaLnBrk="1" latinLnBrk="0" hangingPunct="1">
        <a:lnSpc>
          <a:spcPct val="100000"/>
        </a:lnSpc>
        <a:spcBef>
          <a:spcPts val="600"/>
        </a:spcBef>
        <a:buFont typeface="Arial" pitchFamily="34" charset="0"/>
        <a:buChar char="•"/>
        <a:defRPr sz="1200" kern="1200" spc="0">
          <a:solidFill>
            <a:schemeClr val="tx1"/>
          </a:solidFill>
          <a:latin typeface="+mn-lt"/>
          <a:ea typeface="+mn-ea"/>
          <a:cs typeface="+mn-cs"/>
        </a:defRPr>
      </a:lvl3pPr>
      <a:lvl4pPr marL="864000" indent="-216000" algn="l" defTabSz="914400" rtl="0" eaLnBrk="1" latinLnBrk="0" hangingPunct="1">
        <a:lnSpc>
          <a:spcPct val="100000"/>
        </a:lnSpc>
        <a:spcBef>
          <a:spcPts val="600"/>
        </a:spcBef>
        <a:buFont typeface="Arial" pitchFamily="34" charset="0"/>
        <a:buChar char="•"/>
        <a:defRPr sz="1200" kern="1200" cap="none" spc="0" baseline="0">
          <a:solidFill>
            <a:schemeClr val="tx1"/>
          </a:solidFill>
          <a:latin typeface="+mn-lt"/>
          <a:ea typeface="+mn-ea"/>
          <a:cs typeface="+mn-cs"/>
        </a:defRPr>
      </a:lvl4pPr>
      <a:lvl5pPr marL="1080000" indent="-216000" algn="l" defTabSz="914400" rtl="0" eaLnBrk="1" latinLnBrk="0" hangingPunct="1">
        <a:lnSpc>
          <a:spcPct val="100000"/>
        </a:lnSpc>
        <a:spcBef>
          <a:spcPts val="600"/>
        </a:spcBef>
        <a:buFont typeface="Arial" pitchFamily="34" charset="0"/>
        <a:buChar char="•"/>
        <a:defRPr sz="1200" b="0" i="0" kern="1200" spc="0">
          <a:solidFill>
            <a:schemeClr val="tx1"/>
          </a:solidFill>
          <a:latin typeface="+mn-lt"/>
          <a:ea typeface="+mn-ea"/>
          <a:cs typeface="Calibri Light" panose="020F0302020204030204" pitchFamily="34" charset="0"/>
        </a:defRPr>
      </a:lvl5pPr>
      <a:lvl6pPr marL="0" indent="0" algn="l" defTabSz="914400" rtl="0" eaLnBrk="1" latinLnBrk="0" hangingPunct="1">
        <a:lnSpc>
          <a:spcPct val="150000"/>
        </a:lnSpc>
        <a:spcBef>
          <a:spcPts val="600"/>
        </a:spcBef>
        <a:buFont typeface="Arial"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13"/>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Gotham-Light" pitchFamily="50" charset="0"/>
          <a:ea typeface="+mn-ea"/>
          <a:cs typeface="Gotham-Light" pitchFamily="50"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27">
          <p15:clr>
            <a:srgbClr val="F26B43"/>
          </p15:clr>
        </p15:guide>
        <p15:guide id="3" pos="7453">
          <p15:clr>
            <a:srgbClr val="F26B43"/>
          </p15:clr>
        </p15:guide>
        <p15:guide id="4" orient="horz" pos="225">
          <p15:clr>
            <a:srgbClr val="F26B43"/>
          </p15:clr>
        </p15:guide>
        <p15:guide id="6" orient="horz" pos="4094">
          <p15:clr>
            <a:srgbClr val="F26B43"/>
          </p15:clr>
        </p15:guide>
        <p15:guide id="7" orient="horz" pos="3867">
          <p15:clr>
            <a:srgbClr val="F26B43"/>
          </p15:clr>
        </p15:guide>
        <p15:guide id="8" orient="horz" pos="338">
          <p15:clr>
            <a:srgbClr val="F26B43"/>
          </p15:clr>
        </p15:guide>
        <p15:guide id="9" orient="horz" pos="755">
          <p15:clr>
            <a:srgbClr val="F26B43"/>
          </p15:clr>
        </p15:guide>
        <p15:guide id="10" orient="horz" pos="98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23CE1F01-9996-632B-BD37-52778DCBC548}"/>
              </a:ext>
            </a:extLst>
          </p:cNvPr>
          <p:cNvGraphicFramePr>
            <a:graphicFrameLocks noChangeAspect="1"/>
          </p:cNvGraphicFramePr>
          <p:nvPr userDrawn="1">
            <p:custDataLst>
              <p:tags r:id="rId6"/>
            </p:custDataLst>
            <p:extLst>
              <p:ext uri="{D42A27DB-BD31-4B8C-83A1-F6EECF244321}">
                <p14:modId xmlns:p14="http://schemas.microsoft.com/office/powerpoint/2010/main" val="165931671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7" imgW="7772400" imgH="10058400" progId="TCLayout.ActiveDocument.1">
                  <p:embed/>
                </p:oleObj>
              </mc:Choice>
              <mc:Fallback>
                <p:oleObj name="think-cell Slide" r:id="rId7" imgW="7772400" imgH="10058400" progId="TCLayout.ActiveDocument.1">
                  <p:embed/>
                  <p:pic>
                    <p:nvPicPr>
                      <p:cNvPr id="5" name="think-cell data - do not delete" hidden="1">
                        <a:extLst>
                          <a:ext uri="{FF2B5EF4-FFF2-40B4-BE49-F238E27FC236}">
                            <a16:creationId xmlns:a16="http://schemas.microsoft.com/office/drawing/2014/main" id="{23CE1F01-9996-632B-BD37-52778DCBC548}"/>
                          </a:ext>
                        </a:extLst>
                      </p:cNvPr>
                      <p:cNvPicPr/>
                      <p:nvPr/>
                    </p:nvPicPr>
                    <p:blipFill>
                      <a:blip r:embed="rId8"/>
                      <a:stretch>
                        <a:fillRect/>
                      </a:stretch>
                    </p:blipFill>
                    <p:spPr>
                      <a:xfrm>
                        <a:off x="1588" y="1588"/>
                        <a:ext cx="1227" cy="1588"/>
                      </a:xfrm>
                      <a:prstGeom prst="rect">
                        <a:avLst/>
                      </a:prstGeom>
                    </p:spPr>
                  </p:pic>
                </p:oleObj>
              </mc:Fallback>
            </mc:AlternateContent>
          </a:graphicData>
        </a:graphic>
      </p:graphicFrame>
      <p:sp>
        <p:nvSpPr>
          <p:cNvPr id="3" name="Text Placeholder 7">
            <a:extLst>
              <a:ext uri="{FF2B5EF4-FFF2-40B4-BE49-F238E27FC236}">
                <a16:creationId xmlns:a16="http://schemas.microsoft.com/office/drawing/2014/main" id="{2520B819-0971-B86F-9249-CDC1B18E9882}"/>
              </a:ext>
            </a:extLst>
          </p:cNvPr>
          <p:cNvSpPr>
            <a:spLocks noGrp="1"/>
          </p:cNvSpPr>
          <p:nvPr>
            <p:ph type="body" idx="1"/>
          </p:nvPr>
        </p:nvSpPr>
        <p:spPr>
          <a:xfrm>
            <a:off x="360000" y="1557338"/>
            <a:ext cx="11471638" cy="4581525"/>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Slide Number Placeholder 9">
            <a:extLst>
              <a:ext uri="{FF2B5EF4-FFF2-40B4-BE49-F238E27FC236}">
                <a16:creationId xmlns:a16="http://schemas.microsoft.com/office/drawing/2014/main" id="{EC68A4F5-C596-35C0-0A41-9B329FE2A310}"/>
              </a:ext>
            </a:extLst>
          </p:cNvPr>
          <p:cNvSpPr txBox="1"/>
          <p:nvPr userDrawn="1"/>
        </p:nvSpPr>
        <p:spPr>
          <a:xfrm>
            <a:off x="11134300" y="6400938"/>
            <a:ext cx="704666" cy="181362"/>
          </a:xfrm>
          <a:prstGeom prst="rect">
            <a:avLst/>
          </a:prstGeom>
        </p:spPr>
        <p:txBody>
          <a:bodyPr vert="horz" lIns="0" tIns="0" rIns="0" bIns="0" rtlCol="0" anchor="b">
            <a:noAutofit/>
          </a:bodyP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0BE2C1E-995C-4121-AD26-7DE6C74EE600}" type="slidenum">
              <a:rPr lang="en-GB" smtClean="0">
                <a:solidFill>
                  <a:schemeClr val="tx1"/>
                </a:solidFill>
              </a:rPr>
              <a:t>‹#›</a:t>
            </a:fld>
            <a:endParaRPr lang="en-GB">
              <a:solidFill>
                <a:schemeClr val="tx1"/>
              </a:solidFill>
            </a:endParaRPr>
          </a:p>
        </p:txBody>
      </p:sp>
      <p:sp>
        <p:nvSpPr>
          <p:cNvPr id="6" name="Title Placeholder 1">
            <a:extLst>
              <a:ext uri="{FF2B5EF4-FFF2-40B4-BE49-F238E27FC236}">
                <a16:creationId xmlns:a16="http://schemas.microsoft.com/office/drawing/2014/main" id="{601D5413-6FE2-4960-5BAE-7121111E4EF8}"/>
              </a:ext>
            </a:extLst>
          </p:cNvPr>
          <p:cNvSpPr>
            <a:spLocks noGrp="1"/>
          </p:cNvSpPr>
          <p:nvPr>
            <p:ph type="title"/>
          </p:nvPr>
        </p:nvSpPr>
        <p:spPr>
          <a:xfrm>
            <a:off x="360000" y="536576"/>
            <a:ext cx="11471638" cy="661987"/>
          </a:xfrm>
          <a:prstGeom prst="rect">
            <a:avLst/>
          </a:prstGeom>
        </p:spPr>
        <p:txBody>
          <a:bodyPr vert="horz" lIns="0" tIns="0" rIns="0" bIns="0" rtlCol="0" anchor="t">
            <a:noAutofit/>
          </a:bodyPr>
          <a:lstStyle/>
          <a:p>
            <a:r>
              <a:rPr lang="en-GB"/>
              <a:t>Click to edit action title</a:t>
            </a:r>
          </a:p>
        </p:txBody>
      </p:sp>
      <p:pic>
        <p:nvPicPr>
          <p:cNvPr id="7" name="Graphic 6">
            <a:extLst>
              <a:ext uri="{FF2B5EF4-FFF2-40B4-BE49-F238E27FC236}">
                <a16:creationId xmlns:a16="http://schemas.microsoft.com/office/drawing/2014/main" id="{A92147F6-DA69-0D43-CF80-D691DB4AAE9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rcRect r="71067"/>
          <a:stretch>
            <a:fillRect/>
          </a:stretch>
        </p:blipFill>
        <p:spPr>
          <a:xfrm>
            <a:off x="360000" y="6329037"/>
            <a:ext cx="315937" cy="360000"/>
          </a:xfrm>
          <a:prstGeom prst="rect">
            <a:avLst/>
          </a:prstGeom>
        </p:spPr>
      </p:pic>
      <p:sp>
        <p:nvSpPr>
          <p:cNvPr id="11" name="Footer Placeholder 2">
            <a:extLst>
              <a:ext uri="{FF2B5EF4-FFF2-40B4-BE49-F238E27FC236}">
                <a16:creationId xmlns:a16="http://schemas.microsoft.com/office/drawing/2014/main" id="{B32EA7DF-21F6-C36E-90F7-EC3426D2668B}"/>
              </a:ext>
            </a:extLst>
          </p:cNvPr>
          <p:cNvSpPr>
            <a:spLocks noGrp="1"/>
          </p:cNvSpPr>
          <p:nvPr>
            <p:ph type="ftr" sz="quarter" idx="3"/>
          </p:nvPr>
        </p:nvSpPr>
        <p:spPr>
          <a:xfrm>
            <a:off x="675936" y="6321425"/>
            <a:ext cx="10087857" cy="367612"/>
          </a:xfrm>
          <a:prstGeom prst="rect">
            <a:avLst/>
          </a:prstGeom>
        </p:spPr>
        <p:txBody>
          <a:bodyPr anchor="ctr"/>
          <a:lstStyle>
            <a:defPPr>
              <a:defRPr lang="en-GB"/>
            </a:defPPr>
            <a:lvl1pPr marL="0" algn="l"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Tree>
    <p:extLst>
      <p:ext uri="{BB962C8B-B14F-4D97-AF65-F5344CB8AC3E}">
        <p14:creationId xmlns:p14="http://schemas.microsoft.com/office/powerpoint/2010/main" val="3264968928"/>
      </p:ext>
    </p:extLst>
  </p:cSld>
  <p:clrMap bg1="lt1" tx1="dk1" bg2="lt2" tx2="dk2" accent1="accent1" accent2="accent2" accent3="accent3" accent4="accent4" accent5="accent5" accent6="accent6" hlink="hlink" folHlink="folHlink"/>
  <p:sldLayoutIdLst>
    <p:sldLayoutId id="2147483928" r:id="rId1"/>
    <p:sldLayoutId id="2147483929" r:id="rId2"/>
    <p:sldLayoutId id="2147483930" r:id="rId3"/>
    <p:sldLayoutId id="2147483931" r:id="rId4"/>
  </p:sldLayoutIdLst>
  <p:transition/>
  <p:hf hdr="0" dt="0"/>
  <p:txStyles>
    <p:titleStyle>
      <a:lvl1pPr algn="l" defTabSz="914400" rtl="0" eaLnBrk="1" latinLnBrk="0" hangingPunct="1">
        <a:lnSpc>
          <a:spcPct val="98000"/>
        </a:lnSpc>
        <a:spcBef>
          <a:spcPct val="0"/>
        </a:spcBef>
        <a:buNone/>
        <a:defRPr lang="en-US" sz="2400" b="0" i="0" kern="1200" cap="none" spc="0" baseline="0">
          <a:solidFill>
            <a:schemeClr val="tx1"/>
          </a:solidFill>
          <a:latin typeface="+mj-lt"/>
          <a:ea typeface="+mn-ea"/>
          <a:cs typeface="Calibri" panose="020F0502020204030204" pitchFamily="34" charset="0"/>
        </a:defRPr>
      </a:lvl1pPr>
    </p:titleStyle>
    <p:bodyStyle>
      <a:lvl1pPr marL="216000" indent="-216000" algn="l" defTabSz="914400" rtl="0" eaLnBrk="1" latinLnBrk="0" hangingPunct="1">
        <a:lnSpc>
          <a:spcPct val="100000"/>
        </a:lnSpc>
        <a:spcBef>
          <a:spcPts val="600"/>
        </a:spcBef>
        <a:buSzTx/>
        <a:buFont typeface="Arial" pitchFamily="34" charset="0"/>
        <a:buChar char="•"/>
        <a:defRPr lang="en-US" sz="1200" b="0" i="0" kern="1200" spc="0" smtClean="0">
          <a:solidFill>
            <a:schemeClr val="tx1"/>
          </a:solidFill>
          <a:latin typeface="+mn-lt"/>
          <a:ea typeface="+mn-ea"/>
          <a:cs typeface="Calibri" panose="020F0502020204030204" pitchFamily="34" charset="0"/>
        </a:defRPr>
      </a:lvl1pPr>
      <a:lvl2pPr marL="432000" indent="-216000" algn="l" defTabSz="914400" rtl="0" eaLnBrk="1" latinLnBrk="0" hangingPunct="1">
        <a:lnSpc>
          <a:spcPct val="100000"/>
        </a:lnSpc>
        <a:spcBef>
          <a:spcPts val="600"/>
        </a:spcBef>
        <a:buFont typeface="Arial" pitchFamily="34" charset="0"/>
        <a:buChar char="•"/>
        <a:defRPr sz="1200" b="0" i="0" kern="1200" spc="0">
          <a:solidFill>
            <a:schemeClr val="tx1"/>
          </a:solidFill>
          <a:latin typeface="+mn-lt"/>
          <a:ea typeface="+mn-ea"/>
          <a:cs typeface="Calibri" panose="020F0502020204030204" pitchFamily="34" charset="0"/>
        </a:defRPr>
      </a:lvl2pPr>
      <a:lvl3pPr marL="648000" indent="-216000" algn="l" defTabSz="914400" rtl="0" eaLnBrk="1" latinLnBrk="0" hangingPunct="1">
        <a:lnSpc>
          <a:spcPct val="100000"/>
        </a:lnSpc>
        <a:spcBef>
          <a:spcPts val="600"/>
        </a:spcBef>
        <a:buFont typeface="Arial" pitchFamily="34" charset="0"/>
        <a:buChar char="•"/>
        <a:defRPr sz="1200" kern="1200" spc="0">
          <a:solidFill>
            <a:schemeClr val="tx1"/>
          </a:solidFill>
          <a:latin typeface="+mn-lt"/>
          <a:ea typeface="+mn-ea"/>
          <a:cs typeface="+mn-cs"/>
        </a:defRPr>
      </a:lvl3pPr>
      <a:lvl4pPr marL="864000" indent="-216000" algn="l" defTabSz="914400" rtl="0" eaLnBrk="1" latinLnBrk="0" hangingPunct="1">
        <a:lnSpc>
          <a:spcPct val="100000"/>
        </a:lnSpc>
        <a:spcBef>
          <a:spcPts val="600"/>
        </a:spcBef>
        <a:buFont typeface="Arial" pitchFamily="34" charset="0"/>
        <a:buChar char="•"/>
        <a:defRPr sz="1200" kern="1200" cap="none" spc="0" baseline="0">
          <a:solidFill>
            <a:schemeClr val="tx1"/>
          </a:solidFill>
          <a:latin typeface="+mn-lt"/>
          <a:ea typeface="+mn-ea"/>
          <a:cs typeface="+mn-cs"/>
        </a:defRPr>
      </a:lvl4pPr>
      <a:lvl5pPr marL="1080000" indent="-216000" algn="l" defTabSz="914400" rtl="0" eaLnBrk="1" latinLnBrk="0" hangingPunct="1">
        <a:lnSpc>
          <a:spcPct val="100000"/>
        </a:lnSpc>
        <a:spcBef>
          <a:spcPts val="600"/>
        </a:spcBef>
        <a:buFont typeface="Arial" pitchFamily="34" charset="0"/>
        <a:buChar char="•"/>
        <a:defRPr sz="1200" b="0" i="0" kern="1200" spc="0">
          <a:solidFill>
            <a:schemeClr val="tx1"/>
          </a:solidFill>
          <a:latin typeface="+mn-lt"/>
          <a:ea typeface="+mn-ea"/>
          <a:cs typeface="Calibri Light" panose="020F0302020204030204" pitchFamily="34" charset="0"/>
        </a:defRPr>
      </a:lvl5pPr>
      <a:lvl6pPr marL="0" indent="0" algn="l" defTabSz="914400" rtl="0" eaLnBrk="1" latinLnBrk="0" hangingPunct="1">
        <a:lnSpc>
          <a:spcPct val="150000"/>
        </a:lnSpc>
        <a:spcBef>
          <a:spcPts val="600"/>
        </a:spcBef>
        <a:buFont typeface="Arial"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10"/>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Gotham-Light" pitchFamily="50" charset="0"/>
          <a:ea typeface="+mn-ea"/>
          <a:cs typeface="Gotham-Light" pitchFamily="50"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27">
          <p15:clr>
            <a:srgbClr val="F26B43"/>
          </p15:clr>
        </p15:guide>
        <p15:guide id="3" pos="7453">
          <p15:clr>
            <a:srgbClr val="F26B43"/>
          </p15:clr>
        </p15:guide>
        <p15:guide id="4" orient="horz" pos="225">
          <p15:clr>
            <a:srgbClr val="F26B43"/>
          </p15:clr>
        </p15:guide>
        <p15:guide id="6" orient="horz" pos="4094">
          <p15:clr>
            <a:srgbClr val="F26B43"/>
          </p15:clr>
        </p15:guide>
        <p15:guide id="7" orient="horz" pos="3867">
          <p15:clr>
            <a:srgbClr val="F26B43"/>
          </p15:clr>
        </p15:guide>
        <p15:guide id="8" orient="horz" pos="338">
          <p15:clr>
            <a:srgbClr val="F26B43"/>
          </p15:clr>
        </p15:guide>
        <p15:guide id="9" orient="horz" pos="755">
          <p15:clr>
            <a:srgbClr val="F26B43"/>
          </p15:clr>
        </p15:guide>
        <p15:guide id="10" orient="horz" pos="98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96213161-5463-7E08-2D03-C8D056795C18}"/>
              </a:ext>
            </a:extLst>
          </p:cNvPr>
          <p:cNvGraphicFramePr>
            <a:graphicFrameLocks noChangeAspect="1"/>
          </p:cNvGraphicFramePr>
          <p:nvPr userDrawn="1">
            <p:custDataLst>
              <p:tags r:id="rId17"/>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8" imgW="425" imgH="424" progId="TCLayout.ActiveDocument.1">
                  <p:embed/>
                </p:oleObj>
              </mc:Choice>
              <mc:Fallback>
                <p:oleObj name="think-cell Slide" r:id="rId18" imgW="425" imgH="424" progId="TCLayout.ActiveDocument.1">
                  <p:embed/>
                  <p:pic>
                    <p:nvPicPr>
                      <p:cNvPr id="5" name="Object 4" hidden="1">
                        <a:extLst>
                          <a:ext uri="{FF2B5EF4-FFF2-40B4-BE49-F238E27FC236}">
                            <a16:creationId xmlns:a16="http://schemas.microsoft.com/office/drawing/2014/main" id="{96213161-5463-7E08-2D03-C8D056795C18}"/>
                          </a:ext>
                        </a:extLst>
                      </p:cNvPr>
                      <p:cNvPicPr/>
                      <p:nvPr/>
                    </p:nvPicPr>
                    <p:blipFill>
                      <a:blip r:embed="rId19"/>
                      <a:stretch>
                        <a:fillRect/>
                      </a:stretch>
                    </p:blipFill>
                    <p:spPr>
                      <a:xfrm>
                        <a:off x="1588" y="1588"/>
                        <a:ext cx="1588" cy="1588"/>
                      </a:xfrm>
                      <a:prstGeom prst="rect">
                        <a:avLst/>
                      </a:prstGeom>
                    </p:spPr>
                  </p:pic>
                </p:oleObj>
              </mc:Fallback>
            </mc:AlternateContent>
          </a:graphicData>
        </a:graphic>
      </p:graphicFrame>
      <p:sp>
        <p:nvSpPr>
          <p:cNvPr id="3" name="Text Placeholder 7">
            <a:extLst>
              <a:ext uri="{FF2B5EF4-FFF2-40B4-BE49-F238E27FC236}">
                <a16:creationId xmlns:a16="http://schemas.microsoft.com/office/drawing/2014/main" id="{2520B819-0971-B86F-9249-CDC1B18E9882}"/>
              </a:ext>
            </a:extLst>
          </p:cNvPr>
          <p:cNvSpPr>
            <a:spLocks noGrp="1"/>
          </p:cNvSpPr>
          <p:nvPr>
            <p:ph type="body" idx="1"/>
          </p:nvPr>
        </p:nvSpPr>
        <p:spPr>
          <a:xfrm>
            <a:off x="360000" y="1557338"/>
            <a:ext cx="11471638" cy="4581525"/>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Slide Number Placeholder 9">
            <a:extLst>
              <a:ext uri="{FF2B5EF4-FFF2-40B4-BE49-F238E27FC236}">
                <a16:creationId xmlns:a16="http://schemas.microsoft.com/office/drawing/2014/main" id="{EC68A4F5-C596-35C0-0A41-9B329FE2A310}"/>
              </a:ext>
            </a:extLst>
          </p:cNvPr>
          <p:cNvSpPr txBox="1"/>
          <p:nvPr userDrawn="1"/>
        </p:nvSpPr>
        <p:spPr>
          <a:xfrm>
            <a:off x="11134300" y="6400938"/>
            <a:ext cx="704666" cy="181362"/>
          </a:xfrm>
          <a:prstGeom prst="rect">
            <a:avLst/>
          </a:prstGeom>
        </p:spPr>
        <p:txBody>
          <a:bodyPr vert="horz" lIns="0" tIns="0" rIns="0" bIns="0" rtlCol="0" anchor="b">
            <a:noAutofit/>
          </a:bodyP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0BE2C1E-995C-4121-AD26-7DE6C74EE600}" type="slidenum">
              <a:rPr lang="en-GB" smtClean="0">
                <a:solidFill>
                  <a:schemeClr val="tx1"/>
                </a:solidFill>
              </a:rPr>
              <a:t>‹#›</a:t>
            </a:fld>
            <a:endParaRPr lang="en-GB">
              <a:solidFill>
                <a:schemeClr val="tx1"/>
              </a:solidFill>
            </a:endParaRPr>
          </a:p>
        </p:txBody>
      </p:sp>
      <p:sp>
        <p:nvSpPr>
          <p:cNvPr id="6" name="Title Placeholder 1">
            <a:extLst>
              <a:ext uri="{FF2B5EF4-FFF2-40B4-BE49-F238E27FC236}">
                <a16:creationId xmlns:a16="http://schemas.microsoft.com/office/drawing/2014/main" id="{601D5413-6FE2-4960-5BAE-7121111E4EF8}"/>
              </a:ext>
            </a:extLst>
          </p:cNvPr>
          <p:cNvSpPr>
            <a:spLocks noGrp="1"/>
          </p:cNvSpPr>
          <p:nvPr>
            <p:ph type="title"/>
          </p:nvPr>
        </p:nvSpPr>
        <p:spPr>
          <a:xfrm>
            <a:off x="360000" y="536576"/>
            <a:ext cx="11471638" cy="661987"/>
          </a:xfrm>
          <a:prstGeom prst="rect">
            <a:avLst/>
          </a:prstGeom>
        </p:spPr>
        <p:txBody>
          <a:bodyPr vert="horz" lIns="0" tIns="0" rIns="0" bIns="0" rtlCol="0" anchor="t">
            <a:noAutofit/>
          </a:bodyPr>
          <a:lstStyle/>
          <a:p>
            <a:r>
              <a:rPr lang="en-GB"/>
              <a:t>Click to edit action title</a:t>
            </a:r>
          </a:p>
        </p:txBody>
      </p:sp>
      <p:pic>
        <p:nvPicPr>
          <p:cNvPr id="7" name="Graphic 6">
            <a:extLst>
              <a:ext uri="{FF2B5EF4-FFF2-40B4-BE49-F238E27FC236}">
                <a16:creationId xmlns:a16="http://schemas.microsoft.com/office/drawing/2014/main" id="{A92147F6-DA69-0D43-CF80-D691DB4AAE9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0"/>
              </a:ext>
            </a:extLst>
          </a:blip>
          <a:srcRect r="71067"/>
          <a:stretch>
            <a:fillRect/>
          </a:stretch>
        </p:blipFill>
        <p:spPr>
          <a:xfrm>
            <a:off x="360000" y="6329037"/>
            <a:ext cx="315937" cy="360000"/>
          </a:xfrm>
          <a:prstGeom prst="rect">
            <a:avLst/>
          </a:prstGeom>
        </p:spPr>
      </p:pic>
      <p:sp>
        <p:nvSpPr>
          <p:cNvPr id="11" name="Footer Placeholder 2">
            <a:extLst>
              <a:ext uri="{FF2B5EF4-FFF2-40B4-BE49-F238E27FC236}">
                <a16:creationId xmlns:a16="http://schemas.microsoft.com/office/drawing/2014/main" id="{B32EA7DF-21F6-C36E-90F7-EC3426D2668B}"/>
              </a:ext>
            </a:extLst>
          </p:cNvPr>
          <p:cNvSpPr>
            <a:spLocks noGrp="1"/>
          </p:cNvSpPr>
          <p:nvPr>
            <p:ph type="ftr" sz="quarter" idx="3"/>
          </p:nvPr>
        </p:nvSpPr>
        <p:spPr>
          <a:xfrm>
            <a:off x="675936" y="6321425"/>
            <a:ext cx="10087857" cy="367612"/>
          </a:xfrm>
          <a:prstGeom prst="rect">
            <a:avLst/>
          </a:prstGeom>
        </p:spPr>
        <p:txBody>
          <a:bodyPr anchor="ctr"/>
          <a:lstStyle>
            <a:defPPr>
              <a:defRPr lang="en-US"/>
            </a:defPPr>
            <a:lvl1pPr marL="0" algn="l"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Tree>
    <p:extLst>
      <p:ext uri="{BB962C8B-B14F-4D97-AF65-F5344CB8AC3E}">
        <p14:creationId xmlns:p14="http://schemas.microsoft.com/office/powerpoint/2010/main" val="3159508339"/>
      </p:ext>
    </p:extLst>
  </p:cSld>
  <p:clrMap bg1="lt1" tx1="dk1" bg2="lt2" tx2="dk2" accent1="accent1" accent2="accent2" accent3="accent3" accent4="accent4" accent5="accent5" accent6="accent6" hlink="hlink" folHlink="folHlink"/>
  <p:sldLayoutIdLst>
    <p:sldLayoutId id="2147483933" r:id="rId1"/>
    <p:sldLayoutId id="2147483934" r:id="rId2"/>
    <p:sldLayoutId id="2147483935" r:id="rId3"/>
    <p:sldLayoutId id="2147483936" r:id="rId4"/>
    <p:sldLayoutId id="2147483937" r:id="rId5"/>
    <p:sldLayoutId id="2147483938" r:id="rId6"/>
    <p:sldLayoutId id="2147483939" r:id="rId7"/>
    <p:sldLayoutId id="2147483940" r:id="rId8"/>
    <p:sldLayoutId id="2147483941" r:id="rId9"/>
    <p:sldLayoutId id="2147483942" r:id="rId10"/>
    <p:sldLayoutId id="2147483943" r:id="rId11"/>
    <p:sldLayoutId id="2147483944" r:id="rId12"/>
    <p:sldLayoutId id="2147483945" r:id="rId13"/>
    <p:sldLayoutId id="2147483946" r:id="rId14"/>
    <p:sldLayoutId id="2147483947" r:id="rId15"/>
  </p:sldLayoutIdLst>
  <p:transition/>
  <p:hf hdr="0" dt="0"/>
  <p:txStyles>
    <p:titleStyle>
      <a:lvl1pPr algn="l" defTabSz="914400" rtl="0" eaLnBrk="1" latinLnBrk="0" hangingPunct="1">
        <a:lnSpc>
          <a:spcPct val="98000"/>
        </a:lnSpc>
        <a:spcBef>
          <a:spcPct val="0"/>
        </a:spcBef>
        <a:buNone/>
        <a:defRPr lang="en-US" sz="2400" b="0" i="0" kern="1200" cap="none" spc="0" baseline="0">
          <a:solidFill>
            <a:schemeClr val="tx1"/>
          </a:solidFill>
          <a:latin typeface="+mj-lt"/>
          <a:ea typeface="+mn-ea"/>
          <a:cs typeface="Calibri" panose="020F0502020204030204" pitchFamily="34" charset="0"/>
        </a:defRPr>
      </a:lvl1pPr>
    </p:titleStyle>
    <p:bodyStyle>
      <a:lvl1pPr marL="216000" indent="-216000" algn="l" defTabSz="914400" rtl="0" eaLnBrk="1" latinLnBrk="0" hangingPunct="1">
        <a:lnSpc>
          <a:spcPct val="100000"/>
        </a:lnSpc>
        <a:spcBef>
          <a:spcPts val="600"/>
        </a:spcBef>
        <a:buSzTx/>
        <a:buFont typeface="Arial" pitchFamily="34" charset="0"/>
        <a:buChar char="•"/>
        <a:defRPr lang="en-US" sz="1200" b="0" i="0" kern="1200" spc="0" smtClean="0">
          <a:solidFill>
            <a:schemeClr val="tx1"/>
          </a:solidFill>
          <a:latin typeface="+mn-lt"/>
          <a:ea typeface="+mn-ea"/>
          <a:cs typeface="Calibri" panose="020F0502020204030204" pitchFamily="34" charset="0"/>
        </a:defRPr>
      </a:lvl1pPr>
      <a:lvl2pPr marL="432000" indent="-216000" algn="l" defTabSz="914400" rtl="0" eaLnBrk="1" latinLnBrk="0" hangingPunct="1">
        <a:lnSpc>
          <a:spcPct val="100000"/>
        </a:lnSpc>
        <a:spcBef>
          <a:spcPts val="600"/>
        </a:spcBef>
        <a:buFont typeface="Arial" pitchFamily="34" charset="0"/>
        <a:buChar char="•"/>
        <a:defRPr sz="1200" b="0" i="0" kern="1200" spc="0">
          <a:solidFill>
            <a:schemeClr val="tx1"/>
          </a:solidFill>
          <a:latin typeface="+mn-lt"/>
          <a:ea typeface="+mn-ea"/>
          <a:cs typeface="Calibri" panose="020F0502020204030204" pitchFamily="34" charset="0"/>
        </a:defRPr>
      </a:lvl2pPr>
      <a:lvl3pPr marL="648000" indent="-216000" algn="l" defTabSz="914400" rtl="0" eaLnBrk="1" latinLnBrk="0" hangingPunct="1">
        <a:lnSpc>
          <a:spcPct val="100000"/>
        </a:lnSpc>
        <a:spcBef>
          <a:spcPts val="600"/>
        </a:spcBef>
        <a:buFont typeface="Arial" pitchFamily="34" charset="0"/>
        <a:buChar char="•"/>
        <a:defRPr sz="1200" kern="1200" spc="0">
          <a:solidFill>
            <a:schemeClr val="tx1"/>
          </a:solidFill>
          <a:latin typeface="+mn-lt"/>
          <a:ea typeface="+mn-ea"/>
          <a:cs typeface="+mn-cs"/>
        </a:defRPr>
      </a:lvl3pPr>
      <a:lvl4pPr marL="864000" indent="-216000" algn="l" defTabSz="914400" rtl="0" eaLnBrk="1" latinLnBrk="0" hangingPunct="1">
        <a:lnSpc>
          <a:spcPct val="100000"/>
        </a:lnSpc>
        <a:spcBef>
          <a:spcPts val="600"/>
        </a:spcBef>
        <a:buFont typeface="Arial" pitchFamily="34" charset="0"/>
        <a:buChar char="•"/>
        <a:defRPr sz="1200" kern="1200" cap="none" spc="0" baseline="0">
          <a:solidFill>
            <a:schemeClr val="tx1"/>
          </a:solidFill>
          <a:latin typeface="+mn-lt"/>
          <a:ea typeface="+mn-ea"/>
          <a:cs typeface="+mn-cs"/>
        </a:defRPr>
      </a:lvl4pPr>
      <a:lvl5pPr marL="1080000" indent="-216000" algn="l" defTabSz="914400" rtl="0" eaLnBrk="1" latinLnBrk="0" hangingPunct="1">
        <a:lnSpc>
          <a:spcPct val="100000"/>
        </a:lnSpc>
        <a:spcBef>
          <a:spcPts val="600"/>
        </a:spcBef>
        <a:buFont typeface="Arial" pitchFamily="34" charset="0"/>
        <a:buChar char="•"/>
        <a:defRPr sz="1200" b="0" i="0" kern="1200" spc="0">
          <a:solidFill>
            <a:schemeClr val="tx1"/>
          </a:solidFill>
          <a:latin typeface="+mn-lt"/>
          <a:ea typeface="+mn-ea"/>
          <a:cs typeface="Calibri Light" panose="020F0302020204030204" pitchFamily="34" charset="0"/>
        </a:defRPr>
      </a:lvl5pPr>
      <a:lvl6pPr marL="0" indent="0" algn="l" defTabSz="914400" rtl="0" eaLnBrk="1" latinLnBrk="0" hangingPunct="1">
        <a:lnSpc>
          <a:spcPct val="150000"/>
        </a:lnSpc>
        <a:spcBef>
          <a:spcPts val="600"/>
        </a:spcBef>
        <a:buFont typeface="Arial"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21"/>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Gotham-Light" pitchFamily="50" charset="0"/>
          <a:ea typeface="+mn-ea"/>
          <a:cs typeface="Gotham-Light" pitchFamily="50"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27">
          <p15:clr>
            <a:srgbClr val="F26B43"/>
          </p15:clr>
        </p15:guide>
        <p15:guide id="3" pos="7453">
          <p15:clr>
            <a:srgbClr val="F26B43"/>
          </p15:clr>
        </p15:guide>
        <p15:guide id="4" orient="horz" pos="225">
          <p15:clr>
            <a:srgbClr val="F26B43"/>
          </p15:clr>
        </p15:guide>
        <p15:guide id="6" orient="horz" pos="4094">
          <p15:clr>
            <a:srgbClr val="F26B43"/>
          </p15:clr>
        </p15:guide>
        <p15:guide id="7" orient="horz" pos="3867">
          <p15:clr>
            <a:srgbClr val="F26B43"/>
          </p15:clr>
        </p15:guide>
        <p15:guide id="8" orient="horz" pos="338">
          <p15:clr>
            <a:srgbClr val="F26B43"/>
          </p15:clr>
        </p15:guide>
        <p15:guide id="9" orient="horz" pos="755">
          <p15:clr>
            <a:srgbClr val="F26B43"/>
          </p15:clr>
        </p15:guide>
        <p15:guide id="10" orient="horz" pos="98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96213161-5463-7E08-2D03-C8D056795C18}"/>
              </a:ext>
            </a:extLst>
          </p:cNvPr>
          <p:cNvGraphicFramePr>
            <a:graphicFrameLocks noChangeAspect="1"/>
          </p:cNvGraphicFramePr>
          <p:nvPr userDrawn="1">
            <p:custDataLst>
              <p:tags r:id="rId15"/>
            </p:custDataLst>
            <p:extLst>
              <p:ext uri="{D42A27DB-BD31-4B8C-83A1-F6EECF244321}">
                <p14:modId xmlns:p14="http://schemas.microsoft.com/office/powerpoint/2010/main" val="176074692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6" imgW="425" imgH="424" progId="TCLayout.ActiveDocument.1">
                  <p:embed/>
                </p:oleObj>
              </mc:Choice>
              <mc:Fallback>
                <p:oleObj name="think-cell Slide" r:id="rId16" imgW="425" imgH="424" progId="TCLayout.ActiveDocument.1">
                  <p:embed/>
                  <p:pic>
                    <p:nvPicPr>
                      <p:cNvPr id="5" name="Object 4" hidden="1">
                        <a:extLst>
                          <a:ext uri="{FF2B5EF4-FFF2-40B4-BE49-F238E27FC236}">
                            <a16:creationId xmlns:a16="http://schemas.microsoft.com/office/drawing/2014/main" id="{96213161-5463-7E08-2D03-C8D056795C18}"/>
                          </a:ext>
                        </a:extLst>
                      </p:cNvPr>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3" name="Text Placeholder 7">
            <a:extLst>
              <a:ext uri="{FF2B5EF4-FFF2-40B4-BE49-F238E27FC236}">
                <a16:creationId xmlns:a16="http://schemas.microsoft.com/office/drawing/2014/main" id="{2520B819-0971-B86F-9249-CDC1B18E9882}"/>
              </a:ext>
            </a:extLst>
          </p:cNvPr>
          <p:cNvSpPr>
            <a:spLocks noGrp="1"/>
          </p:cNvSpPr>
          <p:nvPr>
            <p:ph type="body" idx="1"/>
          </p:nvPr>
        </p:nvSpPr>
        <p:spPr>
          <a:xfrm>
            <a:off x="360000" y="1557338"/>
            <a:ext cx="11471638" cy="4581525"/>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Slide Number Placeholder 9">
            <a:extLst>
              <a:ext uri="{FF2B5EF4-FFF2-40B4-BE49-F238E27FC236}">
                <a16:creationId xmlns:a16="http://schemas.microsoft.com/office/drawing/2014/main" id="{EC68A4F5-C596-35C0-0A41-9B329FE2A310}"/>
              </a:ext>
            </a:extLst>
          </p:cNvPr>
          <p:cNvSpPr txBox="1">
            <a:spLocks/>
          </p:cNvSpPr>
          <p:nvPr userDrawn="1"/>
        </p:nvSpPr>
        <p:spPr>
          <a:xfrm>
            <a:off x="11134300" y="6400938"/>
            <a:ext cx="704666" cy="181362"/>
          </a:xfrm>
          <a:prstGeom prst="rect">
            <a:avLst/>
          </a:prstGeom>
        </p:spPr>
        <p:txBody>
          <a:bodyPr vert="horz" lIns="0" tIns="0" rIns="0" bIns="0" rtlCol="0" anchor="b">
            <a:noAutofit/>
          </a:bodyP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0BE2C1E-995C-4121-AD26-7DE6C74EE600}" type="slidenum">
              <a:rPr lang="en-GB" smtClean="0">
                <a:solidFill>
                  <a:schemeClr val="tx1"/>
                </a:solidFill>
              </a:rPr>
              <a:pPr/>
              <a:t>‹#›</a:t>
            </a:fld>
            <a:endParaRPr lang="en-GB">
              <a:solidFill>
                <a:schemeClr val="tx1"/>
              </a:solidFill>
            </a:endParaRPr>
          </a:p>
        </p:txBody>
      </p:sp>
      <p:sp>
        <p:nvSpPr>
          <p:cNvPr id="6" name="Title Placeholder 1">
            <a:extLst>
              <a:ext uri="{FF2B5EF4-FFF2-40B4-BE49-F238E27FC236}">
                <a16:creationId xmlns:a16="http://schemas.microsoft.com/office/drawing/2014/main" id="{601D5413-6FE2-4960-5BAE-7121111E4EF8}"/>
              </a:ext>
            </a:extLst>
          </p:cNvPr>
          <p:cNvSpPr>
            <a:spLocks noGrp="1"/>
          </p:cNvSpPr>
          <p:nvPr>
            <p:ph type="title"/>
          </p:nvPr>
        </p:nvSpPr>
        <p:spPr>
          <a:xfrm>
            <a:off x="360000" y="536576"/>
            <a:ext cx="11471638" cy="661987"/>
          </a:xfrm>
          <a:prstGeom prst="rect">
            <a:avLst/>
          </a:prstGeom>
        </p:spPr>
        <p:txBody>
          <a:bodyPr vert="horz" lIns="0" tIns="0" rIns="0" bIns="0" rtlCol="0" anchor="t">
            <a:noAutofit/>
          </a:bodyPr>
          <a:lstStyle/>
          <a:p>
            <a:r>
              <a:rPr lang="en-GB"/>
              <a:t>Click to edit action title</a:t>
            </a:r>
          </a:p>
        </p:txBody>
      </p:sp>
      <p:pic>
        <p:nvPicPr>
          <p:cNvPr id="7" name="Graphic 6">
            <a:extLst>
              <a:ext uri="{FF2B5EF4-FFF2-40B4-BE49-F238E27FC236}">
                <a16:creationId xmlns:a16="http://schemas.microsoft.com/office/drawing/2014/main" id="{A92147F6-DA69-0D43-CF80-D691DB4AAE9B}"/>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18"/>
              </a:ext>
            </a:extLst>
          </a:blip>
          <a:srcRect r="71067"/>
          <a:stretch>
            <a:fillRect/>
          </a:stretch>
        </p:blipFill>
        <p:spPr>
          <a:xfrm>
            <a:off x="360000" y="6329037"/>
            <a:ext cx="315937" cy="360000"/>
          </a:xfrm>
          <a:prstGeom prst="rect">
            <a:avLst/>
          </a:prstGeom>
        </p:spPr>
      </p:pic>
      <p:sp>
        <p:nvSpPr>
          <p:cNvPr id="11" name="Footer Placeholder 2">
            <a:extLst>
              <a:ext uri="{FF2B5EF4-FFF2-40B4-BE49-F238E27FC236}">
                <a16:creationId xmlns:a16="http://schemas.microsoft.com/office/drawing/2014/main" id="{B32EA7DF-21F6-C36E-90F7-EC3426D2668B}"/>
              </a:ext>
            </a:extLst>
          </p:cNvPr>
          <p:cNvSpPr>
            <a:spLocks noGrp="1"/>
          </p:cNvSpPr>
          <p:nvPr>
            <p:ph type="ftr" sz="quarter" idx="3"/>
          </p:nvPr>
        </p:nvSpPr>
        <p:spPr>
          <a:xfrm>
            <a:off x="675936" y="6321425"/>
            <a:ext cx="10087857" cy="367612"/>
          </a:xfrm>
          <a:prstGeom prst="rect">
            <a:avLst/>
          </a:prstGeom>
        </p:spPr>
        <p:txBody>
          <a:bodyPr anchor="ctr"/>
          <a:lstStyle>
            <a:lvl1pPr rtl="0">
              <a:defRPr sz="1000">
                <a:solidFill>
                  <a:schemeClr val="tx1"/>
                </a:solidFill>
              </a:defRPr>
            </a:lvl1pPr>
          </a:lstStyle>
          <a:p>
            <a:endParaRPr lang="en-GB"/>
          </a:p>
        </p:txBody>
      </p:sp>
    </p:spTree>
    <p:extLst>
      <p:ext uri="{BB962C8B-B14F-4D97-AF65-F5344CB8AC3E}">
        <p14:creationId xmlns:p14="http://schemas.microsoft.com/office/powerpoint/2010/main" val="1831558578"/>
      </p:ext>
    </p:extLst>
  </p:cSld>
  <p:clrMap bg1="lt1" tx1="dk1" bg2="lt2" tx2="dk2" accent1="accent1" accent2="accent2" accent3="accent3" accent4="accent4" accent5="accent5" accent6="accent6" hlink="hlink" folHlink="folHlink"/>
  <p:sldLayoutIdLst>
    <p:sldLayoutId id="2147483949" r:id="rId1"/>
    <p:sldLayoutId id="2147483950" r:id="rId2"/>
    <p:sldLayoutId id="2147483951" r:id="rId3"/>
    <p:sldLayoutId id="2147483952" r:id="rId4"/>
    <p:sldLayoutId id="2147483953" r:id="rId5"/>
    <p:sldLayoutId id="2147483954" r:id="rId6"/>
    <p:sldLayoutId id="2147483955" r:id="rId7"/>
    <p:sldLayoutId id="2147483956" r:id="rId8"/>
    <p:sldLayoutId id="2147483957" r:id="rId9"/>
    <p:sldLayoutId id="2147483958" r:id="rId10"/>
    <p:sldLayoutId id="2147483959" r:id="rId11"/>
    <p:sldLayoutId id="2147483960" r:id="rId12"/>
    <p:sldLayoutId id="2147483961" r:id="rId13"/>
  </p:sldLayoutIdLst>
  <p:hf hdr="0" dt="0"/>
  <p:txStyles>
    <p:titleStyle>
      <a:lvl1pPr algn="l" defTabSz="914400" rtl="0" eaLnBrk="1" latinLnBrk="0" hangingPunct="1">
        <a:lnSpc>
          <a:spcPct val="98000"/>
        </a:lnSpc>
        <a:spcBef>
          <a:spcPct val="0"/>
        </a:spcBef>
        <a:buNone/>
        <a:defRPr lang="en-US" sz="2400" b="0" i="0" kern="1200" cap="none" spc="0" baseline="0" dirty="0">
          <a:solidFill>
            <a:schemeClr val="tx1"/>
          </a:solidFill>
          <a:latin typeface="+mj-lt"/>
          <a:ea typeface="+mn-ea"/>
          <a:cs typeface="Calibri" panose="020F0502020204030204" pitchFamily="34" charset="0"/>
        </a:defRPr>
      </a:lvl1pPr>
    </p:titleStyle>
    <p:bodyStyle>
      <a:lvl1pPr marL="216000" indent="-216000" algn="l" defTabSz="914400" rtl="0" eaLnBrk="1" latinLnBrk="0" hangingPunct="1">
        <a:lnSpc>
          <a:spcPct val="100000"/>
        </a:lnSpc>
        <a:spcBef>
          <a:spcPts val="600"/>
        </a:spcBef>
        <a:buSzPct val="100000"/>
        <a:buFont typeface="Arial" panose="020B0604020202020204" pitchFamily="34" charset="0"/>
        <a:buChar char="•"/>
        <a:defRPr lang="en-US" sz="1200" b="0" i="0" kern="1200" spc="0" dirty="0" smtClean="0">
          <a:solidFill>
            <a:schemeClr val="tx1"/>
          </a:solidFill>
          <a:latin typeface="+mn-lt"/>
          <a:ea typeface="+mn-ea"/>
          <a:cs typeface="Calibri" panose="020F0502020204030204" pitchFamily="34" charset="0"/>
        </a:defRPr>
      </a:lvl1pPr>
      <a:lvl2pPr marL="432000" indent="-216000" algn="l" defTabSz="914400" rtl="0" eaLnBrk="1" latinLnBrk="0" hangingPunct="1">
        <a:lnSpc>
          <a:spcPct val="100000"/>
        </a:lnSpc>
        <a:spcBef>
          <a:spcPts val="600"/>
        </a:spcBef>
        <a:buFont typeface="Arial" panose="020B0604020202020204" pitchFamily="34" charset="0"/>
        <a:buChar char="•"/>
        <a:defRPr sz="1200" b="0" i="0" kern="1200" spc="0">
          <a:solidFill>
            <a:schemeClr val="tx1"/>
          </a:solidFill>
          <a:latin typeface="+mn-lt"/>
          <a:ea typeface="+mn-ea"/>
          <a:cs typeface="Calibri" panose="020F0502020204030204" pitchFamily="34" charset="0"/>
        </a:defRPr>
      </a:lvl2pPr>
      <a:lvl3pPr marL="648000" indent="-216000" algn="l" defTabSz="914400" rtl="0" eaLnBrk="1" latinLnBrk="0" hangingPunct="1">
        <a:lnSpc>
          <a:spcPct val="100000"/>
        </a:lnSpc>
        <a:spcBef>
          <a:spcPts val="600"/>
        </a:spcBef>
        <a:buFont typeface="Arial" panose="020B0604020202020204" pitchFamily="34" charset="0"/>
        <a:buChar char="•"/>
        <a:defRPr sz="1200" kern="1200" spc="0">
          <a:solidFill>
            <a:schemeClr val="tx1"/>
          </a:solidFill>
          <a:latin typeface="+mn-lt"/>
          <a:ea typeface="+mn-ea"/>
          <a:cs typeface="+mn-cs"/>
        </a:defRPr>
      </a:lvl3pPr>
      <a:lvl4pPr marL="864000" indent="-216000" algn="l" defTabSz="914400" rtl="0" eaLnBrk="1" latinLnBrk="0" hangingPunct="1">
        <a:lnSpc>
          <a:spcPct val="100000"/>
        </a:lnSpc>
        <a:spcBef>
          <a:spcPts val="600"/>
        </a:spcBef>
        <a:buFont typeface="Arial" panose="020B0604020202020204" pitchFamily="34" charset="0"/>
        <a:buChar char="•"/>
        <a:defRPr sz="1200" kern="1200" cap="none" spc="0" baseline="0">
          <a:solidFill>
            <a:schemeClr val="tx1"/>
          </a:solidFill>
          <a:latin typeface="+mn-lt"/>
          <a:ea typeface="+mn-ea"/>
          <a:cs typeface="+mn-cs"/>
        </a:defRPr>
      </a:lvl4pPr>
      <a:lvl5pPr marL="1080000" indent="-216000" algn="l" defTabSz="914400" rtl="0" eaLnBrk="1" latinLnBrk="0" hangingPunct="1">
        <a:lnSpc>
          <a:spcPct val="100000"/>
        </a:lnSpc>
        <a:spcBef>
          <a:spcPts val="600"/>
        </a:spcBef>
        <a:buFont typeface="Arial" panose="020B0604020202020204" pitchFamily="34" charset="0"/>
        <a:buChar char="•"/>
        <a:defRPr sz="1200" b="0" i="0" kern="1200" spc="0">
          <a:solidFill>
            <a:schemeClr val="tx1"/>
          </a:solidFill>
          <a:latin typeface="+mn-lt"/>
          <a:ea typeface="+mn-ea"/>
          <a:cs typeface="Calibri Light" panose="020F0302020204030204" pitchFamily="34" charset="0"/>
        </a:defRPr>
      </a:lvl5pPr>
      <a:lvl6pPr marL="0" indent="0" algn="l" defTabSz="914400" rtl="0" eaLnBrk="1" latinLnBrk="0" hangingPunct="1">
        <a:lnSpc>
          <a:spcPct val="150000"/>
        </a:lnSpc>
        <a:spcBef>
          <a:spcPts val="600"/>
        </a:spcBef>
        <a:buFont typeface="Arial" panose="020B0604020202020204"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19"/>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ts val="0"/>
        </a:spcBef>
        <a:spcAft>
          <a:spcPts val="600"/>
        </a:spcAft>
        <a:buFont typeface="Arial" panose="020B0604020202020204" pitchFamily="34" charset="0"/>
        <a:buNone/>
        <a:defRPr sz="1200" kern="1200">
          <a:solidFill>
            <a:schemeClr val="tx1"/>
          </a:solidFill>
          <a:latin typeface="Gotham-Light" pitchFamily="50" charset="0"/>
          <a:ea typeface="+mn-ea"/>
          <a:cs typeface="Gotham-Light" pitchFamily="50"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27">
          <p15:clr>
            <a:srgbClr val="F26B43"/>
          </p15:clr>
        </p15:guide>
        <p15:guide id="3" pos="7453">
          <p15:clr>
            <a:srgbClr val="F26B43"/>
          </p15:clr>
        </p15:guide>
        <p15:guide id="4" orient="horz" pos="225">
          <p15:clr>
            <a:srgbClr val="F26B43"/>
          </p15:clr>
        </p15:guide>
        <p15:guide id="6" orient="horz" pos="4094">
          <p15:clr>
            <a:srgbClr val="F26B43"/>
          </p15:clr>
        </p15:guide>
        <p15:guide id="7" orient="horz" pos="3867">
          <p15:clr>
            <a:srgbClr val="F26B43"/>
          </p15:clr>
        </p15:guide>
        <p15:guide id="8" orient="horz" pos="338">
          <p15:clr>
            <a:srgbClr val="F26B43"/>
          </p15:clr>
        </p15:guide>
        <p15:guide id="9" orient="horz" pos="755">
          <p15:clr>
            <a:srgbClr val="F26B43"/>
          </p15:clr>
        </p15:guide>
        <p15:guide id="10" orient="horz" pos="981">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96213161-5463-7E08-2D03-C8D056795C18}"/>
              </a:ext>
            </a:extLst>
          </p:cNvPr>
          <p:cNvGraphicFramePr>
            <a:graphicFrameLocks noChangeAspect="1"/>
          </p:cNvGraphicFramePr>
          <p:nvPr userDrawn="1">
            <p:custDataLst>
              <p:tags r:id="rId17"/>
            </p:custDataLst>
            <p:extLst>
              <p:ext uri="{D42A27DB-BD31-4B8C-83A1-F6EECF244321}">
                <p14:modId xmlns:p14="http://schemas.microsoft.com/office/powerpoint/2010/main" val="176074692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8" imgW="425" imgH="424" progId="TCLayout.ActiveDocument.1">
                  <p:embed/>
                </p:oleObj>
              </mc:Choice>
              <mc:Fallback>
                <p:oleObj name="think-cell Slide" r:id="rId18" imgW="425" imgH="424" progId="TCLayout.ActiveDocument.1">
                  <p:embed/>
                  <p:pic>
                    <p:nvPicPr>
                      <p:cNvPr id="5" name="Object 4" hidden="1">
                        <a:extLst>
                          <a:ext uri="{FF2B5EF4-FFF2-40B4-BE49-F238E27FC236}">
                            <a16:creationId xmlns:a16="http://schemas.microsoft.com/office/drawing/2014/main" id="{96213161-5463-7E08-2D03-C8D056795C18}"/>
                          </a:ext>
                        </a:extLst>
                      </p:cNvPr>
                      <p:cNvPicPr/>
                      <p:nvPr/>
                    </p:nvPicPr>
                    <p:blipFill>
                      <a:blip r:embed="rId19"/>
                      <a:stretch>
                        <a:fillRect/>
                      </a:stretch>
                    </p:blipFill>
                    <p:spPr>
                      <a:xfrm>
                        <a:off x="1588" y="1588"/>
                        <a:ext cx="1588" cy="1588"/>
                      </a:xfrm>
                      <a:prstGeom prst="rect">
                        <a:avLst/>
                      </a:prstGeom>
                    </p:spPr>
                  </p:pic>
                </p:oleObj>
              </mc:Fallback>
            </mc:AlternateContent>
          </a:graphicData>
        </a:graphic>
      </p:graphicFrame>
      <p:sp>
        <p:nvSpPr>
          <p:cNvPr id="3" name="Text Placeholder 7">
            <a:extLst>
              <a:ext uri="{FF2B5EF4-FFF2-40B4-BE49-F238E27FC236}">
                <a16:creationId xmlns:a16="http://schemas.microsoft.com/office/drawing/2014/main" id="{2520B819-0971-B86F-9249-CDC1B18E9882}"/>
              </a:ext>
            </a:extLst>
          </p:cNvPr>
          <p:cNvSpPr>
            <a:spLocks noGrp="1"/>
          </p:cNvSpPr>
          <p:nvPr>
            <p:ph type="body" idx="1"/>
          </p:nvPr>
        </p:nvSpPr>
        <p:spPr>
          <a:xfrm>
            <a:off x="360000" y="1557338"/>
            <a:ext cx="11471638" cy="4581525"/>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Slide Number Placeholder 9">
            <a:extLst>
              <a:ext uri="{FF2B5EF4-FFF2-40B4-BE49-F238E27FC236}">
                <a16:creationId xmlns:a16="http://schemas.microsoft.com/office/drawing/2014/main" id="{EC68A4F5-C596-35C0-0A41-9B329FE2A310}"/>
              </a:ext>
            </a:extLst>
          </p:cNvPr>
          <p:cNvSpPr txBox="1">
            <a:spLocks/>
          </p:cNvSpPr>
          <p:nvPr userDrawn="1"/>
        </p:nvSpPr>
        <p:spPr>
          <a:xfrm>
            <a:off x="11134300" y="6400938"/>
            <a:ext cx="704666" cy="181362"/>
          </a:xfrm>
          <a:prstGeom prst="rect">
            <a:avLst/>
          </a:prstGeom>
        </p:spPr>
        <p:txBody>
          <a:bodyPr vert="horz" lIns="0" tIns="0" rIns="0" bIns="0" rtlCol="0" anchor="b">
            <a:noAutofit/>
          </a:bodyP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0BE2C1E-995C-4121-AD26-7DE6C74EE600}" type="slidenum">
              <a:rPr lang="en-GB" smtClean="0">
                <a:solidFill>
                  <a:schemeClr val="tx1"/>
                </a:solidFill>
              </a:rPr>
              <a:pPr/>
              <a:t>‹#›</a:t>
            </a:fld>
            <a:endParaRPr lang="en-GB">
              <a:solidFill>
                <a:schemeClr val="tx1"/>
              </a:solidFill>
            </a:endParaRPr>
          </a:p>
        </p:txBody>
      </p:sp>
      <p:sp>
        <p:nvSpPr>
          <p:cNvPr id="6" name="Title Placeholder 1">
            <a:extLst>
              <a:ext uri="{FF2B5EF4-FFF2-40B4-BE49-F238E27FC236}">
                <a16:creationId xmlns:a16="http://schemas.microsoft.com/office/drawing/2014/main" id="{601D5413-6FE2-4960-5BAE-7121111E4EF8}"/>
              </a:ext>
            </a:extLst>
          </p:cNvPr>
          <p:cNvSpPr>
            <a:spLocks noGrp="1"/>
          </p:cNvSpPr>
          <p:nvPr>
            <p:ph type="title"/>
          </p:nvPr>
        </p:nvSpPr>
        <p:spPr>
          <a:xfrm>
            <a:off x="360000" y="536576"/>
            <a:ext cx="11471638" cy="661987"/>
          </a:xfrm>
          <a:prstGeom prst="rect">
            <a:avLst/>
          </a:prstGeom>
        </p:spPr>
        <p:txBody>
          <a:bodyPr vert="horz" lIns="0" tIns="0" rIns="0" bIns="0" rtlCol="0" anchor="t">
            <a:noAutofit/>
          </a:bodyPr>
          <a:lstStyle/>
          <a:p>
            <a:r>
              <a:rPr lang="en-GB"/>
              <a:t>Click to edit action title</a:t>
            </a:r>
          </a:p>
        </p:txBody>
      </p:sp>
      <p:pic>
        <p:nvPicPr>
          <p:cNvPr id="7" name="Graphic 6">
            <a:extLst>
              <a:ext uri="{FF2B5EF4-FFF2-40B4-BE49-F238E27FC236}">
                <a16:creationId xmlns:a16="http://schemas.microsoft.com/office/drawing/2014/main" id="{A92147F6-DA69-0D43-CF80-D691DB4AAE9B}"/>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0"/>
              </a:ext>
            </a:extLst>
          </a:blip>
          <a:srcRect r="71067"/>
          <a:stretch>
            <a:fillRect/>
          </a:stretch>
        </p:blipFill>
        <p:spPr>
          <a:xfrm>
            <a:off x="360000" y="6329037"/>
            <a:ext cx="315937" cy="360000"/>
          </a:xfrm>
          <a:prstGeom prst="rect">
            <a:avLst/>
          </a:prstGeom>
        </p:spPr>
      </p:pic>
      <p:sp>
        <p:nvSpPr>
          <p:cNvPr id="11" name="Footer Placeholder 2">
            <a:extLst>
              <a:ext uri="{FF2B5EF4-FFF2-40B4-BE49-F238E27FC236}">
                <a16:creationId xmlns:a16="http://schemas.microsoft.com/office/drawing/2014/main" id="{B32EA7DF-21F6-C36E-90F7-EC3426D2668B}"/>
              </a:ext>
            </a:extLst>
          </p:cNvPr>
          <p:cNvSpPr>
            <a:spLocks noGrp="1"/>
          </p:cNvSpPr>
          <p:nvPr>
            <p:ph type="ftr" sz="quarter" idx="3"/>
          </p:nvPr>
        </p:nvSpPr>
        <p:spPr>
          <a:xfrm>
            <a:off x="675936" y="6321425"/>
            <a:ext cx="10087857" cy="367612"/>
          </a:xfrm>
          <a:prstGeom prst="rect">
            <a:avLst/>
          </a:prstGeom>
        </p:spPr>
        <p:txBody>
          <a:bodyPr anchor="ctr"/>
          <a:lstStyle>
            <a:lvl1pPr rtl="0">
              <a:defRPr sz="1000">
                <a:solidFill>
                  <a:schemeClr val="tx1"/>
                </a:solidFill>
              </a:defRPr>
            </a:lvl1pPr>
          </a:lstStyle>
          <a:p>
            <a:endParaRPr lang="en-GB"/>
          </a:p>
        </p:txBody>
      </p:sp>
    </p:spTree>
    <p:extLst>
      <p:ext uri="{BB962C8B-B14F-4D97-AF65-F5344CB8AC3E}">
        <p14:creationId xmlns:p14="http://schemas.microsoft.com/office/powerpoint/2010/main" val="948066773"/>
      </p:ext>
    </p:extLst>
  </p:cSld>
  <p:clrMap bg1="lt1" tx1="dk1" bg2="lt2" tx2="dk2" accent1="accent1" accent2="accent2" accent3="accent3" accent4="accent4" accent5="accent5" accent6="accent6" hlink="hlink" folHlink="folHlink"/>
  <p:sldLayoutIdLst>
    <p:sldLayoutId id="2147483963" r:id="rId1"/>
    <p:sldLayoutId id="2147483964" r:id="rId2"/>
    <p:sldLayoutId id="2147483965" r:id="rId3"/>
    <p:sldLayoutId id="2147483966" r:id="rId4"/>
    <p:sldLayoutId id="2147483967" r:id="rId5"/>
    <p:sldLayoutId id="2147483968" r:id="rId6"/>
    <p:sldLayoutId id="2147483969" r:id="rId7"/>
    <p:sldLayoutId id="2147483970" r:id="rId8"/>
    <p:sldLayoutId id="2147483971" r:id="rId9"/>
    <p:sldLayoutId id="2147483972" r:id="rId10"/>
    <p:sldLayoutId id="2147483973" r:id="rId11"/>
    <p:sldLayoutId id="2147483974" r:id="rId12"/>
    <p:sldLayoutId id="2147483975" r:id="rId13"/>
    <p:sldLayoutId id="2147483976" r:id="rId14"/>
    <p:sldLayoutId id="2147483977" r:id="rId15"/>
  </p:sldLayoutIdLst>
  <p:hf hdr="0" dt="0"/>
  <p:txStyles>
    <p:titleStyle>
      <a:lvl1pPr algn="l" defTabSz="914400" rtl="0" eaLnBrk="1" latinLnBrk="0" hangingPunct="1">
        <a:lnSpc>
          <a:spcPct val="98000"/>
        </a:lnSpc>
        <a:spcBef>
          <a:spcPct val="0"/>
        </a:spcBef>
        <a:buNone/>
        <a:defRPr lang="en-US" sz="2400" b="0" i="0" kern="1200" cap="none" spc="0" baseline="0" dirty="0">
          <a:solidFill>
            <a:schemeClr val="tx1"/>
          </a:solidFill>
          <a:latin typeface="+mj-lt"/>
          <a:ea typeface="+mn-ea"/>
          <a:cs typeface="Calibri" panose="020F0502020204030204" pitchFamily="34" charset="0"/>
        </a:defRPr>
      </a:lvl1pPr>
    </p:titleStyle>
    <p:bodyStyle>
      <a:lvl1pPr marL="216000" indent="-216000" algn="l" defTabSz="914400" rtl="0" eaLnBrk="1" latinLnBrk="0" hangingPunct="1">
        <a:lnSpc>
          <a:spcPct val="100000"/>
        </a:lnSpc>
        <a:spcBef>
          <a:spcPts val="600"/>
        </a:spcBef>
        <a:buSzPct val="100000"/>
        <a:buFont typeface="Arial" panose="020B0604020202020204" pitchFamily="34" charset="0"/>
        <a:buChar char="•"/>
        <a:defRPr lang="en-US" sz="1200" b="0" i="0" kern="1200" spc="0" dirty="0" smtClean="0">
          <a:solidFill>
            <a:schemeClr val="tx1"/>
          </a:solidFill>
          <a:latin typeface="+mn-lt"/>
          <a:ea typeface="+mn-ea"/>
          <a:cs typeface="Calibri" panose="020F0502020204030204" pitchFamily="34" charset="0"/>
        </a:defRPr>
      </a:lvl1pPr>
      <a:lvl2pPr marL="432000" indent="-216000" algn="l" defTabSz="914400" rtl="0" eaLnBrk="1" latinLnBrk="0" hangingPunct="1">
        <a:lnSpc>
          <a:spcPct val="100000"/>
        </a:lnSpc>
        <a:spcBef>
          <a:spcPts val="600"/>
        </a:spcBef>
        <a:buFont typeface="Arial" panose="020B0604020202020204" pitchFamily="34" charset="0"/>
        <a:buChar char="•"/>
        <a:defRPr sz="1200" b="0" i="0" kern="1200" spc="0">
          <a:solidFill>
            <a:schemeClr val="tx1"/>
          </a:solidFill>
          <a:latin typeface="+mn-lt"/>
          <a:ea typeface="+mn-ea"/>
          <a:cs typeface="Calibri" panose="020F0502020204030204" pitchFamily="34" charset="0"/>
        </a:defRPr>
      </a:lvl2pPr>
      <a:lvl3pPr marL="648000" indent="-216000" algn="l" defTabSz="914400" rtl="0" eaLnBrk="1" latinLnBrk="0" hangingPunct="1">
        <a:lnSpc>
          <a:spcPct val="100000"/>
        </a:lnSpc>
        <a:spcBef>
          <a:spcPts val="600"/>
        </a:spcBef>
        <a:buFont typeface="Arial" panose="020B0604020202020204" pitchFamily="34" charset="0"/>
        <a:buChar char="•"/>
        <a:defRPr sz="1200" kern="1200" spc="0">
          <a:solidFill>
            <a:schemeClr val="tx1"/>
          </a:solidFill>
          <a:latin typeface="+mn-lt"/>
          <a:ea typeface="+mn-ea"/>
          <a:cs typeface="+mn-cs"/>
        </a:defRPr>
      </a:lvl3pPr>
      <a:lvl4pPr marL="864000" indent="-216000" algn="l" defTabSz="914400" rtl="0" eaLnBrk="1" latinLnBrk="0" hangingPunct="1">
        <a:lnSpc>
          <a:spcPct val="100000"/>
        </a:lnSpc>
        <a:spcBef>
          <a:spcPts val="600"/>
        </a:spcBef>
        <a:buFont typeface="Arial" panose="020B0604020202020204" pitchFamily="34" charset="0"/>
        <a:buChar char="•"/>
        <a:defRPr sz="1200" kern="1200" cap="none" spc="0" baseline="0">
          <a:solidFill>
            <a:schemeClr val="tx1"/>
          </a:solidFill>
          <a:latin typeface="+mn-lt"/>
          <a:ea typeface="+mn-ea"/>
          <a:cs typeface="+mn-cs"/>
        </a:defRPr>
      </a:lvl4pPr>
      <a:lvl5pPr marL="1080000" indent="-216000" algn="l" defTabSz="914400" rtl="0" eaLnBrk="1" latinLnBrk="0" hangingPunct="1">
        <a:lnSpc>
          <a:spcPct val="100000"/>
        </a:lnSpc>
        <a:spcBef>
          <a:spcPts val="600"/>
        </a:spcBef>
        <a:buFont typeface="Arial" panose="020B0604020202020204" pitchFamily="34" charset="0"/>
        <a:buChar char="•"/>
        <a:defRPr sz="1200" b="0" i="0" kern="1200" spc="0">
          <a:solidFill>
            <a:schemeClr val="tx1"/>
          </a:solidFill>
          <a:latin typeface="+mn-lt"/>
          <a:ea typeface="+mn-ea"/>
          <a:cs typeface="Calibri Light" panose="020F0302020204030204" pitchFamily="34" charset="0"/>
        </a:defRPr>
      </a:lvl5pPr>
      <a:lvl6pPr marL="0" indent="0" algn="l" defTabSz="914400" rtl="0" eaLnBrk="1" latinLnBrk="0" hangingPunct="1">
        <a:lnSpc>
          <a:spcPct val="150000"/>
        </a:lnSpc>
        <a:spcBef>
          <a:spcPts val="600"/>
        </a:spcBef>
        <a:buFont typeface="Arial" panose="020B0604020202020204"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21"/>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ts val="0"/>
        </a:spcBef>
        <a:spcAft>
          <a:spcPts val="600"/>
        </a:spcAft>
        <a:buFont typeface="Arial" panose="020B0604020202020204" pitchFamily="34" charset="0"/>
        <a:buNone/>
        <a:defRPr sz="1200" kern="1200">
          <a:solidFill>
            <a:schemeClr val="tx1"/>
          </a:solidFill>
          <a:latin typeface="Gotham-Light" pitchFamily="50" charset="0"/>
          <a:ea typeface="+mn-ea"/>
          <a:cs typeface="Gotham-Light" pitchFamily="50"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27">
          <p15:clr>
            <a:srgbClr val="F26B43"/>
          </p15:clr>
        </p15:guide>
        <p15:guide id="3" pos="7453">
          <p15:clr>
            <a:srgbClr val="F26B43"/>
          </p15:clr>
        </p15:guide>
        <p15:guide id="4" orient="horz" pos="225">
          <p15:clr>
            <a:srgbClr val="F26B43"/>
          </p15:clr>
        </p15:guide>
        <p15:guide id="6" orient="horz" pos="4094">
          <p15:clr>
            <a:srgbClr val="F26B43"/>
          </p15:clr>
        </p15:guide>
        <p15:guide id="7" orient="horz" pos="3867">
          <p15:clr>
            <a:srgbClr val="F26B43"/>
          </p15:clr>
        </p15:guide>
        <p15:guide id="8" orient="horz" pos="338">
          <p15:clr>
            <a:srgbClr val="F26B43"/>
          </p15:clr>
        </p15:guide>
        <p15:guide id="9" orient="horz" pos="755">
          <p15:clr>
            <a:srgbClr val="F26B43"/>
          </p15:clr>
        </p15:guide>
        <p15:guide id="10" orient="horz" pos="981">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9"/>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714B54DD-58B9-6612-4BAB-204DA98EC0A8}"/>
              </a:ext>
            </a:extLst>
          </p:cNvPr>
          <p:cNvGraphicFramePr>
            <a:graphicFrameLocks noChangeAspect="1"/>
          </p:cNvGraphicFramePr>
          <p:nvPr userDrawn="1">
            <p:custDataLst>
              <p:tags r:id="rId17"/>
            </p:custDataLst>
            <p:extLst>
              <p:ext uri="{D42A27DB-BD31-4B8C-83A1-F6EECF244321}">
                <p14:modId xmlns:p14="http://schemas.microsoft.com/office/powerpoint/2010/main" val="125071376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8" imgW="7772400" imgH="10058400" progId="TCLayout.ActiveDocument.1">
                  <p:embed/>
                </p:oleObj>
              </mc:Choice>
              <mc:Fallback>
                <p:oleObj name="think-cell Slide" r:id="rId18" imgW="7772400" imgH="10058400" progId="TCLayout.ActiveDocument.1">
                  <p:embed/>
                  <p:pic>
                    <p:nvPicPr>
                      <p:cNvPr id="2" name="think-cell data - do not delete" hidden="1">
                        <a:extLst>
                          <a:ext uri="{FF2B5EF4-FFF2-40B4-BE49-F238E27FC236}">
                            <a16:creationId xmlns:a16="http://schemas.microsoft.com/office/drawing/2014/main" id="{714B54DD-58B9-6612-4BAB-204DA98EC0A8}"/>
                          </a:ext>
                        </a:extLst>
                      </p:cNvPr>
                      <p:cNvPicPr/>
                      <p:nvPr/>
                    </p:nvPicPr>
                    <p:blipFill>
                      <a:blip r:embed="rId19"/>
                      <a:stretch>
                        <a:fillRect/>
                      </a:stretch>
                    </p:blipFill>
                    <p:spPr>
                      <a:xfrm>
                        <a:off x="1588" y="1588"/>
                        <a:ext cx="1227" cy="1588"/>
                      </a:xfrm>
                      <a:prstGeom prst="rect">
                        <a:avLst/>
                      </a:prstGeom>
                    </p:spPr>
                  </p:pic>
                </p:oleObj>
              </mc:Fallback>
            </mc:AlternateContent>
          </a:graphicData>
        </a:graphic>
      </p:graphicFrame>
      <p:sp>
        <p:nvSpPr>
          <p:cNvPr id="10" name="Google Shape;10;p2"/>
          <p:cNvSpPr txBox="1">
            <a:spLocks noGrp="1"/>
          </p:cNvSpPr>
          <p:nvPr>
            <p:ph type="body" idx="1"/>
          </p:nvPr>
        </p:nvSpPr>
        <p:spPr>
          <a:xfrm>
            <a:off x="360000" y="1557338"/>
            <a:ext cx="11471638" cy="4581525"/>
          </a:xfrm>
          <a:prstGeom prst="rect">
            <a:avLst/>
          </a:prstGeom>
          <a:noFill/>
          <a:ln>
            <a:noFill/>
          </a:ln>
        </p:spPr>
        <p:txBody>
          <a:bodyPr spcFirstLastPara="1" wrap="square" lIns="0" tIns="0" rIns="0" bIns="0" anchor="t" anchorCtr="0">
            <a:noAutofit/>
          </a:bodyPr>
          <a:lstStyle>
            <a:lvl1pPr marL="457200" marR="0" lvl="0"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Calibri"/>
                <a:ea typeface="Calibri"/>
                <a:cs typeface="Calibri"/>
                <a:sym typeface="Calibri"/>
              </a:defRPr>
            </a:lvl1pPr>
            <a:lvl2pPr marL="914400" marR="0" lvl="1"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Calibri"/>
                <a:ea typeface="Calibri"/>
                <a:cs typeface="Calibri"/>
                <a:sym typeface="Calibri"/>
              </a:defRPr>
            </a:lvl2pPr>
            <a:lvl3pPr marL="1371600" marR="0" lvl="2"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Calibri"/>
                <a:ea typeface="Calibri"/>
                <a:cs typeface="Calibri"/>
                <a:sym typeface="Calibri"/>
              </a:defRPr>
            </a:lvl3pPr>
            <a:lvl4pPr marL="1828800" marR="0" lvl="3"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228600" algn="l" rtl="0">
              <a:lnSpc>
                <a:spcPct val="150000"/>
              </a:lnSpc>
              <a:spcBef>
                <a:spcPts val="6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6pPr>
            <a:lvl7pPr marL="3200400" marR="0" lvl="6" indent="-335279" algn="l" rtl="0">
              <a:lnSpc>
                <a:spcPct val="150000"/>
              </a:lnSpc>
              <a:spcBef>
                <a:spcPts val="600"/>
              </a:spcBef>
              <a:spcAft>
                <a:spcPts val="0"/>
              </a:spcAft>
              <a:buClr>
                <a:schemeClr val="dk1"/>
              </a:buClr>
              <a:buSzPts val="1680"/>
              <a:buFont typeface="Arial"/>
              <a:buChar char="•"/>
              <a:defRPr sz="1400" b="0" i="0" u="none" strike="noStrike" cap="none">
                <a:solidFill>
                  <a:schemeClr val="dk1"/>
                </a:solidFill>
                <a:latin typeface="Arial"/>
                <a:ea typeface="Arial"/>
                <a:cs typeface="Arial"/>
                <a:sym typeface="Arial"/>
              </a:defRPr>
            </a:lvl7pPr>
            <a:lvl8pPr marL="3657600" marR="0" lvl="7" indent="-228600" algn="l" rtl="0">
              <a:lnSpc>
                <a:spcPct val="150000"/>
              </a:lnSpc>
              <a:spcBef>
                <a:spcPts val="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50000"/>
              </a:lnSpc>
              <a:spcBef>
                <a:spcPts val="600"/>
              </a:spcBef>
              <a:spcAft>
                <a:spcPts val="600"/>
              </a:spcAft>
              <a:buClr>
                <a:schemeClr val="dk1"/>
              </a:buClr>
              <a:buSzPts val="1200"/>
              <a:buFont typeface="Arial"/>
              <a:buNone/>
              <a:defRPr sz="1200" b="0" i="0" u="none" strike="noStrike" cap="none">
                <a:solidFill>
                  <a:schemeClr val="dk1"/>
                </a:solidFill>
                <a:latin typeface="Arial"/>
                <a:ea typeface="Arial"/>
                <a:cs typeface="Arial"/>
                <a:sym typeface="Arial"/>
              </a:defRPr>
            </a:lvl9pPr>
          </a:lstStyle>
          <a:p>
            <a:endParaRPr/>
          </a:p>
        </p:txBody>
      </p:sp>
      <p:sp>
        <p:nvSpPr>
          <p:cNvPr id="11" name="Google Shape;11;p2"/>
          <p:cNvSpPr txBox="1"/>
          <p:nvPr/>
        </p:nvSpPr>
        <p:spPr>
          <a:xfrm>
            <a:off x="11134300" y="6400938"/>
            <a:ext cx="704666" cy="181362"/>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GB" sz="1000" b="0" i="0" u="none" strike="noStrike" cap="none">
                <a:solidFill>
                  <a:schemeClr val="dk1"/>
                </a:solidFill>
                <a:latin typeface="Calibri"/>
                <a:ea typeface="Calibri"/>
                <a:cs typeface="Calibri"/>
                <a:sym typeface="Calibri"/>
              </a:rPr>
              <a:t>‹#›</a:t>
            </a:fld>
            <a:endParaRPr sz="1000" b="0" i="0" u="none" strike="noStrike" cap="none">
              <a:solidFill>
                <a:schemeClr val="dk1"/>
              </a:solidFill>
              <a:latin typeface="Calibri"/>
              <a:ea typeface="Calibri"/>
              <a:cs typeface="Calibri"/>
              <a:sym typeface="Calibri"/>
            </a:endParaRPr>
          </a:p>
        </p:txBody>
      </p:sp>
      <p:sp>
        <p:nvSpPr>
          <p:cNvPr id="12" name="Google Shape;12;p2"/>
          <p:cNvSpPr txBox="1">
            <a:spLocks noGrp="1"/>
          </p:cNvSpPr>
          <p:nvPr>
            <p:ph type="title"/>
          </p:nvPr>
        </p:nvSpPr>
        <p:spPr>
          <a:xfrm>
            <a:off x="360000" y="536576"/>
            <a:ext cx="11471638" cy="661987"/>
          </a:xfrm>
          <a:prstGeom prst="rect">
            <a:avLst/>
          </a:prstGeom>
          <a:noFill/>
          <a:ln>
            <a:noFill/>
          </a:ln>
        </p:spPr>
        <p:txBody>
          <a:bodyPr spcFirstLastPara="1" wrap="square" lIns="0" tIns="0" rIns="0" bIns="0" anchor="t" anchorCtr="0">
            <a:noAutofit/>
          </a:bodyPr>
          <a:lstStyle>
            <a:lvl1pPr marR="0" lvl="0" algn="l" rtl="0">
              <a:lnSpc>
                <a:spcPct val="98000"/>
              </a:lnSpc>
              <a:spcBef>
                <a:spcPts val="0"/>
              </a:spcBef>
              <a:spcAft>
                <a:spcPts val="0"/>
              </a:spcAft>
              <a:buClr>
                <a:schemeClr val="dk1"/>
              </a:buClr>
              <a:buSzPts val="2400"/>
              <a:buFont typeface="Calibri"/>
              <a:buNone/>
              <a:defRPr sz="2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13" name="Google Shape;13;p2"/>
          <p:cNvPicPr preferRelativeResize="0"/>
          <p:nvPr/>
        </p:nvPicPr>
        <p:blipFill rotWithShape="1">
          <a:blip r:embed="rId20">
            <a:alphaModFix/>
          </a:blip>
          <a:srcRect r="71067"/>
          <a:stretch/>
        </p:blipFill>
        <p:spPr>
          <a:xfrm>
            <a:off x="360000" y="6329037"/>
            <a:ext cx="315937" cy="360000"/>
          </a:xfrm>
          <a:prstGeom prst="rect">
            <a:avLst/>
          </a:prstGeom>
          <a:noFill/>
          <a:ln>
            <a:noFill/>
          </a:ln>
        </p:spPr>
      </p:pic>
      <p:sp>
        <p:nvSpPr>
          <p:cNvPr id="14" name="Google Shape;14;p2"/>
          <p:cNvSpPr txBox="1">
            <a:spLocks noGrp="1"/>
          </p:cNvSpPr>
          <p:nvPr>
            <p:ph type="ftr" idx="11"/>
          </p:nvPr>
        </p:nvSpPr>
        <p:spPr>
          <a:xfrm>
            <a:off x="675936" y="6321425"/>
            <a:ext cx="10087857" cy="367612"/>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1379482212"/>
      </p:ext>
    </p:extLst>
  </p:cSld>
  <p:clrMap bg1="lt1" tx1="dk1" bg2="dk2" tx2="lt2" accent1="accent1" accent2="accent2" accent3="accent3" accent4="accent4" accent5="accent5" accent6="accent6" hlink="hlink" folHlink="folHlink"/>
  <p:sldLayoutIdLst>
    <p:sldLayoutId id="2147483979" r:id="rId1"/>
    <p:sldLayoutId id="2147483980" r:id="rId2"/>
    <p:sldLayoutId id="2147483981" r:id="rId3"/>
    <p:sldLayoutId id="2147483982" r:id="rId4"/>
    <p:sldLayoutId id="2147483983" r:id="rId5"/>
    <p:sldLayoutId id="2147483984" r:id="rId6"/>
    <p:sldLayoutId id="2147483985" r:id="rId7"/>
    <p:sldLayoutId id="2147483986" r:id="rId8"/>
    <p:sldLayoutId id="2147483987" r:id="rId9"/>
    <p:sldLayoutId id="2147483988" r:id="rId10"/>
    <p:sldLayoutId id="2147483989" r:id="rId11"/>
    <p:sldLayoutId id="2147483990" r:id="rId12"/>
    <p:sldLayoutId id="2147483991" r:id="rId13"/>
    <p:sldLayoutId id="2147483992" r:id="rId14"/>
    <p:sldLayoutId id="2147483993"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227">
          <p15:clr>
            <a:srgbClr val="F26B43"/>
          </p15:clr>
        </p15:guide>
        <p15:guide id="2" pos="7453">
          <p15:clr>
            <a:srgbClr val="F26B43"/>
          </p15:clr>
        </p15:guide>
        <p15:guide id="3" orient="horz" pos="225">
          <p15:clr>
            <a:srgbClr val="F26B43"/>
          </p15:clr>
        </p15:guide>
        <p15:guide id="4" orient="horz" pos="4094">
          <p15:clr>
            <a:srgbClr val="F26B43"/>
          </p15:clr>
        </p15:guide>
        <p15:guide id="5" orient="horz" pos="3867">
          <p15:clr>
            <a:srgbClr val="F26B43"/>
          </p15:clr>
        </p15:guide>
        <p15:guide id="6" orient="horz" pos="338">
          <p15:clr>
            <a:srgbClr val="F26B43"/>
          </p15:clr>
        </p15:guide>
        <p15:guide id="7" orient="horz" pos="755">
          <p15:clr>
            <a:srgbClr val="F26B43"/>
          </p15:clr>
        </p15:guide>
        <p15:guide id="8" orient="horz" pos="98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85.xml"/><Relationship Id="rId5" Type="http://schemas.openxmlformats.org/officeDocument/2006/relationships/image" Target="../media/image1.emf"/><Relationship Id="rId4" Type="http://schemas.openxmlformats.org/officeDocument/2006/relationships/oleObject" Target="../embeddings/oleObject16.bin"/></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87.xml"/><Relationship Id="rId1" Type="http://schemas.openxmlformats.org/officeDocument/2006/relationships/tags" Target="../tags/tag86.xml"/><Relationship Id="rId6" Type="http://schemas.openxmlformats.org/officeDocument/2006/relationships/image" Target="../media/image36.svg"/><Relationship Id="rId5" Type="http://schemas.openxmlformats.org/officeDocument/2006/relationships/image" Target="../media/image35.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8" Type="http://schemas.openxmlformats.org/officeDocument/2006/relationships/image" Target="../media/image44.svg"/><Relationship Id="rId3" Type="http://schemas.openxmlformats.org/officeDocument/2006/relationships/image" Target="../media/image39.svg"/><Relationship Id="rId7" Type="http://schemas.openxmlformats.org/officeDocument/2006/relationships/image" Target="../media/image43.svg"/><Relationship Id="rId2" Type="http://schemas.openxmlformats.org/officeDocument/2006/relationships/image" Target="../media/image38.svg"/><Relationship Id="rId1" Type="http://schemas.openxmlformats.org/officeDocument/2006/relationships/slideLayout" Target="../slideLayouts/slideLayout5.xml"/><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40.sv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microsoft.com/office/2018/10/relationships/comments" Target="../comments/modernComment_10E_6B6BACE1.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2" Type="http://schemas.microsoft.com/office/2018/10/relationships/comments" Target="../comments/modernComment_115_E2E0F9CE.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420.png"/><Relationship Id="rId2" Type="http://schemas.openxmlformats.org/officeDocument/2006/relationships/image" Target="../media/image45.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microsoft.com/office/2018/10/relationships/comments" Target="../comments/modernComment_116_E114870B.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7.jpeg"/><Relationship Id="rId7" Type="http://schemas.openxmlformats.org/officeDocument/2006/relationships/image" Target="../media/image50.jpe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49.png"/><Relationship Id="rId5" Type="http://schemas.openxmlformats.org/officeDocument/2006/relationships/image" Target="../media/image3.png"/><Relationship Id="rId4" Type="http://schemas.openxmlformats.org/officeDocument/2006/relationships/image" Target="../media/image48.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8.jpeg"/><Relationship Id="rId1" Type="http://schemas.openxmlformats.org/officeDocument/2006/relationships/slideLayout" Target="../slideLayouts/slideLayout79.xml"/></Relationships>
</file>

<file path=ppt/slides/_rels/slide36.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4.xml"/><Relationship Id="rId1" Type="http://schemas.openxmlformats.org/officeDocument/2006/relationships/slideLayout" Target="../slideLayouts/slideLayout79.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3.png"/><Relationship Id="rId1" Type="http://schemas.openxmlformats.org/officeDocument/2006/relationships/slideLayout" Target="../slideLayouts/slideLayout94.xml"/></Relationships>
</file>

<file path=ppt/slides/_rels/slide38.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5.xml"/><Relationship Id="rId1" Type="http://schemas.openxmlformats.org/officeDocument/2006/relationships/slideLayout" Target="../slideLayouts/slideLayout107.xml"/><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07.xml"/></Relationships>
</file>

<file path=ppt/slides/_rels/slide40.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6.xml"/><Relationship Id="rId1" Type="http://schemas.openxmlformats.org/officeDocument/2006/relationships/slideLayout" Target="../slideLayouts/slideLayout11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notesSlide" Target="../notesSlides/notesSlide8.xml"/><Relationship Id="rId7" Type="http://schemas.openxmlformats.org/officeDocument/2006/relationships/image" Target="../media/image58.png"/><Relationship Id="rId2" Type="http://schemas.openxmlformats.org/officeDocument/2006/relationships/slideLayout" Target="../slideLayouts/slideLayout39.xml"/><Relationship Id="rId1" Type="http://schemas.openxmlformats.org/officeDocument/2006/relationships/tags" Target="../tags/tag88.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 Id="rId9" Type="http://schemas.openxmlformats.org/officeDocument/2006/relationships/image" Target="../media/image60.png"/></Relationships>
</file>

<file path=ppt/slides/_rels/slide43.xml.rels><?xml version="1.0" encoding="UTF-8" standalone="yes"?>
<Relationships xmlns="http://schemas.openxmlformats.org/package/2006/relationships"><Relationship Id="rId8" Type="http://schemas.openxmlformats.org/officeDocument/2006/relationships/image" Target="../media/image63.svg"/><Relationship Id="rId3" Type="http://schemas.openxmlformats.org/officeDocument/2006/relationships/slideLayout" Target="../slideLayouts/slideLayout57.xml"/><Relationship Id="rId7" Type="http://schemas.openxmlformats.org/officeDocument/2006/relationships/image" Target="../media/image62.svg"/><Relationship Id="rId12" Type="http://schemas.openxmlformats.org/officeDocument/2006/relationships/image" Target="../media/image67.svg"/><Relationship Id="rId2" Type="http://schemas.openxmlformats.org/officeDocument/2006/relationships/tags" Target="../tags/tag90.xml"/><Relationship Id="rId1" Type="http://schemas.openxmlformats.org/officeDocument/2006/relationships/tags" Target="../tags/tag89.xml"/><Relationship Id="rId6" Type="http://schemas.openxmlformats.org/officeDocument/2006/relationships/image" Target="../media/image61.svg"/><Relationship Id="rId11" Type="http://schemas.openxmlformats.org/officeDocument/2006/relationships/image" Target="../media/image66.svg"/><Relationship Id="rId5" Type="http://schemas.openxmlformats.org/officeDocument/2006/relationships/image" Target="../media/image3.png"/><Relationship Id="rId10" Type="http://schemas.openxmlformats.org/officeDocument/2006/relationships/image" Target="../media/image65.svg"/><Relationship Id="rId4" Type="http://schemas.openxmlformats.org/officeDocument/2006/relationships/notesSlide" Target="../notesSlides/notesSlide9.xml"/><Relationship Id="rId9" Type="http://schemas.openxmlformats.org/officeDocument/2006/relationships/image" Target="../media/image64.sv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64.xml"/><Relationship Id="rId1" Type="http://schemas.openxmlformats.org/officeDocument/2006/relationships/tags" Target="../tags/tag91.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64.xml"/><Relationship Id="rId1" Type="http://schemas.openxmlformats.org/officeDocument/2006/relationships/tags" Target="../tags/tag92.xml"/><Relationship Id="rId4" Type="http://schemas.openxmlformats.org/officeDocument/2006/relationships/image" Target="../media/image71.jpeg"/></Relationships>
</file>

<file path=ppt/slides/_rels/slide46.xml.rels><?xml version="1.0" encoding="UTF-8" standalone="yes"?>
<Relationships xmlns="http://schemas.openxmlformats.org/package/2006/relationships"><Relationship Id="rId8" Type="http://schemas.openxmlformats.org/officeDocument/2006/relationships/image" Target="../media/image73.svg"/><Relationship Id="rId3" Type="http://schemas.openxmlformats.org/officeDocument/2006/relationships/slideLayout" Target="../slideLayouts/slideLayout66.xml"/><Relationship Id="rId7" Type="http://schemas.openxmlformats.org/officeDocument/2006/relationships/image" Target="../media/image3.png"/><Relationship Id="rId2" Type="http://schemas.openxmlformats.org/officeDocument/2006/relationships/tags" Target="../tags/tag94.xml"/><Relationship Id="rId1" Type="http://schemas.openxmlformats.org/officeDocument/2006/relationships/tags" Target="../tags/tag93.xml"/><Relationship Id="rId6" Type="http://schemas.openxmlformats.org/officeDocument/2006/relationships/image" Target="../media/image72.emf"/><Relationship Id="rId5" Type="http://schemas.openxmlformats.org/officeDocument/2006/relationships/oleObject" Target="../embeddings/oleObject17.bin"/><Relationship Id="rId4" Type="http://schemas.openxmlformats.org/officeDocument/2006/relationships/notesSlide" Target="../notesSlides/notesSlide12.xml"/><Relationship Id="rId9" Type="http://schemas.openxmlformats.org/officeDocument/2006/relationships/image" Target="../media/image74.png"/></Relationships>
</file>

<file path=ppt/slides/_rels/slide47.xml.rels><?xml version="1.0" encoding="UTF-8" standalone="yes"?>
<Relationships xmlns="http://schemas.openxmlformats.org/package/2006/relationships"><Relationship Id="rId8" Type="http://schemas.openxmlformats.org/officeDocument/2006/relationships/image" Target="../media/image75.emf"/><Relationship Id="rId13" Type="http://schemas.openxmlformats.org/officeDocument/2006/relationships/image" Target="../media/image63.svg"/><Relationship Id="rId3" Type="http://schemas.openxmlformats.org/officeDocument/2006/relationships/tags" Target="../tags/tag97.xml"/><Relationship Id="rId7" Type="http://schemas.openxmlformats.org/officeDocument/2006/relationships/oleObject" Target="../embeddings/oleObject18.bin"/><Relationship Id="rId12" Type="http://schemas.openxmlformats.org/officeDocument/2006/relationships/image" Target="../media/image76.svg"/><Relationship Id="rId17" Type="http://schemas.openxmlformats.org/officeDocument/2006/relationships/image" Target="../media/image67.svg"/><Relationship Id="rId2" Type="http://schemas.openxmlformats.org/officeDocument/2006/relationships/tags" Target="../tags/tag96.xml"/><Relationship Id="rId16" Type="http://schemas.openxmlformats.org/officeDocument/2006/relationships/image" Target="../media/image66.svg"/><Relationship Id="rId1" Type="http://schemas.openxmlformats.org/officeDocument/2006/relationships/tags" Target="../tags/tag95.xml"/><Relationship Id="rId6" Type="http://schemas.microsoft.com/office/2018/10/relationships/comments" Target="../comments/modernComment_7FFFFFFE_18A4D4FE.xml"/><Relationship Id="rId11" Type="http://schemas.openxmlformats.org/officeDocument/2006/relationships/image" Target="../media/image61.svg"/><Relationship Id="rId5" Type="http://schemas.openxmlformats.org/officeDocument/2006/relationships/notesSlide" Target="../notesSlides/notesSlide13.xml"/><Relationship Id="rId15" Type="http://schemas.openxmlformats.org/officeDocument/2006/relationships/image" Target="../media/image65.svg"/><Relationship Id="rId10" Type="http://schemas.openxmlformats.org/officeDocument/2006/relationships/image" Target="../media/image73.svg"/><Relationship Id="rId4" Type="http://schemas.openxmlformats.org/officeDocument/2006/relationships/slideLayout" Target="../slideLayouts/slideLayout65.xml"/><Relationship Id="rId9" Type="http://schemas.openxmlformats.org/officeDocument/2006/relationships/image" Target="../media/image3.png"/><Relationship Id="rId14" Type="http://schemas.openxmlformats.org/officeDocument/2006/relationships/image" Target="../media/image64.svg"/></Relationships>
</file>

<file path=ppt/slides/_rels/slide48.xml.rels><?xml version="1.0" encoding="UTF-8" standalone="yes"?>
<Relationships xmlns="http://schemas.openxmlformats.org/package/2006/relationships"><Relationship Id="rId8" Type="http://schemas.openxmlformats.org/officeDocument/2006/relationships/image" Target="../media/image79.svg"/><Relationship Id="rId13" Type="http://schemas.openxmlformats.org/officeDocument/2006/relationships/image" Target="../media/image84.svg"/><Relationship Id="rId3" Type="http://schemas.openxmlformats.org/officeDocument/2006/relationships/slideLayout" Target="../slideLayouts/slideLayout66.xml"/><Relationship Id="rId7" Type="http://schemas.openxmlformats.org/officeDocument/2006/relationships/image" Target="../media/image78.png"/><Relationship Id="rId12" Type="http://schemas.openxmlformats.org/officeDocument/2006/relationships/image" Target="../media/image83.svg"/><Relationship Id="rId2" Type="http://schemas.openxmlformats.org/officeDocument/2006/relationships/tags" Target="../tags/tag99.xml"/><Relationship Id="rId1" Type="http://schemas.openxmlformats.org/officeDocument/2006/relationships/tags" Target="../tags/tag98.xml"/><Relationship Id="rId6" Type="http://schemas.openxmlformats.org/officeDocument/2006/relationships/image" Target="../media/image3.png"/><Relationship Id="rId11" Type="http://schemas.openxmlformats.org/officeDocument/2006/relationships/image" Target="../media/image82.svg"/><Relationship Id="rId5" Type="http://schemas.openxmlformats.org/officeDocument/2006/relationships/image" Target="../media/image77.emf"/><Relationship Id="rId15" Type="http://schemas.openxmlformats.org/officeDocument/2006/relationships/image" Target="../media/image86.svg"/><Relationship Id="rId10" Type="http://schemas.openxmlformats.org/officeDocument/2006/relationships/image" Target="../media/image81.svg"/><Relationship Id="rId4" Type="http://schemas.openxmlformats.org/officeDocument/2006/relationships/oleObject" Target="../embeddings/oleObject19.bin"/><Relationship Id="rId9" Type="http://schemas.openxmlformats.org/officeDocument/2006/relationships/image" Target="../media/image80.svg"/><Relationship Id="rId14" Type="http://schemas.openxmlformats.org/officeDocument/2006/relationships/image" Target="../media/image85.svg"/></Relationships>
</file>

<file path=ppt/slides/_rels/slide49.xml.rels><?xml version="1.0" encoding="UTF-8" standalone="yes"?>
<Relationships xmlns="http://schemas.openxmlformats.org/package/2006/relationships"><Relationship Id="rId8" Type="http://schemas.openxmlformats.org/officeDocument/2006/relationships/tags" Target="../tags/tag107.xml"/><Relationship Id="rId13" Type="http://schemas.openxmlformats.org/officeDocument/2006/relationships/image" Target="../media/image87.emf"/><Relationship Id="rId18" Type="http://schemas.openxmlformats.org/officeDocument/2006/relationships/image" Target="../media/image92.svg"/><Relationship Id="rId3" Type="http://schemas.openxmlformats.org/officeDocument/2006/relationships/tags" Target="../tags/tag102.xml"/><Relationship Id="rId7" Type="http://schemas.openxmlformats.org/officeDocument/2006/relationships/tags" Target="../tags/tag106.xml"/><Relationship Id="rId12" Type="http://schemas.openxmlformats.org/officeDocument/2006/relationships/oleObject" Target="../embeddings/oleObject20.bin"/><Relationship Id="rId17" Type="http://schemas.openxmlformats.org/officeDocument/2006/relationships/image" Target="../media/image91.svg"/><Relationship Id="rId2" Type="http://schemas.openxmlformats.org/officeDocument/2006/relationships/tags" Target="../tags/tag101.xml"/><Relationship Id="rId16" Type="http://schemas.openxmlformats.org/officeDocument/2006/relationships/image" Target="../media/image90.svg"/><Relationship Id="rId1" Type="http://schemas.openxmlformats.org/officeDocument/2006/relationships/tags" Target="../tags/tag100.xml"/><Relationship Id="rId6" Type="http://schemas.openxmlformats.org/officeDocument/2006/relationships/tags" Target="../tags/tag105.xml"/><Relationship Id="rId11" Type="http://schemas.microsoft.com/office/2018/10/relationships/comments" Target="../comments/modernComment_7FFFFFF6_C478DB26.xml"/><Relationship Id="rId5" Type="http://schemas.openxmlformats.org/officeDocument/2006/relationships/tags" Target="../tags/tag104.xml"/><Relationship Id="rId15" Type="http://schemas.openxmlformats.org/officeDocument/2006/relationships/image" Target="../media/image89.svg"/><Relationship Id="rId10" Type="http://schemas.openxmlformats.org/officeDocument/2006/relationships/notesSlide" Target="../notesSlides/notesSlide14.xml"/><Relationship Id="rId19" Type="http://schemas.openxmlformats.org/officeDocument/2006/relationships/image" Target="../media/image93.svg"/><Relationship Id="rId4" Type="http://schemas.openxmlformats.org/officeDocument/2006/relationships/tags" Target="../tags/tag103.xml"/><Relationship Id="rId9" Type="http://schemas.openxmlformats.org/officeDocument/2006/relationships/slideLayout" Target="../slideLayouts/slideLayout64.xml"/><Relationship Id="rId14" Type="http://schemas.openxmlformats.org/officeDocument/2006/relationships/image" Target="../media/image88.sv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2.xml"/><Relationship Id="rId1" Type="http://schemas.openxmlformats.org/officeDocument/2006/relationships/tags" Target="../tags/tag108.xml"/><Relationship Id="rId5" Type="http://schemas.openxmlformats.org/officeDocument/2006/relationships/image" Target="../media/image1.emf"/><Relationship Id="rId4" Type="http://schemas.openxmlformats.org/officeDocument/2006/relationships/oleObject" Target="../embeddings/oleObject21.bin"/></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lumMod val="75000"/>
          </a:schemeClr>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B563D5FE-FF8B-C755-96CC-D919CD0EC119}"/>
              </a:ext>
            </a:extLst>
          </p:cNvPr>
          <p:cNvGraphicFramePr>
            <a:graphicFrameLocks noChangeAspect="1"/>
          </p:cNvGraphicFramePr>
          <p:nvPr>
            <p:custDataLst>
              <p:tags r:id="rId1"/>
            </p:custDataLst>
            <p:extLst>
              <p:ext uri="{D42A27DB-BD31-4B8C-83A1-F6EECF244321}">
                <p14:modId xmlns:p14="http://schemas.microsoft.com/office/powerpoint/2010/main" val="13374937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6" name="Object 5" hidden="1">
                        <a:extLst>
                          <a:ext uri="{FF2B5EF4-FFF2-40B4-BE49-F238E27FC236}">
                            <a16:creationId xmlns:a16="http://schemas.microsoft.com/office/drawing/2014/main" id="{B563D5FE-FF8B-C755-96CC-D919CD0EC11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556D547-6978-FC5F-3FB1-C92A03095B92}"/>
              </a:ext>
            </a:extLst>
          </p:cNvPr>
          <p:cNvSpPr>
            <a:spLocks noGrp="1"/>
          </p:cNvSpPr>
          <p:nvPr>
            <p:ph type="ctrTitle"/>
          </p:nvPr>
        </p:nvSpPr>
        <p:spPr>
          <a:xfrm>
            <a:off x="360363" y="2600998"/>
            <a:ext cx="6060315" cy="1473743"/>
          </a:xfrm>
        </p:spPr>
        <p:txBody>
          <a:bodyPr vert="horz"/>
          <a:lstStyle/>
          <a:p>
            <a:r>
              <a:rPr lang="en-GB" err="1"/>
              <a:t>Implementering</a:t>
            </a:r>
            <a:r>
              <a:rPr lang="en-GB"/>
              <a:t> </a:t>
            </a:r>
            <a:r>
              <a:rPr lang="en-GB" err="1"/>
              <a:t>af</a:t>
            </a:r>
            <a:r>
              <a:rPr lang="en-GB"/>
              <a:t> </a:t>
            </a:r>
            <a:r>
              <a:rPr lang="en-GB" err="1"/>
              <a:t>Generativ</a:t>
            </a:r>
            <a:r>
              <a:rPr lang="en-GB"/>
              <a:t> AI </a:t>
            </a:r>
          </a:p>
        </p:txBody>
      </p:sp>
      <p:sp>
        <p:nvSpPr>
          <p:cNvPr id="8" name="Subtitle 7">
            <a:extLst>
              <a:ext uri="{FF2B5EF4-FFF2-40B4-BE49-F238E27FC236}">
                <a16:creationId xmlns:a16="http://schemas.microsoft.com/office/drawing/2014/main" id="{091F0541-10F0-3DDB-58B8-33F037643E32}"/>
              </a:ext>
            </a:extLst>
          </p:cNvPr>
          <p:cNvSpPr>
            <a:spLocks noGrp="1"/>
          </p:cNvSpPr>
          <p:nvPr>
            <p:ph type="subTitle" idx="1"/>
          </p:nvPr>
        </p:nvSpPr>
        <p:spPr>
          <a:xfrm>
            <a:off x="360363" y="4195518"/>
            <a:ext cx="6060315" cy="380945"/>
          </a:xfrm>
        </p:spPr>
        <p:txBody>
          <a:bodyPr/>
          <a:lstStyle/>
          <a:p>
            <a:r>
              <a:rPr lang="en-GB" err="1"/>
              <a:t>Forsvarsakademiet</a:t>
            </a:r>
            <a:endParaRPr lang="en-GB"/>
          </a:p>
        </p:txBody>
      </p:sp>
      <p:sp>
        <p:nvSpPr>
          <p:cNvPr id="12" name="Text Placeholder 11">
            <a:extLst>
              <a:ext uri="{FF2B5EF4-FFF2-40B4-BE49-F238E27FC236}">
                <a16:creationId xmlns:a16="http://schemas.microsoft.com/office/drawing/2014/main" id="{45FA9957-05CE-620A-3232-FEBCB10FD695}"/>
              </a:ext>
            </a:extLst>
          </p:cNvPr>
          <p:cNvSpPr>
            <a:spLocks noGrp="1"/>
          </p:cNvSpPr>
          <p:nvPr>
            <p:ph type="body" sz="quarter" idx="10"/>
          </p:nvPr>
        </p:nvSpPr>
        <p:spPr>
          <a:xfrm>
            <a:off x="360363" y="5430108"/>
            <a:ext cx="6060315" cy="699962"/>
          </a:xfrm>
        </p:spPr>
        <p:txBody>
          <a:bodyPr/>
          <a:lstStyle/>
          <a:p>
            <a:r>
              <a:rPr lang="da-DK" err="1"/>
              <a:t>Svannemøllen</a:t>
            </a:r>
            <a:r>
              <a:rPr lang="da-DK"/>
              <a:t> Kasserne</a:t>
            </a:r>
          </a:p>
          <a:p>
            <a:r>
              <a:rPr lang="da-DK" err="1"/>
              <a:t>Ryvangs</a:t>
            </a:r>
            <a:r>
              <a:rPr lang="da-DK"/>
              <a:t> Allé, 2100 København</a:t>
            </a:r>
          </a:p>
          <a:p>
            <a:endParaRPr lang="en-GB"/>
          </a:p>
        </p:txBody>
      </p:sp>
      <p:sp>
        <p:nvSpPr>
          <p:cNvPr id="3" name="Rectangle 2">
            <a:extLst>
              <a:ext uri="{FF2B5EF4-FFF2-40B4-BE49-F238E27FC236}">
                <a16:creationId xmlns:a16="http://schemas.microsoft.com/office/drawing/2014/main" id="{79352F31-84D1-B79A-9173-D74AF274A6B1}"/>
              </a:ext>
            </a:extLst>
          </p:cNvPr>
          <p:cNvSpPr/>
          <p:nvPr/>
        </p:nvSpPr>
        <p:spPr bwMode="gray">
          <a:xfrm>
            <a:off x="6609144" y="277792"/>
            <a:ext cx="752355" cy="659757"/>
          </a:xfrm>
          <a:prstGeom prst="rect">
            <a:avLst/>
          </a:prstGeom>
          <a:solidFill>
            <a:schemeClr val="tx2">
              <a:lumMod val="75000"/>
            </a:schemeClr>
          </a:solidFill>
          <a:ln>
            <a:solidFill>
              <a:schemeClr val="tx2">
                <a:lumMod val="75000"/>
              </a:schemeClr>
            </a:solidFill>
          </a:ln>
        </p:spPr>
        <p:txBody>
          <a:bodyPr vert="horz" lIns="90000" tIns="46800" rIns="90000" bIns="46800" rtlCol="0" anchor="t">
            <a:noAutofit/>
          </a:bodyPr>
          <a:lstStyle/>
          <a:p>
            <a:pPr marL="216000" marR="0" indent="-216000" algn="l" defTabSz="914400" eaLnBrk="1" fontAlgn="auto" latinLnBrk="0" hangingPunct="1">
              <a:lnSpc>
                <a:spcPct val="100000"/>
              </a:lnSpc>
              <a:spcBef>
                <a:spcPts val="600"/>
              </a:spcBef>
              <a:spcAft>
                <a:spcPts val="0"/>
              </a:spcAft>
              <a:buClrTx/>
              <a:buSzPct val="100000"/>
              <a:buFont typeface="Arial" panose="020B0604020202020204" pitchFamily="34" charset="0"/>
              <a:buChar char="•"/>
              <a:tabLst/>
            </a:pPr>
            <a:endParaRPr kumimoji="0" lang="en-GB" sz="1200" b="0" i="0" u="none" strike="noStrike" kern="1200" cap="none" spc="0" normalizeH="0" baseline="0" noProof="0" err="1">
              <a:ln>
                <a:noFill/>
              </a:ln>
              <a:solidFill>
                <a:srgbClr val="44463E"/>
              </a:solidFill>
              <a:effectLst/>
              <a:uLnTx/>
              <a:uFillTx/>
              <a:ea typeface="+mn-ea"/>
            </a:endParaRPr>
          </a:p>
        </p:txBody>
      </p:sp>
    </p:spTree>
    <p:extLst>
      <p:ext uri="{BB962C8B-B14F-4D97-AF65-F5344CB8AC3E}">
        <p14:creationId xmlns:p14="http://schemas.microsoft.com/office/powerpoint/2010/main" val="2112411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ktangel 16">
            <a:extLst>
              <a:ext uri="{FF2B5EF4-FFF2-40B4-BE49-F238E27FC236}">
                <a16:creationId xmlns:a16="http://schemas.microsoft.com/office/drawing/2014/main" id="{9090905B-13B5-75F6-CDE2-1BFBB3F55805}"/>
              </a:ext>
            </a:extLst>
          </p:cNvPr>
          <p:cNvSpPr/>
          <p:nvPr/>
        </p:nvSpPr>
        <p:spPr bwMode="gray">
          <a:xfrm>
            <a:off x="5926015" y="1310054"/>
            <a:ext cx="460308" cy="4897315"/>
          </a:xfrm>
          <a:prstGeom prst="rect">
            <a:avLst/>
          </a:prstGeom>
          <a:solidFill>
            <a:schemeClr val="bg2"/>
          </a:solidFill>
          <a:ln>
            <a:solidFill>
              <a:schemeClr val="bg2"/>
            </a:solidFill>
          </a:ln>
        </p:spPr>
        <p:txBody>
          <a:bodyPr vert="horz" lIns="90000" tIns="46800" rIns="90000" bIns="46800" rtlCol="0" anchor="t">
            <a:noAutofit/>
          </a:bodyPr>
          <a:lstStyle/>
          <a:p>
            <a:pPr marL="216000" marR="0" indent="-216000" algn="l" defTabSz="914400" eaLnBrk="1" fontAlgn="auto" latinLnBrk="0" hangingPunct="1">
              <a:lnSpc>
                <a:spcPct val="100000"/>
              </a:lnSpc>
              <a:spcBef>
                <a:spcPts val="600"/>
              </a:spcBef>
              <a:spcAft>
                <a:spcPts val="0"/>
              </a:spcAft>
              <a:buClrTx/>
              <a:buSzPct val="100000"/>
              <a:buFont typeface="Arial" panose="020B0604020202020204" pitchFamily="34" charset="0"/>
              <a:buChar char="•"/>
              <a:tabLst/>
            </a:pPr>
            <a:endParaRPr kumimoji="0" lang="da-DK" sz="1200" b="0" i="0" u="none" strike="noStrike" kern="1200" cap="none" spc="0" normalizeH="0" baseline="0" noProof="0" dirty="0" err="1">
              <a:ln>
                <a:noFill/>
              </a:ln>
              <a:solidFill>
                <a:srgbClr val="44463E"/>
              </a:solidFill>
              <a:effectLst/>
              <a:uLnTx/>
              <a:uFillTx/>
              <a:ea typeface="+mn-ea"/>
            </a:endParaRPr>
          </a:p>
        </p:txBody>
      </p:sp>
      <p:sp>
        <p:nvSpPr>
          <p:cNvPr id="2" name="Title 1">
            <a:extLst>
              <a:ext uri="{FF2B5EF4-FFF2-40B4-BE49-F238E27FC236}">
                <a16:creationId xmlns:a16="http://schemas.microsoft.com/office/drawing/2014/main" id="{57582A30-CE1B-DD63-3DF0-F521B52DBCFC}"/>
              </a:ext>
            </a:extLst>
          </p:cNvPr>
          <p:cNvSpPr>
            <a:spLocks noGrp="1"/>
          </p:cNvSpPr>
          <p:nvPr>
            <p:ph type="title"/>
          </p:nvPr>
        </p:nvSpPr>
        <p:spPr/>
        <p:txBody>
          <a:bodyPr/>
          <a:lstStyle/>
          <a:p>
            <a:r>
              <a:rPr lang="da-DK" sz="1800" dirty="0"/>
              <a:t>ADC tilbyder</a:t>
            </a:r>
          </a:p>
        </p:txBody>
      </p:sp>
      <p:sp>
        <p:nvSpPr>
          <p:cNvPr id="3" name="Text Placeholder 2">
            <a:extLst>
              <a:ext uri="{FF2B5EF4-FFF2-40B4-BE49-F238E27FC236}">
                <a16:creationId xmlns:a16="http://schemas.microsoft.com/office/drawing/2014/main" id="{C15AA3B2-17B8-C114-4AF9-AC68720D1A6A}"/>
              </a:ext>
            </a:extLst>
          </p:cNvPr>
          <p:cNvSpPr>
            <a:spLocks noGrp="1"/>
          </p:cNvSpPr>
          <p:nvPr>
            <p:ph type="body" sz="quarter" idx="12"/>
          </p:nvPr>
        </p:nvSpPr>
        <p:spPr/>
        <p:txBody>
          <a:bodyPr/>
          <a:lstStyle/>
          <a:p>
            <a:r>
              <a:rPr lang="da-DK"/>
              <a:t>1. </a:t>
            </a:r>
            <a:r>
              <a:rPr lang="da-DK" err="1"/>
              <a:t>Executive</a:t>
            </a:r>
            <a:r>
              <a:rPr lang="da-DK"/>
              <a:t> summary</a:t>
            </a:r>
          </a:p>
        </p:txBody>
      </p:sp>
      <p:sp>
        <p:nvSpPr>
          <p:cNvPr id="6" name="Footer Placeholder 5">
            <a:extLst>
              <a:ext uri="{FF2B5EF4-FFF2-40B4-BE49-F238E27FC236}">
                <a16:creationId xmlns:a16="http://schemas.microsoft.com/office/drawing/2014/main" id="{4C1C2B0E-6DEE-8A67-E1C7-C093AD47530B}"/>
              </a:ext>
            </a:extLst>
          </p:cNvPr>
          <p:cNvSpPr>
            <a:spLocks noGrp="1"/>
          </p:cNvSpPr>
          <p:nvPr>
            <p:ph type="ftr" sz="quarter" idx="3"/>
          </p:nvPr>
        </p:nvSpPr>
        <p:spPr/>
        <p:txBody>
          <a:bodyPr/>
          <a:lstStyle/>
          <a:p>
            <a:endParaRPr lang="da-DK"/>
          </a:p>
        </p:txBody>
      </p:sp>
      <p:sp>
        <p:nvSpPr>
          <p:cNvPr id="7" name="Pentagon 6">
            <a:extLst>
              <a:ext uri="{FF2B5EF4-FFF2-40B4-BE49-F238E27FC236}">
                <a16:creationId xmlns:a16="http://schemas.microsoft.com/office/drawing/2014/main" id="{5AD13728-78FB-64A3-712A-572E7CDB48C8}"/>
              </a:ext>
            </a:extLst>
          </p:cNvPr>
          <p:cNvSpPr/>
          <p:nvPr/>
        </p:nvSpPr>
        <p:spPr bwMode="gray">
          <a:xfrm>
            <a:off x="3980172" y="1557337"/>
            <a:ext cx="7769297" cy="4581526"/>
          </a:xfrm>
          <a:prstGeom prst="homePlate">
            <a:avLst>
              <a:gd name="adj" fmla="val 0"/>
            </a:avLst>
          </a:prstGeom>
          <a:solidFill>
            <a:schemeClr val="accent6">
              <a:lumMod val="20000"/>
              <a:lumOff val="80000"/>
              <a:alpha val="46007"/>
            </a:schemeClr>
          </a:solidFill>
        </p:spPr>
        <p:txBody>
          <a:bodyPr vert="horz" lIns="90000" tIns="46800" rIns="90000" bIns="46800" rtlCol="0" anchor="t">
            <a:noAutofit/>
          </a:bodyPr>
          <a:lstStyle/>
          <a:p>
            <a:pPr marL="0" marR="0" lvl="0" indent="0" algn="l" defTabSz="914400" rtl="0" eaLnBrk="1" fontAlgn="auto" latinLnBrk="0" hangingPunct="1">
              <a:lnSpc>
                <a:spcPct val="100000"/>
              </a:lnSpc>
              <a:spcBef>
                <a:spcPts val="600"/>
              </a:spcBef>
              <a:spcAft>
                <a:spcPts val="600"/>
              </a:spcAft>
              <a:buClrTx/>
              <a:buSzPct val="100000"/>
              <a:buFontTx/>
              <a:buNone/>
              <a:tabLst/>
              <a:defRPr/>
            </a:pPr>
            <a:endParaRPr kumimoji="0" lang="da-DK" sz="1200" b="1" i="0" u="none" strike="noStrike" kern="1200" cap="none" spc="0" normalizeH="0" baseline="0" noProof="0" dirty="0">
              <a:ln>
                <a:noFill/>
              </a:ln>
              <a:solidFill>
                <a:srgbClr val="44463E"/>
              </a:solidFill>
              <a:effectLst/>
              <a:uLnTx/>
              <a:uFillTx/>
              <a:latin typeface="Calibri Light"/>
              <a:ea typeface="+mn-ea"/>
              <a:cs typeface="+mn-cs"/>
            </a:endParaRPr>
          </a:p>
          <a:p>
            <a:pPr marL="0" marR="0" lvl="0" indent="0" algn="l" defTabSz="914400" rtl="0" eaLnBrk="1" fontAlgn="auto" latinLnBrk="0" hangingPunct="1">
              <a:lnSpc>
                <a:spcPct val="100000"/>
              </a:lnSpc>
              <a:spcBef>
                <a:spcPts val="600"/>
              </a:spcBef>
              <a:spcAft>
                <a:spcPts val="600"/>
              </a:spcAft>
              <a:buClrTx/>
              <a:buSzPct val="100000"/>
              <a:buFontTx/>
              <a:buNone/>
              <a:tabLst/>
              <a:defRPr/>
            </a:pPr>
            <a:endParaRPr kumimoji="0" lang="da-DK" sz="1200" b="1" i="0" u="none" strike="noStrike" kern="1200" cap="none" spc="0" normalizeH="0" baseline="0" noProof="0" dirty="0">
              <a:ln>
                <a:noFill/>
              </a:ln>
              <a:solidFill>
                <a:srgbClr val="44463E"/>
              </a:solidFill>
              <a:effectLst/>
              <a:uLnTx/>
              <a:uFillTx/>
              <a:latin typeface="Calibri Light"/>
              <a:ea typeface="+mn-ea"/>
              <a:cs typeface="+mn-cs"/>
            </a:endParaRPr>
          </a:p>
        </p:txBody>
      </p:sp>
      <p:sp>
        <p:nvSpPr>
          <p:cNvPr id="8" name="Pentagon 7">
            <a:extLst>
              <a:ext uri="{FF2B5EF4-FFF2-40B4-BE49-F238E27FC236}">
                <a16:creationId xmlns:a16="http://schemas.microsoft.com/office/drawing/2014/main" id="{E5A71ADC-545B-B98D-B396-CF09CAC3E7B6}"/>
              </a:ext>
            </a:extLst>
          </p:cNvPr>
          <p:cNvSpPr/>
          <p:nvPr/>
        </p:nvSpPr>
        <p:spPr bwMode="gray">
          <a:xfrm>
            <a:off x="360362" y="1557338"/>
            <a:ext cx="3446707" cy="4581525"/>
          </a:xfrm>
          <a:prstGeom prst="homePlate">
            <a:avLst>
              <a:gd name="adj" fmla="val 9508"/>
            </a:avLst>
          </a:prstGeom>
          <a:solidFill>
            <a:schemeClr val="bg2">
              <a:lumMod val="95000"/>
            </a:schemeClr>
          </a:solidFill>
        </p:spPr>
        <p:txBody>
          <a:bodyPr vert="horz" lIns="90000" tIns="46800" rIns="90000" bIns="46800" rtlCol="0" anchor="t">
            <a:noAutofit/>
          </a:bodyPr>
          <a:lstStyle/>
          <a:p>
            <a:pPr marL="0" marR="0" lvl="0" indent="0" algn="l" defTabSz="914400" rtl="0" eaLnBrk="1" fontAlgn="auto" latinLnBrk="0" hangingPunct="1">
              <a:lnSpc>
                <a:spcPct val="100000"/>
              </a:lnSpc>
              <a:spcBef>
                <a:spcPts val="600"/>
              </a:spcBef>
              <a:spcAft>
                <a:spcPts val="600"/>
              </a:spcAft>
              <a:buClrTx/>
              <a:buSzPct val="100000"/>
              <a:buFontTx/>
              <a:buNone/>
              <a:tabLst/>
              <a:defRPr/>
            </a:pPr>
            <a:endParaRPr kumimoji="0" lang="da-DK" sz="1200" b="1" i="0" u="none" strike="noStrike" kern="1200" cap="none" spc="0" normalizeH="0" baseline="0" noProof="0">
              <a:ln>
                <a:noFill/>
              </a:ln>
              <a:solidFill>
                <a:srgbClr val="44463E"/>
              </a:solidFill>
              <a:effectLst/>
              <a:uLnTx/>
              <a:uFillTx/>
              <a:latin typeface="Calibri Light"/>
              <a:ea typeface="+mn-ea"/>
              <a:cs typeface="+mn-cs"/>
            </a:endParaRPr>
          </a:p>
          <a:p>
            <a:pPr marL="0" marR="0" lvl="0" indent="0" algn="l" defTabSz="914400" rtl="0" eaLnBrk="1" fontAlgn="auto" latinLnBrk="0" hangingPunct="1">
              <a:lnSpc>
                <a:spcPct val="100000"/>
              </a:lnSpc>
              <a:spcBef>
                <a:spcPts val="600"/>
              </a:spcBef>
              <a:spcAft>
                <a:spcPts val="600"/>
              </a:spcAft>
              <a:buClrTx/>
              <a:buSzPct val="100000"/>
              <a:buFontTx/>
              <a:buNone/>
              <a:tabLst/>
              <a:defRPr/>
            </a:pPr>
            <a:endParaRPr kumimoji="0" lang="da-DK" sz="1200" b="1" i="0" u="none" strike="noStrike" kern="1200" cap="none" spc="0" normalizeH="0" baseline="0" noProof="0">
              <a:ln>
                <a:noFill/>
              </a:ln>
              <a:solidFill>
                <a:srgbClr val="44463E"/>
              </a:solidFill>
              <a:effectLst/>
              <a:uLnTx/>
              <a:uFillTx/>
              <a:latin typeface="Calibri Light"/>
              <a:ea typeface="+mn-ea"/>
              <a:cs typeface="+mn-cs"/>
            </a:endParaRPr>
          </a:p>
        </p:txBody>
      </p:sp>
      <p:sp>
        <p:nvSpPr>
          <p:cNvPr id="9" name="TextBox 8">
            <a:extLst>
              <a:ext uri="{FF2B5EF4-FFF2-40B4-BE49-F238E27FC236}">
                <a16:creationId xmlns:a16="http://schemas.microsoft.com/office/drawing/2014/main" id="{2004ABF2-07C4-78EA-4A1B-B9E98DD8E0F9}"/>
              </a:ext>
            </a:extLst>
          </p:cNvPr>
          <p:cNvSpPr txBox="1"/>
          <p:nvPr/>
        </p:nvSpPr>
        <p:spPr bwMode="gray">
          <a:xfrm>
            <a:off x="4040473" y="1909740"/>
            <a:ext cx="7708994" cy="3647152"/>
          </a:xfrm>
          <a:prstGeom prst="rect">
            <a:avLst/>
          </a:prstGeom>
          <a:noFill/>
        </p:spPr>
        <p:txBody>
          <a:bodyPr wrap="square" lIns="91440" tIns="45720" rIns="91440" bIns="45720" anchor="t">
            <a:spAutoFit/>
          </a:bodyPr>
          <a:lstStyle/>
          <a:p>
            <a:r>
              <a:rPr lang="da-DK" altLang="en-DK" sz="1100" dirty="0"/>
              <a:t>ADC ønsker at byde på opgaven for at understøtte Forsvarsakademiets ambition om en hurtigere, mere ensartet og sikker </a:t>
            </a:r>
            <a:r>
              <a:rPr lang="da-DK" altLang="en-DK" sz="1100" dirty="0" err="1"/>
              <a:t>videnproduktion</a:t>
            </a:r>
            <a:r>
              <a:rPr lang="da-DK" altLang="en-DK" sz="1100" dirty="0"/>
              <a:t> og -formidling til direkte gavn for Forsvarets opgaveløsning. En kontrolleret generativ AI-kapacitet vil efter vores vurdering kunne skabe målbare gevinster i form af kortere gennemløbstider på gentagne tekst- og analyseopgaver, højere og mere konsistent kvalitet i centrale produkter samt bedre og hurtigere adgang til relevant viden – uden at kompromittere datasuverænitet, informationssikkerhed eller gældende regulativer.</a:t>
            </a:r>
          </a:p>
          <a:p>
            <a:endParaRPr lang="da-DK" altLang="en-DK" sz="1100" dirty="0"/>
          </a:p>
          <a:p>
            <a:r>
              <a:rPr lang="da-DK" altLang="en-DK" sz="1100" dirty="0"/>
              <a:t>ADC har omfattende erfaring med at designe og implementere data- og AI-løsninger til myndigheder og andre organisationer med skærpede krav til sikkerhed, </a:t>
            </a:r>
            <a:r>
              <a:rPr lang="da-DK" altLang="en-DK" sz="1100" dirty="0" err="1"/>
              <a:t>governance</a:t>
            </a:r>
            <a:r>
              <a:rPr lang="da-DK" altLang="en-DK" sz="1100" dirty="0"/>
              <a:t> og dokumentation. Vi kombinerer dyb teknisk ekspertise inden for moderne AI- og infrastrukturteknologier (on-</a:t>
            </a:r>
            <a:r>
              <a:rPr lang="da-DK" altLang="en-DK" sz="1100" dirty="0" err="1"/>
              <a:t>prem</a:t>
            </a:r>
            <a:r>
              <a:rPr lang="da-DK" altLang="en-DK" sz="1100" dirty="0"/>
              <a:t> LLM-platforme, IAM, API-/integrationslag, open source-modeller) med praktisk erfaring i at forankre løsninger i eksisterende arbejdsgange, it-arkitektur og styringsmodeller. Vores konsulenter har konkret erfaring med etablering af sikre, kontrollerede </a:t>
            </a:r>
            <a:r>
              <a:rPr lang="da-DK" altLang="en-DK" sz="1100" dirty="0" err="1"/>
              <a:t>GenAI</a:t>
            </a:r>
            <a:r>
              <a:rPr lang="da-DK" altLang="en-DK" sz="1100" dirty="0"/>
              <a:t>-miljøer i højsikkerhedsdomæner, herunder krav til audit, sporbarhed, adgangsstyring og robust drift.</a:t>
            </a:r>
          </a:p>
          <a:p>
            <a:endParaRPr lang="da-DK" altLang="en-DK" sz="1100" dirty="0"/>
          </a:p>
          <a:p>
            <a:r>
              <a:rPr lang="da-DK" altLang="en-DK" sz="1100" dirty="0"/>
              <a:t>Med udgangspunkt i kravene i udbuddet leverer vi en driftsklar, kontrolleret </a:t>
            </a:r>
            <a:r>
              <a:rPr lang="da-DK" altLang="en-DK" sz="1100" dirty="0" err="1"/>
              <a:t>GenAI</a:t>
            </a:r>
            <a:r>
              <a:rPr lang="da-DK" altLang="en-DK" sz="1100" dirty="0"/>
              <a:t>-kapacitet på Forsvarsakademiets præmisser: on-</a:t>
            </a:r>
            <a:r>
              <a:rPr lang="da-DK" altLang="en-DK" sz="1100" dirty="0" err="1"/>
              <a:t>prem</a:t>
            </a:r>
            <a:r>
              <a:rPr lang="da-DK" altLang="en-DK" sz="1100" dirty="0"/>
              <a:t>, integreret i Forsvarsakademiets eksisterende tekniske og organisatoriske landskab og med en arkitektur, der muliggør trinvis udbygning med nye </a:t>
            </a:r>
            <a:r>
              <a:rPr lang="da-DK" altLang="en-DK" sz="1100" dirty="0" err="1"/>
              <a:t>use</a:t>
            </a:r>
            <a:r>
              <a:rPr lang="da-DK" altLang="en-DK" sz="1100" dirty="0"/>
              <a:t> cases uden unødvendig teknisk gæld.</a:t>
            </a:r>
          </a:p>
          <a:p>
            <a:endParaRPr lang="da-DK" altLang="en-DK" sz="1100" dirty="0"/>
          </a:p>
          <a:p>
            <a:r>
              <a:rPr lang="da-DK" altLang="en-DK" sz="1100" dirty="0"/>
              <a:t>Afslutningsvis er det centralt, at løsningen fra start til slut er designet efter “security by design” og “</a:t>
            </a:r>
            <a:r>
              <a:rPr lang="da-DK" altLang="en-DK" sz="1100" dirty="0" err="1"/>
              <a:t>zero</a:t>
            </a:r>
            <a:r>
              <a:rPr lang="da-DK" altLang="en-DK" sz="1100" dirty="0"/>
              <a:t> trust”-principper: datasuverænitet sikres gennem lokal kontrol med modeller og data, adgang og brug er fuldt sporbar og revisionsklar, og enhver udbygning sker inden for klare sikkerhedspolitiske rammer. Dermed understøtter løsningen Forsvarets operative behov uden at introducere nye, uacceptable sikkerhedsrisici.</a:t>
            </a:r>
            <a:endParaRPr lang="da-DK" sz="1100" dirty="0"/>
          </a:p>
        </p:txBody>
      </p:sp>
      <p:sp>
        <p:nvSpPr>
          <p:cNvPr id="10" name="TextBox 9">
            <a:extLst>
              <a:ext uri="{FF2B5EF4-FFF2-40B4-BE49-F238E27FC236}">
                <a16:creationId xmlns:a16="http://schemas.microsoft.com/office/drawing/2014/main" id="{5895407E-FB7A-1D27-32D5-7CE4520BCEC7}"/>
              </a:ext>
            </a:extLst>
          </p:cNvPr>
          <p:cNvSpPr txBox="1"/>
          <p:nvPr/>
        </p:nvSpPr>
        <p:spPr bwMode="gray">
          <a:xfrm>
            <a:off x="442531" y="2047607"/>
            <a:ext cx="3056806" cy="3600986"/>
          </a:xfrm>
          <a:prstGeom prst="rect">
            <a:avLst/>
          </a:prstGeom>
          <a:noFill/>
        </p:spPr>
        <p:txBody>
          <a:bodyPr wrap="square" lIns="91440" tIns="45720" rIns="91440" bIns="45720" anchor="t">
            <a:spAutoFit/>
          </a:bodyPr>
          <a:lstStyle/>
          <a:p>
            <a:pPr>
              <a:spcAft>
                <a:spcPts val="600"/>
              </a:spcAft>
            </a:pPr>
            <a:r>
              <a:rPr lang="da-DK" sz="1200" dirty="0"/>
              <a:t>Formålet er at få rådgivning og teknisk vejledning i:</a:t>
            </a:r>
            <a:endParaRPr lang="da-DK" sz="1200" b="1" strike="sngStrike" dirty="0"/>
          </a:p>
          <a:p>
            <a:pPr>
              <a:spcAft>
                <a:spcPts val="600"/>
              </a:spcAft>
            </a:pPr>
            <a:endParaRPr lang="da-DK" sz="1100" strike="sngStrike" dirty="0"/>
          </a:p>
          <a:p>
            <a:pPr marL="171450" lvl="0" indent="-171450">
              <a:spcAft>
                <a:spcPts val="600"/>
              </a:spcAft>
              <a:buFont typeface="Arial" panose="020B0604020202020204" pitchFamily="34" charset="0"/>
              <a:buChar char="•"/>
            </a:pPr>
            <a:r>
              <a:rPr lang="da-DK" sz="1100" dirty="0"/>
              <a:t>Etablering og konfiguration af en On-</a:t>
            </a:r>
            <a:r>
              <a:rPr lang="da-DK" sz="1100" dirty="0" err="1"/>
              <a:t>Premise</a:t>
            </a:r>
            <a:r>
              <a:rPr lang="da-DK" sz="1100" dirty="0"/>
              <a:t> Large Language Model-platform (LLM)</a:t>
            </a:r>
          </a:p>
          <a:p>
            <a:pPr marL="171450" lvl="0" indent="-171450">
              <a:spcAft>
                <a:spcPts val="600"/>
              </a:spcAft>
              <a:buFont typeface="Arial" panose="020B0604020202020204" pitchFamily="34" charset="0"/>
              <a:buChar char="•"/>
            </a:pPr>
            <a:r>
              <a:rPr lang="da-DK" sz="1100" dirty="0"/>
              <a:t>Arkitekturdesign, der gør det muligt at drifte en LLM-løsning lokalt, med mulighed for </a:t>
            </a:r>
            <a:r>
              <a:rPr lang="da-DK" sz="1100" dirty="0" err="1"/>
              <a:t>offloading</a:t>
            </a:r>
            <a:r>
              <a:rPr lang="da-DK" sz="1100" dirty="0"/>
              <a:t> af opgaver til ekstern hostet kapacitet (fx GPU/HPC-miljøer)</a:t>
            </a:r>
          </a:p>
          <a:p>
            <a:pPr marL="171450" lvl="0" indent="-171450">
              <a:spcAft>
                <a:spcPts val="600"/>
              </a:spcAft>
              <a:buFont typeface="Arial" panose="020B0604020202020204" pitchFamily="34" charset="0"/>
              <a:buChar char="•"/>
            </a:pPr>
            <a:r>
              <a:rPr lang="da-DK" sz="1100" dirty="0"/>
              <a:t>Integration med </a:t>
            </a:r>
            <a:r>
              <a:rPr lang="da-DK" sz="1100" dirty="0" err="1"/>
              <a:t>Keycloak</a:t>
            </a:r>
            <a:r>
              <a:rPr lang="da-DK" sz="1100" dirty="0"/>
              <a:t> til </a:t>
            </a:r>
            <a:r>
              <a:rPr lang="da-DK" sz="1100" dirty="0" err="1"/>
              <a:t>identity</a:t>
            </a:r>
            <a:r>
              <a:rPr lang="da-DK" sz="1100" dirty="0"/>
              <a:t> management og adgangsstyring</a:t>
            </a:r>
          </a:p>
          <a:p>
            <a:pPr marL="171450" lvl="0" indent="-171450">
              <a:spcAft>
                <a:spcPts val="600"/>
              </a:spcAft>
              <a:buFont typeface="Arial" panose="020B0604020202020204" pitchFamily="34" charset="0"/>
              <a:buChar char="•"/>
            </a:pPr>
            <a:r>
              <a:rPr lang="da-DK" sz="1100" dirty="0"/>
              <a:t>Opsætning af sikker og skalerbar API-eksponering via NGINX og REST</a:t>
            </a:r>
          </a:p>
          <a:p>
            <a:pPr marL="171450" lvl="0" indent="-171450">
              <a:spcAft>
                <a:spcPts val="600"/>
              </a:spcAft>
              <a:buFont typeface="Arial" panose="020B0604020202020204" pitchFamily="34" charset="0"/>
              <a:buChar char="•"/>
            </a:pPr>
            <a:r>
              <a:rPr lang="da-DK" sz="1100" dirty="0"/>
              <a:t>Teknisk rådgivning om valget og anvendelsen af OSS-modeller (fx </a:t>
            </a:r>
            <a:r>
              <a:rPr lang="da-DK" sz="1100" dirty="0" err="1"/>
              <a:t>Mixtral</a:t>
            </a:r>
            <a:r>
              <a:rPr lang="da-DK" sz="1100" dirty="0"/>
              <a:t>)</a:t>
            </a:r>
          </a:p>
          <a:p>
            <a:pPr marL="171450" lvl="0" indent="-171450">
              <a:spcAft>
                <a:spcPts val="600"/>
              </a:spcAft>
              <a:buFont typeface="Arial" panose="020B0604020202020204" pitchFamily="34" charset="0"/>
              <a:buChar char="•"/>
            </a:pPr>
            <a:r>
              <a:rPr lang="da-DK" sz="1100" dirty="0"/>
              <a:t>Tilpasning af LLM-løsning til eksisterende processer hos Forsvarsakademiet.</a:t>
            </a:r>
          </a:p>
        </p:txBody>
      </p:sp>
      <p:sp>
        <p:nvSpPr>
          <p:cNvPr id="12" name="Freeform: Shape 59">
            <a:extLst>
              <a:ext uri="{FF2B5EF4-FFF2-40B4-BE49-F238E27FC236}">
                <a16:creationId xmlns:a16="http://schemas.microsoft.com/office/drawing/2014/main" id="{CCC8B65C-A77D-BF72-9CC5-BBA204034F0A}"/>
              </a:ext>
            </a:extLst>
          </p:cNvPr>
          <p:cNvSpPr/>
          <p:nvPr/>
        </p:nvSpPr>
        <p:spPr>
          <a:xfrm>
            <a:off x="11387608" y="1074532"/>
            <a:ext cx="723719" cy="723718"/>
          </a:xfrm>
          <a:custGeom>
            <a:avLst/>
            <a:gdLst>
              <a:gd name="connsiteX0" fmla="*/ 556747 w 556747"/>
              <a:gd name="connsiteY0" fmla="*/ 278374 h 556747"/>
              <a:gd name="connsiteX1" fmla="*/ 278374 w 556747"/>
              <a:gd name="connsiteY1" fmla="*/ 556747 h 556747"/>
              <a:gd name="connsiteX2" fmla="*/ 0 w 556747"/>
              <a:gd name="connsiteY2" fmla="*/ 278374 h 556747"/>
              <a:gd name="connsiteX3" fmla="*/ 278374 w 556747"/>
              <a:gd name="connsiteY3" fmla="*/ 0 h 556747"/>
              <a:gd name="connsiteX4" fmla="*/ 556747 w 556747"/>
              <a:gd name="connsiteY4" fmla="*/ 278374 h 5567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747" h="556747">
                <a:moveTo>
                  <a:pt x="556747" y="278374"/>
                </a:moveTo>
                <a:cubicBezTo>
                  <a:pt x="556747" y="432115"/>
                  <a:pt x="432115" y="556747"/>
                  <a:pt x="278374" y="556747"/>
                </a:cubicBezTo>
                <a:cubicBezTo>
                  <a:pt x="124632" y="556747"/>
                  <a:pt x="0" y="432115"/>
                  <a:pt x="0" y="278374"/>
                </a:cubicBezTo>
                <a:cubicBezTo>
                  <a:pt x="0" y="124632"/>
                  <a:pt x="124632" y="0"/>
                  <a:pt x="278374" y="0"/>
                </a:cubicBezTo>
                <a:cubicBezTo>
                  <a:pt x="432115" y="0"/>
                  <a:pt x="556747" y="124632"/>
                  <a:pt x="556747" y="278374"/>
                </a:cubicBezTo>
                <a:close/>
              </a:path>
            </a:pathLst>
          </a:custGeom>
          <a:solidFill>
            <a:srgbClr val="2F7587"/>
          </a:solidFill>
          <a:ln w="28575" cap="flat">
            <a:solidFill>
              <a:schemeClr val="bg1"/>
            </a:solid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000" b="0" i="0" u="none" strike="noStrike" kern="1200" cap="none" spc="0" normalizeH="0" baseline="0" noProof="0">
              <a:ln>
                <a:noFill/>
              </a:ln>
              <a:solidFill>
                <a:srgbClr val="1F4953"/>
              </a:solidFill>
              <a:effectLst/>
              <a:uLnTx/>
              <a:uFillTx/>
              <a:latin typeface="Calibri Light"/>
              <a:ea typeface="+mn-ea"/>
              <a:cs typeface="Arial"/>
            </a:endParaRPr>
          </a:p>
        </p:txBody>
      </p:sp>
      <p:sp>
        <p:nvSpPr>
          <p:cNvPr id="14" name="Freeform: Shape 55">
            <a:extLst>
              <a:ext uri="{FF2B5EF4-FFF2-40B4-BE49-F238E27FC236}">
                <a16:creationId xmlns:a16="http://schemas.microsoft.com/office/drawing/2014/main" id="{53E969E1-2D67-684F-6B8E-2618A36D48B0}"/>
              </a:ext>
            </a:extLst>
          </p:cNvPr>
          <p:cNvSpPr/>
          <p:nvPr/>
        </p:nvSpPr>
        <p:spPr>
          <a:xfrm>
            <a:off x="3189228" y="1048821"/>
            <a:ext cx="723600" cy="723600"/>
          </a:xfrm>
          <a:custGeom>
            <a:avLst/>
            <a:gdLst>
              <a:gd name="connsiteX0" fmla="*/ 556747 w 556747"/>
              <a:gd name="connsiteY0" fmla="*/ 278374 h 556747"/>
              <a:gd name="connsiteX1" fmla="*/ 278374 w 556747"/>
              <a:gd name="connsiteY1" fmla="*/ 556747 h 556747"/>
              <a:gd name="connsiteX2" fmla="*/ 0 w 556747"/>
              <a:gd name="connsiteY2" fmla="*/ 278374 h 556747"/>
              <a:gd name="connsiteX3" fmla="*/ 278374 w 556747"/>
              <a:gd name="connsiteY3" fmla="*/ 0 h 556747"/>
              <a:gd name="connsiteX4" fmla="*/ 556747 w 556747"/>
              <a:gd name="connsiteY4" fmla="*/ 278374 h 5567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747" h="556747">
                <a:moveTo>
                  <a:pt x="556747" y="278374"/>
                </a:moveTo>
                <a:cubicBezTo>
                  <a:pt x="556747" y="432115"/>
                  <a:pt x="432115" y="556747"/>
                  <a:pt x="278374" y="556747"/>
                </a:cubicBezTo>
                <a:cubicBezTo>
                  <a:pt x="124632" y="556747"/>
                  <a:pt x="0" y="432115"/>
                  <a:pt x="0" y="278374"/>
                </a:cubicBezTo>
                <a:cubicBezTo>
                  <a:pt x="0" y="124632"/>
                  <a:pt x="124632" y="0"/>
                  <a:pt x="278374" y="0"/>
                </a:cubicBezTo>
                <a:cubicBezTo>
                  <a:pt x="432115" y="0"/>
                  <a:pt x="556747" y="124632"/>
                  <a:pt x="556747" y="278374"/>
                </a:cubicBezTo>
                <a:close/>
              </a:path>
            </a:pathLst>
          </a:custGeom>
          <a:solidFill>
            <a:srgbClr val="2F7587"/>
          </a:solidFill>
          <a:ln w="28575" cap="flat">
            <a:solidFill>
              <a:schemeClr val="bg1"/>
            </a:solid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000" b="0" i="0" u="none" strike="noStrike" kern="1200" cap="none" spc="0" normalizeH="0" baseline="0" noProof="0">
              <a:ln>
                <a:noFill/>
              </a:ln>
              <a:solidFill>
                <a:srgbClr val="1F4953"/>
              </a:solidFill>
              <a:effectLst/>
              <a:uLnTx/>
              <a:uFillTx/>
              <a:latin typeface="Calibri Light"/>
              <a:ea typeface="+mn-ea"/>
              <a:cs typeface="Arial"/>
            </a:endParaRPr>
          </a:p>
        </p:txBody>
      </p:sp>
      <p:pic>
        <p:nvPicPr>
          <p:cNvPr id="5" name="Grafik 4">
            <a:extLst>
              <a:ext uri="{FF2B5EF4-FFF2-40B4-BE49-F238E27FC236}">
                <a16:creationId xmlns:a16="http://schemas.microsoft.com/office/drawing/2014/main" id="{27AAB2B5-67B5-93BA-3DEA-DB1B3731A860}"/>
              </a:ext>
            </a:extLst>
          </p:cNvPr>
          <p:cNvPicPr>
            <a:picLocks noChangeAspect="1"/>
          </p:cNvPicPr>
          <p:nvPr>
            <p:custDataLst>
              <p:tags r:id="rId1"/>
            </p:custDataLst>
          </p:nvPr>
        </p:nvPicPr>
        <p:blipFill>
          <a:blip>
            <a:extLst>
              <a:ext uri="{96DAC541-7B7A-43D3-8B79-37D633B846F1}">
                <asvg:svgBlip xmlns:asvg="http://schemas.microsoft.com/office/drawing/2016/SVG/main" r:embed="rId5"/>
              </a:ext>
            </a:extLst>
          </a:blip>
          <a:stretch>
            <a:fillRect/>
          </a:stretch>
        </p:blipFill>
        <p:spPr>
          <a:xfrm>
            <a:off x="3277828" y="1130833"/>
            <a:ext cx="567140" cy="567140"/>
          </a:xfrm>
          <a:prstGeom prst="rect">
            <a:avLst/>
          </a:prstGeom>
        </p:spPr>
      </p:pic>
      <p:pic>
        <p:nvPicPr>
          <p:cNvPr id="19" name="Grafik 18">
            <a:extLst>
              <a:ext uri="{FF2B5EF4-FFF2-40B4-BE49-F238E27FC236}">
                <a16:creationId xmlns:a16="http://schemas.microsoft.com/office/drawing/2014/main" id="{6B37A946-AB5B-AE51-584E-753BF9793ECF}"/>
              </a:ext>
            </a:extLst>
          </p:cNvPr>
          <p:cNvPicPr>
            <a:picLocks noChangeAspect="1"/>
          </p:cNvPicPr>
          <p:nvPr>
            <p:custDataLst>
              <p:tags r:id="rId2"/>
            </p:custDataLst>
          </p:nvPr>
        </p:nvPicPr>
        <p:blipFill>
          <a:blip>
            <a:extLst>
              <a:ext uri="{96DAC541-7B7A-43D3-8B79-37D633B846F1}">
                <asvg:svgBlip xmlns:asvg="http://schemas.microsoft.com/office/drawing/2016/SVG/main" r:embed="rId6"/>
              </a:ext>
            </a:extLst>
          </a:blip>
          <a:stretch>
            <a:fillRect/>
          </a:stretch>
        </p:blipFill>
        <p:spPr>
          <a:xfrm>
            <a:off x="11491989" y="1196068"/>
            <a:ext cx="499558" cy="499558"/>
          </a:xfrm>
          <a:prstGeom prst="rect">
            <a:avLst/>
          </a:prstGeom>
        </p:spPr>
      </p:pic>
    </p:spTree>
    <p:extLst>
      <p:ext uri="{BB962C8B-B14F-4D97-AF65-F5344CB8AC3E}">
        <p14:creationId xmlns:p14="http://schemas.microsoft.com/office/powerpoint/2010/main" val="150617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D579B9E-1552-4923-5A7C-FAFF5B2571C4}"/>
              </a:ext>
            </a:extLst>
          </p:cNvPr>
          <p:cNvSpPr>
            <a:spLocks noGrp="1"/>
          </p:cNvSpPr>
          <p:nvPr>
            <p:ph type="title"/>
          </p:nvPr>
        </p:nvSpPr>
        <p:spPr/>
        <p:txBody>
          <a:bodyPr/>
          <a:lstStyle/>
          <a:p>
            <a:r>
              <a:rPr lang="da-DK" dirty="0"/>
              <a:t>Hybridarkitektur: On-</a:t>
            </a:r>
            <a:r>
              <a:rPr lang="da-DK" dirty="0" err="1"/>
              <a:t>prem</a:t>
            </a:r>
            <a:r>
              <a:rPr lang="da-DK" dirty="0"/>
              <a:t> LLM med synkron og asynkron </a:t>
            </a:r>
            <a:r>
              <a:rPr lang="da-DK" dirty="0" err="1"/>
              <a:t>offload</a:t>
            </a:r>
            <a:endParaRPr lang="da-DK" dirty="0"/>
          </a:p>
        </p:txBody>
      </p:sp>
      <p:sp>
        <p:nvSpPr>
          <p:cNvPr id="3" name="Pladsholder til tekst 2">
            <a:extLst>
              <a:ext uri="{FF2B5EF4-FFF2-40B4-BE49-F238E27FC236}">
                <a16:creationId xmlns:a16="http://schemas.microsoft.com/office/drawing/2014/main" id="{7A4D6C78-6350-F054-3DF6-30DC97CDF0B8}"/>
              </a:ext>
            </a:extLst>
          </p:cNvPr>
          <p:cNvSpPr>
            <a:spLocks noGrp="1"/>
          </p:cNvSpPr>
          <p:nvPr>
            <p:ph type="body" sz="quarter" idx="12"/>
          </p:nvPr>
        </p:nvSpPr>
        <p:spPr/>
        <p:txBody>
          <a:bodyPr/>
          <a:lstStyle/>
          <a:p>
            <a:r>
              <a:rPr lang="da-DK" dirty="0"/>
              <a:t>2. Løsningsdesign – Arkitektur</a:t>
            </a:r>
          </a:p>
        </p:txBody>
      </p:sp>
      <p:sp>
        <p:nvSpPr>
          <p:cNvPr id="4" name="Pladsholder til tekst 3">
            <a:extLst>
              <a:ext uri="{FF2B5EF4-FFF2-40B4-BE49-F238E27FC236}">
                <a16:creationId xmlns:a16="http://schemas.microsoft.com/office/drawing/2014/main" id="{D8C1A276-1975-C413-FE65-24918E023A58}"/>
              </a:ext>
            </a:extLst>
          </p:cNvPr>
          <p:cNvSpPr>
            <a:spLocks noGrp="1"/>
          </p:cNvSpPr>
          <p:nvPr>
            <p:ph type="body" sz="quarter" idx="13"/>
          </p:nvPr>
        </p:nvSpPr>
        <p:spPr>
          <a:xfrm>
            <a:off x="360364" y="1557338"/>
            <a:ext cx="4739174" cy="4581525"/>
          </a:xfrm>
        </p:spPr>
        <p:txBody>
          <a:bodyPr/>
          <a:lstStyle/>
          <a:p>
            <a:pPr marL="0" indent="0">
              <a:spcBef>
                <a:spcPts val="0"/>
              </a:spcBef>
              <a:buNone/>
            </a:pPr>
            <a:r>
              <a:rPr lang="da-DK" dirty="0"/>
              <a:t>Den primær drift og dataforarbejdning kører on-</a:t>
            </a:r>
            <a:r>
              <a:rPr lang="da-DK" dirty="0" err="1"/>
              <a:t>prem</a:t>
            </a:r>
            <a:r>
              <a:rPr lang="da-DK" dirty="0"/>
              <a:t>. Beregningstunge </a:t>
            </a:r>
            <a:r>
              <a:rPr lang="da-DK" dirty="0" err="1"/>
              <a:t>workloads</a:t>
            </a:r>
            <a:r>
              <a:rPr lang="da-DK" dirty="0"/>
              <a:t> kan </a:t>
            </a:r>
            <a:r>
              <a:rPr lang="da-DK" dirty="0" err="1"/>
              <a:t>offloades</a:t>
            </a:r>
            <a:r>
              <a:rPr lang="da-DK" dirty="0"/>
              <a:t> til ekstern GPU-kapacitet via VPN/</a:t>
            </a:r>
            <a:r>
              <a:rPr lang="da-DK" dirty="0" err="1"/>
              <a:t>mTLS</a:t>
            </a:r>
            <a:r>
              <a:rPr lang="da-DK" dirty="0"/>
              <a:t>. Arkitekturen understøtter synkron (realtid) og asynkron (batch) </a:t>
            </a:r>
            <a:r>
              <a:rPr lang="da-DK" dirty="0" err="1"/>
              <a:t>offload</a:t>
            </a:r>
            <a:r>
              <a:rPr lang="da-DK" dirty="0"/>
              <a:t> - styret af klassifikation, performance og kapacitet.</a:t>
            </a:r>
          </a:p>
          <a:p>
            <a:pPr marL="0" indent="0">
              <a:spcBef>
                <a:spcPts val="0"/>
              </a:spcBef>
              <a:buNone/>
            </a:pPr>
            <a:endParaRPr lang="da-DK" dirty="0"/>
          </a:p>
          <a:p>
            <a:pPr marL="0" indent="0">
              <a:spcBef>
                <a:spcPts val="0"/>
              </a:spcBef>
              <a:buNone/>
            </a:pPr>
            <a:r>
              <a:rPr lang="da-DK" b="1" dirty="0"/>
              <a:t>On-</a:t>
            </a:r>
            <a:r>
              <a:rPr lang="da-DK" b="1" dirty="0" err="1"/>
              <a:t>prem</a:t>
            </a:r>
            <a:r>
              <a:rPr lang="da-DK" b="1" dirty="0"/>
              <a:t> (primær zone)</a:t>
            </a:r>
          </a:p>
          <a:p>
            <a:pPr>
              <a:spcBef>
                <a:spcPts val="0"/>
              </a:spcBef>
            </a:pPr>
            <a:r>
              <a:rPr lang="da-DK" dirty="0"/>
              <a:t>API Gateway: autentifikation/autorisation, rate limits, </a:t>
            </a:r>
            <a:r>
              <a:rPr lang="da-DK" dirty="0" err="1"/>
              <a:t>policies</a:t>
            </a:r>
            <a:r>
              <a:rPr lang="da-DK" dirty="0"/>
              <a:t> (kvoter, størrelser, </a:t>
            </a:r>
            <a:r>
              <a:rPr lang="da-DK" dirty="0" err="1"/>
              <a:t>endpoints</a:t>
            </a:r>
            <a:r>
              <a:rPr lang="da-DK" dirty="0"/>
              <a:t>)</a:t>
            </a:r>
          </a:p>
          <a:p>
            <a:pPr>
              <a:spcBef>
                <a:spcPts val="0"/>
              </a:spcBef>
            </a:pPr>
            <a:r>
              <a:rPr lang="da-DK" dirty="0"/>
              <a:t>LLM Router: vælger model/ressource og beslutter lokal kørsel vs. </a:t>
            </a:r>
            <a:r>
              <a:rPr lang="da-DK" dirty="0" err="1"/>
              <a:t>offload</a:t>
            </a:r>
            <a:endParaRPr lang="da-DK" dirty="0"/>
          </a:p>
          <a:p>
            <a:pPr>
              <a:spcBef>
                <a:spcPts val="0"/>
              </a:spcBef>
            </a:pPr>
            <a:r>
              <a:rPr lang="da-DK" dirty="0" err="1"/>
              <a:t>Inference</a:t>
            </a:r>
            <a:r>
              <a:rPr lang="da-DK" dirty="0"/>
              <a:t> (</a:t>
            </a:r>
            <a:r>
              <a:rPr lang="da-DK" dirty="0" err="1"/>
              <a:t>vLLM</a:t>
            </a:r>
            <a:r>
              <a:rPr lang="da-DK" dirty="0"/>
              <a:t>/Triton): lav </a:t>
            </a:r>
            <a:r>
              <a:rPr lang="da-DK" dirty="0" err="1"/>
              <a:t>latency</a:t>
            </a:r>
            <a:r>
              <a:rPr lang="da-DK" dirty="0"/>
              <a:t> og </a:t>
            </a:r>
            <a:r>
              <a:rPr lang="da-DK" dirty="0" err="1"/>
              <a:t>fail-safe</a:t>
            </a:r>
            <a:r>
              <a:rPr lang="da-DK" dirty="0"/>
              <a:t> ved manglende ekstern kapacitet</a:t>
            </a:r>
          </a:p>
          <a:p>
            <a:pPr>
              <a:spcBef>
                <a:spcPts val="0"/>
              </a:spcBef>
            </a:pPr>
            <a:r>
              <a:rPr lang="da-DK" dirty="0"/>
              <a:t>RAG &amp; model cache + Data/Logs: kontrolleret adgang, audit og sporbarhed</a:t>
            </a:r>
          </a:p>
          <a:p>
            <a:pPr marL="0" indent="0">
              <a:spcBef>
                <a:spcPts val="0"/>
              </a:spcBef>
              <a:buNone/>
            </a:pPr>
            <a:endParaRPr lang="da-DK" dirty="0"/>
          </a:p>
          <a:p>
            <a:pPr marL="0" indent="0">
              <a:spcBef>
                <a:spcPts val="0"/>
              </a:spcBef>
              <a:buNone/>
            </a:pPr>
            <a:r>
              <a:rPr lang="da-DK" b="1" dirty="0"/>
              <a:t>Ekstern GPU-zone (elastisk kapacitet)</a:t>
            </a:r>
          </a:p>
          <a:p>
            <a:pPr>
              <a:spcBef>
                <a:spcPts val="0"/>
              </a:spcBef>
            </a:pPr>
            <a:r>
              <a:rPr lang="da-DK" dirty="0"/>
              <a:t>Bruges til spidsbelastning, større modeller/længere </a:t>
            </a:r>
            <a:r>
              <a:rPr lang="da-DK" dirty="0" err="1"/>
              <a:t>context</a:t>
            </a:r>
            <a:r>
              <a:rPr lang="da-DK" dirty="0"/>
              <a:t> og tunge batchopgaver (dokumenter, opsummering, </a:t>
            </a:r>
            <a:r>
              <a:rPr lang="da-DK" dirty="0" err="1"/>
              <a:t>extraction</a:t>
            </a:r>
            <a:r>
              <a:rPr lang="da-DK" dirty="0"/>
              <a:t>)</a:t>
            </a:r>
          </a:p>
          <a:p>
            <a:pPr marL="0" indent="0">
              <a:spcBef>
                <a:spcPts val="0"/>
              </a:spcBef>
              <a:buNone/>
            </a:pPr>
            <a:endParaRPr lang="da-DK" dirty="0"/>
          </a:p>
          <a:p>
            <a:pPr marL="0" indent="0">
              <a:spcBef>
                <a:spcPts val="0"/>
              </a:spcBef>
              <a:buNone/>
            </a:pPr>
            <a:r>
              <a:rPr lang="da-DK" b="1" dirty="0" err="1"/>
              <a:t>Offload</a:t>
            </a:r>
            <a:r>
              <a:rPr lang="da-DK" b="1" dirty="0"/>
              <a:t>, </a:t>
            </a:r>
            <a:r>
              <a:rPr lang="da-DK" dirty="0"/>
              <a:t>kan ske synkron ved at udvalgte </a:t>
            </a:r>
            <a:r>
              <a:rPr lang="da-DK" dirty="0" err="1"/>
              <a:t>requests</a:t>
            </a:r>
            <a:r>
              <a:rPr lang="da-DK" dirty="0"/>
              <a:t> sendes eksternt for SLA  og svar tilbage i samme session via gateway. Asynkron foregår via jobs i kø og eksterne </a:t>
            </a:r>
            <a:r>
              <a:rPr lang="da-DK" dirty="0" err="1"/>
              <a:t>workers</a:t>
            </a:r>
            <a:r>
              <a:rPr lang="da-DK" dirty="0"/>
              <a:t> behandler batch med prioritet/</a:t>
            </a:r>
            <a:r>
              <a:rPr lang="da-DK" dirty="0" err="1"/>
              <a:t>retry</a:t>
            </a:r>
            <a:endParaRPr lang="da-DK" dirty="0"/>
          </a:p>
          <a:p>
            <a:pPr marL="0" indent="0">
              <a:spcBef>
                <a:spcPts val="0"/>
              </a:spcBef>
              <a:buNone/>
            </a:pPr>
            <a:endParaRPr lang="da-DK" dirty="0"/>
          </a:p>
          <a:p>
            <a:pPr marL="0" indent="0">
              <a:spcBef>
                <a:spcPts val="0"/>
              </a:spcBef>
              <a:buNone/>
            </a:pPr>
            <a:r>
              <a:rPr lang="da-DK" b="1" dirty="0"/>
              <a:t>Sikkerhed</a:t>
            </a:r>
            <a:r>
              <a:rPr lang="da-DK" dirty="0"/>
              <a:t>: Central policy </a:t>
            </a:r>
            <a:r>
              <a:rPr lang="da-DK" dirty="0" err="1"/>
              <a:t>enforcement</a:t>
            </a:r>
            <a:r>
              <a:rPr lang="da-DK" dirty="0"/>
              <a:t>, krypteret transport, central </a:t>
            </a:r>
            <a:r>
              <a:rPr lang="da-DK" dirty="0" err="1"/>
              <a:t>logging</a:t>
            </a:r>
            <a:r>
              <a:rPr lang="da-DK" dirty="0"/>
              <a:t>/audit og </a:t>
            </a:r>
            <a:r>
              <a:rPr lang="da-DK" dirty="0" err="1"/>
              <a:t>fail-safe</a:t>
            </a:r>
            <a:r>
              <a:rPr lang="da-DK" dirty="0"/>
              <a:t> on-</a:t>
            </a:r>
            <a:r>
              <a:rPr lang="da-DK" dirty="0" err="1"/>
              <a:t>prem</a:t>
            </a:r>
            <a:r>
              <a:rPr lang="da-DK" dirty="0"/>
              <a:t> drift.</a:t>
            </a:r>
          </a:p>
          <a:p>
            <a:pPr marL="0" indent="0">
              <a:spcBef>
                <a:spcPts val="0"/>
              </a:spcBef>
              <a:buNone/>
            </a:pPr>
            <a:endParaRPr lang="da-DK" dirty="0"/>
          </a:p>
        </p:txBody>
      </p:sp>
      <p:sp>
        <p:nvSpPr>
          <p:cNvPr id="5" name="Pladsholder til sidefod 4">
            <a:extLst>
              <a:ext uri="{FF2B5EF4-FFF2-40B4-BE49-F238E27FC236}">
                <a16:creationId xmlns:a16="http://schemas.microsoft.com/office/drawing/2014/main" id="{84EEF1EB-F49F-8A16-16B2-CE52B876A262}"/>
              </a:ext>
            </a:extLst>
          </p:cNvPr>
          <p:cNvSpPr>
            <a:spLocks noGrp="1"/>
          </p:cNvSpPr>
          <p:nvPr>
            <p:ph type="ftr" sz="quarter" idx="3"/>
          </p:nvPr>
        </p:nvSpPr>
        <p:spPr/>
        <p:txBody>
          <a:bodyPr/>
          <a:lstStyle/>
          <a:p>
            <a:endParaRPr lang="en-GB"/>
          </a:p>
        </p:txBody>
      </p:sp>
      <p:pic>
        <p:nvPicPr>
          <p:cNvPr id="42" name="Billede 41">
            <a:extLst>
              <a:ext uri="{FF2B5EF4-FFF2-40B4-BE49-F238E27FC236}">
                <a16:creationId xmlns:a16="http://schemas.microsoft.com/office/drawing/2014/main" id="{D42B81D1-3C59-053E-3920-0B2EB9BDC8F5}"/>
              </a:ext>
            </a:extLst>
          </p:cNvPr>
          <p:cNvPicPr>
            <a:picLocks noChangeAspect="1"/>
          </p:cNvPicPr>
          <p:nvPr/>
        </p:nvPicPr>
        <p:blipFill>
          <a:blip r:embed="rId2"/>
          <a:stretch>
            <a:fillRect/>
          </a:stretch>
        </p:blipFill>
        <p:spPr>
          <a:xfrm>
            <a:off x="5556533" y="2105757"/>
            <a:ext cx="6275103" cy="2703635"/>
          </a:xfrm>
          <a:prstGeom prst="rect">
            <a:avLst/>
          </a:prstGeom>
        </p:spPr>
      </p:pic>
    </p:spTree>
    <p:extLst>
      <p:ext uri="{BB962C8B-B14F-4D97-AF65-F5344CB8AC3E}">
        <p14:creationId xmlns:p14="http://schemas.microsoft.com/office/powerpoint/2010/main" val="35265364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F65F9892-AD30-67FE-4974-7E424547EE71}"/>
              </a:ext>
            </a:extLst>
          </p:cNvPr>
          <p:cNvSpPr>
            <a:spLocks noGrp="1"/>
          </p:cNvSpPr>
          <p:nvPr>
            <p:ph type="title"/>
          </p:nvPr>
        </p:nvSpPr>
        <p:spPr/>
        <p:txBody>
          <a:bodyPr/>
          <a:lstStyle/>
          <a:p>
            <a:r>
              <a:rPr lang="da-DK" dirty="0"/>
              <a:t>Hybridarkitektur: On-</a:t>
            </a:r>
            <a:r>
              <a:rPr lang="da-DK" dirty="0" err="1"/>
              <a:t>premise</a:t>
            </a:r>
            <a:r>
              <a:rPr lang="da-DK" dirty="0"/>
              <a:t> med synkron og asynkron </a:t>
            </a:r>
            <a:r>
              <a:rPr lang="da-DK" dirty="0" err="1"/>
              <a:t>offload</a:t>
            </a:r>
            <a:endParaRPr lang="da-DK" dirty="0"/>
          </a:p>
        </p:txBody>
      </p:sp>
      <p:sp>
        <p:nvSpPr>
          <p:cNvPr id="8" name="Pladsholder til tekst 7">
            <a:extLst>
              <a:ext uri="{FF2B5EF4-FFF2-40B4-BE49-F238E27FC236}">
                <a16:creationId xmlns:a16="http://schemas.microsoft.com/office/drawing/2014/main" id="{A0F364E9-E978-EFD1-C158-A89C4D886A2D}"/>
              </a:ext>
            </a:extLst>
          </p:cNvPr>
          <p:cNvSpPr>
            <a:spLocks noGrp="1"/>
          </p:cNvSpPr>
          <p:nvPr>
            <p:ph type="body" sz="quarter" idx="12"/>
          </p:nvPr>
        </p:nvSpPr>
        <p:spPr/>
        <p:txBody>
          <a:bodyPr/>
          <a:lstStyle/>
          <a:p>
            <a:endParaRPr lang="da-DK"/>
          </a:p>
        </p:txBody>
      </p:sp>
      <p:sp>
        <p:nvSpPr>
          <p:cNvPr id="6" name="Pladsholder til sidefod 5">
            <a:extLst>
              <a:ext uri="{FF2B5EF4-FFF2-40B4-BE49-F238E27FC236}">
                <a16:creationId xmlns:a16="http://schemas.microsoft.com/office/drawing/2014/main" id="{F2E1A150-B646-E558-4A7C-FBFB7EF82E25}"/>
              </a:ext>
            </a:extLst>
          </p:cNvPr>
          <p:cNvSpPr>
            <a:spLocks noGrp="1"/>
          </p:cNvSpPr>
          <p:nvPr>
            <p:ph type="ftr" sz="quarter" idx="3"/>
          </p:nvPr>
        </p:nvSpPr>
        <p:spPr/>
        <p:txBody>
          <a:bodyPr/>
          <a:lstStyle/>
          <a:p>
            <a:endParaRPr lang="en-GB"/>
          </a:p>
        </p:txBody>
      </p:sp>
      <p:pic>
        <p:nvPicPr>
          <p:cNvPr id="10" name="Graphic 9" descr="Ui Ux outline">
            <a:extLst>
              <a:ext uri="{FF2B5EF4-FFF2-40B4-BE49-F238E27FC236}">
                <a16:creationId xmlns:a16="http://schemas.microsoft.com/office/drawing/2014/main" id="{764CF599-CB2E-B407-7B32-604B81C2EF6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27737" y="2044238"/>
            <a:ext cx="540000" cy="540000"/>
          </a:xfrm>
          <a:prstGeom prst="rect">
            <a:avLst/>
          </a:prstGeom>
        </p:spPr>
      </p:pic>
      <p:pic>
        <p:nvPicPr>
          <p:cNvPr id="11" name="Graphic 10" descr="Shield Tick with solid fill">
            <a:extLst>
              <a:ext uri="{FF2B5EF4-FFF2-40B4-BE49-F238E27FC236}">
                <a16:creationId xmlns:a16="http://schemas.microsoft.com/office/drawing/2014/main" id="{1ECD58AC-0FEB-88AD-8ADE-41E4724932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7737" y="2700208"/>
            <a:ext cx="540000" cy="540000"/>
          </a:xfrm>
          <a:prstGeom prst="rect">
            <a:avLst/>
          </a:prstGeom>
        </p:spPr>
      </p:pic>
      <p:pic>
        <p:nvPicPr>
          <p:cNvPr id="12" name="Graphic 12" descr="Playbook with solid fill">
            <a:extLst>
              <a:ext uri="{FF2B5EF4-FFF2-40B4-BE49-F238E27FC236}">
                <a16:creationId xmlns:a16="http://schemas.microsoft.com/office/drawing/2014/main" id="{77762FB3-0CBB-6236-AC5C-E66E4106669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27737" y="3391202"/>
            <a:ext cx="540000" cy="540000"/>
          </a:xfrm>
          <a:prstGeom prst="rect">
            <a:avLst/>
          </a:prstGeom>
        </p:spPr>
      </p:pic>
      <p:sp>
        <p:nvSpPr>
          <p:cNvPr id="13" name="TextBox 18">
            <a:extLst>
              <a:ext uri="{FF2B5EF4-FFF2-40B4-BE49-F238E27FC236}">
                <a16:creationId xmlns:a16="http://schemas.microsoft.com/office/drawing/2014/main" id="{5018F770-C3F3-EEF0-8401-190D439F6005}"/>
              </a:ext>
            </a:extLst>
          </p:cNvPr>
          <p:cNvSpPr txBox="1"/>
          <p:nvPr/>
        </p:nvSpPr>
        <p:spPr bwMode="gray">
          <a:xfrm>
            <a:off x="1636022" y="2232992"/>
            <a:ext cx="1867301" cy="431130"/>
          </a:xfrm>
          <a:prstGeom prst="rect">
            <a:avLst/>
          </a:prstGeom>
          <a:noFill/>
        </p:spPr>
        <p:txBody>
          <a:bodyPr wrap="square" lIns="0" tIns="0" rIns="0" bIns="0" rtlCol="0">
            <a:noAutofit/>
          </a:bodyPr>
          <a:lstStyle/>
          <a:p>
            <a:pPr algn="l">
              <a:spcBef>
                <a:spcPts val="600"/>
              </a:spcBef>
            </a:pPr>
            <a:r>
              <a:rPr lang="da-DK" sz="1000" dirty="0"/>
              <a:t>Front-end (bruger)</a:t>
            </a:r>
          </a:p>
        </p:txBody>
      </p:sp>
      <p:sp>
        <p:nvSpPr>
          <p:cNvPr id="14" name="TextBox 20">
            <a:extLst>
              <a:ext uri="{FF2B5EF4-FFF2-40B4-BE49-F238E27FC236}">
                <a16:creationId xmlns:a16="http://schemas.microsoft.com/office/drawing/2014/main" id="{BD571834-D334-8A38-11A3-EB2AA182CC67}"/>
              </a:ext>
            </a:extLst>
          </p:cNvPr>
          <p:cNvSpPr txBox="1"/>
          <p:nvPr/>
        </p:nvSpPr>
        <p:spPr bwMode="gray">
          <a:xfrm>
            <a:off x="1636022" y="2806578"/>
            <a:ext cx="2839452" cy="327259"/>
          </a:xfrm>
          <a:prstGeom prst="rect">
            <a:avLst/>
          </a:prstGeom>
          <a:noFill/>
        </p:spPr>
        <p:txBody>
          <a:bodyPr wrap="square" lIns="0" tIns="0" rIns="0" bIns="0" rtlCol="0">
            <a:noAutofit/>
          </a:bodyPr>
          <a:lstStyle/>
          <a:p>
            <a:pPr algn="l">
              <a:spcBef>
                <a:spcPts val="600"/>
              </a:spcBef>
            </a:pPr>
            <a:r>
              <a:rPr lang="da-DK" sz="1000"/>
              <a:t>API Gateway (Autorisation, autentifikation &amp; begrænsning af kald)</a:t>
            </a:r>
          </a:p>
        </p:txBody>
      </p:sp>
      <p:sp>
        <p:nvSpPr>
          <p:cNvPr id="15" name="TextBox 21">
            <a:extLst>
              <a:ext uri="{FF2B5EF4-FFF2-40B4-BE49-F238E27FC236}">
                <a16:creationId xmlns:a16="http://schemas.microsoft.com/office/drawing/2014/main" id="{2773AFDE-A474-425A-2AF6-5B299C8D1F89}"/>
              </a:ext>
            </a:extLst>
          </p:cNvPr>
          <p:cNvSpPr txBox="1"/>
          <p:nvPr/>
        </p:nvSpPr>
        <p:spPr bwMode="gray">
          <a:xfrm>
            <a:off x="1636022" y="3603943"/>
            <a:ext cx="2839452" cy="327259"/>
          </a:xfrm>
          <a:prstGeom prst="rect">
            <a:avLst/>
          </a:prstGeom>
          <a:noFill/>
        </p:spPr>
        <p:txBody>
          <a:bodyPr wrap="square" lIns="0" tIns="0" rIns="0" bIns="0" rtlCol="0">
            <a:noAutofit/>
          </a:bodyPr>
          <a:lstStyle/>
          <a:p>
            <a:pPr>
              <a:spcBef>
                <a:spcPts val="600"/>
              </a:spcBef>
            </a:pPr>
            <a:r>
              <a:rPr lang="da-DK" sz="1000" dirty="0"/>
              <a:t>LLM Router (Routing &amp; politik)</a:t>
            </a:r>
          </a:p>
        </p:txBody>
      </p:sp>
      <p:cxnSp>
        <p:nvCxnSpPr>
          <p:cNvPr id="16" name="Straight Arrow Connector 25">
            <a:extLst>
              <a:ext uri="{FF2B5EF4-FFF2-40B4-BE49-F238E27FC236}">
                <a16:creationId xmlns:a16="http://schemas.microsoft.com/office/drawing/2014/main" id="{5B5DC5F5-7277-504E-C2BB-CB5FFA8473DC}"/>
              </a:ext>
            </a:extLst>
          </p:cNvPr>
          <p:cNvCxnSpPr>
            <a:cxnSpLocks/>
            <a:stCxn id="10" idx="2"/>
            <a:endCxn id="11" idx="0"/>
          </p:cNvCxnSpPr>
          <p:nvPr/>
        </p:nvCxnSpPr>
        <p:spPr bwMode="gray">
          <a:xfrm>
            <a:off x="1197737" y="2584238"/>
            <a:ext cx="0" cy="11597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30">
            <a:extLst>
              <a:ext uri="{FF2B5EF4-FFF2-40B4-BE49-F238E27FC236}">
                <a16:creationId xmlns:a16="http://schemas.microsoft.com/office/drawing/2014/main" id="{A8546BE0-BF59-D801-84F8-AA357BFC99BB}"/>
              </a:ext>
            </a:extLst>
          </p:cNvPr>
          <p:cNvCxnSpPr>
            <a:cxnSpLocks/>
            <a:stCxn id="11" idx="2"/>
            <a:endCxn id="12" idx="0"/>
          </p:cNvCxnSpPr>
          <p:nvPr/>
        </p:nvCxnSpPr>
        <p:spPr bwMode="gray">
          <a:xfrm>
            <a:off x="1197737" y="3240208"/>
            <a:ext cx="0" cy="150994"/>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Rounded Corners 35">
            <a:extLst>
              <a:ext uri="{FF2B5EF4-FFF2-40B4-BE49-F238E27FC236}">
                <a16:creationId xmlns:a16="http://schemas.microsoft.com/office/drawing/2014/main" id="{4BB4B607-47E7-C611-C576-A9974672992B}"/>
              </a:ext>
            </a:extLst>
          </p:cNvPr>
          <p:cNvSpPr/>
          <p:nvPr/>
        </p:nvSpPr>
        <p:spPr bwMode="gray">
          <a:xfrm>
            <a:off x="675936" y="4092540"/>
            <a:ext cx="3912662" cy="1928759"/>
          </a:xfrm>
          <a:prstGeom prst="roundRect">
            <a:avLst>
              <a:gd name="adj" fmla="val 3541"/>
            </a:avLst>
          </a:prstGeom>
          <a:solidFill>
            <a:srgbClr val="DCDCD2">
              <a:alpha val="40000"/>
            </a:srgbClr>
          </a:solidFill>
        </p:spPr>
        <p:txBody>
          <a:bodyPr vert="horz" lIns="90000" tIns="46800" rIns="90000" bIns="46800" rtlCol="0" anchor="t">
            <a:noAutofit/>
          </a:bodyPr>
          <a:lstStyle/>
          <a:p>
            <a:pPr marL="216000" marR="0" indent="-216000" algn="l" defTabSz="914400" eaLnBrk="1" fontAlgn="auto" latinLnBrk="0" hangingPunct="1">
              <a:lnSpc>
                <a:spcPct val="100000"/>
              </a:lnSpc>
              <a:spcBef>
                <a:spcPts val="600"/>
              </a:spcBef>
              <a:spcAft>
                <a:spcPts val="0"/>
              </a:spcAft>
              <a:buClrTx/>
              <a:buSzPct val="100000"/>
              <a:buFont typeface="Arial" panose="020B0604020202020204" pitchFamily="34" charset="0"/>
              <a:buChar char="•"/>
              <a:tabLst/>
            </a:pPr>
            <a:endParaRPr kumimoji="0" lang="da-DK" sz="1000" b="0" i="0" u="none" strike="noStrike" kern="1200" cap="none" spc="0" normalizeH="0" baseline="0" noProof="0" dirty="0">
              <a:ln>
                <a:noFill/>
              </a:ln>
              <a:solidFill>
                <a:srgbClr val="44463E"/>
              </a:solidFill>
              <a:effectLst/>
              <a:uLnTx/>
              <a:uFillTx/>
              <a:ea typeface="+mn-ea"/>
            </a:endParaRPr>
          </a:p>
        </p:txBody>
      </p:sp>
      <p:pic>
        <p:nvPicPr>
          <p:cNvPr id="19" name="Picture 14">
            <a:extLst>
              <a:ext uri="{FF2B5EF4-FFF2-40B4-BE49-F238E27FC236}">
                <a16:creationId xmlns:a16="http://schemas.microsoft.com/office/drawing/2014/main" id="{077E80ED-FA93-16B5-FDA0-C1D2812DC6E8}"/>
              </a:ext>
            </a:extLst>
          </p:cNvPr>
          <p:cNvPicPr>
            <a:picLocks noChangeAspect="1"/>
          </p:cNvPicPr>
          <p:nvPr/>
        </p:nvPicPr>
        <p:blipFill>
          <a:blip r:embed="rId5">
            <a:clrChange>
              <a:clrFrom>
                <a:srgbClr val="FFFFFF"/>
              </a:clrFrom>
              <a:clrTo>
                <a:srgbClr val="FFFFFF">
                  <a:alpha val="0"/>
                </a:srgbClr>
              </a:clrTo>
            </a:clrChange>
            <a:duotone>
              <a:schemeClr val="accent4">
                <a:shade val="45000"/>
                <a:satMod val="135000"/>
              </a:schemeClr>
              <a:prstClr val="white"/>
            </a:duotone>
          </a:blip>
          <a:srcRect l="9771" t="7634" r="9571" b="38769"/>
          <a:stretch>
            <a:fillRect/>
          </a:stretch>
        </p:blipFill>
        <p:spPr>
          <a:xfrm>
            <a:off x="962787" y="4225840"/>
            <a:ext cx="469900" cy="355958"/>
          </a:xfrm>
          <a:prstGeom prst="rect">
            <a:avLst/>
          </a:prstGeom>
          <a:ln>
            <a:solidFill>
              <a:srgbClr val="ABC3BE"/>
            </a:solidFill>
          </a:ln>
        </p:spPr>
      </p:pic>
      <p:pic>
        <p:nvPicPr>
          <p:cNvPr id="20" name="database 60">
            <a:extLst>
              <a:ext uri="{FF2B5EF4-FFF2-40B4-BE49-F238E27FC236}">
                <a16:creationId xmlns:a16="http://schemas.microsoft.com/office/drawing/2014/main" id="{5CC8BF73-AB8B-2A23-4075-B6CE8BD277E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27737" y="4783493"/>
            <a:ext cx="540000" cy="540000"/>
          </a:xfrm>
          <a:prstGeom prst="rect">
            <a:avLst/>
          </a:prstGeom>
        </p:spPr>
      </p:pic>
      <p:cxnSp>
        <p:nvCxnSpPr>
          <p:cNvPr id="21" name="Straight Arrow Connector 37">
            <a:extLst>
              <a:ext uri="{FF2B5EF4-FFF2-40B4-BE49-F238E27FC236}">
                <a16:creationId xmlns:a16="http://schemas.microsoft.com/office/drawing/2014/main" id="{B0C8C40B-F0D9-24DA-A228-1660C3E40E91}"/>
              </a:ext>
            </a:extLst>
          </p:cNvPr>
          <p:cNvCxnSpPr>
            <a:cxnSpLocks/>
            <a:stCxn id="12" idx="2"/>
            <a:endCxn id="19" idx="0"/>
          </p:cNvCxnSpPr>
          <p:nvPr/>
        </p:nvCxnSpPr>
        <p:spPr bwMode="gray">
          <a:xfrm>
            <a:off x="1197737" y="3931202"/>
            <a:ext cx="0" cy="294638"/>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40">
            <a:extLst>
              <a:ext uri="{FF2B5EF4-FFF2-40B4-BE49-F238E27FC236}">
                <a16:creationId xmlns:a16="http://schemas.microsoft.com/office/drawing/2014/main" id="{F6BA4497-FBED-E201-EEF5-B5A7445BF641}"/>
              </a:ext>
            </a:extLst>
          </p:cNvPr>
          <p:cNvSpPr txBox="1"/>
          <p:nvPr/>
        </p:nvSpPr>
        <p:spPr bwMode="gray">
          <a:xfrm>
            <a:off x="1636022" y="4295226"/>
            <a:ext cx="2839452" cy="217186"/>
          </a:xfrm>
          <a:prstGeom prst="rect">
            <a:avLst/>
          </a:prstGeom>
          <a:noFill/>
        </p:spPr>
        <p:txBody>
          <a:bodyPr wrap="square" lIns="0" tIns="0" rIns="0" bIns="0" rtlCol="0">
            <a:noAutofit/>
          </a:bodyPr>
          <a:lstStyle/>
          <a:p>
            <a:pPr>
              <a:spcBef>
                <a:spcPts val="600"/>
              </a:spcBef>
            </a:pPr>
            <a:r>
              <a:rPr lang="da-DK" sz="1000">
                <a:solidFill>
                  <a:schemeClr val="accent1"/>
                </a:solidFill>
              </a:rPr>
              <a:t>Lokalt </a:t>
            </a:r>
            <a:r>
              <a:rPr lang="da-DK" sz="1000" err="1">
                <a:solidFill>
                  <a:schemeClr val="accent1"/>
                </a:solidFill>
              </a:rPr>
              <a:t>Inference</a:t>
            </a:r>
            <a:r>
              <a:rPr lang="da-DK" sz="1000">
                <a:solidFill>
                  <a:schemeClr val="accent1"/>
                </a:solidFill>
              </a:rPr>
              <a:t> Cluster (</a:t>
            </a:r>
            <a:r>
              <a:rPr lang="da-DK" sz="1000" err="1">
                <a:solidFill>
                  <a:schemeClr val="accent1"/>
                </a:solidFill>
              </a:rPr>
              <a:t>vLLM</a:t>
            </a:r>
            <a:r>
              <a:rPr lang="da-DK" sz="1000">
                <a:solidFill>
                  <a:schemeClr val="accent1"/>
                </a:solidFill>
              </a:rPr>
              <a:t> &amp; Triton)</a:t>
            </a:r>
          </a:p>
        </p:txBody>
      </p:sp>
      <p:sp>
        <p:nvSpPr>
          <p:cNvPr id="23" name="TextBox 41">
            <a:extLst>
              <a:ext uri="{FF2B5EF4-FFF2-40B4-BE49-F238E27FC236}">
                <a16:creationId xmlns:a16="http://schemas.microsoft.com/office/drawing/2014/main" id="{2A0BC14F-250D-F001-C21A-C465AB7C500B}"/>
              </a:ext>
            </a:extLst>
          </p:cNvPr>
          <p:cNvSpPr txBox="1"/>
          <p:nvPr/>
        </p:nvSpPr>
        <p:spPr bwMode="gray">
          <a:xfrm>
            <a:off x="1636023" y="4930119"/>
            <a:ext cx="1747274" cy="282822"/>
          </a:xfrm>
          <a:prstGeom prst="rect">
            <a:avLst/>
          </a:prstGeom>
          <a:noFill/>
        </p:spPr>
        <p:txBody>
          <a:bodyPr wrap="square" lIns="0" tIns="0" rIns="0" bIns="0" rtlCol="0">
            <a:noAutofit/>
          </a:bodyPr>
          <a:lstStyle/>
          <a:p>
            <a:pPr>
              <a:spcBef>
                <a:spcPts val="600"/>
              </a:spcBef>
            </a:pPr>
            <a:r>
              <a:rPr lang="da-DK" sz="1000">
                <a:solidFill>
                  <a:schemeClr val="accent1"/>
                </a:solidFill>
              </a:rPr>
              <a:t>Model Cache &amp; RAG Server</a:t>
            </a:r>
          </a:p>
        </p:txBody>
      </p:sp>
      <p:pic>
        <p:nvPicPr>
          <p:cNvPr id="24" name="notepad-text 351">
            <a:extLst>
              <a:ext uri="{FF2B5EF4-FFF2-40B4-BE49-F238E27FC236}">
                <a16:creationId xmlns:a16="http://schemas.microsoft.com/office/drawing/2014/main" id="{5E796A4B-7865-7974-F9A1-4B1B0C029CF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27737" y="5432079"/>
            <a:ext cx="540000" cy="540000"/>
          </a:xfrm>
          <a:prstGeom prst="rect">
            <a:avLst/>
          </a:prstGeom>
        </p:spPr>
      </p:pic>
      <p:sp>
        <p:nvSpPr>
          <p:cNvPr id="25" name="TextBox 43">
            <a:extLst>
              <a:ext uri="{FF2B5EF4-FFF2-40B4-BE49-F238E27FC236}">
                <a16:creationId xmlns:a16="http://schemas.microsoft.com/office/drawing/2014/main" id="{0DB582BB-86B1-B4E1-30F5-0B2C8A30747B}"/>
              </a:ext>
            </a:extLst>
          </p:cNvPr>
          <p:cNvSpPr txBox="1"/>
          <p:nvPr/>
        </p:nvSpPr>
        <p:spPr bwMode="gray">
          <a:xfrm>
            <a:off x="1636022" y="5593486"/>
            <a:ext cx="2839452" cy="217186"/>
          </a:xfrm>
          <a:prstGeom prst="rect">
            <a:avLst/>
          </a:prstGeom>
          <a:noFill/>
        </p:spPr>
        <p:txBody>
          <a:bodyPr wrap="square" lIns="0" tIns="0" rIns="0" bIns="0" rtlCol="0">
            <a:noAutofit/>
          </a:bodyPr>
          <a:lstStyle/>
          <a:p>
            <a:pPr>
              <a:spcBef>
                <a:spcPts val="600"/>
              </a:spcBef>
            </a:pPr>
            <a:r>
              <a:rPr lang="da-DK" sz="1000">
                <a:solidFill>
                  <a:schemeClr val="accent1"/>
                </a:solidFill>
              </a:rPr>
              <a:t>Data &amp; Logs</a:t>
            </a:r>
          </a:p>
        </p:txBody>
      </p:sp>
      <p:sp>
        <p:nvSpPr>
          <p:cNvPr id="26" name="Rectangle: Rounded Corners 47">
            <a:extLst>
              <a:ext uri="{FF2B5EF4-FFF2-40B4-BE49-F238E27FC236}">
                <a16:creationId xmlns:a16="http://schemas.microsoft.com/office/drawing/2014/main" id="{58BDBBEC-EE3A-9D7F-E94A-4106C45B79E9}"/>
              </a:ext>
            </a:extLst>
          </p:cNvPr>
          <p:cNvSpPr/>
          <p:nvPr/>
        </p:nvSpPr>
        <p:spPr bwMode="gray">
          <a:xfrm>
            <a:off x="6120795" y="2159867"/>
            <a:ext cx="4517455" cy="3811511"/>
          </a:xfrm>
          <a:prstGeom prst="roundRect">
            <a:avLst>
              <a:gd name="adj" fmla="val 2632"/>
            </a:avLst>
          </a:prstGeom>
          <a:solidFill>
            <a:srgbClr val="DCDCD2">
              <a:alpha val="40000"/>
            </a:srgbClr>
          </a:solidFill>
        </p:spPr>
        <p:txBody>
          <a:bodyPr vert="horz" lIns="90000" tIns="46800" rIns="90000" bIns="46800" rtlCol="0" anchor="t">
            <a:noAutofit/>
          </a:bodyPr>
          <a:lstStyle/>
          <a:p>
            <a:pPr marL="216000" marR="0" indent="-216000" algn="l" defTabSz="914400" eaLnBrk="1" fontAlgn="auto" latinLnBrk="0" hangingPunct="1">
              <a:lnSpc>
                <a:spcPct val="100000"/>
              </a:lnSpc>
              <a:spcBef>
                <a:spcPts val="600"/>
              </a:spcBef>
              <a:spcAft>
                <a:spcPts val="0"/>
              </a:spcAft>
              <a:buClrTx/>
              <a:buSzPct val="100000"/>
              <a:buFont typeface="Arial" panose="020B0604020202020204" pitchFamily="34" charset="0"/>
              <a:buChar char="•"/>
              <a:tabLst/>
            </a:pPr>
            <a:endParaRPr kumimoji="0" lang="da-DK" sz="1200" b="0" i="0" u="none" strike="noStrike" kern="1200" cap="none" spc="0" normalizeH="0" baseline="0" noProof="0" err="1">
              <a:ln>
                <a:noFill/>
              </a:ln>
              <a:solidFill>
                <a:srgbClr val="44463E"/>
              </a:solidFill>
              <a:effectLst/>
              <a:uLnTx/>
              <a:uFillTx/>
              <a:ea typeface="+mn-ea"/>
            </a:endParaRPr>
          </a:p>
        </p:txBody>
      </p:sp>
      <p:pic>
        <p:nvPicPr>
          <p:cNvPr id="27" name="Picture 46">
            <a:extLst>
              <a:ext uri="{FF2B5EF4-FFF2-40B4-BE49-F238E27FC236}">
                <a16:creationId xmlns:a16="http://schemas.microsoft.com/office/drawing/2014/main" id="{858938B3-207F-1B8C-3668-5A7E6D51B5C1}"/>
              </a:ext>
            </a:extLst>
          </p:cNvPr>
          <p:cNvPicPr>
            <a:picLocks noChangeAspect="1"/>
          </p:cNvPicPr>
          <p:nvPr/>
        </p:nvPicPr>
        <p:blipFill>
          <a:blip r:embed="rId5">
            <a:clrChange>
              <a:clrFrom>
                <a:srgbClr val="FFFFFF"/>
              </a:clrFrom>
              <a:clrTo>
                <a:srgbClr val="FFFFFF">
                  <a:alpha val="0"/>
                </a:srgbClr>
              </a:clrTo>
            </a:clrChange>
            <a:duotone>
              <a:schemeClr val="accent5">
                <a:shade val="45000"/>
                <a:satMod val="135000"/>
              </a:schemeClr>
              <a:prstClr val="white"/>
            </a:duotone>
          </a:blip>
          <a:stretch>
            <a:fillRect/>
          </a:stretch>
        </p:blipFill>
        <p:spPr>
          <a:xfrm>
            <a:off x="6724301" y="4369732"/>
            <a:ext cx="540000" cy="615602"/>
          </a:xfrm>
          <a:prstGeom prst="rect">
            <a:avLst/>
          </a:prstGeom>
        </p:spPr>
      </p:pic>
      <p:sp>
        <p:nvSpPr>
          <p:cNvPr id="28" name="TextBox 57">
            <a:extLst>
              <a:ext uri="{FF2B5EF4-FFF2-40B4-BE49-F238E27FC236}">
                <a16:creationId xmlns:a16="http://schemas.microsoft.com/office/drawing/2014/main" id="{9F547576-24B3-87E3-0FF6-060E436825AD}"/>
              </a:ext>
            </a:extLst>
          </p:cNvPr>
          <p:cNvSpPr txBox="1"/>
          <p:nvPr/>
        </p:nvSpPr>
        <p:spPr bwMode="gray">
          <a:xfrm>
            <a:off x="6519924" y="3074651"/>
            <a:ext cx="1069153" cy="1112517"/>
          </a:xfrm>
          <a:prstGeom prst="rect">
            <a:avLst/>
          </a:prstGeom>
          <a:noFill/>
        </p:spPr>
        <p:txBody>
          <a:bodyPr wrap="square" lIns="0" tIns="0" rIns="0" bIns="0" rtlCol="0">
            <a:noAutofit/>
          </a:bodyPr>
          <a:lstStyle/>
          <a:p>
            <a:pPr>
              <a:spcBef>
                <a:spcPts val="600"/>
              </a:spcBef>
            </a:pPr>
            <a:r>
              <a:rPr lang="da-DK" sz="1000" b="1" dirty="0">
                <a:solidFill>
                  <a:schemeClr val="accent1"/>
                </a:solidFill>
              </a:rPr>
              <a:t>GPU </a:t>
            </a:r>
            <a:r>
              <a:rPr lang="da-DK" sz="1000" b="1" dirty="0" err="1">
                <a:solidFill>
                  <a:schemeClr val="accent1"/>
                </a:solidFill>
              </a:rPr>
              <a:t>Inference</a:t>
            </a:r>
            <a:r>
              <a:rPr lang="da-DK" sz="1000" b="1" dirty="0">
                <a:solidFill>
                  <a:schemeClr val="accent1"/>
                </a:solidFill>
              </a:rPr>
              <a:t> Cluster</a:t>
            </a:r>
          </a:p>
          <a:p>
            <a:pPr>
              <a:spcBef>
                <a:spcPts val="600"/>
              </a:spcBef>
            </a:pPr>
            <a:r>
              <a:rPr lang="da-DK" sz="1000" dirty="0">
                <a:solidFill>
                  <a:schemeClr val="accent1"/>
                </a:solidFill>
              </a:rPr>
              <a:t>- Arkivering af LLM modeller</a:t>
            </a:r>
          </a:p>
        </p:txBody>
      </p:sp>
      <p:pic>
        <p:nvPicPr>
          <p:cNvPr id="29" name="Picture 58">
            <a:extLst>
              <a:ext uri="{FF2B5EF4-FFF2-40B4-BE49-F238E27FC236}">
                <a16:creationId xmlns:a16="http://schemas.microsoft.com/office/drawing/2014/main" id="{A9CE4FD8-C05C-BD7B-5B25-06163DF506CE}"/>
              </a:ext>
            </a:extLst>
          </p:cNvPr>
          <p:cNvPicPr>
            <a:picLocks noChangeAspect="1"/>
          </p:cNvPicPr>
          <p:nvPr/>
        </p:nvPicPr>
        <p:blipFill>
          <a:blip r:embed="rId5">
            <a:clrChange>
              <a:clrFrom>
                <a:srgbClr val="FFFFFF"/>
              </a:clrFrom>
              <a:clrTo>
                <a:srgbClr val="FFFFFF">
                  <a:alpha val="0"/>
                </a:srgbClr>
              </a:clrTo>
            </a:clrChange>
            <a:duotone>
              <a:schemeClr val="accent5">
                <a:shade val="45000"/>
                <a:satMod val="135000"/>
              </a:schemeClr>
              <a:prstClr val="white"/>
            </a:duotone>
          </a:blip>
          <a:srcRect l="3237" t="7634" r="4071" b="38769"/>
          <a:stretch>
            <a:fillRect/>
          </a:stretch>
        </p:blipFill>
        <p:spPr>
          <a:xfrm>
            <a:off x="8234595" y="4499554"/>
            <a:ext cx="540000" cy="355958"/>
          </a:xfrm>
          <a:prstGeom prst="rect">
            <a:avLst/>
          </a:prstGeom>
        </p:spPr>
      </p:pic>
      <p:sp>
        <p:nvSpPr>
          <p:cNvPr id="30" name="TextBox 64">
            <a:extLst>
              <a:ext uri="{FF2B5EF4-FFF2-40B4-BE49-F238E27FC236}">
                <a16:creationId xmlns:a16="http://schemas.microsoft.com/office/drawing/2014/main" id="{6425E33A-CCC8-50DF-B69C-8FB0625F9F6C}"/>
              </a:ext>
            </a:extLst>
          </p:cNvPr>
          <p:cNvSpPr txBox="1"/>
          <p:nvPr/>
        </p:nvSpPr>
        <p:spPr bwMode="gray">
          <a:xfrm>
            <a:off x="7864550" y="3079227"/>
            <a:ext cx="1313905" cy="997043"/>
          </a:xfrm>
          <a:prstGeom prst="rect">
            <a:avLst/>
          </a:prstGeom>
          <a:noFill/>
        </p:spPr>
        <p:txBody>
          <a:bodyPr wrap="square" lIns="0" tIns="0" rIns="0" bIns="0" rtlCol="0">
            <a:noAutofit/>
          </a:bodyPr>
          <a:lstStyle/>
          <a:p>
            <a:pPr>
              <a:spcBef>
                <a:spcPts val="600"/>
              </a:spcBef>
            </a:pPr>
            <a:r>
              <a:rPr lang="da-DK" sz="1000" b="1" dirty="0">
                <a:solidFill>
                  <a:schemeClr val="accent1"/>
                </a:solidFill>
              </a:rPr>
              <a:t>Synkron </a:t>
            </a:r>
            <a:r>
              <a:rPr lang="da-DK" sz="1000" b="1" dirty="0" err="1">
                <a:solidFill>
                  <a:schemeClr val="accent1"/>
                </a:solidFill>
              </a:rPr>
              <a:t>Offload</a:t>
            </a:r>
            <a:r>
              <a:rPr lang="da-DK" sz="1000" b="1" dirty="0">
                <a:solidFill>
                  <a:schemeClr val="accent1"/>
                </a:solidFill>
              </a:rPr>
              <a:t> </a:t>
            </a:r>
          </a:p>
          <a:p>
            <a:pPr>
              <a:spcBef>
                <a:spcPts val="600"/>
              </a:spcBef>
            </a:pPr>
            <a:br>
              <a:rPr lang="da-DK" sz="1000" dirty="0">
                <a:solidFill>
                  <a:schemeClr val="accent1"/>
                </a:solidFill>
              </a:rPr>
            </a:br>
            <a:r>
              <a:rPr lang="da-DK" sz="1000" dirty="0">
                <a:solidFill>
                  <a:schemeClr val="accent1"/>
                </a:solidFill>
              </a:rPr>
              <a:t>- LLM Afvikling</a:t>
            </a:r>
          </a:p>
          <a:p>
            <a:pPr>
              <a:spcBef>
                <a:spcPts val="600"/>
              </a:spcBef>
            </a:pPr>
            <a:r>
              <a:rPr lang="da-DK" sz="1000" dirty="0">
                <a:solidFill>
                  <a:schemeClr val="accent1"/>
                </a:solidFill>
              </a:rPr>
              <a:t>- Arkivere </a:t>
            </a:r>
            <a:r>
              <a:rPr lang="da-DK" sz="1000" dirty="0" err="1">
                <a:solidFill>
                  <a:schemeClr val="accent1"/>
                </a:solidFill>
              </a:rPr>
              <a:t>promts</a:t>
            </a:r>
            <a:endParaRPr lang="da-DK" sz="1000" dirty="0">
              <a:solidFill>
                <a:schemeClr val="accent1"/>
              </a:solidFill>
            </a:endParaRPr>
          </a:p>
        </p:txBody>
      </p:sp>
      <p:cxnSp>
        <p:nvCxnSpPr>
          <p:cNvPr id="31" name="Straight Arrow Connector 66">
            <a:extLst>
              <a:ext uri="{FF2B5EF4-FFF2-40B4-BE49-F238E27FC236}">
                <a16:creationId xmlns:a16="http://schemas.microsoft.com/office/drawing/2014/main" id="{B799CC09-AAB5-CEA9-4DB7-768EDD3CF2E2}"/>
              </a:ext>
            </a:extLst>
          </p:cNvPr>
          <p:cNvCxnSpPr>
            <a:stCxn id="27" idx="3"/>
            <a:endCxn id="29" idx="1"/>
          </p:cNvCxnSpPr>
          <p:nvPr/>
        </p:nvCxnSpPr>
        <p:spPr bwMode="gray">
          <a:xfrm>
            <a:off x="7264301" y="4677533"/>
            <a:ext cx="970294" cy="0"/>
          </a:xfrm>
          <a:prstGeom prst="straightConnector1">
            <a:avLst/>
          </a:prstGeom>
          <a:ln w="95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32" name="database 60">
            <a:extLst>
              <a:ext uri="{FF2B5EF4-FFF2-40B4-BE49-F238E27FC236}">
                <a16:creationId xmlns:a16="http://schemas.microsoft.com/office/drawing/2014/main" id="{37A70538-3AB1-0E1B-C2B2-A546526EF7A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684275" y="4407533"/>
            <a:ext cx="540000" cy="540000"/>
          </a:xfrm>
          <a:prstGeom prst="rect">
            <a:avLst/>
          </a:prstGeom>
        </p:spPr>
      </p:pic>
      <p:cxnSp>
        <p:nvCxnSpPr>
          <p:cNvPr id="33" name="Straight Arrow Connector 71">
            <a:extLst>
              <a:ext uri="{FF2B5EF4-FFF2-40B4-BE49-F238E27FC236}">
                <a16:creationId xmlns:a16="http://schemas.microsoft.com/office/drawing/2014/main" id="{72150022-DF94-84AF-C3DD-F115B97F7DA4}"/>
              </a:ext>
            </a:extLst>
          </p:cNvPr>
          <p:cNvCxnSpPr>
            <a:cxnSpLocks/>
            <a:stCxn id="29" idx="3"/>
            <a:endCxn id="32" idx="1"/>
          </p:cNvCxnSpPr>
          <p:nvPr/>
        </p:nvCxnSpPr>
        <p:spPr bwMode="gray">
          <a:xfrm>
            <a:off x="8774595" y="4677533"/>
            <a:ext cx="909680" cy="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76">
            <a:extLst>
              <a:ext uri="{FF2B5EF4-FFF2-40B4-BE49-F238E27FC236}">
                <a16:creationId xmlns:a16="http://schemas.microsoft.com/office/drawing/2014/main" id="{866E8A32-1A69-F155-6D74-E8A6FBD487F0}"/>
              </a:ext>
            </a:extLst>
          </p:cNvPr>
          <p:cNvSpPr txBox="1"/>
          <p:nvPr/>
        </p:nvSpPr>
        <p:spPr bwMode="gray">
          <a:xfrm>
            <a:off x="9324345" y="3068246"/>
            <a:ext cx="1313905" cy="1186003"/>
          </a:xfrm>
          <a:prstGeom prst="rect">
            <a:avLst/>
          </a:prstGeom>
          <a:noFill/>
        </p:spPr>
        <p:txBody>
          <a:bodyPr wrap="square" lIns="0" tIns="0" rIns="0" bIns="0" rtlCol="0">
            <a:noAutofit/>
          </a:bodyPr>
          <a:lstStyle/>
          <a:p>
            <a:pPr>
              <a:spcBef>
                <a:spcPts val="600"/>
              </a:spcBef>
            </a:pPr>
            <a:r>
              <a:rPr lang="da-DK" sz="1000" b="1" dirty="0">
                <a:solidFill>
                  <a:schemeClr val="accent1"/>
                </a:solidFill>
              </a:rPr>
              <a:t>Asynkron </a:t>
            </a:r>
            <a:r>
              <a:rPr lang="da-DK" sz="1000" b="1" dirty="0" err="1">
                <a:solidFill>
                  <a:schemeClr val="accent1"/>
                </a:solidFill>
              </a:rPr>
              <a:t>Offload</a:t>
            </a:r>
            <a:endParaRPr lang="da-DK" sz="1000" b="1" dirty="0">
              <a:solidFill>
                <a:schemeClr val="accent1"/>
              </a:solidFill>
            </a:endParaRPr>
          </a:p>
          <a:p>
            <a:pPr>
              <a:spcBef>
                <a:spcPts val="600"/>
              </a:spcBef>
            </a:pPr>
            <a:br>
              <a:rPr lang="da-DK" sz="1000" dirty="0">
                <a:solidFill>
                  <a:schemeClr val="accent1"/>
                </a:solidFill>
              </a:rPr>
            </a:br>
            <a:r>
              <a:rPr lang="da-DK" sz="1000" dirty="0">
                <a:solidFill>
                  <a:schemeClr val="accent1"/>
                </a:solidFill>
              </a:rPr>
              <a:t>- Kø og jobs</a:t>
            </a:r>
          </a:p>
          <a:p>
            <a:pPr>
              <a:spcBef>
                <a:spcPts val="600"/>
              </a:spcBef>
            </a:pPr>
            <a:r>
              <a:rPr lang="da-DK" sz="1000" dirty="0">
                <a:solidFill>
                  <a:schemeClr val="accent1"/>
                </a:solidFill>
              </a:rPr>
              <a:t>- </a:t>
            </a:r>
            <a:r>
              <a:rPr lang="da-DK" sz="1000" dirty="0" err="1">
                <a:solidFill>
                  <a:schemeClr val="accent1"/>
                </a:solidFill>
              </a:rPr>
              <a:t>Batches</a:t>
            </a:r>
            <a:r>
              <a:rPr lang="da-DK" sz="1000" dirty="0">
                <a:solidFill>
                  <a:schemeClr val="accent1"/>
                </a:solidFill>
              </a:rPr>
              <a:t> &amp; Dokumenter</a:t>
            </a:r>
          </a:p>
        </p:txBody>
      </p:sp>
      <p:cxnSp>
        <p:nvCxnSpPr>
          <p:cNvPr id="35" name="Connector: Elbow 88">
            <a:extLst>
              <a:ext uri="{FF2B5EF4-FFF2-40B4-BE49-F238E27FC236}">
                <a16:creationId xmlns:a16="http://schemas.microsoft.com/office/drawing/2014/main" id="{8167574F-771E-4B1D-F7CB-7913F8B8DA1D}"/>
              </a:ext>
            </a:extLst>
          </p:cNvPr>
          <p:cNvCxnSpPr>
            <a:cxnSpLocks/>
            <a:stCxn id="32" idx="3"/>
            <a:endCxn id="38" idx="3"/>
          </p:cNvCxnSpPr>
          <p:nvPr/>
        </p:nvCxnSpPr>
        <p:spPr bwMode="gray">
          <a:xfrm flipH="1">
            <a:off x="5803270" y="4677533"/>
            <a:ext cx="4421005" cy="391297"/>
          </a:xfrm>
          <a:prstGeom prst="bentConnector3">
            <a:avLst>
              <a:gd name="adj1" fmla="val -5171"/>
            </a:avLst>
          </a:prstGeom>
          <a:ln w="95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6" name="Connector: Elbow 95">
            <a:extLst>
              <a:ext uri="{FF2B5EF4-FFF2-40B4-BE49-F238E27FC236}">
                <a16:creationId xmlns:a16="http://schemas.microsoft.com/office/drawing/2014/main" id="{851669ED-C7C9-64D1-653D-0A794626DD8F}"/>
              </a:ext>
            </a:extLst>
          </p:cNvPr>
          <p:cNvCxnSpPr>
            <a:cxnSpLocks/>
            <a:endCxn id="27" idx="1"/>
          </p:cNvCxnSpPr>
          <p:nvPr/>
        </p:nvCxnSpPr>
        <p:spPr bwMode="gray">
          <a:xfrm rot="16200000" flipH="1">
            <a:off x="5676408" y="3629640"/>
            <a:ext cx="1834310" cy="261475"/>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7" name="cloud 17">
            <a:extLst>
              <a:ext uri="{FF2B5EF4-FFF2-40B4-BE49-F238E27FC236}">
                <a16:creationId xmlns:a16="http://schemas.microsoft.com/office/drawing/2014/main" id="{2098B10D-C18A-9FAC-A28D-E2E0818AD2E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120795" y="2159867"/>
            <a:ext cx="720000" cy="720000"/>
          </a:xfrm>
          <a:prstGeom prst="rect">
            <a:avLst/>
          </a:prstGeom>
        </p:spPr>
      </p:pic>
      <p:sp>
        <p:nvSpPr>
          <p:cNvPr id="38" name="Rectangle: Rounded Corners 105">
            <a:extLst>
              <a:ext uri="{FF2B5EF4-FFF2-40B4-BE49-F238E27FC236}">
                <a16:creationId xmlns:a16="http://schemas.microsoft.com/office/drawing/2014/main" id="{749EF123-F8FC-FB71-BBC4-2FB77190398E}"/>
              </a:ext>
            </a:extLst>
          </p:cNvPr>
          <p:cNvSpPr/>
          <p:nvPr/>
        </p:nvSpPr>
        <p:spPr bwMode="gray">
          <a:xfrm>
            <a:off x="4990702" y="4629041"/>
            <a:ext cx="812568" cy="879578"/>
          </a:xfrm>
          <a:prstGeom prst="roundRect">
            <a:avLst>
              <a:gd name="adj" fmla="val 6929"/>
            </a:avLst>
          </a:prstGeom>
          <a:solidFill>
            <a:srgbClr val="DCDCD2">
              <a:alpha val="40000"/>
            </a:srgbClr>
          </a:solidFill>
        </p:spPr>
        <p:txBody>
          <a:bodyPr vert="horz" lIns="90000" tIns="46800" rIns="90000" bIns="46800" rtlCol="0" anchor="t">
            <a:noAutofit/>
          </a:bodyPr>
          <a:lstStyle/>
          <a:p>
            <a:pPr algn="ctr">
              <a:spcBef>
                <a:spcPts val="600"/>
              </a:spcBef>
            </a:pPr>
            <a:endParaRPr lang="da-DK" sz="1050" dirty="0">
              <a:solidFill>
                <a:schemeClr val="accent1"/>
              </a:solidFill>
            </a:endParaRPr>
          </a:p>
          <a:p>
            <a:pPr algn="ctr"/>
            <a:r>
              <a:rPr lang="da-DK" sz="1050" dirty="0">
                <a:solidFill>
                  <a:schemeClr val="accent1"/>
                </a:solidFill>
              </a:rPr>
              <a:t>Secure VPN </a:t>
            </a:r>
            <a:r>
              <a:rPr lang="da-DK" sz="1050" dirty="0" err="1">
                <a:solidFill>
                  <a:schemeClr val="accent1"/>
                </a:solidFill>
              </a:rPr>
              <a:t>mTLS</a:t>
            </a:r>
            <a:endParaRPr lang="da-DK" sz="1050" dirty="0">
              <a:solidFill>
                <a:schemeClr val="accent1"/>
              </a:solidFill>
            </a:endParaRPr>
          </a:p>
        </p:txBody>
      </p:sp>
      <p:sp>
        <p:nvSpPr>
          <p:cNvPr id="40" name="Rektangel 39">
            <a:extLst>
              <a:ext uri="{FF2B5EF4-FFF2-40B4-BE49-F238E27FC236}">
                <a16:creationId xmlns:a16="http://schemas.microsoft.com/office/drawing/2014/main" id="{A1943811-07A9-DA87-31CC-AF6D1564D1B8}"/>
              </a:ext>
            </a:extLst>
          </p:cNvPr>
          <p:cNvSpPr/>
          <p:nvPr/>
        </p:nvSpPr>
        <p:spPr bwMode="gray">
          <a:xfrm>
            <a:off x="463372" y="1951892"/>
            <a:ext cx="4321284" cy="4132368"/>
          </a:xfrm>
          <a:prstGeom prst="rect">
            <a:avLst/>
          </a:prstGeom>
          <a:noFill/>
          <a:ln w="9525"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vert="horz" lIns="90000" tIns="46800" rIns="90000" bIns="46800" rtlCol="0" anchor="t">
            <a:noAutofit/>
          </a:bodyPr>
          <a:lstStyle/>
          <a:p>
            <a:pPr marL="216000" marR="0" indent="-216000" algn="l" defTabSz="914400" eaLnBrk="1" fontAlgn="auto" latinLnBrk="0" hangingPunct="1">
              <a:lnSpc>
                <a:spcPct val="100000"/>
              </a:lnSpc>
              <a:spcBef>
                <a:spcPts val="600"/>
              </a:spcBef>
              <a:spcAft>
                <a:spcPts val="0"/>
              </a:spcAft>
              <a:buClrTx/>
              <a:buSzPct val="100000"/>
              <a:buFont typeface="Arial" panose="020B0604020202020204" pitchFamily="34" charset="0"/>
              <a:buChar char="•"/>
              <a:tabLst/>
            </a:pPr>
            <a:endParaRPr kumimoji="0" lang="da-DK" sz="1200" b="0" i="0" u="none" strike="noStrike" kern="1200" cap="none" spc="0" normalizeH="0" baseline="0" noProof="0" dirty="0" err="1">
              <a:ln>
                <a:noFill/>
              </a:ln>
              <a:solidFill>
                <a:srgbClr val="44463E"/>
              </a:solidFill>
              <a:effectLst/>
              <a:uLnTx/>
              <a:uFillTx/>
              <a:ea typeface="+mn-ea"/>
            </a:endParaRPr>
          </a:p>
        </p:txBody>
      </p:sp>
      <p:cxnSp>
        <p:nvCxnSpPr>
          <p:cNvPr id="45" name="Lige pilforbindelse 44">
            <a:extLst>
              <a:ext uri="{FF2B5EF4-FFF2-40B4-BE49-F238E27FC236}">
                <a16:creationId xmlns:a16="http://schemas.microsoft.com/office/drawing/2014/main" id="{3DA7509E-0849-F5B9-C09B-D7270FF33682}"/>
              </a:ext>
            </a:extLst>
          </p:cNvPr>
          <p:cNvCxnSpPr>
            <a:cxnSpLocks/>
            <a:stCxn id="18" idx="3"/>
            <a:endCxn id="38" idx="1"/>
          </p:cNvCxnSpPr>
          <p:nvPr/>
        </p:nvCxnSpPr>
        <p:spPr bwMode="gray">
          <a:xfrm>
            <a:off x="4588598" y="5056920"/>
            <a:ext cx="402104" cy="11910"/>
          </a:xfrm>
          <a:prstGeom prst="straightConnector1">
            <a:avLst/>
          </a:prstGeom>
          <a:ln w="95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2" name="Tekstfelt 51">
            <a:extLst>
              <a:ext uri="{FF2B5EF4-FFF2-40B4-BE49-F238E27FC236}">
                <a16:creationId xmlns:a16="http://schemas.microsoft.com/office/drawing/2014/main" id="{52DB245A-36AE-5E57-AC0C-5E652E211FCD}"/>
              </a:ext>
            </a:extLst>
          </p:cNvPr>
          <p:cNvSpPr txBox="1"/>
          <p:nvPr/>
        </p:nvSpPr>
        <p:spPr bwMode="gray">
          <a:xfrm>
            <a:off x="463372" y="1650305"/>
            <a:ext cx="4321284" cy="261610"/>
          </a:xfrm>
          <a:prstGeom prst="rect">
            <a:avLst/>
          </a:prstGeom>
          <a:noFill/>
        </p:spPr>
        <p:txBody>
          <a:bodyPr wrap="square">
            <a:spAutoFit/>
          </a:bodyPr>
          <a:lstStyle/>
          <a:p>
            <a:pPr marL="0" indent="0">
              <a:buNone/>
            </a:pPr>
            <a:r>
              <a:rPr lang="da-DK" sz="1100" b="1" dirty="0">
                <a:solidFill>
                  <a:schemeClr val="tx1"/>
                </a:solidFill>
              </a:rPr>
              <a:t>On-</a:t>
            </a:r>
            <a:r>
              <a:rPr lang="da-DK" sz="1100" b="1" dirty="0" err="1"/>
              <a:t>p</a:t>
            </a:r>
            <a:r>
              <a:rPr lang="da-DK" sz="1100" b="1" dirty="0" err="1">
                <a:solidFill>
                  <a:schemeClr val="tx1"/>
                </a:solidFill>
              </a:rPr>
              <a:t>remise</a:t>
            </a:r>
            <a:endParaRPr lang="da-DK" sz="1100" b="1" dirty="0">
              <a:solidFill>
                <a:schemeClr val="tx1"/>
              </a:solidFill>
            </a:endParaRPr>
          </a:p>
        </p:txBody>
      </p:sp>
      <p:sp>
        <p:nvSpPr>
          <p:cNvPr id="54" name="Tekstfelt 53">
            <a:extLst>
              <a:ext uri="{FF2B5EF4-FFF2-40B4-BE49-F238E27FC236}">
                <a16:creationId xmlns:a16="http://schemas.microsoft.com/office/drawing/2014/main" id="{00F369CC-DD95-50E8-6E32-64E38FCC7FF4}"/>
              </a:ext>
            </a:extLst>
          </p:cNvPr>
          <p:cNvSpPr txBox="1"/>
          <p:nvPr/>
        </p:nvSpPr>
        <p:spPr bwMode="gray">
          <a:xfrm>
            <a:off x="6057854" y="1689436"/>
            <a:ext cx="4580395" cy="261610"/>
          </a:xfrm>
          <a:prstGeom prst="rect">
            <a:avLst/>
          </a:prstGeom>
          <a:noFill/>
        </p:spPr>
        <p:txBody>
          <a:bodyPr wrap="square">
            <a:spAutoFit/>
          </a:bodyPr>
          <a:lstStyle/>
          <a:p>
            <a:pPr marL="0" indent="0">
              <a:buNone/>
            </a:pPr>
            <a:r>
              <a:rPr lang="da-DK" sz="1100" b="1" dirty="0"/>
              <a:t>Ekstern hostet kapacitet</a:t>
            </a:r>
          </a:p>
        </p:txBody>
      </p:sp>
      <p:sp>
        <p:nvSpPr>
          <p:cNvPr id="55" name="Rektangel 54">
            <a:extLst>
              <a:ext uri="{FF2B5EF4-FFF2-40B4-BE49-F238E27FC236}">
                <a16:creationId xmlns:a16="http://schemas.microsoft.com/office/drawing/2014/main" id="{6CD381D0-64CD-6ADE-8CBC-675C0CE523C1}"/>
              </a:ext>
            </a:extLst>
          </p:cNvPr>
          <p:cNvSpPr/>
          <p:nvPr/>
        </p:nvSpPr>
        <p:spPr bwMode="gray">
          <a:xfrm>
            <a:off x="5989957" y="1951046"/>
            <a:ext cx="4773835" cy="4133214"/>
          </a:xfrm>
          <a:prstGeom prst="rect">
            <a:avLst/>
          </a:prstGeom>
          <a:noFill/>
          <a:ln w="9525"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vert="horz" lIns="90000" tIns="46800" rIns="90000" bIns="46800" rtlCol="0" anchor="t">
            <a:noAutofit/>
          </a:bodyPr>
          <a:lstStyle/>
          <a:p>
            <a:pPr marL="216000" marR="0" indent="-216000" algn="l" defTabSz="914400" eaLnBrk="1" fontAlgn="auto" latinLnBrk="0" hangingPunct="1">
              <a:lnSpc>
                <a:spcPct val="100000"/>
              </a:lnSpc>
              <a:spcBef>
                <a:spcPts val="600"/>
              </a:spcBef>
              <a:spcAft>
                <a:spcPts val="0"/>
              </a:spcAft>
              <a:buClrTx/>
              <a:buSzPct val="100000"/>
              <a:buFont typeface="Arial" panose="020B0604020202020204" pitchFamily="34" charset="0"/>
              <a:buChar char="•"/>
              <a:tabLst/>
            </a:pPr>
            <a:endParaRPr kumimoji="0" lang="da-DK" sz="1200" b="0" i="0" u="none" strike="noStrike" kern="1200" cap="none" spc="0" normalizeH="0" baseline="0" noProof="0" dirty="0" err="1">
              <a:ln>
                <a:noFill/>
              </a:ln>
              <a:solidFill>
                <a:srgbClr val="44463E"/>
              </a:solidFill>
              <a:effectLst/>
              <a:uLnTx/>
              <a:uFillTx/>
              <a:ea typeface="+mn-ea"/>
            </a:endParaRPr>
          </a:p>
        </p:txBody>
      </p:sp>
    </p:spTree>
    <p:extLst>
      <p:ext uri="{BB962C8B-B14F-4D97-AF65-F5344CB8AC3E}">
        <p14:creationId xmlns:p14="http://schemas.microsoft.com/office/powerpoint/2010/main" val="17441357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91F11-43F8-911C-7B80-A8DA459CD2BB}"/>
            </a:ext>
          </a:extLst>
        </p:cNvPr>
        <p:cNvGrpSpPr/>
        <p:nvPr/>
      </p:nvGrpSpPr>
      <p:grpSpPr>
        <a:xfrm>
          <a:off x="0" y="0"/>
          <a:ext cx="0" cy="0"/>
          <a:chOff x="0" y="0"/>
          <a:chExt cx="0" cy="0"/>
        </a:xfrm>
      </p:grpSpPr>
      <p:sp>
        <p:nvSpPr>
          <p:cNvPr id="11" name="Titel 10">
            <a:extLst>
              <a:ext uri="{FF2B5EF4-FFF2-40B4-BE49-F238E27FC236}">
                <a16:creationId xmlns:a16="http://schemas.microsoft.com/office/drawing/2014/main" id="{2D252390-1CA5-9DAB-0BC0-26890F23F045}"/>
              </a:ext>
            </a:extLst>
          </p:cNvPr>
          <p:cNvSpPr>
            <a:spLocks noGrp="1"/>
          </p:cNvSpPr>
          <p:nvPr>
            <p:ph type="title"/>
          </p:nvPr>
        </p:nvSpPr>
        <p:spPr/>
        <p:txBody>
          <a:bodyPr/>
          <a:lstStyle/>
          <a:p>
            <a:r>
              <a:rPr lang="da-DK" sz="1800" dirty="0"/>
              <a:t>Håndtering af </a:t>
            </a:r>
            <a:r>
              <a:rPr lang="da-DK" sz="1800" dirty="0" err="1"/>
              <a:t>GenAI</a:t>
            </a:r>
            <a:r>
              <a:rPr lang="da-DK" sz="1800" dirty="0"/>
              <a:t>‑risici med lagdelt sikkerhedsarkitektur til Forsvarsakademiet</a:t>
            </a:r>
          </a:p>
        </p:txBody>
      </p:sp>
      <p:sp>
        <p:nvSpPr>
          <p:cNvPr id="12" name="Pladsholder til tekst 11">
            <a:extLst>
              <a:ext uri="{FF2B5EF4-FFF2-40B4-BE49-F238E27FC236}">
                <a16:creationId xmlns:a16="http://schemas.microsoft.com/office/drawing/2014/main" id="{AC68800A-DB73-1E43-4C14-1B27731F1B69}"/>
              </a:ext>
            </a:extLst>
          </p:cNvPr>
          <p:cNvSpPr>
            <a:spLocks noGrp="1"/>
          </p:cNvSpPr>
          <p:nvPr>
            <p:ph type="body" sz="quarter" idx="12"/>
          </p:nvPr>
        </p:nvSpPr>
        <p:spPr/>
        <p:txBody>
          <a:bodyPr/>
          <a:lstStyle/>
          <a:p>
            <a:r>
              <a:rPr lang="da-DK"/>
              <a:t>2. Løsningsdesign – </a:t>
            </a:r>
            <a:r>
              <a:rPr lang="da-DK" err="1"/>
              <a:t>GenAI</a:t>
            </a:r>
            <a:r>
              <a:rPr lang="da-DK"/>
              <a:t> sikkerhed</a:t>
            </a:r>
          </a:p>
        </p:txBody>
      </p:sp>
      <p:sp>
        <p:nvSpPr>
          <p:cNvPr id="13" name="Pladsholder til tekst 12">
            <a:extLst>
              <a:ext uri="{FF2B5EF4-FFF2-40B4-BE49-F238E27FC236}">
                <a16:creationId xmlns:a16="http://schemas.microsoft.com/office/drawing/2014/main" id="{0F894D81-C12F-5081-0C2B-FD855B8E8708}"/>
              </a:ext>
            </a:extLst>
          </p:cNvPr>
          <p:cNvSpPr>
            <a:spLocks noGrp="1"/>
          </p:cNvSpPr>
          <p:nvPr>
            <p:ph type="body" sz="quarter" idx="13"/>
          </p:nvPr>
        </p:nvSpPr>
        <p:spPr>
          <a:xfrm>
            <a:off x="360364" y="3429000"/>
            <a:ext cx="3585600" cy="2709863"/>
          </a:xfrm>
        </p:spPr>
        <p:txBody>
          <a:bodyPr/>
          <a:lstStyle/>
          <a:p>
            <a:pPr marL="0" indent="0">
              <a:buNone/>
            </a:pPr>
            <a:r>
              <a:rPr lang="da-DK" sz="1400" b="1" dirty="0"/>
              <a:t>Ved AI Anvendelse</a:t>
            </a:r>
          </a:p>
          <a:p>
            <a:r>
              <a:rPr lang="da-DK" dirty="0"/>
              <a:t>Mis‑ og overanvendelse af modellen </a:t>
            </a:r>
          </a:p>
          <a:p>
            <a:r>
              <a:rPr lang="da-DK" dirty="0"/>
              <a:t>Misvisende eller skadelig output</a:t>
            </a:r>
          </a:p>
          <a:p>
            <a:r>
              <a:rPr lang="da-DK" dirty="0"/>
              <a:t>Datalæk</a:t>
            </a:r>
          </a:p>
          <a:p>
            <a:r>
              <a:rPr lang="da-DK" dirty="0"/>
              <a:t>Svag adgangsstyring</a:t>
            </a:r>
          </a:p>
          <a:p>
            <a:r>
              <a:rPr lang="da-DK" dirty="0"/>
              <a:t>sårbarheder i forsyningskæden. </a:t>
            </a:r>
          </a:p>
          <a:p>
            <a:endParaRPr lang="da-DK" dirty="0"/>
          </a:p>
        </p:txBody>
      </p:sp>
      <p:sp>
        <p:nvSpPr>
          <p:cNvPr id="14" name="Pladsholder til tekst 13">
            <a:extLst>
              <a:ext uri="{FF2B5EF4-FFF2-40B4-BE49-F238E27FC236}">
                <a16:creationId xmlns:a16="http://schemas.microsoft.com/office/drawing/2014/main" id="{753B58FD-4E73-B34B-20CC-3C3FCA6A282D}"/>
              </a:ext>
            </a:extLst>
          </p:cNvPr>
          <p:cNvSpPr>
            <a:spLocks noGrp="1"/>
          </p:cNvSpPr>
          <p:nvPr>
            <p:ph type="body" sz="quarter" idx="14"/>
          </p:nvPr>
        </p:nvSpPr>
        <p:spPr>
          <a:xfrm>
            <a:off x="4303202" y="3429000"/>
            <a:ext cx="3585600" cy="2709863"/>
          </a:xfrm>
        </p:spPr>
        <p:txBody>
          <a:bodyPr/>
          <a:lstStyle/>
          <a:p>
            <a:pPr marL="0" indent="0">
              <a:buNone/>
            </a:pPr>
            <a:r>
              <a:rPr lang="da-DK" sz="1400" b="1"/>
              <a:t>Ved AI Applikation</a:t>
            </a:r>
          </a:p>
          <a:p>
            <a:r>
              <a:rPr lang="da-DK"/>
              <a:t>Trusler fra prompt‑ og kommandoinjektion dvs. risiko for at </a:t>
            </a:r>
            <a:r>
              <a:rPr lang="da-DK" err="1"/>
              <a:t>GenAI</a:t>
            </a:r>
            <a:r>
              <a:rPr lang="da-DK"/>
              <a:t> model gives skjulte eller manipulerende instruktioner </a:t>
            </a:r>
          </a:p>
          <a:p>
            <a:r>
              <a:rPr lang="da-DK" err="1"/>
              <a:t>Jailbreaks</a:t>
            </a:r>
            <a:r>
              <a:rPr lang="da-DK"/>
              <a:t> dvs. risiko for at </a:t>
            </a:r>
            <a:r>
              <a:rPr lang="da-DK" err="1"/>
              <a:t>GenAI</a:t>
            </a:r>
            <a:r>
              <a:rPr lang="da-DK"/>
              <a:t> model opsættes til at operere udenfor opsat sikkerhedspolitik etc. </a:t>
            </a:r>
          </a:p>
          <a:p>
            <a:r>
              <a:rPr lang="da-DK"/>
              <a:t>Udtrækning af systeminstruktioner og data</a:t>
            </a:r>
          </a:p>
          <a:p>
            <a:r>
              <a:rPr lang="da-DK"/>
              <a:t>Usikre eller overautonome plugins</a:t>
            </a:r>
          </a:p>
          <a:p>
            <a:r>
              <a:rPr lang="da-DK"/>
              <a:t>Data‑ og </a:t>
            </a:r>
            <a:r>
              <a:rPr lang="da-DK" err="1"/>
              <a:t>modellforgiftning</a:t>
            </a:r>
            <a:r>
              <a:rPr lang="da-DK"/>
              <a:t> i fx fine‑tuning. </a:t>
            </a:r>
          </a:p>
          <a:p>
            <a:endParaRPr lang="da-DK"/>
          </a:p>
        </p:txBody>
      </p:sp>
      <p:sp>
        <p:nvSpPr>
          <p:cNvPr id="15" name="Pladsholder til tekst 14">
            <a:extLst>
              <a:ext uri="{FF2B5EF4-FFF2-40B4-BE49-F238E27FC236}">
                <a16:creationId xmlns:a16="http://schemas.microsoft.com/office/drawing/2014/main" id="{C8C09614-29C2-A0D8-7B82-1BE7C25D9CDA}"/>
              </a:ext>
            </a:extLst>
          </p:cNvPr>
          <p:cNvSpPr>
            <a:spLocks noGrp="1"/>
          </p:cNvSpPr>
          <p:nvPr>
            <p:ph type="body" sz="quarter" idx="15"/>
          </p:nvPr>
        </p:nvSpPr>
        <p:spPr>
          <a:xfrm>
            <a:off x="8246038" y="3429000"/>
            <a:ext cx="3585600" cy="2709863"/>
          </a:xfrm>
        </p:spPr>
        <p:txBody>
          <a:bodyPr/>
          <a:lstStyle/>
          <a:p>
            <a:pPr marL="0" indent="0">
              <a:buNone/>
            </a:pPr>
            <a:r>
              <a:rPr lang="da-DK" sz="1400" b="1"/>
              <a:t>Ved AI Platform</a:t>
            </a:r>
          </a:p>
          <a:p>
            <a:r>
              <a:rPr lang="da-DK" err="1"/>
              <a:t>Træningsdatapoisoning</a:t>
            </a:r>
            <a:endParaRPr lang="da-DK"/>
          </a:p>
          <a:p>
            <a:r>
              <a:rPr lang="da-DK"/>
              <a:t>Model‑ og </a:t>
            </a:r>
            <a:r>
              <a:rPr lang="da-DK" err="1"/>
              <a:t>privacy</a:t>
            </a:r>
            <a:r>
              <a:rPr lang="da-DK"/>
              <a:t>‑angreb (</a:t>
            </a:r>
            <a:r>
              <a:rPr lang="da-DK" err="1"/>
              <a:t>membership</a:t>
            </a:r>
            <a:r>
              <a:rPr lang="da-DK"/>
              <a:t>/</a:t>
            </a:r>
            <a:r>
              <a:rPr lang="da-DK" err="1"/>
              <a:t>attribute</a:t>
            </a:r>
            <a:r>
              <a:rPr lang="da-DK"/>
              <a:t> </a:t>
            </a:r>
            <a:r>
              <a:rPr lang="da-DK" err="1"/>
              <a:t>inference</a:t>
            </a:r>
            <a:r>
              <a:rPr lang="da-DK"/>
              <a:t>, rekonstruktion af træningsdata)</a:t>
            </a:r>
          </a:p>
          <a:p>
            <a:r>
              <a:rPr lang="da-DK" err="1"/>
              <a:t>Denial</a:t>
            </a:r>
            <a:r>
              <a:rPr lang="da-DK"/>
              <a:t>‑of‑service</a:t>
            </a:r>
          </a:p>
          <a:p>
            <a:r>
              <a:rPr lang="da-DK"/>
              <a:t>Supply‑</a:t>
            </a:r>
            <a:r>
              <a:rPr lang="da-DK" err="1"/>
              <a:t>chain</a:t>
            </a:r>
            <a:r>
              <a:rPr lang="da-DK"/>
              <a:t>‑sårbarheder og </a:t>
            </a:r>
            <a:r>
              <a:rPr lang="da-DK" err="1"/>
              <a:t>governance</a:t>
            </a:r>
            <a:r>
              <a:rPr lang="da-DK"/>
              <a:t>‑fejl, herunder utilstrækkelig </a:t>
            </a:r>
            <a:r>
              <a:rPr lang="da-DK" err="1"/>
              <a:t>logging</a:t>
            </a:r>
            <a:r>
              <a:rPr lang="da-DK"/>
              <a:t>, audit og versionsstyring.</a:t>
            </a:r>
            <a:endParaRPr lang="en-US"/>
          </a:p>
          <a:p>
            <a:endParaRPr lang="da-DK"/>
          </a:p>
        </p:txBody>
      </p:sp>
      <p:sp>
        <p:nvSpPr>
          <p:cNvPr id="4" name="Pladsholder til sidefod 3">
            <a:extLst>
              <a:ext uri="{FF2B5EF4-FFF2-40B4-BE49-F238E27FC236}">
                <a16:creationId xmlns:a16="http://schemas.microsoft.com/office/drawing/2014/main" id="{04B068AD-60F3-90C6-24F4-25349350CC95}"/>
              </a:ext>
            </a:extLst>
          </p:cNvPr>
          <p:cNvSpPr>
            <a:spLocks noGrp="1"/>
          </p:cNvSpPr>
          <p:nvPr>
            <p:ph type="ftr" sz="quarter" idx="3"/>
          </p:nvPr>
        </p:nvSpPr>
        <p:spPr/>
        <p:txBody>
          <a:bodyPr/>
          <a:lstStyle/>
          <a:p>
            <a:pPr>
              <a:defRPr lang="en-GB"/>
            </a:pPr>
            <a:endParaRPr lang="en-GB"/>
          </a:p>
        </p:txBody>
      </p:sp>
      <p:sp>
        <p:nvSpPr>
          <p:cNvPr id="10" name="Pladsholder til slidenummer 9">
            <a:extLst>
              <a:ext uri="{FF2B5EF4-FFF2-40B4-BE49-F238E27FC236}">
                <a16:creationId xmlns:a16="http://schemas.microsoft.com/office/drawing/2014/main" id="{32587DC2-B9CB-6C7C-7A62-A6B687017647}"/>
              </a:ext>
            </a:extLst>
          </p:cNvPr>
          <p:cNvSpPr>
            <a:spLocks noGrp="1"/>
          </p:cNvSpPr>
          <p:nvPr>
            <p:ph type="sldNum" sz="quarter" idx="4294967295"/>
          </p:nvPr>
        </p:nvSpPr>
        <p:spPr>
          <a:xfrm>
            <a:off x="11487150" y="6318250"/>
            <a:ext cx="704850" cy="180975"/>
          </a:xfrm>
          <a:prstGeom prst="rect">
            <a:avLst/>
          </a:prstGeom>
        </p:spPr>
        <p:txBody>
          <a:bodyPr/>
          <a:lstStyle/>
          <a:p>
            <a:pPr>
              <a:defRPr lang="en-GB"/>
            </a:pPr>
            <a:fld id="{10BE2C1E-995C-4121-AD26-7DE6C74EE600}" type="slidenum">
              <a:rPr lang="en-GB" smtClean="0"/>
              <a:t>5</a:t>
            </a:fld>
            <a:endParaRPr lang="en-GB"/>
          </a:p>
        </p:txBody>
      </p:sp>
      <p:sp>
        <p:nvSpPr>
          <p:cNvPr id="16" name="Text Placeholder 5">
            <a:extLst>
              <a:ext uri="{FF2B5EF4-FFF2-40B4-BE49-F238E27FC236}">
                <a16:creationId xmlns:a16="http://schemas.microsoft.com/office/drawing/2014/main" id="{92876A33-481B-B67F-5540-2B61D2BBE558}"/>
              </a:ext>
            </a:extLst>
          </p:cNvPr>
          <p:cNvSpPr txBox="1">
            <a:spLocks/>
          </p:cNvSpPr>
          <p:nvPr/>
        </p:nvSpPr>
        <p:spPr>
          <a:xfrm>
            <a:off x="360364" y="1557338"/>
            <a:ext cx="11471274" cy="1778529"/>
          </a:xfrm>
          <a:prstGeom prst="rect">
            <a:avLst/>
          </a:prstGeom>
          <a:solidFill>
            <a:schemeClr val="bg2"/>
          </a:solidFill>
        </p:spPr>
        <p:txBody>
          <a:bodyPr vert="horz" lIns="0" tIns="0" rIns="0" bIns="0" rtlCol="0">
            <a:noAutofit/>
          </a:bodyPr>
          <a:lstStyle>
            <a:lvl1pPr marL="216000" indent="-216000" algn="l" defTabSz="914400" rtl="0" eaLnBrk="1" latinLnBrk="0" hangingPunct="1">
              <a:lnSpc>
                <a:spcPct val="100000"/>
              </a:lnSpc>
              <a:spcBef>
                <a:spcPts val="600"/>
              </a:spcBef>
              <a:buSzTx/>
              <a:buFont typeface="Arial" panose="020B0604020202020204" pitchFamily="34" charset="0"/>
              <a:buChar char="•"/>
              <a:defRPr lang="en-US" sz="1200" b="0" i="0" kern="1200" spc="0">
                <a:solidFill>
                  <a:schemeClr val="tx1"/>
                </a:solidFill>
                <a:latin typeface="+mn-lt"/>
                <a:ea typeface="+mn-ea"/>
                <a:cs typeface="Calibri" panose="020F0502020204030204" pitchFamily="34" charset="0"/>
              </a:defRPr>
            </a:lvl1pPr>
            <a:lvl2pPr marL="432000" indent="-216000" algn="l" defTabSz="914400" rtl="0" eaLnBrk="1" latinLnBrk="0" hangingPunct="1">
              <a:lnSpc>
                <a:spcPct val="100000"/>
              </a:lnSpc>
              <a:spcBef>
                <a:spcPts val="600"/>
              </a:spcBef>
              <a:buFont typeface="Arial" panose="020B0604020202020204" pitchFamily="34" charset="0"/>
              <a:buChar char="•"/>
              <a:defRPr sz="1200" b="0" i="0" kern="1200" spc="0">
                <a:solidFill>
                  <a:schemeClr val="tx1"/>
                </a:solidFill>
                <a:latin typeface="+mn-lt"/>
                <a:ea typeface="+mn-ea"/>
                <a:cs typeface="Calibri" panose="020F0502020204030204" pitchFamily="34" charset="0"/>
              </a:defRPr>
            </a:lvl2pPr>
            <a:lvl3pPr marL="648000" indent="-216000" algn="l" defTabSz="914400" rtl="0" eaLnBrk="1" latinLnBrk="0" hangingPunct="1">
              <a:lnSpc>
                <a:spcPct val="100000"/>
              </a:lnSpc>
              <a:spcBef>
                <a:spcPts val="600"/>
              </a:spcBef>
              <a:buFont typeface="Arial" panose="020B0604020202020204" pitchFamily="34" charset="0"/>
              <a:buChar char="•"/>
              <a:defRPr sz="1200" kern="1200" spc="0">
                <a:solidFill>
                  <a:schemeClr val="tx1"/>
                </a:solidFill>
                <a:latin typeface="+mn-lt"/>
                <a:ea typeface="+mn-ea"/>
                <a:cs typeface="+mn-cs"/>
              </a:defRPr>
            </a:lvl3pPr>
            <a:lvl4pPr marL="864000" indent="-216000" algn="l" defTabSz="914400" rtl="0" eaLnBrk="1" latinLnBrk="0" hangingPunct="1">
              <a:lnSpc>
                <a:spcPct val="100000"/>
              </a:lnSpc>
              <a:spcBef>
                <a:spcPts val="600"/>
              </a:spcBef>
              <a:buFont typeface="Arial" panose="020B0604020202020204" pitchFamily="34" charset="0"/>
              <a:buChar char="•"/>
              <a:defRPr sz="1200" kern="1200" cap="none" spc="0" baseline="0">
                <a:solidFill>
                  <a:schemeClr val="tx1"/>
                </a:solidFill>
                <a:latin typeface="+mn-lt"/>
                <a:ea typeface="+mn-ea"/>
                <a:cs typeface="+mn-cs"/>
              </a:defRPr>
            </a:lvl4pPr>
            <a:lvl5pPr marL="1080000" indent="-216000" algn="l" defTabSz="914400" rtl="0" eaLnBrk="1" latinLnBrk="0" hangingPunct="1">
              <a:lnSpc>
                <a:spcPct val="100000"/>
              </a:lnSpc>
              <a:spcBef>
                <a:spcPts val="600"/>
              </a:spcBef>
              <a:buFont typeface="Arial" panose="020B0604020202020204" pitchFamily="34" charset="0"/>
              <a:buChar char="•"/>
              <a:defRPr sz="1200" b="0" i="0" kern="1200" spc="0">
                <a:solidFill>
                  <a:schemeClr val="tx1"/>
                </a:solidFill>
                <a:latin typeface="+mn-lt"/>
                <a:ea typeface="+mn-ea"/>
                <a:cs typeface="Calibri Light" panose="020F0302020204030204" pitchFamily="34" charset="0"/>
              </a:defRPr>
            </a:lvl5pPr>
            <a:lvl6pPr marL="0" indent="0" algn="l" defTabSz="914400" rtl="0" eaLnBrk="1" latinLnBrk="0" hangingPunct="1">
              <a:lnSpc>
                <a:spcPct val="150000"/>
              </a:lnSpc>
              <a:spcBef>
                <a:spcPts val="600"/>
              </a:spcBef>
              <a:buFont typeface="Arial" panose="020B0604020202020204"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3"/>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ct val="0"/>
              </a:spcBef>
              <a:spcAft>
                <a:spcPts val="600"/>
              </a:spcAft>
              <a:buFont typeface="Arial" panose="020B0604020202020204"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ct val="0"/>
              </a:spcBef>
              <a:spcAft>
                <a:spcPts val="600"/>
              </a:spcAft>
              <a:buFont typeface="Arial" panose="020B0604020202020204" pitchFamily="34" charset="0"/>
              <a:buNone/>
              <a:defRPr sz="1200" kern="1200">
                <a:solidFill>
                  <a:schemeClr val="tx1"/>
                </a:solidFill>
                <a:latin typeface="Gotham-Light" pitchFamily="50" charset="0"/>
                <a:ea typeface="+mn-ea"/>
                <a:cs typeface="Gotham-Light" pitchFamily="50" charset="0"/>
              </a:defRPr>
            </a:lvl9pPr>
          </a:lstStyle>
          <a:p>
            <a:pPr marL="0" indent="0">
              <a:buFont typeface="Arial" panose="020B0604020202020204" pitchFamily="34" charset="0"/>
              <a:buNone/>
            </a:pPr>
            <a:r>
              <a:rPr lang="da-DK" dirty="0"/>
              <a:t>Vi anvender en </a:t>
            </a:r>
            <a:r>
              <a:rPr lang="da-DK" b="1" dirty="0"/>
              <a:t>systematisk trussels- og risikomodel for </a:t>
            </a:r>
            <a:r>
              <a:rPr lang="da-DK" b="1" dirty="0" err="1"/>
              <a:t>GenAI</a:t>
            </a:r>
            <a:r>
              <a:rPr lang="da-DK" dirty="0"/>
              <a:t>, der dækker både anvendelse, applikation og platform – med særligt fokus på de scenarier, Forsvaret vil møde i praksis. Modellen </a:t>
            </a:r>
            <a:r>
              <a:rPr lang="da-DK" b="1" dirty="0"/>
              <a:t>kombinerer OWASP </a:t>
            </a:r>
            <a:r>
              <a:rPr lang="da-DK" dirty="0"/>
              <a:t>Top 10 for </a:t>
            </a:r>
            <a:r>
              <a:rPr lang="da-DK" dirty="0" err="1"/>
              <a:t>LLM’er</a:t>
            </a:r>
            <a:r>
              <a:rPr lang="da-DK" dirty="0"/>
              <a:t>, </a:t>
            </a:r>
            <a:r>
              <a:rPr lang="da-DK" b="1" dirty="0"/>
              <a:t>Microsofts AI‑sårbarhedsklassifikation</a:t>
            </a:r>
            <a:r>
              <a:rPr lang="da-DK" dirty="0"/>
              <a:t> og </a:t>
            </a:r>
            <a:r>
              <a:rPr lang="da-DK" b="1" dirty="0"/>
              <a:t>MITRE ATLAS</a:t>
            </a:r>
            <a:r>
              <a:rPr lang="da-DK" dirty="0"/>
              <a:t>’ </a:t>
            </a:r>
            <a:r>
              <a:rPr lang="da-DK" dirty="0" err="1"/>
              <a:t>threat</a:t>
            </a:r>
            <a:r>
              <a:rPr lang="da-DK" dirty="0"/>
              <a:t> matrix og er udvidet med on‑</a:t>
            </a:r>
            <a:r>
              <a:rPr lang="da-DK" dirty="0" err="1"/>
              <a:t>premise</a:t>
            </a:r>
            <a:r>
              <a:rPr lang="da-DK" dirty="0"/>
              <a:t>‑specifikke risici.</a:t>
            </a:r>
          </a:p>
          <a:p>
            <a:pPr marL="0" indent="0">
              <a:buFont typeface="Arial" panose="020B0604020202020204" pitchFamily="34" charset="0"/>
              <a:buNone/>
            </a:pPr>
            <a:r>
              <a:rPr lang="da-DK" dirty="0"/>
              <a:t>For on-</a:t>
            </a:r>
            <a:r>
              <a:rPr lang="da-DK" dirty="0" err="1"/>
              <a:t>premise</a:t>
            </a:r>
            <a:r>
              <a:rPr lang="da-DK" dirty="0"/>
              <a:t> og hybrid arkitektur supplerer vi med risici som modeltyveri (adgangs- og IP-beskyttelse forankret i implementering og </a:t>
            </a:r>
            <a:r>
              <a:rPr lang="da-DK" dirty="0" err="1"/>
              <a:t>governance</a:t>
            </a:r>
            <a:r>
              <a:rPr lang="da-DK" dirty="0"/>
              <a:t>), lokal ressourceudmattelse, intern privilegieeskalation i LLM-styrede funktioner, øget afhængighed af modeloutput samt </a:t>
            </a:r>
            <a:r>
              <a:rPr lang="da-DK" dirty="0" err="1"/>
              <a:t>governance</a:t>
            </a:r>
            <a:r>
              <a:rPr lang="da-DK" dirty="0"/>
              <a:t>-struktur. </a:t>
            </a:r>
          </a:p>
          <a:p>
            <a:pPr marL="0" indent="0">
              <a:buFont typeface="Arial" panose="020B0604020202020204" pitchFamily="34" charset="0"/>
              <a:buNone/>
            </a:pPr>
            <a:r>
              <a:rPr lang="da-DK" dirty="0"/>
              <a:t>Denne samlede trusselsmodel anvendes aktivt i </a:t>
            </a:r>
            <a:r>
              <a:rPr lang="da-DK" b="1" dirty="0"/>
              <a:t>design, risikovurdering, arkitekturvalg og drift</a:t>
            </a:r>
            <a:r>
              <a:rPr lang="da-DK" dirty="0"/>
              <a:t>, så Forsvarsakademiet får en </a:t>
            </a:r>
            <a:r>
              <a:rPr lang="da-DK" dirty="0" err="1"/>
              <a:t>GenAI</a:t>
            </a:r>
            <a:r>
              <a:rPr lang="da-DK" dirty="0"/>
              <a:t>‑løsning, der er udviklet og forvaltet på et dokumenteret, risikobaseret grundlag. Vi adresserer følgende:</a:t>
            </a:r>
          </a:p>
          <a:p>
            <a:pPr marL="0" indent="0">
              <a:buFont typeface="Arial" panose="020B0604020202020204" pitchFamily="34" charset="0"/>
              <a:buNone/>
            </a:pPr>
            <a:endParaRPr lang="da-DK" dirty="0"/>
          </a:p>
        </p:txBody>
      </p:sp>
    </p:spTree>
    <p:extLst>
      <p:ext uri="{BB962C8B-B14F-4D97-AF65-F5344CB8AC3E}">
        <p14:creationId xmlns:p14="http://schemas.microsoft.com/office/powerpoint/2010/main" val="1802218721"/>
      </p:ext>
    </p:extLst>
  </p:cSld>
  <p:clrMapOvr>
    <a:masterClrMapping/>
  </p:clrMapOvr>
  <p:transition/>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38AAC-B201-9D9C-F74B-3F4482210CB1}"/>
            </a:ext>
          </a:extLst>
        </p:cNvPr>
        <p:cNvGrpSpPr/>
        <p:nvPr/>
      </p:nvGrpSpPr>
      <p:grpSpPr>
        <a:xfrm>
          <a:off x="0" y="0"/>
          <a:ext cx="0" cy="0"/>
          <a:chOff x="0" y="0"/>
          <a:chExt cx="0" cy="0"/>
        </a:xfrm>
      </p:grpSpPr>
      <p:sp>
        <p:nvSpPr>
          <p:cNvPr id="3" name="Pladsholder til tekst 2">
            <a:extLst>
              <a:ext uri="{FF2B5EF4-FFF2-40B4-BE49-F238E27FC236}">
                <a16:creationId xmlns:a16="http://schemas.microsoft.com/office/drawing/2014/main" id="{B4FC3F07-FBBE-55C5-F673-903B51F07979}"/>
              </a:ext>
            </a:extLst>
          </p:cNvPr>
          <p:cNvSpPr>
            <a:spLocks noGrp="1"/>
          </p:cNvSpPr>
          <p:nvPr>
            <p:ph type="body" sz="quarter" idx="12"/>
          </p:nvPr>
        </p:nvSpPr>
        <p:spPr/>
        <p:txBody>
          <a:bodyPr/>
          <a:lstStyle/>
          <a:p>
            <a:r>
              <a:rPr lang="da-DK"/>
              <a:t>2. Løsningsdesign – </a:t>
            </a:r>
            <a:r>
              <a:rPr lang="da-DK" err="1"/>
              <a:t>GenAI</a:t>
            </a:r>
            <a:r>
              <a:rPr lang="da-DK"/>
              <a:t> sikkerhed</a:t>
            </a:r>
          </a:p>
        </p:txBody>
      </p:sp>
      <p:sp>
        <p:nvSpPr>
          <p:cNvPr id="5" name="Pladsholder til sidefod 4">
            <a:extLst>
              <a:ext uri="{FF2B5EF4-FFF2-40B4-BE49-F238E27FC236}">
                <a16:creationId xmlns:a16="http://schemas.microsoft.com/office/drawing/2014/main" id="{F7E4236A-438A-6974-B7C8-D2913EBE4CF9}"/>
              </a:ext>
            </a:extLst>
          </p:cNvPr>
          <p:cNvSpPr>
            <a:spLocks noGrp="1"/>
          </p:cNvSpPr>
          <p:nvPr>
            <p:ph type="ftr" sz="quarter" idx="3"/>
          </p:nvPr>
        </p:nvSpPr>
        <p:spPr/>
        <p:txBody>
          <a:bodyPr/>
          <a:lstStyle/>
          <a:p>
            <a:pPr marL="268288" marR="0" lvl="0" indent="-176213" algn="l" defTabSz="914400" rtl="0" eaLnBrk="1" fontAlgn="auto" latinLnBrk="0" hangingPunct="1">
              <a:lnSpc>
                <a:spcPct val="100000"/>
              </a:lnSpc>
              <a:spcBef>
                <a:spcPts val="300"/>
              </a:spcBef>
              <a:spcAft>
                <a:spcPts val="0"/>
              </a:spcAft>
              <a:buClrTx/>
              <a:buSzTx/>
              <a:buFontTx/>
              <a:buNone/>
              <a:tabLst/>
              <a:defRPr/>
            </a:pPr>
            <a:endParaRPr kumimoji="0" lang="da-DK" sz="1000" b="0" i="0" u="none" strike="noStrike" kern="1200" cap="none" spc="0" normalizeH="0" baseline="0" noProof="0">
              <a:ln>
                <a:noFill/>
              </a:ln>
              <a:solidFill>
                <a:srgbClr val="2F7587">
                  <a:lumMod val="75000"/>
                </a:srgbClr>
              </a:solidFill>
              <a:effectLst/>
              <a:uLnTx/>
              <a:uFillTx/>
              <a:latin typeface="Calibri Ligh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2F7587">
                  <a:lumMod val="75000"/>
                </a:srgbClr>
              </a:solidFill>
              <a:effectLst/>
              <a:uLnTx/>
              <a:uFillTx/>
              <a:latin typeface="Calibri Light"/>
              <a:ea typeface="+mn-ea"/>
              <a:cs typeface="+mn-cs"/>
            </a:endParaRPr>
          </a:p>
        </p:txBody>
      </p:sp>
      <p:sp>
        <p:nvSpPr>
          <p:cNvPr id="6" name="Tekstfelt 5">
            <a:extLst>
              <a:ext uri="{FF2B5EF4-FFF2-40B4-BE49-F238E27FC236}">
                <a16:creationId xmlns:a16="http://schemas.microsoft.com/office/drawing/2014/main" id="{CC308EE9-F35A-6973-4392-36D829598E2E}"/>
              </a:ext>
            </a:extLst>
          </p:cNvPr>
          <p:cNvSpPr txBox="1"/>
          <p:nvPr/>
        </p:nvSpPr>
        <p:spPr bwMode="gray">
          <a:xfrm>
            <a:off x="2552524" y="1767839"/>
            <a:ext cx="4450256" cy="2051808"/>
          </a:xfrm>
          <a:prstGeom prst="rect">
            <a:avLst/>
          </a:prstGeom>
        </p:spPr>
        <p:style>
          <a:lnRef idx="2">
            <a:schemeClr val="accent1"/>
          </a:lnRef>
          <a:fillRef idx="1">
            <a:schemeClr val="lt1"/>
          </a:fillRef>
          <a:effectRef idx="0">
            <a:schemeClr val="accent1"/>
          </a:effectRef>
          <a:fontRef idx="minor">
            <a:schemeClr val="dk1"/>
          </a:fontRef>
        </p:style>
        <p:txBody>
          <a:bodyPr wrap="square" lIns="0" tIns="0" rIns="0" bIns="0" rtlCol="0">
            <a:noAutofit/>
          </a:bodyPr>
          <a:lstStyle/>
          <a:p>
            <a:pPr marL="268288" marR="0" lvl="0" indent="-176213" algn="l" defTabSz="914400" rtl="0" eaLnBrk="1" fontAlgn="auto" latinLnBrk="0" hangingPunct="1">
              <a:lnSpc>
                <a:spcPct val="100000"/>
              </a:lnSpc>
              <a:spcBef>
                <a:spcPts val="300"/>
              </a:spcBef>
              <a:spcAft>
                <a:spcPts val="0"/>
              </a:spcAft>
              <a:buClrTx/>
              <a:buSzTx/>
              <a:buFont typeface="+mj-lt"/>
              <a:buAutoNum type="arabicPeriod"/>
              <a:tabLst/>
              <a:defRPr/>
            </a:pPr>
            <a:r>
              <a:rPr kumimoji="0" lang="da-DK" sz="1000" b="0" i="0" u="none" strike="noStrike" kern="1200" cap="none" spc="0" normalizeH="0" baseline="0" noProof="0">
                <a:ln>
                  <a:noFill/>
                </a:ln>
                <a:solidFill>
                  <a:srgbClr val="1F4953"/>
                </a:solidFill>
                <a:effectLst/>
                <a:uLnTx/>
                <a:uFillTx/>
                <a:latin typeface="Calibri Light"/>
                <a:ea typeface="+mn-ea"/>
                <a:cs typeface="+mn-cs"/>
              </a:rPr>
              <a:t>Prompt- og kommandoinjektion</a:t>
            </a:r>
          </a:p>
          <a:p>
            <a:pPr marL="268288" marR="0" lvl="0" indent="-176213" algn="l" defTabSz="914400" rtl="0" eaLnBrk="1" fontAlgn="auto" latinLnBrk="0" hangingPunct="1">
              <a:lnSpc>
                <a:spcPct val="100000"/>
              </a:lnSpc>
              <a:spcBef>
                <a:spcPts val="300"/>
              </a:spcBef>
              <a:spcAft>
                <a:spcPts val="0"/>
              </a:spcAft>
              <a:buClrTx/>
              <a:buSzTx/>
              <a:buFont typeface="+mj-lt"/>
              <a:buAutoNum type="arabicPeriod"/>
              <a:tabLst/>
              <a:defRPr/>
            </a:pPr>
            <a:r>
              <a:rPr kumimoji="0" lang="da-DK" sz="1000" b="0" i="0" u="none" strike="noStrike" kern="1200" cap="none" spc="0" normalizeH="0" baseline="0" noProof="0">
                <a:ln>
                  <a:noFill/>
                </a:ln>
                <a:solidFill>
                  <a:srgbClr val="1F4953"/>
                </a:solidFill>
                <a:effectLst/>
                <a:uLnTx/>
                <a:uFillTx/>
                <a:latin typeface="Calibri Light"/>
                <a:ea typeface="+mn-ea"/>
                <a:cs typeface="+mn-cs"/>
              </a:rPr>
              <a:t>LLM-</a:t>
            </a:r>
            <a:r>
              <a:rPr kumimoji="0" lang="da-DK" sz="1000" b="0" i="0" u="none" strike="noStrike" kern="1200" cap="none" spc="0" normalizeH="0" baseline="0" noProof="0" err="1">
                <a:ln>
                  <a:noFill/>
                </a:ln>
                <a:solidFill>
                  <a:srgbClr val="1F4953"/>
                </a:solidFill>
                <a:effectLst/>
                <a:uLnTx/>
                <a:uFillTx/>
                <a:latin typeface="Calibri Light"/>
                <a:ea typeface="+mn-ea"/>
                <a:cs typeface="+mn-cs"/>
              </a:rPr>
              <a:t>jailbreak</a:t>
            </a:r>
            <a:r>
              <a:rPr kumimoji="0" lang="da-DK" sz="1000" b="0" i="0" u="none" strike="noStrike" kern="1200" cap="none" spc="0" normalizeH="0" baseline="0" noProof="0">
                <a:ln>
                  <a:noFill/>
                </a:ln>
                <a:solidFill>
                  <a:srgbClr val="1F4953"/>
                </a:solidFill>
                <a:effectLst/>
                <a:uLnTx/>
                <a:uFillTx/>
                <a:latin typeface="Calibri Light"/>
                <a:ea typeface="+mn-ea"/>
                <a:cs typeface="+mn-cs"/>
              </a:rPr>
              <a:t> (direkte og indirekte)</a:t>
            </a:r>
          </a:p>
          <a:p>
            <a:pPr marL="268288" marR="0" lvl="0" indent="-176213" algn="l" defTabSz="914400" rtl="0" eaLnBrk="1" fontAlgn="auto" latinLnBrk="0" hangingPunct="1">
              <a:lnSpc>
                <a:spcPct val="100000"/>
              </a:lnSpc>
              <a:spcBef>
                <a:spcPts val="300"/>
              </a:spcBef>
              <a:spcAft>
                <a:spcPts val="0"/>
              </a:spcAft>
              <a:buClrTx/>
              <a:buSzTx/>
              <a:buFont typeface="+mj-lt"/>
              <a:buAutoNum type="arabicPeriod"/>
              <a:tabLst/>
              <a:defRPr/>
            </a:pPr>
            <a:r>
              <a:rPr kumimoji="0" lang="da-DK" sz="1000" b="0" i="0" u="none" strike="noStrike" kern="1200" cap="none" spc="0" normalizeH="0" baseline="0" noProof="0">
                <a:ln>
                  <a:noFill/>
                </a:ln>
                <a:solidFill>
                  <a:srgbClr val="1F4953"/>
                </a:solidFill>
                <a:effectLst/>
                <a:uLnTx/>
                <a:uFillTx/>
                <a:latin typeface="Calibri Light"/>
                <a:ea typeface="+mn-ea"/>
                <a:cs typeface="+mn-cs"/>
              </a:rPr>
              <a:t>Prompt-ekstraktion (udtrækning af systeminstruktioner)</a:t>
            </a:r>
          </a:p>
          <a:p>
            <a:pPr marL="268288" marR="0" lvl="0" indent="-176213" algn="l" defTabSz="914400" rtl="0" eaLnBrk="1" fontAlgn="auto" latinLnBrk="0" hangingPunct="1">
              <a:lnSpc>
                <a:spcPct val="100000"/>
              </a:lnSpc>
              <a:spcBef>
                <a:spcPts val="300"/>
              </a:spcBef>
              <a:spcAft>
                <a:spcPts val="0"/>
              </a:spcAft>
              <a:buClrTx/>
              <a:buSzTx/>
              <a:buFont typeface="+mj-lt"/>
              <a:buAutoNum type="arabicPeriod"/>
              <a:tabLst/>
              <a:defRPr/>
            </a:pPr>
            <a:r>
              <a:rPr kumimoji="0" lang="da-DK" sz="1000" b="0" i="0" u="none" strike="noStrike" kern="1200" cap="none" spc="0" normalizeH="0" baseline="0" noProof="0">
                <a:ln>
                  <a:noFill/>
                </a:ln>
                <a:solidFill>
                  <a:srgbClr val="1F4953"/>
                </a:solidFill>
                <a:effectLst/>
                <a:uLnTx/>
                <a:uFillTx/>
                <a:latin typeface="Calibri Light"/>
                <a:ea typeface="+mn-ea"/>
                <a:cs typeface="+mn-cs"/>
              </a:rPr>
              <a:t>Input-ekstraktion (rekonstruktion af bruger- eller dokumentdata)</a:t>
            </a:r>
          </a:p>
          <a:p>
            <a:pPr marL="268288" marR="0" lvl="0" indent="-176213" algn="l" defTabSz="914400" rtl="0" eaLnBrk="1" fontAlgn="auto" latinLnBrk="0" hangingPunct="1">
              <a:lnSpc>
                <a:spcPct val="100000"/>
              </a:lnSpc>
              <a:spcBef>
                <a:spcPts val="300"/>
              </a:spcBef>
              <a:spcAft>
                <a:spcPts val="0"/>
              </a:spcAft>
              <a:buClrTx/>
              <a:buSzTx/>
              <a:buFont typeface="+mj-lt"/>
              <a:buAutoNum type="arabicPeriod"/>
              <a:tabLst/>
              <a:defRPr/>
            </a:pPr>
            <a:r>
              <a:rPr kumimoji="0" lang="da-DK" sz="1000" b="0" i="0" u="none" strike="noStrike" kern="1200" cap="none" spc="0" normalizeH="0" baseline="0" noProof="0">
                <a:ln>
                  <a:noFill/>
                </a:ln>
                <a:solidFill>
                  <a:srgbClr val="1F4953"/>
                </a:solidFill>
                <a:effectLst/>
                <a:uLnTx/>
                <a:uFillTx/>
                <a:latin typeface="Calibri Light"/>
                <a:ea typeface="+mn-ea"/>
                <a:cs typeface="+mn-cs"/>
              </a:rPr>
              <a:t>Usikre plugins</a:t>
            </a:r>
          </a:p>
          <a:p>
            <a:pPr marL="268288" marR="0" lvl="0" indent="-176213" algn="l" defTabSz="914400" rtl="0" eaLnBrk="1" fontAlgn="auto" latinLnBrk="0" hangingPunct="1">
              <a:lnSpc>
                <a:spcPct val="100000"/>
              </a:lnSpc>
              <a:spcBef>
                <a:spcPts val="300"/>
              </a:spcBef>
              <a:spcAft>
                <a:spcPts val="0"/>
              </a:spcAft>
              <a:buClrTx/>
              <a:buSzTx/>
              <a:buFont typeface="+mj-lt"/>
              <a:buAutoNum type="arabicPeriod"/>
              <a:tabLst/>
              <a:defRPr/>
            </a:pPr>
            <a:r>
              <a:rPr kumimoji="0" lang="da-DK" sz="1000" b="0" i="0" u="none" strike="noStrike" kern="1200" cap="none" spc="0" normalizeH="0" baseline="0" noProof="0">
                <a:ln>
                  <a:noFill/>
                </a:ln>
                <a:solidFill>
                  <a:srgbClr val="1F4953"/>
                </a:solidFill>
                <a:effectLst/>
                <a:uLnTx/>
                <a:uFillTx/>
                <a:latin typeface="Calibri Light"/>
                <a:ea typeface="+mn-ea"/>
                <a:cs typeface="+mn-cs"/>
              </a:rPr>
              <a:t>Permission-issues i plugins (manglende </a:t>
            </a:r>
            <a:r>
              <a:rPr kumimoji="0" lang="da-DK" sz="1000" b="0" i="0" u="none" strike="noStrike" kern="1200" cap="none" spc="0" normalizeH="0" baseline="0" noProof="0" err="1">
                <a:ln>
                  <a:noFill/>
                </a:ln>
                <a:solidFill>
                  <a:srgbClr val="1F4953"/>
                </a:solidFill>
                <a:effectLst/>
                <a:uLnTx/>
                <a:uFillTx/>
                <a:latin typeface="Calibri Light"/>
                <a:ea typeface="+mn-ea"/>
                <a:cs typeface="+mn-cs"/>
              </a:rPr>
              <a:t>least</a:t>
            </a:r>
            <a:r>
              <a:rPr kumimoji="0" lang="da-DK" sz="1000" b="0" i="0" u="none" strike="noStrike" kern="1200" cap="none" spc="0" normalizeH="0" baseline="0" noProof="0">
                <a:ln>
                  <a:noFill/>
                </a:ln>
                <a:solidFill>
                  <a:srgbClr val="1F4953"/>
                </a:solidFill>
                <a:effectLst/>
                <a:uLnTx/>
                <a:uFillTx/>
                <a:latin typeface="Calibri Light"/>
                <a:ea typeface="+mn-ea"/>
                <a:cs typeface="+mn-cs"/>
              </a:rPr>
              <a:t> </a:t>
            </a:r>
            <a:r>
              <a:rPr kumimoji="0" lang="da-DK" sz="1000" b="0" i="0" u="none" strike="noStrike" kern="1200" cap="none" spc="0" normalizeH="0" baseline="0" noProof="0" err="1">
                <a:ln>
                  <a:noFill/>
                </a:ln>
                <a:solidFill>
                  <a:srgbClr val="1F4953"/>
                </a:solidFill>
                <a:effectLst/>
                <a:uLnTx/>
                <a:uFillTx/>
                <a:latin typeface="Calibri Light"/>
                <a:ea typeface="+mn-ea"/>
                <a:cs typeface="+mn-cs"/>
              </a:rPr>
              <a:t>privilege</a:t>
            </a:r>
            <a:r>
              <a:rPr kumimoji="0" lang="da-DK" sz="1000" b="0" i="0" u="none" strike="noStrike" kern="1200" cap="none" spc="0" normalizeH="0" baseline="0" noProof="0">
                <a:ln>
                  <a:noFill/>
                </a:ln>
                <a:solidFill>
                  <a:srgbClr val="1F4953"/>
                </a:solidFill>
                <a:effectLst/>
                <a:uLnTx/>
                <a:uFillTx/>
                <a:latin typeface="Calibri Light"/>
                <a:ea typeface="+mn-ea"/>
                <a:cs typeface="+mn-cs"/>
              </a:rPr>
              <a:t>)</a:t>
            </a:r>
          </a:p>
          <a:p>
            <a:pPr marL="268288" marR="0" lvl="0" indent="-176213" algn="l" defTabSz="914400" rtl="0" eaLnBrk="1" fontAlgn="auto" latinLnBrk="0" hangingPunct="1">
              <a:lnSpc>
                <a:spcPct val="100000"/>
              </a:lnSpc>
              <a:spcBef>
                <a:spcPts val="300"/>
              </a:spcBef>
              <a:spcAft>
                <a:spcPts val="0"/>
              </a:spcAft>
              <a:buClrTx/>
              <a:buSzTx/>
              <a:buFont typeface="+mj-lt"/>
              <a:buAutoNum type="arabicPeriod"/>
              <a:tabLst/>
              <a:defRPr/>
            </a:pPr>
            <a:r>
              <a:rPr kumimoji="0" lang="da-DK" sz="1000" b="0" i="0" u="none" strike="noStrike" kern="1200" cap="none" spc="0" normalizeH="0" baseline="0" noProof="0">
                <a:ln>
                  <a:noFill/>
                </a:ln>
                <a:solidFill>
                  <a:srgbClr val="1F4953"/>
                </a:solidFill>
                <a:effectLst/>
                <a:uLnTx/>
                <a:uFillTx/>
                <a:latin typeface="Calibri Light"/>
                <a:ea typeface="+mn-ea"/>
                <a:cs typeface="+mn-cs"/>
              </a:rPr>
              <a:t>Overdreven autonomi (</a:t>
            </a:r>
            <a:r>
              <a:rPr kumimoji="0" lang="da-DK" sz="1000" b="0" i="0" u="none" strike="noStrike" kern="1200" cap="none" spc="0" normalizeH="0" baseline="0" noProof="0" err="1">
                <a:ln>
                  <a:noFill/>
                </a:ln>
                <a:solidFill>
                  <a:srgbClr val="1F4953"/>
                </a:solidFill>
                <a:effectLst/>
                <a:uLnTx/>
                <a:uFillTx/>
                <a:latin typeface="Calibri Light"/>
                <a:ea typeface="+mn-ea"/>
                <a:cs typeface="+mn-cs"/>
              </a:rPr>
              <a:t>agency</a:t>
            </a:r>
            <a:r>
              <a:rPr kumimoji="0" lang="da-DK" sz="1000" b="0" i="0" u="none" strike="noStrike" kern="1200" cap="none" spc="0" normalizeH="0" baseline="0" noProof="0">
                <a:ln>
                  <a:noFill/>
                </a:ln>
                <a:solidFill>
                  <a:srgbClr val="1F4953"/>
                </a:solidFill>
                <a:effectLst/>
                <a:uLnTx/>
                <a:uFillTx/>
                <a:latin typeface="Calibri Light"/>
                <a:ea typeface="+mn-ea"/>
                <a:cs typeface="+mn-cs"/>
              </a:rPr>
              <a:t> i plugins/agenter)</a:t>
            </a:r>
          </a:p>
          <a:p>
            <a:pPr marL="268288" marR="0" lvl="0" indent="-176213" algn="l" defTabSz="914400" rtl="0" eaLnBrk="1" fontAlgn="auto" latinLnBrk="0" hangingPunct="1">
              <a:lnSpc>
                <a:spcPct val="100000"/>
              </a:lnSpc>
              <a:spcBef>
                <a:spcPts val="300"/>
              </a:spcBef>
              <a:spcAft>
                <a:spcPts val="0"/>
              </a:spcAft>
              <a:buClrTx/>
              <a:buSzTx/>
              <a:buFont typeface="+mj-lt"/>
              <a:buAutoNum type="arabicPeriod"/>
              <a:tabLst/>
              <a:defRPr/>
            </a:pPr>
            <a:r>
              <a:rPr kumimoji="0" lang="da-DK" sz="1000" b="0" i="0" u="none" strike="noStrike" kern="1200" cap="none" spc="0" normalizeH="0" baseline="0" noProof="0">
                <a:ln>
                  <a:noFill/>
                </a:ln>
                <a:solidFill>
                  <a:srgbClr val="1F4953"/>
                </a:solidFill>
                <a:effectLst/>
                <a:uLnTx/>
                <a:uFillTx/>
                <a:latin typeface="Calibri Light"/>
                <a:ea typeface="+mn-ea"/>
                <a:cs typeface="+mn-cs"/>
              </a:rPr>
              <a:t>Usikker output håndtering</a:t>
            </a:r>
          </a:p>
          <a:p>
            <a:pPr marL="268288" marR="0" lvl="0" indent="-176213" algn="l" defTabSz="914400" rtl="0" eaLnBrk="1" fontAlgn="auto" latinLnBrk="0" hangingPunct="1">
              <a:lnSpc>
                <a:spcPct val="100000"/>
              </a:lnSpc>
              <a:spcBef>
                <a:spcPts val="300"/>
              </a:spcBef>
              <a:spcAft>
                <a:spcPts val="0"/>
              </a:spcAft>
              <a:buClrTx/>
              <a:buSzTx/>
              <a:buFont typeface="+mj-lt"/>
              <a:buAutoNum type="arabicPeriod"/>
              <a:tabLst/>
              <a:defRPr/>
            </a:pPr>
            <a:r>
              <a:rPr kumimoji="0" lang="da-DK" sz="1000" b="0" i="0" u="none" strike="noStrike" kern="1200" cap="none" spc="0" normalizeH="0" baseline="0" noProof="0">
                <a:ln>
                  <a:noFill/>
                </a:ln>
                <a:solidFill>
                  <a:srgbClr val="1F4953"/>
                </a:solidFill>
                <a:effectLst/>
                <a:uLnTx/>
                <a:uFillTx/>
                <a:latin typeface="Calibri Light"/>
                <a:ea typeface="+mn-ea"/>
                <a:cs typeface="+mn-cs"/>
              </a:rPr>
              <a:t>Manipulation af trænings</a:t>
            </a:r>
            <a:r>
              <a:rPr lang="da-DK" sz="1000">
                <a:solidFill>
                  <a:srgbClr val="1F4953"/>
                </a:solidFill>
                <a:latin typeface="Calibri Light"/>
              </a:rPr>
              <a:t>d</a:t>
            </a:r>
            <a:r>
              <a:rPr kumimoji="0" lang="da-DK" sz="1000" b="0" i="0" u="none" strike="noStrike" kern="1200" cap="none" spc="0" normalizeH="0" baseline="0" noProof="0" err="1">
                <a:ln>
                  <a:noFill/>
                </a:ln>
                <a:solidFill>
                  <a:srgbClr val="1F4953"/>
                </a:solidFill>
                <a:effectLst/>
                <a:uLnTx/>
                <a:uFillTx/>
                <a:latin typeface="Calibri Light"/>
                <a:ea typeface="+mn-ea"/>
                <a:cs typeface="+mn-cs"/>
              </a:rPr>
              <a:t>ata</a:t>
            </a:r>
            <a:r>
              <a:rPr kumimoji="0" lang="da-DK" sz="1000" b="0" i="0" u="none" strike="noStrike" kern="1200" cap="none" spc="0" normalizeH="0" baseline="0" noProof="0">
                <a:ln>
                  <a:noFill/>
                </a:ln>
                <a:solidFill>
                  <a:srgbClr val="1F4953"/>
                </a:solidFill>
                <a:effectLst/>
                <a:uLnTx/>
                <a:uFillTx/>
                <a:latin typeface="Calibri Light"/>
                <a:ea typeface="+mn-ea"/>
                <a:cs typeface="+mn-cs"/>
              </a:rPr>
              <a:t> og modelforgiftning i fx  fine-tuning</a:t>
            </a:r>
          </a:p>
          <a:p>
            <a:pPr marL="268288" marR="0" lvl="0" indent="-176213" algn="l" defTabSz="914400" rtl="0" eaLnBrk="1" fontAlgn="auto" latinLnBrk="0" hangingPunct="1">
              <a:lnSpc>
                <a:spcPct val="100000"/>
              </a:lnSpc>
              <a:spcBef>
                <a:spcPts val="300"/>
              </a:spcBef>
              <a:spcAft>
                <a:spcPts val="0"/>
              </a:spcAft>
              <a:buClrTx/>
              <a:buSzTx/>
              <a:buFont typeface="+mj-lt"/>
              <a:buAutoNum type="arabicPeriod"/>
              <a:tabLst/>
              <a:defRPr/>
            </a:pPr>
            <a:r>
              <a:rPr kumimoji="0" lang="da-DK" sz="1000" b="0" i="0" u="none" strike="noStrike" kern="1200" cap="none" spc="0" normalizeH="0" baseline="0" noProof="0">
                <a:ln>
                  <a:noFill/>
                </a:ln>
                <a:solidFill>
                  <a:srgbClr val="1F4953"/>
                </a:solidFill>
                <a:effectLst/>
                <a:uLnTx/>
                <a:uFillTx/>
                <a:latin typeface="Calibri Light"/>
                <a:ea typeface="+mn-ea"/>
                <a:cs typeface="+mn-cs"/>
              </a:rPr>
              <a:t>Model forgiftning (ændringer i </a:t>
            </a:r>
            <a:r>
              <a:rPr kumimoji="0" lang="da-DK" sz="1000" b="0" i="0" u="none" strike="noStrike" kern="1200" cap="none" spc="0" normalizeH="0" baseline="0" noProof="0" err="1">
                <a:ln>
                  <a:noFill/>
                </a:ln>
                <a:solidFill>
                  <a:srgbClr val="1F4953"/>
                </a:solidFill>
                <a:effectLst/>
                <a:uLnTx/>
                <a:uFillTx/>
                <a:latin typeface="Calibri Light"/>
                <a:ea typeface="+mn-ea"/>
                <a:cs typeface="+mn-cs"/>
              </a:rPr>
              <a:t>weights</a:t>
            </a:r>
            <a:r>
              <a:rPr kumimoji="0" lang="da-DK" sz="1000" b="0" i="0" u="none" strike="noStrike" kern="1200" cap="none" spc="0" normalizeH="0" baseline="0" noProof="0">
                <a:ln>
                  <a:noFill/>
                </a:ln>
                <a:solidFill>
                  <a:srgbClr val="1F4953"/>
                </a:solidFill>
                <a:effectLst/>
                <a:uLnTx/>
                <a:uFillTx/>
                <a:latin typeface="Calibri Light"/>
                <a:ea typeface="+mn-ea"/>
                <a:cs typeface="+mn-cs"/>
              </a:rPr>
              <a:t>, træningskode, </a:t>
            </a:r>
            <a:r>
              <a:rPr kumimoji="0" lang="da-DK" sz="1000" b="0" i="0" u="none" strike="noStrike" kern="1200" cap="none" spc="0" normalizeH="0" baseline="0" noProof="0" err="1">
                <a:ln>
                  <a:noFill/>
                </a:ln>
                <a:solidFill>
                  <a:srgbClr val="1F4953"/>
                </a:solidFill>
                <a:effectLst/>
                <a:uLnTx/>
                <a:uFillTx/>
                <a:latin typeface="Calibri Light"/>
                <a:ea typeface="+mn-ea"/>
                <a:cs typeface="+mn-cs"/>
              </a:rPr>
              <a:t>hyperparametre</a:t>
            </a:r>
            <a:r>
              <a:rPr kumimoji="0" lang="da-DK" sz="1000" b="0" i="0" u="none" strike="noStrike" kern="1200" cap="none" spc="0" normalizeH="0" baseline="0" noProof="0">
                <a:ln>
                  <a:noFill/>
                </a:ln>
                <a:solidFill>
                  <a:srgbClr val="1F4953"/>
                </a:solidFill>
                <a:effectLst/>
                <a:uLnTx/>
                <a:uFillTx/>
                <a:latin typeface="Calibri Light"/>
                <a:ea typeface="+mn-ea"/>
                <a:cs typeface="+mn-cs"/>
              </a:rPr>
              <a:t>)</a:t>
            </a:r>
          </a:p>
        </p:txBody>
      </p:sp>
      <p:sp>
        <p:nvSpPr>
          <p:cNvPr id="7" name="Pladsholder til tekst 3">
            <a:extLst>
              <a:ext uri="{FF2B5EF4-FFF2-40B4-BE49-F238E27FC236}">
                <a16:creationId xmlns:a16="http://schemas.microsoft.com/office/drawing/2014/main" id="{C92D1AA3-CE72-9772-9CF6-C6771429787D}"/>
              </a:ext>
            </a:extLst>
          </p:cNvPr>
          <p:cNvSpPr>
            <a:spLocks noGrp="1"/>
          </p:cNvSpPr>
          <p:nvPr>
            <p:ph type="body" sz="quarter" idx="13"/>
          </p:nvPr>
        </p:nvSpPr>
        <p:spPr>
          <a:xfrm>
            <a:off x="360363" y="1767838"/>
            <a:ext cx="2057522" cy="3897717"/>
          </a:xfrm>
        </p:spPr>
        <p:style>
          <a:lnRef idx="2">
            <a:schemeClr val="accent2"/>
          </a:lnRef>
          <a:fillRef idx="1">
            <a:schemeClr val="lt1"/>
          </a:fillRef>
          <a:effectRef idx="0">
            <a:schemeClr val="accent2"/>
          </a:effectRef>
          <a:fontRef idx="minor">
            <a:schemeClr val="dk1"/>
          </a:fontRef>
        </p:style>
        <p:txBody>
          <a:bodyPr/>
          <a:lstStyle/>
          <a:p>
            <a:pPr marL="266700" indent="-174625">
              <a:buFont typeface="+mj-lt"/>
              <a:buAutoNum type="arabicPeriod"/>
            </a:pPr>
            <a:r>
              <a:rPr lang="da-DK" sz="1000" dirty="0">
                <a:solidFill>
                  <a:schemeClr val="tx1"/>
                </a:solidFill>
              </a:rPr>
              <a:t>Prompt-injektion</a:t>
            </a:r>
          </a:p>
          <a:p>
            <a:pPr marL="266700" indent="-174625">
              <a:buFont typeface="+mj-lt"/>
              <a:buAutoNum type="arabicPeriod"/>
            </a:pPr>
            <a:r>
              <a:rPr lang="da-DK" sz="1000" dirty="0">
                <a:solidFill>
                  <a:schemeClr val="tx1"/>
                </a:solidFill>
              </a:rPr>
              <a:t>Uautoriseret afsløring af følsomme oplysninger</a:t>
            </a:r>
          </a:p>
          <a:p>
            <a:pPr marL="266700" indent="-174625">
              <a:buFont typeface="+mj-lt"/>
              <a:buAutoNum type="arabicPeriod"/>
            </a:pPr>
            <a:r>
              <a:rPr lang="da-DK" sz="1000" dirty="0">
                <a:solidFill>
                  <a:schemeClr val="tx1"/>
                </a:solidFill>
              </a:rPr>
              <a:t>Sårbarheder i forsyningskæden</a:t>
            </a:r>
          </a:p>
          <a:p>
            <a:pPr marL="266700" indent="-174625">
              <a:buFont typeface="+mj-lt"/>
              <a:buAutoNum type="arabicPeriod"/>
            </a:pPr>
            <a:r>
              <a:rPr lang="da-DK" sz="1000" dirty="0">
                <a:solidFill>
                  <a:schemeClr val="tx1"/>
                </a:solidFill>
              </a:rPr>
              <a:t>Ukorrekt håndtering af  output</a:t>
            </a:r>
          </a:p>
          <a:p>
            <a:pPr marL="266700" indent="-174625">
              <a:buFont typeface="+mj-lt"/>
              <a:buAutoNum type="arabicPeriod"/>
            </a:pPr>
            <a:r>
              <a:rPr lang="da-DK" sz="1000" dirty="0">
                <a:solidFill>
                  <a:schemeClr val="tx1"/>
                </a:solidFill>
              </a:rPr>
              <a:t>Data- og modelforgiftning</a:t>
            </a:r>
          </a:p>
          <a:p>
            <a:pPr marL="266700" indent="-174625">
              <a:buFont typeface="+mj-lt"/>
              <a:buAutoNum type="arabicPeriod"/>
            </a:pPr>
            <a:r>
              <a:rPr lang="da-DK" sz="1000" dirty="0">
                <a:solidFill>
                  <a:schemeClr val="tx1"/>
                </a:solidFill>
              </a:rPr>
              <a:t>Overdreven autonomi (</a:t>
            </a:r>
            <a:r>
              <a:rPr lang="da-DK" sz="1000" dirty="0" err="1">
                <a:solidFill>
                  <a:schemeClr val="tx1"/>
                </a:solidFill>
              </a:rPr>
              <a:t>agency</a:t>
            </a:r>
            <a:r>
              <a:rPr lang="da-DK" sz="1000" dirty="0">
                <a:solidFill>
                  <a:schemeClr val="tx1"/>
                </a:solidFill>
              </a:rPr>
              <a:t>)</a:t>
            </a:r>
          </a:p>
          <a:p>
            <a:pPr marL="266700" indent="-174625">
              <a:buFont typeface="+mj-lt"/>
              <a:buAutoNum type="arabicPeriod"/>
            </a:pPr>
            <a:r>
              <a:rPr lang="da-DK" sz="1000" dirty="0">
                <a:solidFill>
                  <a:schemeClr val="tx1"/>
                </a:solidFill>
              </a:rPr>
              <a:t>Lækage af systemprompt</a:t>
            </a:r>
          </a:p>
          <a:p>
            <a:pPr marL="266700" indent="-174625">
              <a:buFont typeface="+mj-lt"/>
              <a:buAutoNum type="arabicPeriod"/>
            </a:pPr>
            <a:r>
              <a:rPr lang="da-DK" sz="1000" dirty="0">
                <a:solidFill>
                  <a:schemeClr val="tx1"/>
                </a:solidFill>
              </a:rPr>
              <a:t>Svagheder i vektorer og </a:t>
            </a:r>
            <a:r>
              <a:rPr lang="da-DK" sz="1000" dirty="0" err="1">
                <a:solidFill>
                  <a:schemeClr val="tx1"/>
                </a:solidFill>
              </a:rPr>
              <a:t>embeddings</a:t>
            </a:r>
            <a:endParaRPr lang="da-DK" sz="1000" dirty="0">
              <a:solidFill>
                <a:schemeClr val="tx1"/>
              </a:solidFill>
            </a:endParaRPr>
          </a:p>
          <a:p>
            <a:pPr marL="266700" indent="-174625">
              <a:buFont typeface="+mj-lt"/>
              <a:buAutoNum type="arabicPeriod"/>
            </a:pPr>
            <a:r>
              <a:rPr lang="da-DK" sz="1000" dirty="0">
                <a:solidFill>
                  <a:schemeClr val="tx1"/>
                </a:solidFill>
              </a:rPr>
              <a:t>Fejlinformation</a:t>
            </a:r>
          </a:p>
          <a:p>
            <a:pPr marL="266700" indent="-174625">
              <a:buFont typeface="+mj-lt"/>
              <a:buAutoNum type="arabicPeriod"/>
            </a:pPr>
            <a:r>
              <a:rPr lang="da-DK" sz="1000" dirty="0">
                <a:solidFill>
                  <a:schemeClr val="tx1"/>
                </a:solidFill>
              </a:rPr>
              <a:t>Ubegrænset ressourceforbrug</a:t>
            </a:r>
          </a:p>
          <a:p>
            <a:pPr marL="266700" indent="-174625">
              <a:buFont typeface="+mj-lt"/>
              <a:buAutoNum type="arabicPeriod"/>
            </a:pPr>
            <a:endParaRPr lang="da-DK" sz="1000" dirty="0">
              <a:solidFill>
                <a:schemeClr val="tx1"/>
              </a:solidFill>
            </a:endParaRPr>
          </a:p>
          <a:p>
            <a:pPr marL="228600" indent="-228600">
              <a:buFont typeface="+mj-lt"/>
              <a:buAutoNum type="arabicPeriod"/>
            </a:pPr>
            <a:endParaRPr lang="da-DK" sz="1000" dirty="0">
              <a:solidFill>
                <a:schemeClr val="tx1"/>
              </a:solidFill>
            </a:endParaRPr>
          </a:p>
          <a:p>
            <a:pPr marL="0" indent="0">
              <a:buNone/>
            </a:pPr>
            <a:endParaRPr lang="da-DK" sz="1000" dirty="0">
              <a:solidFill>
                <a:schemeClr val="tx1"/>
              </a:solidFill>
            </a:endParaRPr>
          </a:p>
        </p:txBody>
      </p:sp>
      <p:sp>
        <p:nvSpPr>
          <p:cNvPr id="8" name="Tekstfelt 7">
            <a:extLst>
              <a:ext uri="{FF2B5EF4-FFF2-40B4-BE49-F238E27FC236}">
                <a16:creationId xmlns:a16="http://schemas.microsoft.com/office/drawing/2014/main" id="{7E110461-C3F0-E52A-7780-0ED9712FD3CE}"/>
              </a:ext>
            </a:extLst>
          </p:cNvPr>
          <p:cNvSpPr txBox="1"/>
          <p:nvPr/>
        </p:nvSpPr>
        <p:spPr bwMode="gray">
          <a:xfrm>
            <a:off x="7142156" y="1767838"/>
            <a:ext cx="4373908" cy="3897717"/>
          </a:xfrm>
          <a:prstGeom prst="rect">
            <a:avLst/>
          </a:prstGeom>
        </p:spPr>
        <p:style>
          <a:lnRef idx="2">
            <a:schemeClr val="accent1"/>
          </a:lnRef>
          <a:fillRef idx="1">
            <a:schemeClr val="lt1"/>
          </a:fillRef>
          <a:effectRef idx="0">
            <a:schemeClr val="accent1"/>
          </a:effectRef>
          <a:fontRef idx="minor">
            <a:schemeClr val="dk1"/>
          </a:fontRef>
        </p:style>
        <p:txBody>
          <a:bodyPr wrap="square" lIns="0" tIns="0" rIns="0" bIns="0" rtlCol="0">
            <a:noAutofit/>
          </a:bodyPr>
          <a:lstStyle/>
          <a:p>
            <a:pPr marL="273050" marR="0" lvl="0" indent="-185738" algn="l" defTabSz="914400" rtl="0" eaLnBrk="1" fontAlgn="auto" latinLnBrk="0" hangingPunct="1">
              <a:lnSpc>
                <a:spcPct val="100000"/>
              </a:lnSpc>
              <a:spcBef>
                <a:spcPts val="0"/>
              </a:spcBef>
              <a:spcAft>
                <a:spcPts val="0"/>
              </a:spcAft>
              <a:buClrTx/>
              <a:buSzTx/>
              <a:buFont typeface="+mj-lt"/>
              <a:buAutoNum type="arabicPeriod"/>
              <a:tabLst/>
              <a:defRPr/>
            </a:pPr>
            <a:r>
              <a:rPr kumimoji="0" lang="da-DK" sz="1000" b="0" i="0" u="none" strike="noStrike" kern="1200" cap="none" spc="0" normalizeH="0" baseline="0" noProof="0" dirty="0">
                <a:ln>
                  <a:noFill/>
                </a:ln>
                <a:solidFill>
                  <a:srgbClr val="1F4953"/>
                </a:solidFill>
                <a:effectLst/>
                <a:uLnTx/>
                <a:uFillTx/>
                <a:latin typeface="Calibri Light"/>
                <a:ea typeface="+mn-ea"/>
                <a:cs typeface="+mn-cs"/>
              </a:rPr>
              <a:t>Træningsdataforgiftning (</a:t>
            </a:r>
            <a:r>
              <a:rPr kumimoji="0" lang="da-DK" sz="1000" b="0" i="0" u="none" strike="noStrike" kern="1200" cap="none" spc="0" normalizeH="0" baseline="0" noProof="0" dirty="0" err="1">
                <a:ln>
                  <a:noFill/>
                </a:ln>
                <a:solidFill>
                  <a:srgbClr val="1F4953"/>
                </a:solidFill>
                <a:effectLst/>
                <a:uLnTx/>
                <a:uFillTx/>
                <a:latin typeface="Calibri Light"/>
                <a:ea typeface="+mn-ea"/>
                <a:cs typeface="+mn-cs"/>
              </a:rPr>
              <a:t>training</a:t>
            </a:r>
            <a:r>
              <a:rPr kumimoji="0" lang="da-DK" sz="1000" b="0" i="0" u="none" strike="noStrike" kern="1200" cap="none" spc="0" normalizeH="0" baseline="0" noProof="0" dirty="0">
                <a:ln>
                  <a:noFill/>
                </a:ln>
                <a:solidFill>
                  <a:srgbClr val="1F4953"/>
                </a:solidFill>
                <a:effectLst/>
                <a:uLnTx/>
                <a:uFillTx/>
                <a:latin typeface="Calibri Light"/>
                <a:ea typeface="+mn-ea"/>
                <a:cs typeface="+mn-cs"/>
              </a:rPr>
              <a:t> data </a:t>
            </a:r>
            <a:r>
              <a:rPr kumimoji="0" lang="da-DK" sz="1000" b="0" i="0" u="none" strike="noStrike" kern="1200" cap="none" spc="0" normalizeH="0" baseline="0" noProof="0" dirty="0" err="1">
                <a:ln>
                  <a:noFill/>
                </a:ln>
                <a:solidFill>
                  <a:srgbClr val="1F4953"/>
                </a:solidFill>
                <a:effectLst/>
                <a:uLnTx/>
                <a:uFillTx/>
                <a:latin typeface="Calibri Light"/>
                <a:ea typeface="+mn-ea"/>
                <a:cs typeface="+mn-cs"/>
              </a:rPr>
              <a:t>poisoning</a:t>
            </a:r>
            <a:r>
              <a:rPr kumimoji="0" lang="da-DK" sz="1000" b="0" i="0" u="none" strike="noStrike" kern="1200" cap="none" spc="0" normalizeH="0" baseline="0" noProof="0" dirty="0">
                <a:ln>
                  <a:noFill/>
                </a:ln>
                <a:solidFill>
                  <a:srgbClr val="1F4953"/>
                </a:solidFill>
                <a:effectLst/>
                <a:uLnTx/>
                <a:uFillTx/>
                <a:latin typeface="Calibri Light"/>
                <a:ea typeface="+mn-ea"/>
                <a:cs typeface="+mn-cs"/>
              </a:rPr>
              <a:t>)</a:t>
            </a:r>
            <a:br>
              <a:rPr kumimoji="0" lang="da-DK" sz="1000" b="0" i="0" u="none" strike="noStrike" kern="1200" cap="none" spc="0" normalizeH="0" baseline="0" noProof="0" dirty="0">
                <a:ln>
                  <a:noFill/>
                </a:ln>
                <a:solidFill>
                  <a:srgbClr val="1F4953"/>
                </a:solidFill>
                <a:effectLst/>
                <a:uLnTx/>
                <a:uFillTx/>
                <a:latin typeface="Calibri Light"/>
                <a:ea typeface="+mn-ea"/>
                <a:cs typeface="+mn-cs"/>
              </a:rPr>
            </a:br>
            <a:r>
              <a:rPr kumimoji="0" lang="da-DK" sz="1000" b="0" i="0" u="none" strike="noStrike" kern="1200" cap="none" spc="0" normalizeH="0" baseline="0" noProof="0" dirty="0">
                <a:ln>
                  <a:noFill/>
                </a:ln>
                <a:solidFill>
                  <a:srgbClr val="1F4953"/>
                </a:solidFill>
                <a:effectLst/>
                <a:uLnTx/>
                <a:uFillTx/>
                <a:latin typeface="Calibri Light"/>
                <a:ea typeface="+mn-ea"/>
                <a:cs typeface="+mn-cs"/>
              </a:rPr>
              <a:t>Manipulation af træningsdata eller interne datakilder.</a:t>
            </a:r>
          </a:p>
          <a:p>
            <a:pPr marL="273050" marR="0" lvl="0" indent="-185738" algn="l" defTabSz="914400" rtl="0" eaLnBrk="1" fontAlgn="auto" latinLnBrk="0" hangingPunct="1">
              <a:lnSpc>
                <a:spcPct val="100000"/>
              </a:lnSpc>
              <a:spcBef>
                <a:spcPts val="0"/>
              </a:spcBef>
              <a:spcAft>
                <a:spcPts val="0"/>
              </a:spcAft>
              <a:buClrTx/>
              <a:buSzTx/>
              <a:buFont typeface="+mj-lt"/>
              <a:buAutoNum type="arabicPeriod"/>
              <a:tabLst/>
              <a:defRPr/>
            </a:pPr>
            <a:r>
              <a:rPr kumimoji="0" lang="da-DK" sz="1000" b="0" i="0" u="none" strike="noStrike" kern="1200" cap="none" spc="0" normalizeH="0" baseline="0" noProof="0" dirty="0">
                <a:ln>
                  <a:noFill/>
                </a:ln>
                <a:solidFill>
                  <a:srgbClr val="1F4953"/>
                </a:solidFill>
                <a:effectLst/>
                <a:uLnTx/>
                <a:uFillTx/>
                <a:latin typeface="Calibri Light"/>
                <a:ea typeface="+mn-ea"/>
                <a:cs typeface="+mn-cs"/>
              </a:rPr>
              <a:t>Model </a:t>
            </a:r>
            <a:r>
              <a:rPr kumimoji="0" lang="da-DK" sz="1000" b="0" i="0" u="none" strike="noStrike" kern="1200" cap="none" spc="0" normalizeH="0" baseline="0" noProof="0" dirty="0" err="1">
                <a:ln>
                  <a:noFill/>
                </a:ln>
                <a:solidFill>
                  <a:srgbClr val="1F4953"/>
                </a:solidFill>
                <a:effectLst/>
                <a:uLnTx/>
                <a:uFillTx/>
                <a:latin typeface="Calibri Light"/>
                <a:ea typeface="+mn-ea"/>
                <a:cs typeface="+mn-cs"/>
              </a:rPr>
              <a:t>Poisoning</a:t>
            </a:r>
            <a:r>
              <a:rPr kumimoji="0" lang="da-DK" sz="1000" b="0" i="0" u="none" strike="noStrike" kern="1200" cap="none" spc="0" normalizeH="0" baseline="0" noProof="0" dirty="0">
                <a:ln>
                  <a:noFill/>
                </a:ln>
                <a:solidFill>
                  <a:srgbClr val="1F4953"/>
                </a:solidFill>
                <a:effectLst/>
                <a:uLnTx/>
                <a:uFillTx/>
                <a:latin typeface="Calibri Light"/>
                <a:ea typeface="+mn-ea"/>
                <a:cs typeface="+mn-cs"/>
              </a:rPr>
              <a:t> &amp; </a:t>
            </a:r>
            <a:r>
              <a:rPr kumimoji="0" lang="da-DK" sz="1000" b="0" i="0" u="none" strike="noStrike" kern="1200" cap="none" spc="0" normalizeH="0" baseline="0" noProof="0" dirty="0" err="1">
                <a:ln>
                  <a:noFill/>
                </a:ln>
                <a:solidFill>
                  <a:srgbClr val="1F4953"/>
                </a:solidFill>
                <a:effectLst/>
                <a:uLnTx/>
                <a:uFillTx/>
                <a:latin typeface="Calibri Light"/>
                <a:ea typeface="+mn-ea"/>
                <a:cs typeface="+mn-cs"/>
              </a:rPr>
              <a:t>Artifact</a:t>
            </a:r>
            <a:r>
              <a:rPr kumimoji="0" lang="da-DK" sz="1000" b="0" i="0" u="none" strike="noStrike" kern="1200" cap="none" spc="0" normalizeH="0" baseline="0" noProof="0" dirty="0">
                <a:ln>
                  <a:noFill/>
                </a:ln>
                <a:solidFill>
                  <a:srgbClr val="1F4953"/>
                </a:solidFill>
                <a:effectLst/>
                <a:uLnTx/>
                <a:uFillTx/>
                <a:latin typeface="Calibri Light"/>
                <a:ea typeface="+mn-ea"/>
                <a:cs typeface="+mn-cs"/>
              </a:rPr>
              <a:t> Manipulation</a:t>
            </a:r>
            <a:br>
              <a:rPr kumimoji="0" lang="da-DK" sz="1000" b="0" i="0" u="none" strike="noStrike" kern="1200" cap="none" spc="0" normalizeH="0" baseline="0" noProof="0" dirty="0">
                <a:ln>
                  <a:noFill/>
                </a:ln>
                <a:solidFill>
                  <a:srgbClr val="1F4953"/>
                </a:solidFill>
                <a:effectLst/>
                <a:uLnTx/>
                <a:uFillTx/>
                <a:latin typeface="Calibri Light"/>
                <a:ea typeface="+mn-ea"/>
                <a:cs typeface="+mn-cs"/>
              </a:rPr>
            </a:br>
            <a:r>
              <a:rPr kumimoji="0" lang="da-DK" sz="1000" b="0" i="0" u="none" strike="noStrike" kern="1200" cap="none" spc="0" normalizeH="0" baseline="0" noProof="0" dirty="0">
                <a:ln>
                  <a:noFill/>
                </a:ln>
                <a:solidFill>
                  <a:srgbClr val="1F4953"/>
                </a:solidFill>
                <a:effectLst/>
                <a:uLnTx/>
                <a:uFillTx/>
                <a:latin typeface="Calibri Light"/>
                <a:ea typeface="+mn-ea"/>
                <a:cs typeface="+mn-cs"/>
              </a:rPr>
              <a:t>Uautoriseret ændring af modelværdier eller </a:t>
            </a:r>
            <a:r>
              <a:rPr kumimoji="0" lang="da-DK" sz="1000" b="0" i="0" u="none" strike="noStrike" kern="1200" cap="none" spc="0" normalizeH="0" baseline="0" noProof="0" dirty="0" err="1">
                <a:ln>
                  <a:noFill/>
                </a:ln>
                <a:solidFill>
                  <a:srgbClr val="1F4953"/>
                </a:solidFill>
                <a:effectLst/>
                <a:uLnTx/>
                <a:uFillTx/>
                <a:latin typeface="Calibri Light"/>
                <a:ea typeface="+mn-ea"/>
                <a:cs typeface="+mn-cs"/>
              </a:rPr>
              <a:t>modelbinærer</a:t>
            </a:r>
            <a:r>
              <a:rPr kumimoji="0" lang="da-DK" sz="1000" b="0" i="0" u="none" strike="noStrike" kern="1200" cap="none" spc="0" normalizeH="0" baseline="0" noProof="0" dirty="0">
                <a:ln>
                  <a:noFill/>
                </a:ln>
                <a:solidFill>
                  <a:srgbClr val="1F4953"/>
                </a:solidFill>
                <a:effectLst/>
                <a:uLnTx/>
                <a:uFillTx/>
                <a:latin typeface="Calibri Light"/>
                <a:ea typeface="+mn-ea"/>
                <a:cs typeface="+mn-cs"/>
              </a:rPr>
              <a:t>.</a:t>
            </a:r>
          </a:p>
          <a:p>
            <a:pPr marL="273050" marR="0" lvl="0" indent="-185738" algn="l" defTabSz="914400" rtl="0" eaLnBrk="1" fontAlgn="auto" latinLnBrk="0" hangingPunct="1">
              <a:lnSpc>
                <a:spcPct val="100000"/>
              </a:lnSpc>
              <a:spcBef>
                <a:spcPts val="0"/>
              </a:spcBef>
              <a:spcAft>
                <a:spcPts val="0"/>
              </a:spcAft>
              <a:buClrTx/>
              <a:buSzTx/>
              <a:buFont typeface="+mj-lt"/>
              <a:buAutoNum type="arabicPeriod"/>
              <a:tabLst/>
              <a:defRPr/>
            </a:pPr>
            <a:r>
              <a:rPr kumimoji="0" lang="da-DK" sz="1000" b="0" i="0" u="none" strike="noStrike" kern="1200" cap="none" spc="0" normalizeH="0" baseline="0" noProof="0" dirty="0">
                <a:ln>
                  <a:noFill/>
                </a:ln>
                <a:solidFill>
                  <a:srgbClr val="1F4953"/>
                </a:solidFill>
                <a:effectLst/>
                <a:uLnTx/>
                <a:uFillTx/>
                <a:latin typeface="Calibri Light"/>
                <a:ea typeface="+mn-ea"/>
                <a:cs typeface="+mn-cs"/>
              </a:rPr>
              <a:t>Model </a:t>
            </a:r>
            <a:r>
              <a:rPr kumimoji="0" lang="da-DK" sz="1000" b="0" i="0" u="none" strike="noStrike" kern="1200" cap="none" spc="0" normalizeH="0" baseline="0" noProof="0" dirty="0" err="1">
                <a:ln>
                  <a:noFill/>
                </a:ln>
                <a:solidFill>
                  <a:srgbClr val="1F4953"/>
                </a:solidFill>
                <a:effectLst/>
                <a:uLnTx/>
                <a:uFillTx/>
                <a:latin typeface="Calibri Light"/>
                <a:ea typeface="+mn-ea"/>
                <a:cs typeface="+mn-cs"/>
              </a:rPr>
              <a:t>Stealing</a:t>
            </a:r>
            <a:r>
              <a:rPr kumimoji="0" lang="da-DK" sz="1000" b="0" i="0" u="none" strike="noStrike" kern="1200" cap="none" spc="0" normalizeH="0" baseline="0" noProof="0" dirty="0">
                <a:ln>
                  <a:noFill/>
                </a:ln>
                <a:solidFill>
                  <a:srgbClr val="1F4953"/>
                </a:solidFill>
                <a:effectLst/>
                <a:uLnTx/>
                <a:uFillTx/>
                <a:latin typeface="Calibri Light"/>
                <a:ea typeface="+mn-ea"/>
                <a:cs typeface="+mn-cs"/>
              </a:rPr>
              <a:t> / </a:t>
            </a:r>
            <a:r>
              <a:rPr kumimoji="0" lang="da-DK" sz="1000" b="0" i="0" u="none" strike="noStrike" kern="1200" cap="none" spc="0" normalizeH="0" baseline="0" noProof="0" dirty="0" err="1">
                <a:ln>
                  <a:noFill/>
                </a:ln>
                <a:solidFill>
                  <a:srgbClr val="1F4953"/>
                </a:solidFill>
                <a:effectLst/>
                <a:uLnTx/>
                <a:uFillTx/>
                <a:latin typeface="Calibri Light"/>
                <a:ea typeface="+mn-ea"/>
                <a:cs typeface="+mn-cs"/>
              </a:rPr>
              <a:t>Intellectual</a:t>
            </a:r>
            <a:r>
              <a:rPr kumimoji="0" lang="da-DK" sz="1000" b="0" i="0" u="none" strike="noStrike" kern="1200" cap="none" spc="0" normalizeH="0" baseline="0" noProof="0" dirty="0">
                <a:ln>
                  <a:noFill/>
                </a:ln>
                <a:solidFill>
                  <a:srgbClr val="1F4953"/>
                </a:solidFill>
                <a:effectLst/>
                <a:uLnTx/>
                <a:uFillTx/>
                <a:latin typeface="Calibri Light"/>
                <a:ea typeface="+mn-ea"/>
                <a:cs typeface="+mn-cs"/>
              </a:rPr>
              <a:t> Property </a:t>
            </a:r>
            <a:r>
              <a:rPr kumimoji="0" lang="da-DK" sz="1000" b="0" i="0" u="none" strike="noStrike" kern="1200" cap="none" spc="0" normalizeH="0" baseline="0" noProof="0" dirty="0" err="1">
                <a:ln>
                  <a:noFill/>
                </a:ln>
                <a:solidFill>
                  <a:srgbClr val="1F4953"/>
                </a:solidFill>
                <a:effectLst/>
                <a:uLnTx/>
                <a:uFillTx/>
                <a:latin typeface="Calibri Light"/>
                <a:ea typeface="+mn-ea"/>
                <a:cs typeface="+mn-cs"/>
              </a:rPr>
              <a:t>Loss</a:t>
            </a:r>
            <a:br>
              <a:rPr kumimoji="0" lang="da-DK" sz="1000" b="0" i="0" u="none" strike="noStrike" kern="1200" cap="none" spc="0" normalizeH="0" baseline="0" noProof="0" dirty="0">
                <a:ln>
                  <a:noFill/>
                </a:ln>
                <a:solidFill>
                  <a:srgbClr val="1F4953"/>
                </a:solidFill>
                <a:effectLst/>
                <a:uLnTx/>
                <a:uFillTx/>
                <a:latin typeface="Calibri Light"/>
                <a:ea typeface="+mn-ea"/>
                <a:cs typeface="+mn-cs"/>
              </a:rPr>
            </a:br>
            <a:r>
              <a:rPr kumimoji="0" lang="da-DK" sz="1000" b="0" i="0" u="none" strike="noStrike" kern="1200" cap="none" spc="0" normalizeH="0" baseline="0" noProof="0" dirty="0">
                <a:ln>
                  <a:noFill/>
                </a:ln>
                <a:solidFill>
                  <a:srgbClr val="1F4953"/>
                </a:solidFill>
                <a:effectLst/>
                <a:uLnTx/>
                <a:uFillTx/>
                <a:latin typeface="Calibri Light"/>
                <a:ea typeface="+mn-ea"/>
                <a:cs typeface="+mn-cs"/>
              </a:rPr>
              <a:t>Uautoriseret kopiering eller ekstraktion af modeller.</a:t>
            </a:r>
          </a:p>
          <a:p>
            <a:pPr marL="273050" marR="0" lvl="0" indent="-185738" algn="l" defTabSz="914400" rtl="0" eaLnBrk="1" fontAlgn="auto" latinLnBrk="0" hangingPunct="1">
              <a:lnSpc>
                <a:spcPct val="100000"/>
              </a:lnSpc>
              <a:spcBef>
                <a:spcPts val="0"/>
              </a:spcBef>
              <a:spcAft>
                <a:spcPts val="0"/>
              </a:spcAft>
              <a:buClrTx/>
              <a:buSzTx/>
              <a:buFont typeface="+mj-lt"/>
              <a:buAutoNum type="arabicPeriod"/>
              <a:tabLst/>
              <a:defRPr/>
            </a:pPr>
            <a:r>
              <a:rPr kumimoji="0" lang="da-DK" sz="1000" b="0" i="0" u="none" strike="noStrike" kern="1200" cap="none" spc="0" normalizeH="0" baseline="0" noProof="0" dirty="0" err="1">
                <a:ln>
                  <a:noFill/>
                </a:ln>
                <a:solidFill>
                  <a:srgbClr val="1F4953"/>
                </a:solidFill>
                <a:effectLst/>
                <a:uLnTx/>
                <a:uFillTx/>
                <a:latin typeface="Calibri Light"/>
                <a:ea typeface="+mn-ea"/>
                <a:cs typeface="+mn-cs"/>
              </a:rPr>
              <a:t>Privacy</a:t>
            </a:r>
            <a:r>
              <a:rPr kumimoji="0" lang="da-DK" sz="1000" b="0" i="0" u="none" strike="noStrike" kern="1200" cap="none" spc="0" normalizeH="0" baseline="0" noProof="0" dirty="0">
                <a:ln>
                  <a:noFill/>
                </a:ln>
                <a:solidFill>
                  <a:srgbClr val="1F4953"/>
                </a:solidFill>
                <a:effectLst/>
                <a:uLnTx/>
                <a:uFillTx/>
                <a:latin typeface="Calibri Light"/>
                <a:ea typeface="+mn-ea"/>
                <a:cs typeface="+mn-cs"/>
              </a:rPr>
              <a:t> </a:t>
            </a:r>
            <a:r>
              <a:rPr kumimoji="0" lang="da-DK" sz="1000" b="0" i="0" u="none" strike="noStrike" kern="1200" cap="none" spc="0" normalizeH="0" baseline="0" noProof="0" dirty="0" err="1">
                <a:ln>
                  <a:noFill/>
                </a:ln>
                <a:solidFill>
                  <a:srgbClr val="1F4953"/>
                </a:solidFill>
                <a:effectLst/>
                <a:uLnTx/>
                <a:uFillTx/>
                <a:latin typeface="Calibri Light"/>
                <a:ea typeface="+mn-ea"/>
                <a:cs typeface="+mn-cs"/>
              </a:rPr>
              <a:t>Inference</a:t>
            </a:r>
            <a:r>
              <a:rPr kumimoji="0" lang="da-DK" sz="1000" b="0" i="0" u="none" strike="noStrike" kern="1200" cap="none" spc="0" normalizeH="0" baseline="0" noProof="0" dirty="0">
                <a:ln>
                  <a:noFill/>
                </a:ln>
                <a:solidFill>
                  <a:srgbClr val="1F4953"/>
                </a:solidFill>
                <a:effectLst/>
                <a:uLnTx/>
                <a:uFillTx/>
                <a:latin typeface="Calibri Light"/>
                <a:ea typeface="+mn-ea"/>
                <a:cs typeface="+mn-cs"/>
              </a:rPr>
              <a:t> Attacks</a:t>
            </a:r>
            <a:br>
              <a:rPr kumimoji="0" lang="da-DK" sz="1000" b="0" i="0" u="none" strike="noStrike" kern="1200" cap="none" spc="0" normalizeH="0" baseline="0" noProof="0" dirty="0">
                <a:ln>
                  <a:noFill/>
                </a:ln>
                <a:solidFill>
                  <a:srgbClr val="1F4953"/>
                </a:solidFill>
                <a:effectLst/>
                <a:uLnTx/>
                <a:uFillTx/>
                <a:latin typeface="Calibri Light"/>
                <a:ea typeface="+mn-ea"/>
                <a:cs typeface="+mn-cs"/>
              </a:rPr>
            </a:br>
            <a:r>
              <a:rPr kumimoji="0" lang="da-DK" sz="1000" b="0" i="0" u="none" strike="noStrike" kern="1200" cap="none" spc="0" normalizeH="0" baseline="0" noProof="0" dirty="0">
                <a:ln>
                  <a:noFill/>
                </a:ln>
                <a:solidFill>
                  <a:srgbClr val="1F4953"/>
                </a:solidFill>
                <a:effectLst/>
                <a:uLnTx/>
                <a:uFillTx/>
                <a:latin typeface="Calibri Light"/>
                <a:ea typeface="+mn-ea"/>
                <a:cs typeface="+mn-cs"/>
              </a:rPr>
              <a:t>Membership </a:t>
            </a:r>
            <a:r>
              <a:rPr kumimoji="0" lang="da-DK" sz="1000" b="0" i="0" u="none" strike="noStrike" kern="1200" cap="none" spc="0" normalizeH="0" baseline="0" noProof="0" dirty="0" err="1">
                <a:ln>
                  <a:noFill/>
                </a:ln>
                <a:solidFill>
                  <a:srgbClr val="1F4953"/>
                </a:solidFill>
                <a:effectLst/>
                <a:uLnTx/>
                <a:uFillTx/>
                <a:latin typeface="Calibri Light"/>
                <a:ea typeface="+mn-ea"/>
                <a:cs typeface="+mn-cs"/>
              </a:rPr>
              <a:t>inference</a:t>
            </a:r>
            <a:r>
              <a:rPr kumimoji="0" lang="da-DK" sz="1000" b="0" i="0" u="none" strike="noStrike" kern="1200" cap="none" spc="0" normalizeH="0" baseline="0" noProof="0" dirty="0">
                <a:ln>
                  <a:noFill/>
                </a:ln>
                <a:solidFill>
                  <a:srgbClr val="1F4953"/>
                </a:solidFill>
                <a:effectLst/>
                <a:uLnTx/>
                <a:uFillTx/>
                <a:latin typeface="Calibri Light"/>
                <a:ea typeface="+mn-ea"/>
                <a:cs typeface="+mn-cs"/>
              </a:rPr>
              <a:t>, model inversion eller rekonstruktion af træningsdata.</a:t>
            </a:r>
          </a:p>
          <a:p>
            <a:pPr marL="273050" marR="0" lvl="0" indent="-185738" algn="l" defTabSz="914400" rtl="0" eaLnBrk="1" fontAlgn="auto" latinLnBrk="0" hangingPunct="1">
              <a:lnSpc>
                <a:spcPct val="100000"/>
              </a:lnSpc>
              <a:spcBef>
                <a:spcPts val="0"/>
              </a:spcBef>
              <a:spcAft>
                <a:spcPts val="0"/>
              </a:spcAft>
              <a:buClrTx/>
              <a:buSzTx/>
              <a:buFont typeface="+mj-lt"/>
              <a:buAutoNum type="arabicPeriod"/>
              <a:tabLst/>
              <a:defRPr/>
            </a:pPr>
            <a:r>
              <a:rPr kumimoji="0" lang="da-DK" sz="1000" b="0" i="0" u="none" strike="noStrike" kern="1200" cap="none" spc="0" normalizeH="0" baseline="0" noProof="0" dirty="0">
                <a:ln>
                  <a:noFill/>
                </a:ln>
                <a:solidFill>
                  <a:srgbClr val="1F4953"/>
                </a:solidFill>
                <a:effectLst/>
                <a:uLnTx/>
                <a:uFillTx/>
                <a:latin typeface="Calibri Light"/>
                <a:ea typeface="+mn-ea"/>
                <a:cs typeface="+mn-cs"/>
              </a:rPr>
              <a:t>Sensitive Information Leakage</a:t>
            </a:r>
            <a:br>
              <a:rPr kumimoji="0" lang="da-DK" sz="1000" b="0" i="0" u="none" strike="noStrike" kern="1200" cap="none" spc="0" normalizeH="0" baseline="0" noProof="0" dirty="0">
                <a:ln>
                  <a:noFill/>
                </a:ln>
                <a:solidFill>
                  <a:srgbClr val="1F4953"/>
                </a:solidFill>
                <a:effectLst/>
                <a:uLnTx/>
                <a:uFillTx/>
                <a:latin typeface="Calibri Light"/>
                <a:ea typeface="+mn-ea"/>
                <a:cs typeface="+mn-cs"/>
              </a:rPr>
            </a:br>
            <a:r>
              <a:rPr kumimoji="0" lang="da-DK" sz="1000" b="0" i="0" u="none" strike="noStrike" kern="1200" cap="none" spc="0" normalizeH="0" baseline="0" noProof="0" dirty="0">
                <a:ln>
                  <a:noFill/>
                </a:ln>
                <a:solidFill>
                  <a:srgbClr val="1F4953"/>
                </a:solidFill>
                <a:effectLst/>
                <a:uLnTx/>
                <a:uFillTx/>
                <a:latin typeface="Calibri Light"/>
                <a:ea typeface="+mn-ea"/>
                <a:cs typeface="+mn-cs"/>
              </a:rPr>
              <a:t>Lækage af persondata eller fortrolige oplysninger via modeloutput eller logs.</a:t>
            </a:r>
          </a:p>
          <a:p>
            <a:pPr marL="273050" marR="0" lvl="0" indent="-185738" algn="l" defTabSz="914400" rtl="0" eaLnBrk="1" fontAlgn="auto" latinLnBrk="0" hangingPunct="1">
              <a:lnSpc>
                <a:spcPct val="100000"/>
              </a:lnSpc>
              <a:spcBef>
                <a:spcPts val="0"/>
              </a:spcBef>
              <a:spcAft>
                <a:spcPts val="0"/>
              </a:spcAft>
              <a:buClrTx/>
              <a:buSzTx/>
              <a:buFont typeface="+mj-lt"/>
              <a:buAutoNum type="arabicPeriod"/>
              <a:tabLst/>
              <a:defRPr/>
            </a:pPr>
            <a:r>
              <a:rPr kumimoji="0" lang="da-DK" sz="1000" b="0" i="0" u="none" strike="noStrike" kern="1200" cap="none" spc="0" normalizeH="0" baseline="0" noProof="0" dirty="0" err="1">
                <a:ln>
                  <a:noFill/>
                </a:ln>
                <a:solidFill>
                  <a:srgbClr val="1F4953"/>
                </a:solidFill>
                <a:effectLst/>
                <a:uLnTx/>
                <a:uFillTx/>
                <a:latin typeface="Calibri Light"/>
                <a:ea typeface="+mn-ea"/>
                <a:cs typeface="+mn-cs"/>
              </a:rPr>
              <a:t>Adversarial</a:t>
            </a:r>
            <a:r>
              <a:rPr kumimoji="0" lang="da-DK" sz="1000" b="0" i="0" u="none" strike="noStrike" kern="1200" cap="none" spc="0" normalizeH="0" baseline="0" noProof="0" dirty="0">
                <a:ln>
                  <a:noFill/>
                </a:ln>
                <a:solidFill>
                  <a:srgbClr val="1F4953"/>
                </a:solidFill>
                <a:effectLst/>
                <a:uLnTx/>
                <a:uFillTx/>
                <a:latin typeface="Calibri Light"/>
                <a:ea typeface="+mn-ea"/>
                <a:cs typeface="+mn-cs"/>
              </a:rPr>
              <a:t> Input Attacks</a:t>
            </a:r>
            <a:br>
              <a:rPr kumimoji="0" lang="da-DK" sz="1000" b="0" i="0" u="none" strike="noStrike" kern="1200" cap="none" spc="0" normalizeH="0" baseline="0" noProof="0" dirty="0">
                <a:ln>
                  <a:noFill/>
                </a:ln>
                <a:solidFill>
                  <a:srgbClr val="1F4953"/>
                </a:solidFill>
                <a:effectLst/>
                <a:uLnTx/>
                <a:uFillTx/>
                <a:latin typeface="Calibri Light"/>
                <a:ea typeface="+mn-ea"/>
                <a:cs typeface="+mn-cs"/>
              </a:rPr>
            </a:br>
            <a:r>
              <a:rPr kumimoji="0" lang="da-DK" sz="1000" b="0" i="0" u="none" strike="noStrike" kern="1200" cap="none" spc="0" normalizeH="0" baseline="0" noProof="0" dirty="0">
                <a:ln>
                  <a:noFill/>
                </a:ln>
                <a:solidFill>
                  <a:srgbClr val="1F4953"/>
                </a:solidFill>
                <a:effectLst/>
                <a:uLnTx/>
                <a:uFillTx/>
                <a:latin typeface="Calibri Light"/>
                <a:ea typeface="+mn-ea"/>
                <a:cs typeface="+mn-cs"/>
              </a:rPr>
              <a:t>Manipulerede input der påvirker modelbeslutninger.</a:t>
            </a:r>
          </a:p>
          <a:p>
            <a:pPr marL="273050" marR="0" lvl="0" indent="-185738" algn="l" defTabSz="914400" rtl="0" eaLnBrk="1" fontAlgn="auto" latinLnBrk="0" hangingPunct="1">
              <a:lnSpc>
                <a:spcPct val="100000"/>
              </a:lnSpc>
              <a:spcBef>
                <a:spcPts val="0"/>
              </a:spcBef>
              <a:spcAft>
                <a:spcPts val="0"/>
              </a:spcAft>
              <a:buClrTx/>
              <a:buSzTx/>
              <a:buFont typeface="+mj-lt"/>
              <a:buAutoNum type="arabicPeriod"/>
              <a:tabLst/>
              <a:defRPr/>
            </a:pPr>
            <a:r>
              <a:rPr kumimoji="0" lang="da-DK" sz="1000" b="0" i="0" u="none" strike="noStrike" kern="1200" cap="none" spc="0" normalizeH="0" baseline="0" noProof="0" dirty="0">
                <a:ln>
                  <a:noFill/>
                </a:ln>
                <a:solidFill>
                  <a:srgbClr val="1F4953"/>
                </a:solidFill>
                <a:effectLst/>
                <a:uLnTx/>
                <a:uFillTx/>
                <a:latin typeface="Calibri Light"/>
                <a:ea typeface="+mn-ea"/>
                <a:cs typeface="+mn-cs"/>
              </a:rPr>
              <a:t>Prompt </a:t>
            </a:r>
            <a:r>
              <a:rPr kumimoji="0" lang="da-DK" sz="1000" b="0" i="0" u="none" strike="noStrike" kern="1200" cap="none" spc="0" normalizeH="0" baseline="0" noProof="0" dirty="0" err="1">
                <a:ln>
                  <a:noFill/>
                </a:ln>
                <a:solidFill>
                  <a:srgbClr val="1F4953"/>
                </a:solidFill>
                <a:effectLst/>
                <a:uLnTx/>
                <a:uFillTx/>
                <a:latin typeface="Calibri Light"/>
                <a:ea typeface="+mn-ea"/>
                <a:cs typeface="+mn-cs"/>
              </a:rPr>
              <a:t>Injection</a:t>
            </a:r>
            <a:r>
              <a:rPr kumimoji="0" lang="da-DK" sz="1000" b="0" i="0" u="none" strike="noStrike" kern="1200" cap="none" spc="0" normalizeH="0" baseline="0" noProof="0" dirty="0">
                <a:ln>
                  <a:noFill/>
                </a:ln>
                <a:solidFill>
                  <a:srgbClr val="1F4953"/>
                </a:solidFill>
                <a:effectLst/>
                <a:uLnTx/>
                <a:uFillTx/>
                <a:latin typeface="Calibri Light"/>
                <a:ea typeface="+mn-ea"/>
                <a:cs typeface="+mn-cs"/>
              </a:rPr>
              <a:t> &amp; System Prompt Leakage</a:t>
            </a:r>
            <a:br>
              <a:rPr kumimoji="0" lang="da-DK" sz="1000" b="0" i="0" u="none" strike="noStrike" kern="1200" cap="none" spc="0" normalizeH="0" baseline="0" noProof="0" dirty="0">
                <a:ln>
                  <a:noFill/>
                </a:ln>
                <a:solidFill>
                  <a:srgbClr val="1F4953"/>
                </a:solidFill>
                <a:effectLst/>
                <a:uLnTx/>
                <a:uFillTx/>
                <a:latin typeface="Calibri Light"/>
                <a:ea typeface="+mn-ea"/>
                <a:cs typeface="+mn-cs"/>
              </a:rPr>
            </a:br>
            <a:r>
              <a:rPr kumimoji="0" lang="da-DK" sz="1000" b="0" i="0" u="none" strike="noStrike" kern="1200" cap="none" spc="0" normalizeH="0" baseline="0" noProof="0" dirty="0">
                <a:ln>
                  <a:noFill/>
                </a:ln>
                <a:solidFill>
                  <a:srgbClr val="1F4953"/>
                </a:solidFill>
                <a:effectLst/>
                <a:uLnTx/>
                <a:uFillTx/>
                <a:latin typeface="Calibri Light"/>
                <a:ea typeface="+mn-ea"/>
                <a:cs typeface="+mn-cs"/>
              </a:rPr>
              <a:t>Omgåelse eller eksponering af interne instruktioner (ved generative modeller).</a:t>
            </a:r>
          </a:p>
          <a:p>
            <a:pPr marL="273050" marR="0" lvl="0" indent="-185738" algn="l" defTabSz="914400" rtl="0" eaLnBrk="1" fontAlgn="auto" latinLnBrk="0" hangingPunct="1">
              <a:lnSpc>
                <a:spcPct val="100000"/>
              </a:lnSpc>
              <a:spcBef>
                <a:spcPts val="0"/>
              </a:spcBef>
              <a:spcAft>
                <a:spcPts val="0"/>
              </a:spcAft>
              <a:buClrTx/>
              <a:buSzTx/>
              <a:buFont typeface="+mj-lt"/>
              <a:buAutoNum type="arabicPeriod"/>
              <a:tabLst/>
              <a:defRPr/>
            </a:pPr>
            <a:r>
              <a:rPr kumimoji="0" lang="da-DK" sz="1000" b="0" i="0" u="none" strike="noStrike" kern="1200" cap="none" spc="0" normalizeH="0" baseline="0" noProof="0" dirty="0" err="1">
                <a:ln>
                  <a:noFill/>
                </a:ln>
                <a:solidFill>
                  <a:srgbClr val="1F4953"/>
                </a:solidFill>
                <a:effectLst/>
                <a:uLnTx/>
                <a:uFillTx/>
                <a:latin typeface="Calibri Light"/>
                <a:ea typeface="+mn-ea"/>
                <a:cs typeface="+mn-cs"/>
              </a:rPr>
              <a:t>Denial</a:t>
            </a:r>
            <a:r>
              <a:rPr kumimoji="0" lang="da-DK" sz="1000" b="0" i="0" u="none" strike="noStrike" kern="1200" cap="none" spc="0" normalizeH="0" baseline="0" noProof="0" dirty="0">
                <a:ln>
                  <a:noFill/>
                </a:ln>
                <a:solidFill>
                  <a:srgbClr val="1F4953"/>
                </a:solidFill>
                <a:effectLst/>
                <a:uLnTx/>
                <a:uFillTx/>
                <a:latin typeface="Calibri Light"/>
                <a:ea typeface="+mn-ea"/>
                <a:cs typeface="+mn-cs"/>
              </a:rPr>
              <a:t> of Service / Resource </a:t>
            </a:r>
            <a:r>
              <a:rPr kumimoji="0" lang="da-DK" sz="1000" b="0" i="0" u="none" strike="noStrike" kern="1200" cap="none" spc="0" normalizeH="0" baseline="0" noProof="0" dirty="0" err="1">
                <a:ln>
                  <a:noFill/>
                </a:ln>
                <a:solidFill>
                  <a:srgbClr val="1F4953"/>
                </a:solidFill>
                <a:effectLst/>
                <a:uLnTx/>
                <a:uFillTx/>
                <a:latin typeface="Calibri Light"/>
                <a:ea typeface="+mn-ea"/>
                <a:cs typeface="+mn-cs"/>
              </a:rPr>
              <a:t>Exhaustion</a:t>
            </a:r>
            <a:br>
              <a:rPr kumimoji="0" lang="da-DK" sz="1000" b="0" i="0" u="none" strike="noStrike" kern="1200" cap="none" spc="0" normalizeH="0" baseline="0" noProof="0" dirty="0">
                <a:ln>
                  <a:noFill/>
                </a:ln>
                <a:solidFill>
                  <a:srgbClr val="1F4953"/>
                </a:solidFill>
                <a:effectLst/>
                <a:uLnTx/>
                <a:uFillTx/>
                <a:latin typeface="Calibri Light"/>
                <a:ea typeface="+mn-ea"/>
                <a:cs typeface="+mn-cs"/>
              </a:rPr>
            </a:br>
            <a:r>
              <a:rPr kumimoji="0" lang="da-DK" sz="1000" b="0" i="0" u="none" strike="noStrike" kern="1200" cap="none" spc="0" normalizeH="0" baseline="0" noProof="0" dirty="0">
                <a:ln>
                  <a:noFill/>
                </a:ln>
                <a:solidFill>
                  <a:srgbClr val="1F4953"/>
                </a:solidFill>
                <a:effectLst/>
                <a:uLnTx/>
                <a:uFillTx/>
                <a:latin typeface="Calibri Light"/>
                <a:ea typeface="+mn-ea"/>
                <a:cs typeface="+mn-cs"/>
              </a:rPr>
              <a:t>Overbelastning af CPU/GPU, </a:t>
            </a:r>
            <a:r>
              <a:rPr kumimoji="0" lang="da-DK" sz="1000" b="0" i="0" u="none" strike="noStrike" kern="1200" cap="none" spc="0" normalizeH="0" baseline="0" noProof="0" dirty="0" err="1">
                <a:ln>
                  <a:noFill/>
                </a:ln>
                <a:solidFill>
                  <a:srgbClr val="1F4953"/>
                </a:solidFill>
                <a:effectLst/>
                <a:uLnTx/>
                <a:uFillTx/>
                <a:latin typeface="Calibri Light"/>
                <a:ea typeface="+mn-ea"/>
                <a:cs typeface="+mn-cs"/>
              </a:rPr>
              <a:t>memory</a:t>
            </a:r>
            <a:r>
              <a:rPr kumimoji="0" lang="da-DK" sz="1000" b="0" i="0" u="none" strike="noStrike" kern="1200" cap="none" spc="0" normalizeH="0" baseline="0" noProof="0" dirty="0">
                <a:ln>
                  <a:noFill/>
                </a:ln>
                <a:solidFill>
                  <a:srgbClr val="1F4953"/>
                </a:solidFill>
                <a:effectLst/>
                <a:uLnTx/>
                <a:uFillTx/>
                <a:latin typeface="Calibri Light"/>
                <a:ea typeface="+mn-ea"/>
                <a:cs typeface="+mn-cs"/>
              </a:rPr>
              <a:t> eller </a:t>
            </a:r>
            <a:r>
              <a:rPr kumimoji="0" lang="da-DK" sz="1000" b="0" i="0" u="none" strike="noStrike" kern="1200" cap="none" spc="0" normalizeH="0" baseline="0" noProof="0" dirty="0" err="1">
                <a:ln>
                  <a:noFill/>
                </a:ln>
                <a:solidFill>
                  <a:srgbClr val="1F4953"/>
                </a:solidFill>
                <a:effectLst/>
                <a:uLnTx/>
                <a:uFillTx/>
                <a:latin typeface="Calibri Light"/>
                <a:ea typeface="+mn-ea"/>
                <a:cs typeface="+mn-cs"/>
              </a:rPr>
              <a:t>storage</a:t>
            </a:r>
            <a:r>
              <a:rPr kumimoji="0" lang="da-DK" sz="1000" b="0" i="0" u="none" strike="noStrike" kern="1200" cap="none" spc="0" normalizeH="0" baseline="0" noProof="0" dirty="0">
                <a:ln>
                  <a:noFill/>
                </a:ln>
                <a:solidFill>
                  <a:srgbClr val="1F4953"/>
                </a:solidFill>
                <a:effectLst/>
                <a:uLnTx/>
                <a:uFillTx/>
                <a:latin typeface="Calibri Light"/>
                <a:ea typeface="+mn-ea"/>
                <a:cs typeface="+mn-cs"/>
              </a:rPr>
              <a:t>.</a:t>
            </a:r>
          </a:p>
          <a:p>
            <a:pPr marL="273050" marR="0" lvl="0" indent="-185738" algn="l" defTabSz="914400" rtl="0" eaLnBrk="1" fontAlgn="auto" latinLnBrk="0" hangingPunct="1">
              <a:lnSpc>
                <a:spcPct val="100000"/>
              </a:lnSpc>
              <a:spcBef>
                <a:spcPts val="0"/>
              </a:spcBef>
              <a:spcAft>
                <a:spcPts val="0"/>
              </a:spcAft>
              <a:buClrTx/>
              <a:buSzTx/>
              <a:buFont typeface="+mj-lt"/>
              <a:buAutoNum type="arabicPeriod"/>
              <a:tabLst/>
              <a:defRPr/>
            </a:pPr>
            <a:r>
              <a:rPr kumimoji="0" lang="da-DK" sz="1000" b="0" i="0" u="none" strike="noStrike" kern="1200" cap="none" spc="0" normalizeH="0" baseline="0" noProof="0" dirty="0">
                <a:ln>
                  <a:noFill/>
                </a:ln>
                <a:solidFill>
                  <a:srgbClr val="1F4953"/>
                </a:solidFill>
                <a:effectLst/>
                <a:uLnTx/>
                <a:uFillTx/>
                <a:latin typeface="Calibri Light"/>
                <a:ea typeface="+mn-ea"/>
                <a:cs typeface="+mn-cs"/>
              </a:rPr>
              <a:t>Supply Chain </a:t>
            </a:r>
            <a:r>
              <a:rPr kumimoji="0" lang="da-DK" sz="1000" b="0" i="0" u="none" strike="noStrike" kern="1200" cap="none" spc="0" normalizeH="0" baseline="0" noProof="0" dirty="0" err="1">
                <a:ln>
                  <a:noFill/>
                </a:ln>
                <a:solidFill>
                  <a:srgbClr val="1F4953"/>
                </a:solidFill>
                <a:effectLst/>
                <a:uLnTx/>
                <a:uFillTx/>
                <a:latin typeface="Calibri Light"/>
                <a:ea typeface="+mn-ea"/>
                <a:cs typeface="+mn-cs"/>
              </a:rPr>
              <a:t>Vulnerabilities</a:t>
            </a:r>
            <a:br>
              <a:rPr kumimoji="0" lang="da-DK" sz="1000" b="0" i="0" u="none" strike="noStrike" kern="1200" cap="none" spc="0" normalizeH="0" baseline="0" noProof="0" dirty="0">
                <a:ln>
                  <a:noFill/>
                </a:ln>
                <a:solidFill>
                  <a:srgbClr val="1F4953"/>
                </a:solidFill>
                <a:effectLst/>
                <a:uLnTx/>
                <a:uFillTx/>
                <a:latin typeface="Calibri Light"/>
                <a:ea typeface="+mn-ea"/>
                <a:cs typeface="+mn-cs"/>
              </a:rPr>
            </a:br>
            <a:r>
              <a:rPr kumimoji="0" lang="da-DK" sz="1000" b="0" i="0" u="none" strike="noStrike" kern="1200" cap="none" spc="0" normalizeH="0" baseline="0" noProof="0" dirty="0">
                <a:ln>
                  <a:noFill/>
                </a:ln>
                <a:solidFill>
                  <a:srgbClr val="1F4953"/>
                </a:solidFill>
                <a:effectLst/>
                <a:uLnTx/>
                <a:uFillTx/>
                <a:latin typeface="Calibri Light"/>
                <a:ea typeface="+mn-ea"/>
                <a:cs typeface="+mn-cs"/>
              </a:rPr>
              <a:t>Sårbarheder i open source-modeller, ML-frameworks eller afhængigheder.</a:t>
            </a:r>
          </a:p>
          <a:p>
            <a:pPr marL="273050" marR="0" lvl="0" indent="-185738" algn="l" defTabSz="914400" rtl="0" eaLnBrk="1" fontAlgn="auto" latinLnBrk="0" hangingPunct="1">
              <a:lnSpc>
                <a:spcPct val="100000"/>
              </a:lnSpc>
              <a:spcBef>
                <a:spcPts val="0"/>
              </a:spcBef>
              <a:spcAft>
                <a:spcPts val="0"/>
              </a:spcAft>
              <a:buClrTx/>
              <a:buSzTx/>
              <a:buFont typeface="+mj-lt"/>
              <a:buAutoNum type="arabicPeriod"/>
              <a:tabLst/>
              <a:defRPr/>
            </a:pPr>
            <a:r>
              <a:rPr kumimoji="0" lang="da-DK" sz="1000" b="0" i="0" u="none" strike="noStrike" kern="1200" cap="none" spc="0" normalizeH="0" baseline="0" noProof="0" dirty="0" err="1">
                <a:ln>
                  <a:noFill/>
                </a:ln>
                <a:solidFill>
                  <a:srgbClr val="1F4953"/>
                </a:solidFill>
                <a:effectLst/>
                <a:uLnTx/>
                <a:uFillTx/>
                <a:latin typeface="Calibri Light"/>
                <a:ea typeface="+mn-ea"/>
                <a:cs typeface="+mn-cs"/>
              </a:rPr>
              <a:t>Privileged</a:t>
            </a:r>
            <a:r>
              <a:rPr kumimoji="0" lang="da-DK" sz="1000" b="0" i="0" u="none" strike="noStrike" kern="1200" cap="none" spc="0" normalizeH="0" baseline="0" noProof="0" dirty="0">
                <a:ln>
                  <a:noFill/>
                </a:ln>
                <a:solidFill>
                  <a:srgbClr val="1F4953"/>
                </a:solidFill>
                <a:effectLst/>
                <a:uLnTx/>
                <a:uFillTx/>
                <a:latin typeface="Calibri Light"/>
                <a:ea typeface="+mn-ea"/>
                <a:cs typeface="+mn-cs"/>
              </a:rPr>
              <a:t> Access </a:t>
            </a:r>
            <a:r>
              <a:rPr kumimoji="0" lang="da-DK" sz="1000" b="0" i="0" u="none" strike="noStrike" kern="1200" cap="none" spc="0" normalizeH="0" baseline="0" noProof="0" dirty="0" err="1">
                <a:ln>
                  <a:noFill/>
                </a:ln>
                <a:solidFill>
                  <a:srgbClr val="1F4953"/>
                </a:solidFill>
                <a:effectLst/>
                <a:uLnTx/>
                <a:uFillTx/>
                <a:latin typeface="Calibri Light"/>
                <a:ea typeface="+mn-ea"/>
                <a:cs typeface="+mn-cs"/>
              </a:rPr>
              <a:t>Misuse</a:t>
            </a:r>
            <a:r>
              <a:rPr kumimoji="0" lang="da-DK" sz="1000" b="0" i="0" u="none" strike="noStrike" kern="1200" cap="none" spc="0" normalizeH="0" baseline="0" noProof="0" dirty="0">
                <a:ln>
                  <a:noFill/>
                </a:ln>
                <a:solidFill>
                  <a:srgbClr val="1F4953"/>
                </a:solidFill>
                <a:effectLst/>
                <a:uLnTx/>
                <a:uFillTx/>
                <a:latin typeface="Calibri Light"/>
                <a:ea typeface="+mn-ea"/>
                <a:cs typeface="+mn-cs"/>
              </a:rPr>
              <a:t> / Insider </a:t>
            </a:r>
            <a:r>
              <a:rPr kumimoji="0" lang="da-DK" sz="1000" b="0" i="0" u="none" strike="noStrike" kern="1200" cap="none" spc="0" normalizeH="0" baseline="0" noProof="0" dirty="0" err="1">
                <a:ln>
                  <a:noFill/>
                </a:ln>
                <a:solidFill>
                  <a:srgbClr val="1F4953"/>
                </a:solidFill>
                <a:effectLst/>
                <a:uLnTx/>
                <a:uFillTx/>
                <a:latin typeface="Calibri Light"/>
                <a:ea typeface="+mn-ea"/>
                <a:cs typeface="+mn-cs"/>
              </a:rPr>
              <a:t>Threat</a:t>
            </a:r>
            <a:br>
              <a:rPr kumimoji="0" lang="da-DK" sz="1000" b="0" i="0" u="none" strike="noStrike" kern="1200" cap="none" spc="0" normalizeH="0" baseline="0" noProof="0" dirty="0">
                <a:ln>
                  <a:noFill/>
                </a:ln>
                <a:solidFill>
                  <a:srgbClr val="1F4953"/>
                </a:solidFill>
                <a:effectLst/>
                <a:uLnTx/>
                <a:uFillTx/>
                <a:latin typeface="Calibri Light"/>
                <a:ea typeface="+mn-ea"/>
                <a:cs typeface="+mn-cs"/>
              </a:rPr>
            </a:br>
            <a:r>
              <a:rPr kumimoji="0" lang="da-DK" sz="1000" b="0" i="0" u="none" strike="noStrike" kern="1200" cap="none" spc="0" normalizeH="0" baseline="0" noProof="0" dirty="0">
                <a:ln>
                  <a:noFill/>
                </a:ln>
                <a:solidFill>
                  <a:srgbClr val="1F4953"/>
                </a:solidFill>
                <a:effectLst/>
                <a:uLnTx/>
                <a:uFillTx/>
                <a:latin typeface="Calibri Light"/>
                <a:ea typeface="+mn-ea"/>
                <a:cs typeface="+mn-cs"/>
              </a:rPr>
              <a:t>Misbrug af administrative rettigheder eller uautoriseret </a:t>
            </a:r>
            <a:r>
              <a:rPr kumimoji="0" lang="da-DK" sz="1000" b="0" i="0" u="none" strike="noStrike" kern="1200" cap="none" spc="0" normalizeH="0" baseline="0" noProof="0" dirty="0" err="1">
                <a:ln>
                  <a:noFill/>
                </a:ln>
                <a:solidFill>
                  <a:srgbClr val="1F4953"/>
                </a:solidFill>
                <a:effectLst/>
                <a:uLnTx/>
                <a:uFillTx/>
                <a:latin typeface="Calibri Light"/>
                <a:ea typeface="+mn-ea"/>
                <a:cs typeface="+mn-cs"/>
              </a:rPr>
              <a:t>retræning</a:t>
            </a:r>
            <a:r>
              <a:rPr kumimoji="0" lang="da-DK" sz="1000" b="0" i="0" u="none" strike="noStrike" kern="1200" cap="none" spc="0" normalizeH="0" baseline="0" noProof="0" dirty="0">
                <a:ln>
                  <a:noFill/>
                </a:ln>
                <a:solidFill>
                  <a:srgbClr val="1F4953"/>
                </a:solidFill>
                <a:effectLst/>
                <a:uLnTx/>
                <a:uFillTx/>
                <a:latin typeface="Calibri Light"/>
                <a:ea typeface="+mn-ea"/>
                <a:cs typeface="+mn-cs"/>
              </a:rPr>
              <a:t>.</a:t>
            </a:r>
          </a:p>
          <a:p>
            <a:pPr marL="273050" marR="0" lvl="0" indent="-185738" algn="l" defTabSz="914400" rtl="0" eaLnBrk="1" fontAlgn="auto" latinLnBrk="0" hangingPunct="1">
              <a:lnSpc>
                <a:spcPct val="100000"/>
              </a:lnSpc>
              <a:spcBef>
                <a:spcPts val="0"/>
              </a:spcBef>
              <a:spcAft>
                <a:spcPts val="0"/>
              </a:spcAft>
              <a:buClrTx/>
              <a:buSzTx/>
              <a:buFont typeface="+mj-lt"/>
              <a:buAutoNum type="arabicPeriod"/>
              <a:tabLst/>
              <a:defRPr/>
            </a:pPr>
            <a:r>
              <a:rPr kumimoji="0" lang="da-DK" sz="1000" b="0" i="0" u="none" strike="noStrike" kern="1200" cap="none" spc="0" normalizeH="0" baseline="0" noProof="0" dirty="0">
                <a:ln>
                  <a:noFill/>
                </a:ln>
                <a:solidFill>
                  <a:srgbClr val="1F4953"/>
                </a:solidFill>
                <a:effectLst/>
                <a:uLnTx/>
                <a:uFillTx/>
                <a:latin typeface="Calibri Light"/>
                <a:ea typeface="+mn-ea"/>
                <a:cs typeface="+mn-cs"/>
              </a:rPr>
              <a:t>Insufficient </a:t>
            </a:r>
            <a:r>
              <a:rPr kumimoji="0" lang="da-DK" sz="1000" b="0" i="0" u="none" strike="noStrike" kern="1200" cap="none" spc="0" normalizeH="0" baseline="0" noProof="0" dirty="0" err="1">
                <a:ln>
                  <a:noFill/>
                </a:ln>
                <a:solidFill>
                  <a:srgbClr val="1F4953"/>
                </a:solidFill>
                <a:effectLst/>
                <a:uLnTx/>
                <a:uFillTx/>
                <a:latin typeface="Calibri Light"/>
                <a:ea typeface="+mn-ea"/>
                <a:cs typeface="+mn-cs"/>
              </a:rPr>
              <a:t>Logging</a:t>
            </a:r>
            <a:r>
              <a:rPr kumimoji="0" lang="da-DK" sz="1000" b="0" i="0" u="none" strike="noStrike" kern="1200" cap="none" spc="0" normalizeH="0" baseline="0" noProof="0" dirty="0">
                <a:ln>
                  <a:noFill/>
                </a:ln>
                <a:solidFill>
                  <a:srgbClr val="1F4953"/>
                </a:solidFill>
                <a:effectLst/>
                <a:uLnTx/>
                <a:uFillTx/>
                <a:latin typeface="Calibri Light"/>
                <a:ea typeface="+mn-ea"/>
                <a:cs typeface="+mn-cs"/>
              </a:rPr>
              <a:t> &amp; </a:t>
            </a:r>
            <a:r>
              <a:rPr kumimoji="0" lang="da-DK" sz="1000" b="0" i="0" u="none" strike="noStrike" kern="1200" cap="none" spc="0" normalizeH="0" baseline="0" noProof="0" dirty="0" err="1">
                <a:ln>
                  <a:noFill/>
                </a:ln>
                <a:solidFill>
                  <a:srgbClr val="1F4953"/>
                </a:solidFill>
                <a:effectLst/>
                <a:uLnTx/>
                <a:uFillTx/>
                <a:latin typeface="Calibri Light"/>
                <a:ea typeface="+mn-ea"/>
                <a:cs typeface="+mn-cs"/>
              </a:rPr>
              <a:t>Auditability</a:t>
            </a:r>
            <a:br>
              <a:rPr kumimoji="0" lang="da-DK" sz="1000" b="0" i="0" u="none" strike="noStrike" kern="1200" cap="none" spc="0" normalizeH="0" baseline="0" noProof="0" dirty="0">
                <a:ln>
                  <a:noFill/>
                </a:ln>
                <a:solidFill>
                  <a:srgbClr val="1F4953"/>
                </a:solidFill>
                <a:effectLst/>
                <a:uLnTx/>
                <a:uFillTx/>
                <a:latin typeface="Calibri Light"/>
                <a:ea typeface="+mn-ea"/>
                <a:cs typeface="+mn-cs"/>
              </a:rPr>
            </a:br>
            <a:r>
              <a:rPr kumimoji="0" lang="da-DK" sz="1000" b="0" i="0" u="none" strike="noStrike" kern="1200" cap="none" spc="0" normalizeH="0" baseline="0" noProof="0" dirty="0">
                <a:ln>
                  <a:noFill/>
                </a:ln>
                <a:solidFill>
                  <a:srgbClr val="1F4953"/>
                </a:solidFill>
                <a:effectLst/>
                <a:uLnTx/>
                <a:uFillTx/>
                <a:latin typeface="Calibri Light"/>
                <a:ea typeface="+mn-ea"/>
                <a:cs typeface="+mn-cs"/>
              </a:rPr>
              <a:t>Manglende sporbarhed på data- og modelændringer.</a:t>
            </a:r>
          </a:p>
          <a:p>
            <a:pPr marL="273050" marR="0" lvl="0" indent="-185738" algn="l" defTabSz="914400" rtl="0" eaLnBrk="1" fontAlgn="auto" latinLnBrk="0" hangingPunct="1">
              <a:lnSpc>
                <a:spcPct val="100000"/>
              </a:lnSpc>
              <a:spcBef>
                <a:spcPts val="0"/>
              </a:spcBef>
              <a:spcAft>
                <a:spcPts val="0"/>
              </a:spcAft>
              <a:buClrTx/>
              <a:buSzTx/>
              <a:buFont typeface="+mj-lt"/>
              <a:buAutoNum type="arabicPeriod"/>
              <a:tabLst/>
              <a:defRPr/>
            </a:pPr>
            <a:r>
              <a:rPr kumimoji="0" lang="da-DK" sz="1000" b="0" i="0" u="none" strike="noStrike" kern="1200" cap="none" spc="0" normalizeH="0" baseline="0" noProof="0" dirty="0">
                <a:ln>
                  <a:noFill/>
                </a:ln>
                <a:solidFill>
                  <a:srgbClr val="1F4953"/>
                </a:solidFill>
                <a:effectLst/>
                <a:uLnTx/>
                <a:uFillTx/>
                <a:latin typeface="Calibri Light"/>
                <a:ea typeface="+mn-ea"/>
                <a:cs typeface="+mn-cs"/>
              </a:rPr>
              <a:t>Model </a:t>
            </a:r>
            <a:r>
              <a:rPr kumimoji="0" lang="da-DK" sz="1000" b="0" i="0" u="none" strike="noStrike" kern="1200" cap="none" spc="0" normalizeH="0" baseline="0" noProof="0" dirty="0" err="1">
                <a:ln>
                  <a:noFill/>
                </a:ln>
                <a:solidFill>
                  <a:srgbClr val="1F4953"/>
                </a:solidFill>
                <a:effectLst/>
                <a:uLnTx/>
                <a:uFillTx/>
                <a:latin typeface="Calibri Light"/>
                <a:ea typeface="+mn-ea"/>
                <a:cs typeface="+mn-cs"/>
              </a:rPr>
              <a:t>Lifecycle</a:t>
            </a:r>
            <a:r>
              <a:rPr kumimoji="0" lang="da-DK" sz="1000" b="0" i="0" u="none" strike="noStrike" kern="1200" cap="none" spc="0" normalizeH="0" baseline="0" noProof="0" dirty="0">
                <a:ln>
                  <a:noFill/>
                </a:ln>
                <a:solidFill>
                  <a:srgbClr val="1F4953"/>
                </a:solidFill>
                <a:effectLst/>
                <a:uLnTx/>
                <a:uFillTx/>
                <a:latin typeface="Calibri Light"/>
                <a:ea typeface="+mn-ea"/>
                <a:cs typeface="+mn-cs"/>
              </a:rPr>
              <a:t> </a:t>
            </a:r>
            <a:r>
              <a:rPr kumimoji="0" lang="da-DK" sz="1000" b="0" i="0" u="none" strike="noStrike" kern="1200" cap="none" spc="0" normalizeH="0" baseline="0" noProof="0" dirty="0" err="1">
                <a:ln>
                  <a:noFill/>
                </a:ln>
                <a:solidFill>
                  <a:srgbClr val="1F4953"/>
                </a:solidFill>
                <a:effectLst/>
                <a:uLnTx/>
                <a:uFillTx/>
                <a:latin typeface="Calibri Light"/>
                <a:ea typeface="+mn-ea"/>
                <a:cs typeface="+mn-cs"/>
              </a:rPr>
              <a:t>Governance</a:t>
            </a:r>
            <a:r>
              <a:rPr kumimoji="0" lang="da-DK" sz="1000" b="0" i="0" u="none" strike="noStrike" kern="1200" cap="none" spc="0" normalizeH="0" baseline="0" noProof="0" dirty="0">
                <a:ln>
                  <a:noFill/>
                </a:ln>
                <a:solidFill>
                  <a:srgbClr val="1F4953"/>
                </a:solidFill>
                <a:effectLst/>
                <a:uLnTx/>
                <a:uFillTx/>
                <a:latin typeface="Calibri Light"/>
                <a:ea typeface="+mn-ea"/>
                <a:cs typeface="+mn-cs"/>
              </a:rPr>
              <a:t> </a:t>
            </a:r>
            <a:r>
              <a:rPr kumimoji="0" lang="da-DK" sz="1000" b="0" i="0" u="none" strike="noStrike" kern="1200" cap="none" spc="0" normalizeH="0" baseline="0" noProof="0" dirty="0" err="1">
                <a:ln>
                  <a:noFill/>
                </a:ln>
                <a:solidFill>
                  <a:srgbClr val="1F4953"/>
                </a:solidFill>
                <a:effectLst/>
                <a:uLnTx/>
                <a:uFillTx/>
                <a:latin typeface="Calibri Light"/>
                <a:ea typeface="+mn-ea"/>
                <a:cs typeface="+mn-cs"/>
              </a:rPr>
              <a:t>Failure</a:t>
            </a:r>
            <a:br>
              <a:rPr kumimoji="0" lang="da-DK" sz="1000" b="0" i="0" u="none" strike="noStrike" kern="1200" cap="none" spc="0" normalizeH="0" baseline="0" noProof="0" dirty="0">
                <a:ln>
                  <a:noFill/>
                </a:ln>
                <a:solidFill>
                  <a:srgbClr val="1F4953"/>
                </a:solidFill>
                <a:effectLst/>
                <a:uLnTx/>
                <a:uFillTx/>
                <a:latin typeface="Calibri Light"/>
                <a:ea typeface="+mn-ea"/>
                <a:cs typeface="+mn-cs"/>
              </a:rPr>
            </a:br>
            <a:r>
              <a:rPr kumimoji="0" lang="da-DK" sz="1000" b="0" i="0" u="none" strike="noStrike" kern="1200" cap="none" spc="0" normalizeH="0" baseline="0" noProof="0" dirty="0">
                <a:ln>
                  <a:noFill/>
                </a:ln>
                <a:solidFill>
                  <a:srgbClr val="1F4953"/>
                </a:solidFill>
                <a:effectLst/>
                <a:uLnTx/>
                <a:uFillTx/>
                <a:latin typeface="Calibri Light"/>
                <a:ea typeface="+mn-ea"/>
                <a:cs typeface="+mn-cs"/>
              </a:rPr>
              <a:t>Manglende versionsstyring, kontrol ved idriftsættelse og korrekt </a:t>
            </a:r>
            <a:r>
              <a:rPr kumimoji="0" lang="da-DK" sz="1000" b="0" i="0" u="none" strike="noStrike" kern="1200" cap="none" spc="0" normalizeH="0" baseline="0" noProof="0" dirty="0" err="1">
                <a:ln>
                  <a:noFill/>
                </a:ln>
                <a:solidFill>
                  <a:srgbClr val="1F4953"/>
                </a:solidFill>
                <a:effectLst/>
                <a:uLnTx/>
                <a:uFillTx/>
                <a:latin typeface="Calibri Light"/>
                <a:ea typeface="+mn-ea"/>
                <a:cs typeface="+mn-cs"/>
              </a:rPr>
              <a:t>dekommissionering</a:t>
            </a:r>
            <a:endParaRPr kumimoji="0" lang="da-DK" sz="1000" b="0" i="0" u="none" strike="noStrike" kern="1200" cap="none" spc="0" normalizeH="0" baseline="0" noProof="0" dirty="0">
              <a:ln>
                <a:noFill/>
              </a:ln>
              <a:solidFill>
                <a:srgbClr val="1F4953"/>
              </a:solidFill>
              <a:effectLst/>
              <a:uLnTx/>
              <a:uFillTx/>
              <a:latin typeface="Calibri Light"/>
              <a:ea typeface="+mn-ea"/>
              <a:cs typeface="+mn-cs"/>
            </a:endParaRPr>
          </a:p>
          <a:p>
            <a:pPr marL="273050" marR="0" lvl="0" indent="-185738" algn="l" defTabSz="914400" rtl="0" eaLnBrk="1" fontAlgn="auto" latinLnBrk="0" hangingPunct="1">
              <a:lnSpc>
                <a:spcPct val="100000"/>
              </a:lnSpc>
              <a:spcBef>
                <a:spcPts val="300"/>
              </a:spcBef>
              <a:spcAft>
                <a:spcPts val="0"/>
              </a:spcAft>
              <a:buClrTx/>
              <a:buSzTx/>
              <a:buFont typeface="+mj-lt"/>
              <a:buAutoNum type="arabicPeriod"/>
              <a:tabLst/>
              <a:defRPr/>
            </a:pPr>
            <a:endParaRPr kumimoji="0" lang="en-US" sz="1000" b="0" i="0" u="none" strike="noStrike" kern="1200" cap="none" spc="0" normalizeH="0" baseline="0" noProof="0" dirty="0">
              <a:ln>
                <a:noFill/>
              </a:ln>
              <a:solidFill>
                <a:srgbClr val="1F4953"/>
              </a:solidFill>
              <a:effectLst/>
              <a:uLnTx/>
              <a:uFillTx/>
              <a:latin typeface="Calibri Light"/>
              <a:ea typeface="+mn-ea"/>
              <a:cs typeface="+mn-cs"/>
            </a:endParaRPr>
          </a:p>
        </p:txBody>
      </p:sp>
      <p:sp>
        <p:nvSpPr>
          <p:cNvPr id="11" name="Tekstfelt 10">
            <a:extLst>
              <a:ext uri="{FF2B5EF4-FFF2-40B4-BE49-F238E27FC236}">
                <a16:creationId xmlns:a16="http://schemas.microsoft.com/office/drawing/2014/main" id="{36648642-83AC-F164-56A2-9D3FEE4ED8A1}"/>
              </a:ext>
            </a:extLst>
          </p:cNvPr>
          <p:cNvSpPr txBox="1"/>
          <p:nvPr/>
        </p:nvSpPr>
        <p:spPr bwMode="gray">
          <a:xfrm>
            <a:off x="360363" y="1432356"/>
            <a:ext cx="1496890"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1200" b="1" i="0" u="none" strike="noStrike" kern="1200" cap="none" spc="0" normalizeH="0" baseline="0" noProof="0">
                <a:ln>
                  <a:noFill/>
                </a:ln>
                <a:solidFill>
                  <a:srgbClr val="1F4953"/>
                </a:solidFill>
                <a:effectLst/>
                <a:uLnTx/>
                <a:uFillTx/>
                <a:latin typeface="Calibri Light"/>
                <a:ea typeface="+mn-ea"/>
                <a:cs typeface="+mn-cs"/>
              </a:rPr>
              <a:t>AI </a:t>
            </a:r>
            <a:r>
              <a:rPr kumimoji="0" lang="en-US" sz="1200" b="1" i="0" u="none" strike="noStrike" kern="1200" cap="none" spc="0" normalizeH="0" baseline="0" noProof="0" err="1">
                <a:ln>
                  <a:noFill/>
                </a:ln>
                <a:solidFill>
                  <a:srgbClr val="1F4953"/>
                </a:solidFill>
                <a:effectLst/>
                <a:uLnTx/>
                <a:uFillTx/>
                <a:latin typeface="Calibri Light"/>
                <a:ea typeface="+mn-ea"/>
                <a:cs typeface="+mn-cs"/>
              </a:rPr>
              <a:t>anvendelse</a:t>
            </a:r>
            <a:endParaRPr kumimoji="0" lang="da-DK" sz="1200" b="1" i="0" u="none" strike="noStrike" kern="1200" cap="none" spc="0" normalizeH="0" baseline="0" noProof="0">
              <a:ln>
                <a:noFill/>
              </a:ln>
              <a:solidFill>
                <a:srgbClr val="1F4953"/>
              </a:solidFill>
              <a:effectLst/>
              <a:uLnTx/>
              <a:uFillTx/>
              <a:latin typeface="Calibri Light"/>
              <a:ea typeface="+mn-ea"/>
              <a:cs typeface="+mn-cs"/>
            </a:endParaRPr>
          </a:p>
        </p:txBody>
      </p:sp>
      <p:sp>
        <p:nvSpPr>
          <p:cNvPr id="12" name="Tekstfelt 11">
            <a:extLst>
              <a:ext uri="{FF2B5EF4-FFF2-40B4-BE49-F238E27FC236}">
                <a16:creationId xmlns:a16="http://schemas.microsoft.com/office/drawing/2014/main" id="{B97493FE-B89D-53BE-3515-7A00D48B373C}"/>
              </a:ext>
            </a:extLst>
          </p:cNvPr>
          <p:cNvSpPr txBox="1"/>
          <p:nvPr/>
        </p:nvSpPr>
        <p:spPr bwMode="gray">
          <a:xfrm>
            <a:off x="2552524" y="1432356"/>
            <a:ext cx="1792820"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F4953"/>
                </a:solidFill>
                <a:effectLst/>
                <a:uLnTx/>
                <a:uFillTx/>
                <a:latin typeface="Calibri Light"/>
                <a:ea typeface="+mn-ea"/>
                <a:cs typeface="+mn-cs"/>
              </a:rPr>
              <a:t>AI </a:t>
            </a:r>
            <a:r>
              <a:rPr kumimoji="0" lang="en-US" sz="1200" b="1" i="0" u="none" strike="noStrike" kern="1200" cap="none" spc="0" normalizeH="0" baseline="0" noProof="0" dirty="0" err="1">
                <a:ln>
                  <a:noFill/>
                </a:ln>
                <a:solidFill>
                  <a:srgbClr val="1F4953"/>
                </a:solidFill>
                <a:effectLst/>
                <a:uLnTx/>
                <a:uFillTx/>
                <a:latin typeface="Calibri Light"/>
                <a:ea typeface="+mn-ea"/>
                <a:cs typeface="+mn-cs"/>
              </a:rPr>
              <a:t>Applikation</a:t>
            </a:r>
            <a:endParaRPr kumimoji="0" lang="da-DK" sz="1200" b="1" i="0" u="none" strike="noStrike" kern="1200" cap="none" spc="0" normalizeH="0" baseline="0" noProof="0" dirty="0">
              <a:ln>
                <a:noFill/>
              </a:ln>
              <a:solidFill>
                <a:srgbClr val="1F4953"/>
              </a:solidFill>
              <a:effectLst/>
              <a:uLnTx/>
              <a:uFillTx/>
              <a:latin typeface="Calibri Light"/>
              <a:ea typeface="+mn-ea"/>
              <a:cs typeface="+mn-cs"/>
            </a:endParaRPr>
          </a:p>
        </p:txBody>
      </p:sp>
      <p:sp>
        <p:nvSpPr>
          <p:cNvPr id="13" name="Tekstfelt 12">
            <a:extLst>
              <a:ext uri="{FF2B5EF4-FFF2-40B4-BE49-F238E27FC236}">
                <a16:creationId xmlns:a16="http://schemas.microsoft.com/office/drawing/2014/main" id="{AECEFE80-8545-9078-08C9-BCD07A464F61}"/>
              </a:ext>
            </a:extLst>
          </p:cNvPr>
          <p:cNvSpPr txBox="1"/>
          <p:nvPr/>
        </p:nvSpPr>
        <p:spPr bwMode="gray">
          <a:xfrm>
            <a:off x="7142156" y="1432356"/>
            <a:ext cx="1496890"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1200" b="1" i="0" u="none" strike="noStrike" kern="1200" cap="none" spc="0" normalizeH="0" baseline="0" noProof="0">
                <a:ln>
                  <a:noFill/>
                </a:ln>
                <a:solidFill>
                  <a:srgbClr val="1F4953"/>
                </a:solidFill>
                <a:effectLst/>
                <a:uLnTx/>
                <a:uFillTx/>
                <a:latin typeface="Calibri Light"/>
                <a:ea typeface="+mn-ea"/>
                <a:cs typeface="+mn-cs"/>
              </a:rPr>
              <a:t>AI platform</a:t>
            </a:r>
          </a:p>
        </p:txBody>
      </p:sp>
      <p:sp>
        <p:nvSpPr>
          <p:cNvPr id="19" name="Tekstfelt 18">
            <a:extLst>
              <a:ext uri="{FF2B5EF4-FFF2-40B4-BE49-F238E27FC236}">
                <a16:creationId xmlns:a16="http://schemas.microsoft.com/office/drawing/2014/main" id="{0ACEEBD8-AFB5-B537-9F0E-EC6F2AB65172}"/>
              </a:ext>
            </a:extLst>
          </p:cNvPr>
          <p:cNvSpPr txBox="1"/>
          <p:nvPr/>
        </p:nvSpPr>
        <p:spPr bwMode="gray">
          <a:xfrm>
            <a:off x="2552524" y="4103572"/>
            <a:ext cx="4450256" cy="1561983"/>
          </a:xfrm>
          <a:prstGeom prst="rect">
            <a:avLst/>
          </a:prstGeom>
        </p:spPr>
        <p:style>
          <a:lnRef idx="2">
            <a:schemeClr val="accent1"/>
          </a:lnRef>
          <a:fillRef idx="1">
            <a:schemeClr val="lt1"/>
          </a:fillRef>
          <a:effectRef idx="0">
            <a:schemeClr val="accent1"/>
          </a:effectRef>
          <a:fontRef idx="minor">
            <a:schemeClr val="dk1"/>
          </a:fontRef>
        </p:style>
        <p:txBody>
          <a:bodyPr wrap="square" lIns="0" tIns="0" rIns="0" bIns="0" rtlCol="0">
            <a:noAutofit/>
          </a:bodyPr>
          <a:lstStyle/>
          <a:p>
            <a:pPr marL="268288" marR="0" lvl="0" indent="-176213" algn="l" defTabSz="914400" rtl="0" eaLnBrk="1" fontAlgn="auto" latinLnBrk="0" hangingPunct="1">
              <a:lnSpc>
                <a:spcPct val="100000"/>
              </a:lnSpc>
              <a:spcBef>
                <a:spcPts val="300"/>
              </a:spcBef>
              <a:spcAft>
                <a:spcPts val="0"/>
              </a:spcAft>
              <a:buClrTx/>
              <a:buSzTx/>
              <a:buFont typeface="+mj-lt"/>
              <a:buAutoNum type="arabicPeriod"/>
              <a:tabLst/>
              <a:defRPr/>
            </a:pPr>
            <a:r>
              <a:rPr kumimoji="0" lang="da-DK" sz="1000" b="0" i="0" u="none" strike="noStrike" kern="1200" cap="none" spc="0" normalizeH="0" baseline="0" noProof="0" dirty="0">
                <a:ln>
                  <a:noFill/>
                </a:ln>
                <a:solidFill>
                  <a:schemeClr val="tx1"/>
                </a:solidFill>
                <a:effectLst/>
                <a:uLnTx/>
                <a:uFillTx/>
                <a:latin typeface="Calibri Light"/>
                <a:ea typeface="+mn-ea"/>
                <a:cs typeface="+mn-cs"/>
              </a:rPr>
              <a:t>Sårbarheder i forsyningskæden (modeller, </a:t>
            </a:r>
            <a:r>
              <a:rPr kumimoji="0" lang="da-DK" sz="1000" b="0" i="0" u="none" strike="noStrike" kern="1200" cap="none" spc="0" normalizeH="0" baseline="0" noProof="0" dirty="0" err="1">
                <a:ln>
                  <a:noFill/>
                </a:ln>
                <a:solidFill>
                  <a:schemeClr val="tx1"/>
                </a:solidFill>
                <a:effectLst/>
                <a:uLnTx/>
                <a:uFillTx/>
                <a:latin typeface="Calibri Light"/>
                <a:ea typeface="+mn-ea"/>
                <a:cs typeface="+mn-cs"/>
              </a:rPr>
              <a:t>embeddings</a:t>
            </a:r>
            <a:r>
              <a:rPr kumimoji="0" lang="da-DK" sz="1000" b="0" i="0" u="none" strike="noStrike" kern="1200" cap="none" spc="0" normalizeH="0" baseline="0" noProof="0" dirty="0">
                <a:ln>
                  <a:noFill/>
                </a:ln>
                <a:solidFill>
                  <a:schemeClr val="tx1"/>
                </a:solidFill>
                <a:effectLst/>
                <a:uLnTx/>
                <a:uFillTx/>
                <a:latin typeface="Calibri Light"/>
                <a:ea typeface="+mn-ea"/>
                <a:cs typeface="+mn-cs"/>
              </a:rPr>
              <a:t>, biblioteker)</a:t>
            </a:r>
          </a:p>
          <a:p>
            <a:pPr marL="268288" marR="0" lvl="0" indent="-176213" algn="l" defTabSz="914400" rtl="0" eaLnBrk="1" fontAlgn="auto" latinLnBrk="0" hangingPunct="1">
              <a:lnSpc>
                <a:spcPct val="100000"/>
              </a:lnSpc>
              <a:spcBef>
                <a:spcPts val="300"/>
              </a:spcBef>
              <a:spcAft>
                <a:spcPts val="0"/>
              </a:spcAft>
              <a:buClrTx/>
              <a:buSzTx/>
              <a:buFont typeface="+mj-lt"/>
              <a:buAutoNum type="arabicPeriod"/>
              <a:tabLst/>
              <a:defRPr/>
            </a:pPr>
            <a:r>
              <a:rPr kumimoji="0" lang="da-DK" sz="1000" b="0" i="0" u="none" strike="noStrike" kern="1200" cap="none" spc="0" normalizeH="0" baseline="0" noProof="0" dirty="0" err="1">
                <a:ln>
                  <a:noFill/>
                </a:ln>
                <a:solidFill>
                  <a:schemeClr val="tx1"/>
                </a:solidFill>
                <a:effectLst/>
                <a:uLnTx/>
                <a:uFillTx/>
                <a:latin typeface="Calibri Light"/>
                <a:ea typeface="+mn-ea"/>
                <a:cs typeface="+mn-cs"/>
              </a:rPr>
              <a:t>Inferential</a:t>
            </a:r>
            <a:r>
              <a:rPr kumimoji="0" lang="da-DK" sz="1000" b="0" i="0" u="none" strike="noStrike" kern="1200" cap="none" spc="0" normalizeH="0" baseline="0" noProof="0" dirty="0">
                <a:ln>
                  <a:noFill/>
                </a:ln>
                <a:solidFill>
                  <a:schemeClr val="tx1"/>
                </a:solidFill>
                <a:effectLst/>
                <a:uLnTx/>
                <a:uFillTx/>
                <a:latin typeface="Calibri Light"/>
                <a:ea typeface="+mn-ea"/>
                <a:cs typeface="+mn-cs"/>
              </a:rPr>
              <a:t> data leakage (</a:t>
            </a:r>
            <a:r>
              <a:rPr kumimoji="0" lang="da-DK" sz="1000" b="0" i="0" u="none" strike="noStrike" kern="1200" cap="none" spc="0" normalizeH="0" baseline="0" noProof="0" dirty="0" err="1">
                <a:ln>
                  <a:noFill/>
                </a:ln>
                <a:solidFill>
                  <a:schemeClr val="tx1"/>
                </a:solidFill>
                <a:effectLst/>
                <a:uLnTx/>
                <a:uFillTx/>
                <a:latin typeface="Calibri Light"/>
                <a:ea typeface="+mn-ea"/>
                <a:cs typeface="+mn-cs"/>
              </a:rPr>
              <a:t>membership</a:t>
            </a:r>
            <a:r>
              <a:rPr kumimoji="0" lang="da-DK" sz="1000" b="0" i="0" u="none" strike="noStrike" kern="1200" cap="none" spc="0" normalizeH="0" baseline="0" noProof="0" dirty="0">
                <a:ln>
                  <a:noFill/>
                </a:ln>
                <a:solidFill>
                  <a:schemeClr val="tx1"/>
                </a:solidFill>
                <a:effectLst/>
                <a:uLnTx/>
                <a:uFillTx/>
                <a:latin typeface="Calibri Light"/>
                <a:ea typeface="+mn-ea"/>
                <a:cs typeface="+mn-cs"/>
              </a:rPr>
              <a:t> </a:t>
            </a:r>
            <a:r>
              <a:rPr kumimoji="0" lang="da-DK" sz="1000" b="0" i="0" u="none" strike="noStrike" kern="1200" cap="none" spc="0" normalizeH="0" baseline="0" noProof="0" dirty="0" err="1">
                <a:ln>
                  <a:noFill/>
                </a:ln>
                <a:solidFill>
                  <a:schemeClr val="tx1"/>
                </a:solidFill>
                <a:effectLst/>
                <a:uLnTx/>
                <a:uFillTx/>
                <a:latin typeface="Calibri Light"/>
                <a:ea typeface="+mn-ea"/>
                <a:cs typeface="+mn-cs"/>
              </a:rPr>
              <a:t>inference</a:t>
            </a:r>
            <a:r>
              <a:rPr kumimoji="0" lang="da-DK" sz="1000" b="0" i="0" u="none" strike="noStrike" kern="1200" cap="none" spc="0" normalizeH="0" baseline="0" noProof="0" dirty="0">
                <a:ln>
                  <a:noFill/>
                </a:ln>
                <a:solidFill>
                  <a:schemeClr val="tx1"/>
                </a:solidFill>
                <a:effectLst/>
                <a:uLnTx/>
                <a:uFillTx/>
                <a:latin typeface="Calibri Light"/>
                <a:ea typeface="+mn-ea"/>
                <a:cs typeface="+mn-cs"/>
              </a:rPr>
              <a:t>, </a:t>
            </a:r>
            <a:r>
              <a:rPr kumimoji="0" lang="da-DK" sz="1000" b="0" i="0" u="none" strike="noStrike" kern="1200" cap="none" spc="0" normalizeH="0" baseline="0" noProof="0" dirty="0" err="1">
                <a:ln>
                  <a:noFill/>
                </a:ln>
                <a:solidFill>
                  <a:schemeClr val="tx1"/>
                </a:solidFill>
                <a:effectLst/>
                <a:uLnTx/>
                <a:uFillTx/>
                <a:latin typeface="Calibri Light"/>
                <a:ea typeface="+mn-ea"/>
                <a:cs typeface="+mn-cs"/>
              </a:rPr>
              <a:t>attribute</a:t>
            </a:r>
            <a:r>
              <a:rPr kumimoji="0" lang="da-DK" sz="1000" b="0" i="0" u="none" strike="noStrike" kern="1200" cap="none" spc="0" normalizeH="0" baseline="0" noProof="0" dirty="0">
                <a:ln>
                  <a:noFill/>
                </a:ln>
                <a:solidFill>
                  <a:schemeClr val="tx1"/>
                </a:solidFill>
                <a:effectLst/>
                <a:uLnTx/>
                <a:uFillTx/>
                <a:latin typeface="Calibri Light"/>
                <a:ea typeface="+mn-ea"/>
                <a:cs typeface="+mn-cs"/>
              </a:rPr>
              <a:t> </a:t>
            </a:r>
            <a:r>
              <a:rPr kumimoji="0" lang="da-DK" sz="1000" b="0" i="0" u="none" strike="noStrike" kern="1200" cap="none" spc="0" normalizeH="0" baseline="0" noProof="0" dirty="0" err="1">
                <a:ln>
                  <a:noFill/>
                </a:ln>
                <a:solidFill>
                  <a:schemeClr val="tx1"/>
                </a:solidFill>
                <a:effectLst/>
                <a:uLnTx/>
                <a:uFillTx/>
                <a:latin typeface="Calibri Light"/>
                <a:ea typeface="+mn-ea"/>
                <a:cs typeface="+mn-cs"/>
              </a:rPr>
              <a:t>inference</a:t>
            </a:r>
            <a:r>
              <a:rPr kumimoji="0" lang="da-DK" sz="1000" b="0" i="0" u="none" strike="noStrike" kern="1200" cap="none" spc="0" normalizeH="0" baseline="0" noProof="0" dirty="0">
                <a:ln>
                  <a:noFill/>
                </a:ln>
                <a:solidFill>
                  <a:schemeClr val="tx1"/>
                </a:solidFill>
                <a:effectLst/>
                <a:uLnTx/>
                <a:uFillTx/>
                <a:latin typeface="Calibri Light"/>
                <a:ea typeface="+mn-ea"/>
                <a:cs typeface="+mn-cs"/>
              </a:rPr>
              <a:t>)</a:t>
            </a:r>
          </a:p>
          <a:p>
            <a:pPr marL="268288" marR="0" lvl="0" indent="-176213" algn="l" defTabSz="914400" rtl="0" eaLnBrk="1" fontAlgn="auto" latinLnBrk="0" hangingPunct="1">
              <a:lnSpc>
                <a:spcPct val="100000"/>
              </a:lnSpc>
              <a:spcBef>
                <a:spcPts val="300"/>
              </a:spcBef>
              <a:spcAft>
                <a:spcPts val="0"/>
              </a:spcAft>
              <a:buClrTx/>
              <a:buSzTx/>
              <a:buFont typeface="+mj-lt"/>
              <a:buAutoNum type="arabicPeriod"/>
              <a:tabLst/>
              <a:defRPr/>
            </a:pPr>
            <a:r>
              <a:rPr lang="da-DK" sz="1000" dirty="0">
                <a:solidFill>
                  <a:schemeClr val="tx1"/>
                </a:solidFill>
                <a:latin typeface="Calibri Light"/>
              </a:rPr>
              <a:t>R</a:t>
            </a:r>
            <a:r>
              <a:rPr kumimoji="0" lang="da-DK" sz="1000" b="0" i="0" u="none" strike="noStrike" kern="1200" cap="none" spc="0" normalizeH="0" baseline="0" noProof="0" dirty="0" err="1">
                <a:ln>
                  <a:noFill/>
                </a:ln>
                <a:solidFill>
                  <a:schemeClr val="tx1"/>
                </a:solidFill>
                <a:effectLst/>
                <a:uLnTx/>
                <a:uFillTx/>
                <a:latin typeface="Calibri Light"/>
                <a:ea typeface="+mn-ea"/>
                <a:cs typeface="+mn-cs"/>
              </a:rPr>
              <a:t>ekonstruktion</a:t>
            </a:r>
            <a:r>
              <a:rPr kumimoji="0" lang="da-DK" sz="1000" b="0" i="0" u="none" strike="noStrike" kern="1200" cap="none" spc="0" normalizeH="0" baseline="0" noProof="0" dirty="0">
                <a:ln>
                  <a:noFill/>
                </a:ln>
                <a:solidFill>
                  <a:schemeClr val="tx1"/>
                </a:solidFill>
                <a:effectLst/>
                <a:uLnTx/>
                <a:uFillTx/>
                <a:latin typeface="Calibri Light"/>
                <a:ea typeface="+mn-ea"/>
                <a:cs typeface="+mn-cs"/>
              </a:rPr>
              <a:t> af træningsdata</a:t>
            </a:r>
          </a:p>
          <a:p>
            <a:pPr marL="268288" marR="0" lvl="0" indent="-176213" algn="l" defTabSz="914400" rtl="0" eaLnBrk="1" fontAlgn="auto" latinLnBrk="0" hangingPunct="1">
              <a:lnSpc>
                <a:spcPct val="100000"/>
              </a:lnSpc>
              <a:spcBef>
                <a:spcPts val="300"/>
              </a:spcBef>
              <a:spcAft>
                <a:spcPts val="0"/>
              </a:spcAft>
              <a:buClrTx/>
              <a:buSzTx/>
              <a:buFont typeface="+mj-lt"/>
              <a:buAutoNum type="arabicPeriod"/>
              <a:tabLst/>
              <a:defRPr/>
            </a:pPr>
            <a:r>
              <a:rPr kumimoji="0" lang="da-DK" sz="1000" b="0" i="0" u="none" strike="noStrike" kern="1200" cap="none" spc="0" normalizeH="0" baseline="0" noProof="0" dirty="0">
                <a:ln>
                  <a:noFill/>
                </a:ln>
                <a:solidFill>
                  <a:schemeClr val="tx1"/>
                </a:solidFill>
                <a:effectLst/>
                <a:uLnTx/>
                <a:uFillTx/>
                <a:latin typeface="Calibri Light"/>
                <a:ea typeface="+mn-ea"/>
                <a:cs typeface="+mn-cs"/>
              </a:rPr>
              <a:t>Model </a:t>
            </a:r>
            <a:r>
              <a:rPr kumimoji="0" lang="da-DK" sz="1000" b="0" i="0" u="none" strike="noStrike" kern="1200" cap="none" spc="0" normalizeH="0" baseline="0" noProof="0" dirty="0" err="1">
                <a:ln>
                  <a:noFill/>
                </a:ln>
                <a:solidFill>
                  <a:schemeClr val="tx1"/>
                </a:solidFill>
                <a:effectLst/>
                <a:uLnTx/>
                <a:uFillTx/>
                <a:latin typeface="Calibri Light"/>
                <a:ea typeface="+mn-ea"/>
                <a:cs typeface="+mn-cs"/>
              </a:rPr>
              <a:t>theft</a:t>
            </a:r>
            <a:r>
              <a:rPr kumimoji="0" lang="da-DK" sz="1000" b="0" i="0" u="none" strike="noStrike" kern="1200" cap="none" spc="0" normalizeH="0" baseline="0" noProof="0" dirty="0">
                <a:ln>
                  <a:noFill/>
                </a:ln>
                <a:solidFill>
                  <a:schemeClr val="tx1"/>
                </a:solidFill>
                <a:effectLst/>
                <a:uLnTx/>
                <a:uFillTx/>
                <a:latin typeface="Calibri Light"/>
                <a:ea typeface="+mn-ea"/>
                <a:cs typeface="+mn-cs"/>
              </a:rPr>
              <a:t> (kopiering af modellen gennem </a:t>
            </a:r>
            <a:r>
              <a:rPr kumimoji="0" lang="da-DK" sz="1000" b="0" i="0" u="none" strike="noStrike" kern="1200" cap="none" spc="0" normalizeH="0" baseline="0" noProof="0" dirty="0" err="1">
                <a:ln>
                  <a:noFill/>
                </a:ln>
                <a:solidFill>
                  <a:schemeClr val="tx1"/>
                </a:solidFill>
                <a:effectLst/>
                <a:uLnTx/>
                <a:uFillTx/>
                <a:latin typeface="Calibri Light"/>
                <a:ea typeface="+mn-ea"/>
                <a:cs typeface="+mn-cs"/>
              </a:rPr>
              <a:t>inference</a:t>
            </a:r>
            <a:r>
              <a:rPr kumimoji="0" lang="da-DK" sz="1000" b="0" i="0" u="none" strike="noStrike" kern="1200" cap="none" spc="0" normalizeH="0" baseline="0" noProof="0" dirty="0">
                <a:ln>
                  <a:noFill/>
                </a:ln>
                <a:solidFill>
                  <a:schemeClr val="tx1"/>
                </a:solidFill>
                <a:effectLst/>
                <a:uLnTx/>
                <a:uFillTx/>
                <a:latin typeface="Calibri Light"/>
                <a:ea typeface="+mn-ea"/>
                <a:cs typeface="+mn-cs"/>
              </a:rPr>
              <a:t>)</a:t>
            </a:r>
          </a:p>
          <a:p>
            <a:pPr marL="268288" marR="0" lvl="0" indent="-176213" algn="l" defTabSz="914400" rtl="0" eaLnBrk="1" fontAlgn="auto" latinLnBrk="0" hangingPunct="1">
              <a:lnSpc>
                <a:spcPct val="100000"/>
              </a:lnSpc>
              <a:spcBef>
                <a:spcPts val="300"/>
              </a:spcBef>
              <a:spcAft>
                <a:spcPts val="0"/>
              </a:spcAft>
              <a:buClrTx/>
              <a:buSzTx/>
              <a:buFont typeface="+mj-lt"/>
              <a:buAutoNum type="arabicPeriod"/>
              <a:tabLst/>
              <a:defRPr/>
            </a:pPr>
            <a:r>
              <a:rPr kumimoji="0" lang="da-DK" sz="1000" b="0" i="0" u="none" strike="noStrike" kern="1200" cap="none" spc="0" normalizeH="0" baseline="0" noProof="0" dirty="0" err="1">
                <a:ln>
                  <a:noFill/>
                </a:ln>
                <a:solidFill>
                  <a:schemeClr val="tx1"/>
                </a:solidFill>
                <a:effectLst/>
                <a:uLnTx/>
                <a:uFillTx/>
                <a:latin typeface="Calibri Light"/>
                <a:ea typeface="+mn-ea"/>
                <a:cs typeface="+mn-cs"/>
              </a:rPr>
              <a:t>Unbounded</a:t>
            </a:r>
            <a:r>
              <a:rPr kumimoji="0" lang="da-DK" sz="1000" b="0" i="0" u="none" strike="noStrike" kern="1200" cap="none" spc="0" normalizeH="0" baseline="0" noProof="0" dirty="0">
                <a:ln>
                  <a:noFill/>
                </a:ln>
                <a:solidFill>
                  <a:schemeClr val="tx1"/>
                </a:solidFill>
                <a:effectLst/>
                <a:uLnTx/>
                <a:uFillTx/>
                <a:latin typeface="Calibri Light"/>
                <a:ea typeface="+mn-ea"/>
                <a:cs typeface="+mn-cs"/>
              </a:rPr>
              <a:t> </a:t>
            </a:r>
            <a:r>
              <a:rPr kumimoji="0" lang="da-DK" sz="1000" b="0" i="0" u="none" strike="noStrike" kern="1200" cap="none" spc="0" normalizeH="0" baseline="0" noProof="0" dirty="0" err="1">
                <a:ln>
                  <a:noFill/>
                </a:ln>
                <a:solidFill>
                  <a:schemeClr val="tx1"/>
                </a:solidFill>
                <a:effectLst/>
                <a:uLnTx/>
                <a:uFillTx/>
                <a:latin typeface="Calibri Light"/>
                <a:ea typeface="+mn-ea"/>
                <a:cs typeface="+mn-cs"/>
              </a:rPr>
              <a:t>consumption</a:t>
            </a:r>
            <a:r>
              <a:rPr kumimoji="0" lang="da-DK" sz="1000" b="0" i="0" u="none" strike="noStrike" kern="1200" cap="none" spc="0" normalizeH="0" baseline="0" noProof="0" dirty="0">
                <a:ln>
                  <a:noFill/>
                </a:ln>
                <a:solidFill>
                  <a:schemeClr val="tx1"/>
                </a:solidFill>
                <a:effectLst/>
                <a:uLnTx/>
                <a:uFillTx/>
                <a:latin typeface="Calibri Light"/>
                <a:ea typeface="+mn-ea"/>
                <a:cs typeface="+mn-cs"/>
              </a:rPr>
              <a:t> / lokal ressourceudmattelse</a:t>
            </a:r>
          </a:p>
          <a:p>
            <a:pPr marL="268288" marR="0" lvl="0" indent="-176213" algn="l" defTabSz="914400" rtl="0" eaLnBrk="1" fontAlgn="auto" latinLnBrk="0" hangingPunct="1">
              <a:lnSpc>
                <a:spcPct val="100000"/>
              </a:lnSpc>
              <a:spcBef>
                <a:spcPts val="300"/>
              </a:spcBef>
              <a:spcAft>
                <a:spcPts val="0"/>
              </a:spcAft>
              <a:buClrTx/>
              <a:buSzTx/>
              <a:buFont typeface="+mj-lt"/>
              <a:buAutoNum type="arabicPeriod"/>
              <a:tabLst/>
              <a:defRPr/>
            </a:pPr>
            <a:r>
              <a:rPr kumimoji="0" lang="da-DK" sz="1000" b="0" i="0" u="none" strike="noStrike" kern="1200" cap="none" spc="0" normalizeH="0" baseline="0" noProof="0" dirty="0">
                <a:ln>
                  <a:noFill/>
                </a:ln>
                <a:solidFill>
                  <a:schemeClr val="tx1"/>
                </a:solidFill>
                <a:effectLst/>
                <a:uLnTx/>
                <a:uFillTx/>
                <a:latin typeface="Calibri Light"/>
                <a:ea typeface="+mn-ea"/>
                <a:cs typeface="+mn-cs"/>
              </a:rPr>
              <a:t>Intern privilegieeskalation via LLM-styrede funktioner eller scripts</a:t>
            </a:r>
          </a:p>
          <a:p>
            <a:pPr marL="268288" marR="0" lvl="0" indent="-176213" algn="l" defTabSz="914400" rtl="0" eaLnBrk="1" fontAlgn="auto" latinLnBrk="0" hangingPunct="1">
              <a:lnSpc>
                <a:spcPct val="100000"/>
              </a:lnSpc>
              <a:spcBef>
                <a:spcPts val="300"/>
              </a:spcBef>
              <a:spcAft>
                <a:spcPts val="0"/>
              </a:spcAft>
              <a:buClrTx/>
              <a:buSzTx/>
              <a:buFont typeface="+mj-lt"/>
              <a:buAutoNum type="arabicPeriod"/>
              <a:tabLst/>
              <a:defRPr/>
            </a:pPr>
            <a:r>
              <a:rPr kumimoji="0" lang="da-DK" sz="1000" b="0" i="0" u="none" strike="noStrike" kern="1200" cap="none" spc="0" normalizeH="0" baseline="0" noProof="0" dirty="0">
                <a:ln>
                  <a:noFill/>
                </a:ln>
                <a:solidFill>
                  <a:schemeClr val="tx1"/>
                </a:solidFill>
                <a:effectLst/>
                <a:uLnTx/>
                <a:uFillTx/>
                <a:latin typeface="Calibri Light"/>
                <a:ea typeface="+mn-ea"/>
                <a:cs typeface="+mn-cs"/>
              </a:rPr>
              <a:t>Utilstrækkelig isolering mellem model, filer og interne systemer</a:t>
            </a:r>
          </a:p>
          <a:p>
            <a:pPr marL="268288" marR="0" lvl="0" indent="-176213" algn="l" defTabSz="914400" rtl="0" eaLnBrk="1" fontAlgn="auto" latinLnBrk="0" hangingPunct="1">
              <a:lnSpc>
                <a:spcPct val="100000"/>
              </a:lnSpc>
              <a:spcBef>
                <a:spcPts val="300"/>
              </a:spcBef>
              <a:spcAft>
                <a:spcPts val="0"/>
              </a:spcAft>
              <a:buClrTx/>
              <a:buSzTx/>
              <a:buFont typeface="+mj-lt"/>
              <a:buAutoNum type="arabicPeriod"/>
              <a:tabLst/>
              <a:defRPr/>
            </a:pPr>
            <a:r>
              <a:rPr kumimoji="0" lang="da-DK" sz="1000" b="0" i="0" u="none" strike="noStrike" kern="1200" cap="none" spc="0" normalizeH="0" baseline="0" noProof="0" dirty="0">
                <a:ln>
                  <a:noFill/>
                </a:ln>
                <a:solidFill>
                  <a:schemeClr val="tx1"/>
                </a:solidFill>
                <a:effectLst/>
                <a:uLnTx/>
                <a:uFillTx/>
                <a:latin typeface="Calibri Light"/>
                <a:ea typeface="+mn-ea"/>
                <a:cs typeface="+mn-cs"/>
              </a:rPr>
              <a:t>Misinformation / overafhængighed af modeloutput</a:t>
            </a:r>
          </a:p>
        </p:txBody>
      </p:sp>
      <p:sp>
        <p:nvSpPr>
          <p:cNvPr id="4" name="Tekstfelt 3">
            <a:extLst>
              <a:ext uri="{FF2B5EF4-FFF2-40B4-BE49-F238E27FC236}">
                <a16:creationId xmlns:a16="http://schemas.microsoft.com/office/drawing/2014/main" id="{395F8263-2120-157C-6689-FE01877853A1}"/>
              </a:ext>
            </a:extLst>
          </p:cNvPr>
          <p:cNvSpPr txBox="1"/>
          <p:nvPr/>
        </p:nvSpPr>
        <p:spPr bwMode="gray">
          <a:xfrm>
            <a:off x="2552524" y="5773435"/>
            <a:ext cx="4450256" cy="40011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92075" marR="0" lvl="0" indent="-92075" algn="l" defTabSz="914400" rtl="0" eaLnBrk="1" fontAlgn="auto" latinLnBrk="0" hangingPunct="1">
              <a:lnSpc>
                <a:spcPct val="100000"/>
              </a:lnSpc>
              <a:spcBef>
                <a:spcPts val="300"/>
              </a:spcBef>
              <a:spcAft>
                <a:spcPts val="0"/>
              </a:spcAft>
              <a:buClrTx/>
              <a:buSzTx/>
              <a:buFontTx/>
              <a:buNone/>
              <a:tabLst/>
              <a:defRPr/>
            </a:pPr>
            <a:r>
              <a:rPr kumimoji="0" lang="da-DK" sz="1000" b="0" i="0" u="none" strike="noStrike" kern="1200" cap="none" spc="0" normalizeH="0" baseline="0" noProof="0">
                <a:ln>
                  <a:noFill/>
                </a:ln>
                <a:solidFill>
                  <a:srgbClr val="1F4953"/>
                </a:solidFill>
                <a:effectLst/>
                <a:uLnTx/>
                <a:uFillTx/>
                <a:latin typeface="Calibri Light"/>
                <a:ea typeface="+mn-ea"/>
                <a:cs typeface="+mn-cs"/>
              </a:rPr>
              <a:t>Microsoft Security </a:t>
            </a:r>
            <a:r>
              <a:rPr kumimoji="0" lang="da-DK" sz="1000" b="0" i="0" u="none" strike="noStrike" kern="1200" cap="none" spc="0" normalizeH="0" baseline="0" noProof="0" err="1">
                <a:ln>
                  <a:noFill/>
                </a:ln>
                <a:solidFill>
                  <a:srgbClr val="1F4953"/>
                </a:solidFill>
                <a:effectLst/>
                <a:uLnTx/>
                <a:uFillTx/>
                <a:latin typeface="Calibri Light"/>
                <a:ea typeface="+mn-ea"/>
                <a:cs typeface="+mn-cs"/>
              </a:rPr>
              <a:t>Response</a:t>
            </a:r>
            <a:r>
              <a:rPr kumimoji="0" lang="da-DK" sz="1000" b="0" i="0" u="none" strike="noStrike" kern="1200" cap="none" spc="0" normalizeH="0" baseline="0" noProof="0">
                <a:ln>
                  <a:noFill/>
                </a:ln>
                <a:solidFill>
                  <a:srgbClr val="1F4953"/>
                </a:solidFill>
                <a:effectLst/>
                <a:uLnTx/>
                <a:uFillTx/>
                <a:latin typeface="Calibri Light"/>
                <a:ea typeface="+mn-ea"/>
                <a:cs typeface="+mn-cs"/>
              </a:rPr>
              <a:t> Center AI </a:t>
            </a:r>
            <a:r>
              <a:rPr kumimoji="0" lang="da-DK" sz="1000" b="0" i="0" u="none" strike="noStrike" kern="1200" cap="none" spc="0" normalizeH="0" baseline="0" noProof="0" err="1">
                <a:ln>
                  <a:noFill/>
                </a:ln>
                <a:solidFill>
                  <a:srgbClr val="1F4953"/>
                </a:solidFill>
                <a:effectLst/>
                <a:uLnTx/>
                <a:uFillTx/>
                <a:latin typeface="Calibri Light"/>
                <a:ea typeface="+mn-ea"/>
                <a:cs typeface="+mn-cs"/>
              </a:rPr>
              <a:t>Vulnerability</a:t>
            </a:r>
            <a:r>
              <a:rPr kumimoji="0" lang="da-DK" sz="1000" b="0" i="0" u="none" strike="noStrike" kern="1200" cap="none" spc="0" normalizeH="0" baseline="0" noProof="0">
                <a:ln>
                  <a:noFill/>
                </a:ln>
                <a:solidFill>
                  <a:srgbClr val="1F4953"/>
                </a:solidFill>
                <a:effectLst/>
                <a:uLnTx/>
                <a:uFillTx/>
                <a:latin typeface="Calibri Light"/>
                <a:ea typeface="+mn-ea"/>
                <a:cs typeface="+mn-cs"/>
              </a:rPr>
              <a:t> </a:t>
            </a:r>
            <a:r>
              <a:rPr kumimoji="0" lang="da-DK" sz="1000" b="0" i="0" u="none" strike="noStrike" kern="1200" cap="none" spc="0" normalizeH="0" baseline="0" noProof="0" err="1">
                <a:ln>
                  <a:noFill/>
                </a:ln>
                <a:solidFill>
                  <a:srgbClr val="1F4953"/>
                </a:solidFill>
                <a:effectLst/>
                <a:uLnTx/>
                <a:uFillTx/>
                <a:latin typeface="Calibri Light"/>
                <a:ea typeface="+mn-ea"/>
                <a:cs typeface="+mn-cs"/>
              </a:rPr>
              <a:t>Classification</a:t>
            </a:r>
            <a:endParaRPr kumimoji="0" lang="da-DK" sz="1000" b="0" i="0" u="none" strike="noStrike" kern="1200" cap="none" spc="0" normalizeH="0" baseline="0" noProof="0">
              <a:ln>
                <a:noFill/>
              </a:ln>
              <a:solidFill>
                <a:srgbClr val="1F4953"/>
              </a:solidFill>
              <a:effectLst/>
              <a:uLnTx/>
              <a:uFillTx/>
              <a:latin typeface="Calibri Light"/>
              <a:ea typeface="+mn-ea"/>
              <a:cs typeface="+mn-cs"/>
            </a:endParaRPr>
          </a:p>
          <a:p>
            <a:pPr marL="92075" marR="0" lvl="0" indent="0" algn="l" defTabSz="914400" rtl="0" eaLnBrk="1" fontAlgn="auto" latinLnBrk="0" hangingPunct="1">
              <a:lnSpc>
                <a:spcPct val="100000"/>
              </a:lnSpc>
              <a:spcAft>
                <a:spcPts val="0"/>
              </a:spcAft>
              <a:buClrTx/>
              <a:buSzTx/>
              <a:buFontTx/>
              <a:buNone/>
              <a:tabLst/>
              <a:defRPr/>
            </a:pPr>
            <a:endParaRPr kumimoji="0" lang="da-DK" sz="1000" b="0" i="0" u="none" strike="noStrike" kern="1200" cap="none" spc="0" normalizeH="0" baseline="0" noProof="0">
              <a:ln>
                <a:noFill/>
              </a:ln>
              <a:solidFill>
                <a:srgbClr val="1F4953"/>
              </a:solidFill>
              <a:effectLst/>
              <a:uLnTx/>
              <a:uFillTx/>
              <a:latin typeface="Calibri Light"/>
              <a:ea typeface="+mn-ea"/>
              <a:cs typeface="+mn-cs"/>
            </a:endParaRPr>
          </a:p>
        </p:txBody>
      </p:sp>
      <p:sp>
        <p:nvSpPr>
          <p:cNvPr id="10" name="Tekstfelt 9">
            <a:extLst>
              <a:ext uri="{FF2B5EF4-FFF2-40B4-BE49-F238E27FC236}">
                <a16:creationId xmlns:a16="http://schemas.microsoft.com/office/drawing/2014/main" id="{18C9C924-D7D0-81DE-F9AD-1791E2C83E09}"/>
              </a:ext>
            </a:extLst>
          </p:cNvPr>
          <p:cNvSpPr txBox="1"/>
          <p:nvPr/>
        </p:nvSpPr>
        <p:spPr bwMode="gray">
          <a:xfrm>
            <a:off x="7142156" y="5773435"/>
            <a:ext cx="4373908" cy="40011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R="0" lvl="0" algn="l" defTabSz="914400" rtl="0" eaLnBrk="1" fontAlgn="auto" latinLnBrk="0" hangingPunct="1">
              <a:lnSpc>
                <a:spcPct val="100000"/>
              </a:lnSpc>
              <a:spcBef>
                <a:spcPts val="300"/>
              </a:spcBef>
              <a:spcAft>
                <a:spcPts val="0"/>
              </a:spcAft>
              <a:buClrTx/>
              <a:buSzTx/>
              <a:buFontTx/>
              <a:buNone/>
              <a:tabLst/>
              <a:defRPr/>
            </a:pPr>
            <a:r>
              <a:rPr kumimoji="0" lang="da-DK" sz="1000" b="0" i="0" u="none" strike="noStrike" kern="1200" cap="none" spc="0" normalizeH="0" baseline="0" noProof="0">
                <a:ln>
                  <a:noFill/>
                </a:ln>
                <a:solidFill>
                  <a:srgbClr val="1F4953"/>
                </a:solidFill>
                <a:effectLst/>
                <a:uLnTx/>
                <a:uFillTx/>
                <a:latin typeface="Calibri Light"/>
                <a:ea typeface="+mn-ea"/>
                <a:cs typeface="+mn-cs"/>
              </a:rPr>
              <a:t>Trusselsmodellen er baseret på MITRE ATLAS Machine Learning </a:t>
            </a:r>
            <a:r>
              <a:rPr kumimoji="0" lang="da-DK" sz="1000" b="0" i="0" u="none" strike="noStrike" kern="1200" cap="none" spc="0" normalizeH="0" baseline="0" noProof="0" err="1">
                <a:ln>
                  <a:noFill/>
                </a:ln>
                <a:solidFill>
                  <a:srgbClr val="1F4953"/>
                </a:solidFill>
                <a:effectLst/>
                <a:uLnTx/>
                <a:uFillTx/>
                <a:latin typeface="Calibri Light"/>
                <a:ea typeface="+mn-ea"/>
                <a:cs typeface="+mn-cs"/>
              </a:rPr>
              <a:t>Threat</a:t>
            </a:r>
            <a:r>
              <a:rPr kumimoji="0" lang="da-DK" sz="1000" b="0" i="0" u="none" strike="noStrike" kern="1200" cap="none" spc="0" normalizeH="0" baseline="0" noProof="0">
                <a:ln>
                  <a:noFill/>
                </a:ln>
                <a:solidFill>
                  <a:srgbClr val="1F4953"/>
                </a:solidFill>
                <a:effectLst/>
                <a:uLnTx/>
                <a:uFillTx/>
                <a:latin typeface="Calibri Light"/>
                <a:ea typeface="+mn-ea"/>
                <a:cs typeface="+mn-cs"/>
              </a:rPr>
              <a:t> Matrix og suppleret med generative AI- og platform-specifikke risici.</a:t>
            </a:r>
          </a:p>
        </p:txBody>
      </p:sp>
      <p:sp>
        <p:nvSpPr>
          <p:cNvPr id="15" name="Tekstfelt 14">
            <a:extLst>
              <a:ext uri="{FF2B5EF4-FFF2-40B4-BE49-F238E27FC236}">
                <a16:creationId xmlns:a16="http://schemas.microsoft.com/office/drawing/2014/main" id="{64FE6469-F948-3DD9-F71D-1B31C507225D}"/>
              </a:ext>
            </a:extLst>
          </p:cNvPr>
          <p:cNvSpPr txBox="1"/>
          <p:nvPr/>
        </p:nvSpPr>
        <p:spPr bwMode="gray">
          <a:xfrm>
            <a:off x="360363" y="5773435"/>
            <a:ext cx="2057522" cy="400110"/>
          </a:xfrm>
          <a:prstGeom prst="rect">
            <a:avLst/>
          </a:prstGeom>
        </p:spPr>
        <p:style>
          <a:lnRef idx="2">
            <a:schemeClr val="accent1"/>
          </a:lnRef>
          <a:fillRef idx="1">
            <a:schemeClr val="lt1"/>
          </a:fillRef>
          <a:effectRef idx="0">
            <a:schemeClr val="accent1"/>
          </a:effectRef>
          <a:fontRef idx="minor">
            <a:schemeClr val="dk1"/>
          </a:fontRef>
        </p:style>
        <p:txBody>
          <a:bodyPr wrap="square" lIns="36000" rIns="36000">
            <a:spAutoFit/>
          </a:bodyPr>
          <a:lstStyle/>
          <a:p>
            <a:pPr marL="88900" marR="0" lvl="0" indent="3175"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F4953"/>
                </a:solidFill>
                <a:effectLst/>
                <a:uLnTx/>
                <a:uFillTx/>
                <a:latin typeface="Calibri Light"/>
                <a:ea typeface="+mn-ea"/>
                <a:cs typeface="+mn-cs"/>
              </a:rPr>
              <a:t>OWASP Top 10 LLM vulnerabilities list – 2025 </a:t>
            </a:r>
          </a:p>
        </p:txBody>
      </p:sp>
      <p:sp>
        <p:nvSpPr>
          <p:cNvPr id="17" name="Tekstfelt 16">
            <a:extLst>
              <a:ext uri="{FF2B5EF4-FFF2-40B4-BE49-F238E27FC236}">
                <a16:creationId xmlns:a16="http://schemas.microsoft.com/office/drawing/2014/main" id="{B971BF61-7183-C206-53FF-14A52EBE0FD5}"/>
              </a:ext>
            </a:extLst>
          </p:cNvPr>
          <p:cNvSpPr txBox="1"/>
          <p:nvPr/>
        </p:nvSpPr>
        <p:spPr bwMode="gray">
          <a:xfrm>
            <a:off x="2552523" y="3811407"/>
            <a:ext cx="4373908" cy="276999"/>
          </a:xfrm>
          <a:prstGeom prst="rect">
            <a:avLst/>
          </a:prstGeom>
          <a:noFill/>
        </p:spPr>
        <p:txBody>
          <a:bodyPr wrap="square">
            <a:spAutoFit/>
          </a:bodyPr>
          <a:lstStyle/>
          <a:p>
            <a:pPr marL="268288" marR="0" lvl="0" indent="-268288" algn="l" defTabSz="914400" rtl="0" eaLnBrk="1" fontAlgn="auto" latinLnBrk="0" hangingPunct="1">
              <a:lnSpc>
                <a:spcPct val="100000"/>
              </a:lnSpc>
              <a:spcBef>
                <a:spcPts val="300"/>
              </a:spcBef>
              <a:spcAft>
                <a:spcPts val="0"/>
              </a:spcAft>
              <a:buClrTx/>
              <a:buSzTx/>
              <a:buFontTx/>
              <a:buNone/>
              <a:tabLst/>
              <a:defRPr/>
            </a:pPr>
            <a:r>
              <a:rPr kumimoji="0" lang="da-DK" sz="1200" b="1" i="0" u="none" strike="noStrike" kern="1200" cap="none" spc="0" normalizeH="0" baseline="0" noProof="0">
                <a:ln>
                  <a:noFill/>
                </a:ln>
                <a:solidFill>
                  <a:srgbClr val="1F4953"/>
                </a:solidFill>
                <a:effectLst/>
                <a:uLnTx/>
                <a:uFillTx/>
                <a:latin typeface="Calibri Light"/>
                <a:ea typeface="+mn-ea"/>
                <a:cs typeface="+mn-cs"/>
              </a:rPr>
              <a:t>Yderligere for on-</a:t>
            </a:r>
            <a:r>
              <a:rPr kumimoji="0" lang="da-DK" sz="1200" b="1" i="0" u="none" strike="noStrike" kern="1200" cap="none" spc="0" normalizeH="0" baseline="0" noProof="0" err="1">
                <a:ln>
                  <a:noFill/>
                </a:ln>
                <a:solidFill>
                  <a:srgbClr val="1F4953"/>
                </a:solidFill>
                <a:effectLst/>
                <a:uLnTx/>
                <a:uFillTx/>
                <a:latin typeface="Calibri Light"/>
                <a:ea typeface="+mn-ea"/>
                <a:cs typeface="+mn-cs"/>
              </a:rPr>
              <a:t>premise</a:t>
            </a:r>
            <a:endParaRPr kumimoji="0" lang="da-DK" sz="1200" b="1" i="0" u="none" strike="noStrike" kern="1200" cap="none" spc="0" normalizeH="0" baseline="0" noProof="0">
              <a:ln>
                <a:noFill/>
              </a:ln>
              <a:solidFill>
                <a:srgbClr val="1F4953"/>
              </a:solidFill>
              <a:effectLst/>
              <a:uLnTx/>
              <a:uFillTx/>
              <a:latin typeface="Calibri Light"/>
              <a:ea typeface="+mn-ea"/>
              <a:cs typeface="+mn-cs"/>
            </a:endParaRPr>
          </a:p>
        </p:txBody>
      </p:sp>
      <p:sp>
        <p:nvSpPr>
          <p:cNvPr id="14" name="Titel 10">
            <a:extLst>
              <a:ext uri="{FF2B5EF4-FFF2-40B4-BE49-F238E27FC236}">
                <a16:creationId xmlns:a16="http://schemas.microsoft.com/office/drawing/2014/main" id="{59820278-396D-BF71-BF8F-46F31E69D970}"/>
              </a:ext>
            </a:extLst>
          </p:cNvPr>
          <p:cNvSpPr txBox="1">
            <a:spLocks/>
          </p:cNvSpPr>
          <p:nvPr/>
        </p:nvSpPr>
        <p:spPr>
          <a:xfrm>
            <a:off x="360363" y="536576"/>
            <a:ext cx="11471275" cy="661988"/>
          </a:xfrm>
          <a:prstGeom prst="rect">
            <a:avLst/>
          </a:prstGeom>
        </p:spPr>
        <p:txBody>
          <a:bodyPr vert="horz" lIns="0" tIns="0" rIns="0" bIns="0" rtlCol="0" anchor="t">
            <a:noAutofit/>
          </a:bodyPr>
          <a:lstStyle>
            <a:lvl1pPr algn="l" defTabSz="914400" rtl="0" eaLnBrk="1" latinLnBrk="0" hangingPunct="1">
              <a:lnSpc>
                <a:spcPct val="98000"/>
              </a:lnSpc>
              <a:spcBef>
                <a:spcPct val="0"/>
              </a:spcBef>
              <a:buNone/>
              <a:defRPr lang="en-US" sz="2400" b="0" i="0" kern="1200" cap="none" spc="0" baseline="0">
                <a:solidFill>
                  <a:schemeClr val="tx1"/>
                </a:solidFill>
                <a:latin typeface="+mj-lt"/>
                <a:ea typeface="+mn-ea"/>
                <a:cs typeface="Calibri" panose="020F0502020204030204" pitchFamily="34" charset="0"/>
              </a:defRPr>
            </a:lvl1pPr>
          </a:lstStyle>
          <a:p>
            <a:pPr lvl="0" eaLnBrk="0" fontAlgn="base" hangingPunct="0">
              <a:lnSpc>
                <a:spcPct val="100000"/>
              </a:lnSpc>
              <a:spcAft>
                <a:spcPct val="0"/>
              </a:spcAft>
            </a:pPr>
            <a:r>
              <a:rPr lang="da-DK" altLang="da-DK" sz="1800" dirty="0"/>
              <a:t>Detaljeret håndtering af </a:t>
            </a:r>
            <a:r>
              <a:rPr lang="da-DK" altLang="da-DK" sz="1800" dirty="0" err="1"/>
              <a:t>GenAI</a:t>
            </a:r>
            <a:r>
              <a:rPr lang="da-DK" altLang="da-DK" sz="1800" dirty="0"/>
              <a:t>‑risici med lagdelt sikkerhedsarkitektur til Forsvarsakademiet</a:t>
            </a:r>
          </a:p>
        </p:txBody>
      </p:sp>
    </p:spTree>
    <p:extLst>
      <p:ext uri="{BB962C8B-B14F-4D97-AF65-F5344CB8AC3E}">
        <p14:creationId xmlns:p14="http://schemas.microsoft.com/office/powerpoint/2010/main" val="3806394830"/>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73937EE-3D97-34B4-91B1-878F716E1709}"/>
              </a:ext>
            </a:extLst>
          </p:cNvPr>
          <p:cNvSpPr>
            <a:spLocks noGrp="1"/>
          </p:cNvSpPr>
          <p:nvPr>
            <p:ph type="title"/>
          </p:nvPr>
        </p:nvSpPr>
        <p:spPr/>
        <p:txBody>
          <a:bodyPr/>
          <a:lstStyle/>
          <a:p>
            <a:r>
              <a:rPr lang="da-DK" altLang="da-DK" sz="1800" dirty="0"/>
              <a:t>Detaljeret håndtering af </a:t>
            </a:r>
            <a:r>
              <a:rPr lang="da-DK" altLang="da-DK" sz="1800" dirty="0" err="1"/>
              <a:t>GenAI</a:t>
            </a:r>
            <a:r>
              <a:rPr lang="da-DK" altLang="da-DK" sz="1800" dirty="0"/>
              <a:t>‑risici med lagdelt sikkerhedsarkitektur til Forsvarsakademiet</a:t>
            </a:r>
            <a:br>
              <a:rPr lang="da-DK" altLang="da-DK" dirty="0"/>
            </a:br>
            <a:endParaRPr lang="da-DK" dirty="0"/>
          </a:p>
        </p:txBody>
      </p:sp>
      <p:sp>
        <p:nvSpPr>
          <p:cNvPr id="3" name="Pladsholder til tekst 2">
            <a:extLst>
              <a:ext uri="{FF2B5EF4-FFF2-40B4-BE49-F238E27FC236}">
                <a16:creationId xmlns:a16="http://schemas.microsoft.com/office/drawing/2014/main" id="{78E2C596-BCBF-FD71-3485-F8B2FE634B84}"/>
              </a:ext>
            </a:extLst>
          </p:cNvPr>
          <p:cNvSpPr>
            <a:spLocks noGrp="1"/>
          </p:cNvSpPr>
          <p:nvPr>
            <p:ph type="body" sz="quarter" idx="12"/>
          </p:nvPr>
        </p:nvSpPr>
        <p:spPr/>
        <p:txBody>
          <a:bodyPr/>
          <a:lstStyle/>
          <a:p>
            <a:endParaRPr lang="da-DK"/>
          </a:p>
        </p:txBody>
      </p:sp>
      <p:sp>
        <p:nvSpPr>
          <p:cNvPr id="4" name="Pladsholder til tekst 3">
            <a:extLst>
              <a:ext uri="{FF2B5EF4-FFF2-40B4-BE49-F238E27FC236}">
                <a16:creationId xmlns:a16="http://schemas.microsoft.com/office/drawing/2014/main" id="{7AE1778F-B9D6-85D1-8441-D55F862070F3}"/>
              </a:ext>
            </a:extLst>
          </p:cNvPr>
          <p:cNvSpPr>
            <a:spLocks noGrp="1"/>
          </p:cNvSpPr>
          <p:nvPr>
            <p:ph type="body" sz="quarter" idx="13"/>
          </p:nvPr>
        </p:nvSpPr>
        <p:spPr>
          <a:xfrm>
            <a:off x="360363" y="1557338"/>
            <a:ext cx="7095514" cy="4581525"/>
          </a:xfrm>
        </p:spPr>
        <p:txBody>
          <a:bodyPr/>
          <a:lstStyle/>
          <a:p>
            <a:pPr marL="0" indent="0">
              <a:spcBef>
                <a:spcPts val="0"/>
              </a:spcBef>
              <a:spcAft>
                <a:spcPts val="300"/>
              </a:spcAft>
              <a:buNone/>
            </a:pPr>
            <a:r>
              <a:rPr lang="da-DK" sz="1100" dirty="0"/>
              <a:t>I ADC arbejder vi efter </a:t>
            </a:r>
            <a:r>
              <a:rPr lang="da-DK" sz="1100" i="1" dirty="0" err="1"/>
              <a:t>defense</a:t>
            </a:r>
            <a:r>
              <a:rPr lang="da-DK" sz="1100" i="1" dirty="0"/>
              <a:t>-in-</a:t>
            </a:r>
            <a:r>
              <a:rPr lang="da-DK" sz="1100" i="1" dirty="0" err="1"/>
              <a:t>depth</a:t>
            </a:r>
            <a:r>
              <a:rPr lang="da-DK" sz="1100" dirty="0"/>
              <a:t> i vores </a:t>
            </a:r>
            <a:r>
              <a:rPr lang="da-DK" sz="1100" dirty="0" err="1"/>
              <a:t>GenAI</a:t>
            </a:r>
            <a:r>
              <a:rPr lang="da-DK" sz="1100" dirty="0"/>
              <a:t>-sikkerhedsarkitektur. Det betyder, at de samme trusseltemaer (f.eks.: prompt </a:t>
            </a:r>
            <a:r>
              <a:rPr lang="da-DK" sz="1100"/>
              <a:t>injektion</a:t>
            </a:r>
            <a:r>
              <a:rPr lang="da-DK" sz="1100" dirty="0"/>
              <a:t>, data leakage) kan optræde på flere niveauer og derfor bevidst går igen på tværs af </a:t>
            </a:r>
            <a:r>
              <a:rPr lang="da-DK" sz="1100" b="1" dirty="0"/>
              <a:t>anvendelse</a:t>
            </a:r>
            <a:r>
              <a:rPr lang="da-DK" sz="1100" dirty="0"/>
              <a:t>, </a:t>
            </a:r>
            <a:r>
              <a:rPr lang="da-DK" sz="1100" b="1" dirty="0"/>
              <a:t>applikation</a:t>
            </a:r>
            <a:r>
              <a:rPr lang="da-DK" sz="1100" dirty="0"/>
              <a:t> og </a:t>
            </a:r>
            <a:r>
              <a:rPr lang="da-DK" sz="1100" b="1" dirty="0"/>
              <a:t>platform</a:t>
            </a:r>
            <a:r>
              <a:rPr lang="da-DK" sz="1100" dirty="0"/>
              <a:t>. Gentagelsen er ikke dobbeltarbejde, men en måde at sikre, at vi adresserer truslerne der, hvor de faktisk kan opstå og udnyttes.</a:t>
            </a:r>
          </a:p>
          <a:p>
            <a:pPr marL="0" indent="0">
              <a:spcBef>
                <a:spcPts val="0"/>
              </a:spcBef>
              <a:spcAft>
                <a:spcPts val="300"/>
              </a:spcAft>
              <a:buNone/>
            </a:pPr>
            <a:endParaRPr lang="da-DK" sz="1100" dirty="0"/>
          </a:p>
          <a:p>
            <a:pPr marL="0" indent="0">
              <a:spcBef>
                <a:spcPts val="0"/>
              </a:spcBef>
              <a:spcAft>
                <a:spcPts val="300"/>
              </a:spcAft>
              <a:buNone/>
            </a:pPr>
            <a:r>
              <a:rPr lang="da-DK" sz="1100" dirty="0"/>
              <a:t>For hvert niveau beskriver vi:</a:t>
            </a:r>
          </a:p>
          <a:p>
            <a:pPr lvl="1">
              <a:spcBef>
                <a:spcPts val="0"/>
              </a:spcBef>
              <a:spcAft>
                <a:spcPts val="300"/>
              </a:spcAft>
            </a:pPr>
            <a:r>
              <a:rPr lang="da-DK" sz="1100" dirty="0"/>
              <a:t>Hvordan truslen manifesterer sig i det lag (angrebsfladen)</a:t>
            </a:r>
          </a:p>
          <a:p>
            <a:pPr lvl="1">
              <a:spcBef>
                <a:spcPts val="0"/>
              </a:spcBef>
              <a:spcAft>
                <a:spcPts val="300"/>
              </a:spcAft>
            </a:pPr>
            <a:r>
              <a:rPr lang="da-DK" sz="1100" dirty="0"/>
              <a:t>Hvilke primære kontroller vi implementerer i det lag (konkrete </a:t>
            </a:r>
            <a:r>
              <a:rPr lang="da-DK" sz="1100" dirty="0" err="1"/>
              <a:t>mitigeringer</a:t>
            </a:r>
            <a:r>
              <a:rPr lang="da-DK" sz="1100" dirty="0"/>
              <a:t>)</a:t>
            </a:r>
          </a:p>
          <a:p>
            <a:pPr lvl="1">
              <a:spcBef>
                <a:spcPts val="0"/>
              </a:spcBef>
              <a:spcAft>
                <a:spcPts val="300"/>
              </a:spcAft>
            </a:pPr>
            <a:r>
              <a:rPr lang="da-DK" sz="1100" dirty="0"/>
              <a:t>Hvem der ejer kontrollen (proces/forretning, app-team eller platform/drift)</a:t>
            </a:r>
          </a:p>
          <a:p>
            <a:pPr lvl="1">
              <a:spcBef>
                <a:spcPts val="0"/>
              </a:spcBef>
              <a:spcAft>
                <a:spcPts val="300"/>
              </a:spcAft>
            </a:pPr>
            <a:endParaRPr lang="da-DK" sz="1100" dirty="0"/>
          </a:p>
          <a:p>
            <a:pPr marL="0" indent="0">
              <a:spcBef>
                <a:spcPts val="0"/>
              </a:spcBef>
              <a:spcAft>
                <a:spcPts val="300"/>
              </a:spcAft>
              <a:buNone/>
            </a:pPr>
            <a:r>
              <a:rPr lang="da-DK" sz="1100" dirty="0"/>
              <a:t>På den måde reducerer vi single points of </a:t>
            </a:r>
            <a:r>
              <a:rPr lang="da-DK" sz="1100" dirty="0" err="1"/>
              <a:t>failure</a:t>
            </a:r>
            <a:r>
              <a:rPr lang="da-DK" sz="1100" dirty="0"/>
              <a:t>: hvis én kontrol ikke fanger et angreb, kan et andet lag stadig stoppe eller begrænse det, samtidig med at ansvar, implementeringssted og </a:t>
            </a:r>
            <a:r>
              <a:rPr lang="da-DK" sz="1100" dirty="0" err="1"/>
              <a:t>governance</a:t>
            </a:r>
            <a:r>
              <a:rPr lang="da-DK" sz="1100" dirty="0"/>
              <a:t> bliver tydeligt.</a:t>
            </a:r>
          </a:p>
          <a:p>
            <a:pPr>
              <a:spcBef>
                <a:spcPts val="0"/>
              </a:spcBef>
              <a:spcAft>
                <a:spcPts val="300"/>
              </a:spcAft>
            </a:pPr>
            <a:endParaRPr lang="da-DK" sz="1100" dirty="0"/>
          </a:p>
          <a:p>
            <a:pPr marL="0" indent="0">
              <a:spcBef>
                <a:spcPts val="0"/>
              </a:spcBef>
              <a:spcAft>
                <a:spcPts val="600"/>
              </a:spcAft>
              <a:buNone/>
            </a:pPr>
            <a:r>
              <a:rPr lang="da-DK" sz="1100" b="1" dirty="0"/>
              <a:t>Eksempel: Prompt Injektion</a:t>
            </a:r>
          </a:p>
          <a:p>
            <a:pPr lvl="1">
              <a:spcBef>
                <a:spcPts val="0"/>
              </a:spcBef>
            </a:pPr>
            <a:r>
              <a:rPr lang="da-DK" sz="1100" b="1" dirty="0"/>
              <a:t>Anvendelse</a:t>
            </a:r>
            <a:r>
              <a:rPr lang="da-DK" sz="1100" dirty="0"/>
              <a:t>: Ukendt tekst/dokumenter → manipuleret output. </a:t>
            </a:r>
          </a:p>
          <a:p>
            <a:pPr marL="432000" lvl="2" indent="0">
              <a:spcBef>
                <a:spcPts val="0"/>
              </a:spcBef>
              <a:buNone/>
            </a:pPr>
            <a:r>
              <a:rPr lang="da-DK" sz="1100" dirty="0"/>
              <a:t>Kontroller: </a:t>
            </a:r>
            <a:r>
              <a:rPr lang="da-DK" sz="1100" dirty="0" err="1"/>
              <a:t>Paste</a:t>
            </a:r>
            <a:r>
              <a:rPr lang="da-DK" sz="1100" dirty="0"/>
              <a:t>-hygiejne, </a:t>
            </a:r>
            <a:r>
              <a:rPr lang="da-DK" sz="1100" dirty="0" err="1"/>
              <a:t>trusted</a:t>
            </a:r>
            <a:r>
              <a:rPr lang="da-DK" sz="1100" dirty="0"/>
              <a:t>/</a:t>
            </a:r>
            <a:r>
              <a:rPr lang="da-DK" sz="1100" dirty="0" err="1"/>
              <a:t>untrusted</a:t>
            </a:r>
            <a:r>
              <a:rPr lang="da-DK" sz="1100" dirty="0"/>
              <a:t> kilder, </a:t>
            </a:r>
            <a:r>
              <a:rPr lang="da-DK" sz="1100" dirty="0" err="1"/>
              <a:t>review</a:t>
            </a:r>
            <a:r>
              <a:rPr lang="da-DK" sz="1100" dirty="0"/>
              <a:t> ved høj risiko, </a:t>
            </a:r>
            <a:r>
              <a:rPr lang="da-DK" sz="1100" dirty="0" err="1"/>
              <a:t>awareness</a:t>
            </a:r>
            <a:r>
              <a:rPr lang="da-DK" sz="1100" dirty="0"/>
              <a:t>. </a:t>
            </a:r>
          </a:p>
          <a:p>
            <a:pPr marL="432000" lvl="2" indent="0">
              <a:spcBef>
                <a:spcPts val="0"/>
              </a:spcBef>
              <a:spcAft>
                <a:spcPts val="600"/>
              </a:spcAft>
              <a:buNone/>
            </a:pPr>
            <a:r>
              <a:rPr lang="da-DK" sz="1100" dirty="0"/>
              <a:t>Ejer: Procesejere + </a:t>
            </a:r>
            <a:r>
              <a:rPr lang="da-DK" sz="1100" dirty="0" err="1"/>
              <a:t>infosec</a:t>
            </a:r>
            <a:r>
              <a:rPr lang="da-DK" sz="1100" dirty="0"/>
              <a:t>.</a:t>
            </a:r>
          </a:p>
          <a:p>
            <a:pPr lvl="1">
              <a:spcBef>
                <a:spcPts val="0"/>
              </a:spcBef>
            </a:pPr>
            <a:r>
              <a:rPr lang="da-DK" sz="1100" b="1" dirty="0"/>
              <a:t>Applikation: </a:t>
            </a:r>
            <a:r>
              <a:rPr lang="da-DK" sz="1100" dirty="0"/>
              <a:t>Injektion via prompts, RAG-materiale eller </a:t>
            </a:r>
            <a:r>
              <a:rPr lang="da-DK" sz="1100" dirty="0" err="1"/>
              <a:t>tool</a:t>
            </a:r>
            <a:r>
              <a:rPr lang="da-DK" sz="1100" dirty="0"/>
              <a:t>/agent-kald. </a:t>
            </a:r>
          </a:p>
          <a:p>
            <a:pPr marL="215900" lvl="1" indent="231775">
              <a:spcBef>
                <a:spcPts val="0"/>
              </a:spcBef>
              <a:buNone/>
            </a:pPr>
            <a:r>
              <a:rPr lang="da-DK" sz="1100" dirty="0">
                <a:cs typeface="+mn-cs"/>
              </a:rPr>
              <a:t>Kontroller: Adskil system/</a:t>
            </a:r>
            <a:r>
              <a:rPr lang="da-DK" sz="1100" dirty="0" err="1">
                <a:cs typeface="+mn-cs"/>
              </a:rPr>
              <a:t>dev</a:t>
            </a:r>
            <a:r>
              <a:rPr lang="da-DK" sz="1100" dirty="0">
                <a:cs typeface="+mn-cs"/>
              </a:rPr>
              <a:t>/user, “</a:t>
            </a:r>
            <a:r>
              <a:rPr lang="da-DK" sz="1100" dirty="0" err="1">
                <a:cs typeface="+mn-cs"/>
              </a:rPr>
              <a:t>untrusted</a:t>
            </a:r>
            <a:r>
              <a:rPr lang="da-DK" sz="1100" dirty="0">
                <a:cs typeface="+mn-cs"/>
              </a:rPr>
              <a:t>” tagging, </a:t>
            </a:r>
            <a:r>
              <a:rPr lang="da-DK" sz="1100" dirty="0" err="1">
                <a:cs typeface="+mn-cs"/>
              </a:rPr>
              <a:t>tool-allowlist</a:t>
            </a:r>
            <a:r>
              <a:rPr lang="da-DK" sz="1100" dirty="0">
                <a:cs typeface="+mn-cs"/>
              </a:rPr>
              <a:t> + validering, </a:t>
            </a:r>
            <a:r>
              <a:rPr lang="da-DK" sz="1100" dirty="0" err="1">
                <a:cs typeface="+mn-cs"/>
              </a:rPr>
              <a:t>least</a:t>
            </a:r>
            <a:r>
              <a:rPr lang="da-DK" sz="1100" dirty="0">
                <a:cs typeface="+mn-cs"/>
              </a:rPr>
              <a:t> </a:t>
            </a:r>
            <a:r>
              <a:rPr lang="da-DK" sz="1100" dirty="0" err="1">
                <a:cs typeface="+mn-cs"/>
              </a:rPr>
              <a:t>privilege</a:t>
            </a:r>
            <a:r>
              <a:rPr lang="da-DK" sz="1100" dirty="0">
                <a:cs typeface="+mn-cs"/>
              </a:rPr>
              <a:t>, </a:t>
            </a:r>
            <a:r>
              <a:rPr lang="da-DK" sz="1100" dirty="0" err="1">
                <a:cs typeface="+mn-cs"/>
              </a:rPr>
              <a:t>detection</a:t>
            </a:r>
            <a:r>
              <a:rPr lang="da-DK" sz="1100" dirty="0">
                <a:cs typeface="+mn-cs"/>
              </a:rPr>
              <a:t> + </a:t>
            </a:r>
            <a:r>
              <a:rPr lang="da-DK" sz="1100" dirty="0" err="1">
                <a:cs typeface="+mn-cs"/>
              </a:rPr>
              <a:t>fallback</a:t>
            </a:r>
            <a:r>
              <a:rPr lang="da-DK" sz="1100" dirty="0">
                <a:cs typeface="+mn-cs"/>
              </a:rPr>
              <a:t>. </a:t>
            </a:r>
          </a:p>
          <a:p>
            <a:pPr marL="215900" lvl="1" indent="231775">
              <a:spcBef>
                <a:spcPts val="0"/>
              </a:spcBef>
              <a:spcAft>
                <a:spcPts val="600"/>
              </a:spcAft>
              <a:buNone/>
            </a:pPr>
            <a:r>
              <a:rPr lang="da-DK" sz="1100" dirty="0">
                <a:cs typeface="+mn-cs"/>
              </a:rPr>
              <a:t>Ejer: App-team + security.</a:t>
            </a:r>
          </a:p>
          <a:p>
            <a:pPr lvl="1">
              <a:spcBef>
                <a:spcPts val="0"/>
              </a:spcBef>
            </a:pPr>
            <a:r>
              <a:rPr lang="da-DK" sz="1100" b="1" dirty="0"/>
              <a:t>Platform: </a:t>
            </a:r>
            <a:r>
              <a:rPr lang="da-DK" sz="1100" dirty="0"/>
              <a:t>Misbrug af </a:t>
            </a:r>
            <a:r>
              <a:rPr lang="da-DK" sz="1100" dirty="0" err="1"/>
              <a:t>endpoints</a:t>
            </a:r>
            <a:r>
              <a:rPr lang="da-DK" sz="1100" dirty="0"/>
              <a:t>/nøgler, policy-bypass, manglende audit. </a:t>
            </a:r>
          </a:p>
          <a:p>
            <a:pPr marL="215900" lvl="1" indent="231775">
              <a:spcBef>
                <a:spcPts val="0"/>
              </a:spcBef>
              <a:buNone/>
            </a:pPr>
            <a:r>
              <a:rPr lang="da-DK" sz="1100" dirty="0"/>
              <a:t>Kontroller: </a:t>
            </a:r>
            <a:r>
              <a:rPr lang="da-DK" sz="1100" dirty="0" err="1"/>
              <a:t>Auth</a:t>
            </a:r>
            <a:r>
              <a:rPr lang="da-DK" sz="1100" dirty="0"/>
              <a:t>/rate/</a:t>
            </a:r>
            <a:r>
              <a:rPr lang="da-DK" sz="1100" dirty="0" err="1"/>
              <a:t>quotas</a:t>
            </a:r>
            <a:r>
              <a:rPr lang="da-DK" sz="1100" dirty="0"/>
              <a:t>, audit </a:t>
            </a:r>
            <a:r>
              <a:rPr lang="da-DK" sz="1100" dirty="0" err="1"/>
              <a:t>logging</a:t>
            </a:r>
            <a:r>
              <a:rPr lang="da-DK" sz="1100" dirty="0"/>
              <a:t> (PII-</a:t>
            </a:r>
            <a:r>
              <a:rPr lang="da-DK" sz="1100" dirty="0" err="1"/>
              <a:t>scrub</a:t>
            </a:r>
            <a:r>
              <a:rPr lang="da-DK" sz="1100" dirty="0"/>
              <a:t>), </a:t>
            </a:r>
            <a:r>
              <a:rPr lang="da-DK" sz="1100" dirty="0" err="1"/>
              <a:t>guardrails</a:t>
            </a:r>
            <a:r>
              <a:rPr lang="da-DK" sz="1100" dirty="0"/>
              <a:t>, isolation, </a:t>
            </a:r>
            <a:r>
              <a:rPr lang="da-DK" sz="1100" dirty="0" err="1"/>
              <a:t>secrets</a:t>
            </a:r>
            <a:r>
              <a:rPr lang="da-DK" sz="1100" dirty="0"/>
              <a:t>/rotation, alarmer. </a:t>
            </a:r>
          </a:p>
          <a:p>
            <a:pPr marL="215900" lvl="1" indent="231775">
              <a:spcBef>
                <a:spcPts val="0"/>
              </a:spcBef>
              <a:buNone/>
            </a:pPr>
            <a:r>
              <a:rPr lang="da-DK" sz="1100" dirty="0"/>
              <a:t>Ejer: Drift + </a:t>
            </a:r>
            <a:r>
              <a:rPr lang="da-DK" sz="1100" dirty="0" err="1"/>
              <a:t>SecOps</a:t>
            </a:r>
            <a:r>
              <a:rPr lang="da-DK" sz="1100" dirty="0"/>
              <a:t>.</a:t>
            </a:r>
          </a:p>
          <a:p>
            <a:pPr marL="0" indent="0">
              <a:spcBef>
                <a:spcPts val="0"/>
              </a:spcBef>
              <a:spcAft>
                <a:spcPts val="300"/>
              </a:spcAft>
              <a:buNone/>
            </a:pPr>
            <a:endParaRPr lang="da-DK" sz="1100" dirty="0"/>
          </a:p>
        </p:txBody>
      </p:sp>
      <p:sp>
        <p:nvSpPr>
          <p:cNvPr id="5" name="Pladsholder til sidefod 4">
            <a:extLst>
              <a:ext uri="{FF2B5EF4-FFF2-40B4-BE49-F238E27FC236}">
                <a16:creationId xmlns:a16="http://schemas.microsoft.com/office/drawing/2014/main" id="{48306C1D-0949-E76E-6B87-E15CD621EF18}"/>
              </a:ext>
            </a:extLst>
          </p:cNvPr>
          <p:cNvSpPr>
            <a:spLocks noGrp="1"/>
          </p:cNvSpPr>
          <p:nvPr>
            <p:ph type="ftr" sz="quarter" idx="3"/>
          </p:nvPr>
        </p:nvSpPr>
        <p:spPr/>
        <p:txBody>
          <a:bodyPr/>
          <a:lstStyle/>
          <a:p>
            <a:endParaRPr lang="en-GB"/>
          </a:p>
        </p:txBody>
      </p:sp>
      <mc:AlternateContent xmlns:mc="http://schemas.openxmlformats.org/markup-compatibility/2006" xmlns:pslz="http://schemas.microsoft.com/office/powerpoint/2016/slidezoom">
        <mc:Choice Requires="pslz">
          <p:graphicFrame>
            <p:nvGraphicFramePr>
              <p:cNvPr id="7" name="Slidezoom 6">
                <a:extLst>
                  <a:ext uri="{FF2B5EF4-FFF2-40B4-BE49-F238E27FC236}">
                    <a16:creationId xmlns:a16="http://schemas.microsoft.com/office/drawing/2014/main" id="{96145D95-16A1-4E5C-9877-74363A8B8DB6}"/>
                  </a:ext>
                </a:extLst>
              </p:cNvPr>
              <p:cNvGraphicFramePr>
                <a:graphicFrameLocks noChangeAspect="1"/>
              </p:cNvGraphicFramePr>
              <p:nvPr>
                <p:extLst>
                  <p:ext uri="{D42A27DB-BD31-4B8C-83A1-F6EECF244321}">
                    <p14:modId xmlns:p14="http://schemas.microsoft.com/office/powerpoint/2010/main" val="3928346316"/>
                  </p:ext>
                </p:extLst>
              </p:nvPr>
            </p:nvGraphicFramePr>
            <p:xfrm>
              <a:off x="7391522" y="2143125"/>
              <a:ext cx="4572000" cy="2571750"/>
            </p:xfrm>
            <a:graphic>
              <a:graphicData uri="http://schemas.microsoft.com/office/powerpoint/2016/slidezoom">
                <pslz:sldZm>
                  <pslz:sldZmObj sldId="277" cId="3806394830">
                    <pslz:zmPr id="{E2A9DB72-55A4-40D4-AAF8-6EF0D7B5C2B8}" returnToParent="0" transitionDur="1000">
                      <p166:blipFill xmlns:p166="http://schemas.microsoft.com/office/powerpoint/2016/6/main">
                        <a:blip r:embed="rId2"/>
                        <a:stretch>
                          <a:fillRect/>
                        </a:stretch>
                      </p166:blipFill>
                      <p166:spPr xmlns:p166="http://schemas.microsoft.com/office/powerpoint/2016/6/main">
                        <a:xfrm>
                          <a:off x="0" y="0"/>
                          <a:ext cx="4572000" cy="2571750"/>
                        </a:xfrm>
                        <a:prstGeom prst="rect">
                          <a:avLst/>
                        </a:prstGeom>
                        <a:ln w="3175">
                          <a:solidFill>
                            <a:prstClr val="ltGray"/>
                          </a:solidFill>
                        </a:ln>
                      </p166:spPr>
                    </pslz:zmPr>
                  </pslz:sldZmObj>
                </pslz:sldZm>
              </a:graphicData>
            </a:graphic>
          </p:graphicFrame>
        </mc:Choice>
        <mc:Fallback xmlns="">
          <p:pic>
            <p:nvPicPr>
              <p:cNvPr id="7" name="Slidezoom 6">
                <a:extLst>
                  <a:ext uri="{FF2B5EF4-FFF2-40B4-BE49-F238E27FC236}">
                    <a16:creationId xmlns:a16="http://schemas.microsoft.com/office/drawing/2014/main" id="{96145D95-16A1-4E5C-9877-74363A8B8DB6}"/>
                  </a:ext>
                </a:extLst>
              </p:cNvPr>
              <p:cNvPicPr>
                <a:picLocks noGrp="1" noRot="1" noChangeAspect="1" noMove="1" noResize="1" noEditPoints="1" noAdjustHandles="1" noChangeArrowheads="1" noChangeShapeType="1"/>
              </p:cNvPicPr>
              <p:nvPr/>
            </p:nvPicPr>
            <p:blipFill>
              <a:blip r:embed="rId3"/>
              <a:stretch>
                <a:fillRect/>
              </a:stretch>
            </p:blipFill>
            <p:spPr>
              <a:xfrm>
                <a:off x="7391522" y="2143125"/>
                <a:ext cx="4572000" cy="2571750"/>
              </a:xfrm>
              <a:prstGeom prst="rect">
                <a:avLst/>
              </a:prstGeom>
              <a:ln w="3175">
                <a:solidFill>
                  <a:prstClr val="ltGray"/>
                </a:solidFill>
              </a:ln>
            </p:spPr>
          </p:pic>
        </mc:Fallback>
      </mc:AlternateContent>
    </p:spTree>
    <p:extLst>
      <p:ext uri="{BB962C8B-B14F-4D97-AF65-F5344CB8AC3E}">
        <p14:creationId xmlns:p14="http://schemas.microsoft.com/office/powerpoint/2010/main" val="2759691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34DA9-ACE4-5D7D-A9DC-5467197D622A}"/>
            </a:ext>
          </a:extLst>
        </p:cNvPr>
        <p:cNvGrpSpPr/>
        <p:nvPr/>
      </p:nvGrpSpPr>
      <p:grpSpPr>
        <a:xfrm>
          <a:off x="0" y="0"/>
          <a:ext cx="0" cy="0"/>
          <a:chOff x="0" y="0"/>
          <a:chExt cx="0" cy="0"/>
        </a:xfrm>
      </p:grpSpPr>
      <p:sp>
        <p:nvSpPr>
          <p:cNvPr id="3" name="Pladsholder til tekst 2">
            <a:extLst>
              <a:ext uri="{FF2B5EF4-FFF2-40B4-BE49-F238E27FC236}">
                <a16:creationId xmlns:a16="http://schemas.microsoft.com/office/drawing/2014/main" id="{44CBD54B-42F0-5EA2-44EA-04DD581C3437}"/>
              </a:ext>
            </a:extLst>
          </p:cNvPr>
          <p:cNvSpPr>
            <a:spLocks noGrp="1"/>
          </p:cNvSpPr>
          <p:nvPr>
            <p:ph type="body" sz="quarter" idx="12"/>
          </p:nvPr>
        </p:nvSpPr>
        <p:spPr/>
        <p:txBody>
          <a:bodyPr/>
          <a:lstStyle/>
          <a:p>
            <a:r>
              <a:rPr lang="da-DK"/>
              <a:t>2. Løsningsdesign – </a:t>
            </a:r>
            <a:r>
              <a:rPr lang="da-DK" err="1"/>
              <a:t>GenAI</a:t>
            </a:r>
            <a:r>
              <a:rPr lang="da-DK"/>
              <a:t> sikkerhed</a:t>
            </a:r>
          </a:p>
        </p:txBody>
      </p:sp>
      <p:sp>
        <p:nvSpPr>
          <p:cNvPr id="5" name="Pladsholder til sidefod 4">
            <a:extLst>
              <a:ext uri="{FF2B5EF4-FFF2-40B4-BE49-F238E27FC236}">
                <a16:creationId xmlns:a16="http://schemas.microsoft.com/office/drawing/2014/main" id="{8F209830-B859-89C6-92DA-E0C0BE63DB49}"/>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2F7587">
                  <a:lumMod val="75000"/>
                </a:srgbClr>
              </a:solidFill>
              <a:effectLst/>
              <a:uLnTx/>
              <a:uFillTx/>
              <a:latin typeface="Calibri Light"/>
              <a:ea typeface="+mn-ea"/>
              <a:cs typeface="+mn-cs"/>
            </a:endParaRPr>
          </a:p>
        </p:txBody>
      </p:sp>
      <p:sp>
        <p:nvSpPr>
          <p:cNvPr id="24" name="Tekstfelt 23">
            <a:extLst>
              <a:ext uri="{FF2B5EF4-FFF2-40B4-BE49-F238E27FC236}">
                <a16:creationId xmlns:a16="http://schemas.microsoft.com/office/drawing/2014/main" id="{20A69414-0EDA-861F-A3A0-E6681A09FB58}"/>
              </a:ext>
            </a:extLst>
          </p:cNvPr>
          <p:cNvSpPr txBox="1"/>
          <p:nvPr/>
        </p:nvSpPr>
        <p:spPr bwMode="gray">
          <a:xfrm>
            <a:off x="6493933" y="1557338"/>
            <a:ext cx="4607080" cy="4511198"/>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lIns="36000" tIns="0" rIns="36000" bIns="0" rtlCol="0">
            <a:noAutofit/>
          </a:bodyPr>
          <a:lstStyle/>
          <a:p>
            <a:pPr marL="0" marR="0" lvl="0" indent="0" algn="r" defTabSz="914400" rtl="0" eaLnBrk="1" fontAlgn="auto" latinLnBrk="0" hangingPunct="1">
              <a:lnSpc>
                <a:spcPct val="100000"/>
              </a:lnSpc>
              <a:buClrTx/>
              <a:buSzTx/>
              <a:buFontTx/>
              <a:buNone/>
              <a:tabLst/>
              <a:defRPr/>
            </a:pPr>
            <a:r>
              <a:rPr kumimoji="0" lang="da-DK" sz="1200" b="0" i="0" u="none" strike="noStrike" kern="1200" cap="none" spc="0" normalizeH="0" baseline="0" noProof="0" dirty="0">
                <a:ln>
                  <a:noFill/>
                </a:ln>
                <a:solidFill>
                  <a:schemeClr val="bg2"/>
                </a:solidFill>
                <a:effectLst/>
                <a:uLnTx/>
                <a:uFillTx/>
                <a:latin typeface="Calibri Light"/>
                <a:ea typeface="+mn-ea"/>
                <a:cs typeface="+mn-cs"/>
              </a:rPr>
              <a:t>Autentifikation &amp; Autorisation</a:t>
            </a:r>
          </a:p>
          <a:p>
            <a:pPr marL="0" marR="0" lvl="0" indent="0" algn="r" defTabSz="914400" rtl="0" eaLnBrk="1" fontAlgn="auto" latinLnBrk="0" hangingPunct="1">
              <a:lnSpc>
                <a:spcPct val="100000"/>
              </a:lnSpc>
              <a:buClrTx/>
              <a:buSzTx/>
              <a:buFontTx/>
              <a:buNone/>
              <a:tabLst/>
              <a:defRPr/>
            </a:pPr>
            <a:r>
              <a:rPr lang="da-DK" sz="1200" dirty="0">
                <a:solidFill>
                  <a:schemeClr val="bg2"/>
                </a:solidFill>
                <a:latin typeface="Calibri Light"/>
              </a:rPr>
              <a:t>(Platform +  drift/</a:t>
            </a:r>
            <a:r>
              <a:rPr lang="en-US" sz="1200" dirty="0" err="1">
                <a:solidFill>
                  <a:schemeClr val="bg2"/>
                </a:solidFill>
                <a:latin typeface="Calibri Light"/>
              </a:rPr>
              <a:t>monitorering</a:t>
            </a:r>
            <a:r>
              <a:rPr lang="en-US" sz="1200" dirty="0">
                <a:solidFill>
                  <a:schemeClr val="bg2"/>
                </a:solidFill>
                <a:latin typeface="Calibri Light"/>
              </a:rPr>
              <a:t>)</a:t>
            </a:r>
            <a:endParaRPr kumimoji="0" lang="da-DK" sz="1200" b="0" i="0" u="none" strike="noStrike" kern="1200" cap="none" spc="0" normalizeH="0" baseline="0" noProof="0" dirty="0">
              <a:ln>
                <a:noFill/>
              </a:ln>
              <a:solidFill>
                <a:schemeClr val="bg2"/>
              </a:solidFill>
              <a:effectLst/>
              <a:uLnTx/>
              <a:uFillTx/>
              <a:latin typeface="Calibri Light"/>
              <a:ea typeface="+mn-ea"/>
              <a:cs typeface="+mn-cs"/>
            </a:endParaRPr>
          </a:p>
        </p:txBody>
      </p:sp>
      <p:sp>
        <p:nvSpPr>
          <p:cNvPr id="29" name="Tekstfelt 28">
            <a:extLst>
              <a:ext uri="{FF2B5EF4-FFF2-40B4-BE49-F238E27FC236}">
                <a16:creationId xmlns:a16="http://schemas.microsoft.com/office/drawing/2014/main" id="{4C526EDB-C843-28A3-B226-66024718DC07}"/>
              </a:ext>
            </a:extLst>
          </p:cNvPr>
          <p:cNvSpPr txBox="1"/>
          <p:nvPr/>
        </p:nvSpPr>
        <p:spPr bwMode="gray">
          <a:xfrm>
            <a:off x="6679231" y="2191128"/>
            <a:ext cx="4078879" cy="3701562"/>
          </a:xfrm>
          <a:prstGeom prst="rect">
            <a:avLst/>
          </a:prstGeom>
          <a:ln>
            <a:solidFill>
              <a:schemeClr val="bg2">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36000" bIns="0" rtlCol="0">
            <a:noAutofit/>
          </a:bodyPr>
          <a:lstStyle/>
          <a:p>
            <a:pPr marL="0" marR="0" lvl="0" indent="0" algn="r" defTabSz="914400" rtl="0" eaLnBrk="1" fontAlgn="auto" latinLnBrk="0" hangingPunct="1">
              <a:lnSpc>
                <a:spcPct val="100000"/>
              </a:lnSpc>
              <a:buClrTx/>
              <a:buSzTx/>
              <a:buFontTx/>
              <a:buNone/>
              <a:tabLst/>
              <a:defRPr/>
            </a:pPr>
            <a:r>
              <a:rPr kumimoji="0" lang="da-DK" sz="1200" b="0" i="0" u="none" strike="noStrike" kern="1200" cap="none" spc="0" normalizeH="0" baseline="0" noProof="0" dirty="0">
                <a:ln>
                  <a:noFill/>
                </a:ln>
                <a:solidFill>
                  <a:schemeClr val="bg2"/>
                </a:solidFill>
                <a:effectLst/>
                <a:uLnTx/>
                <a:uFillTx/>
                <a:ea typeface="+mn-ea"/>
                <a:cs typeface="+mn-cs"/>
              </a:rPr>
              <a:t>Brugeroplevelse</a:t>
            </a:r>
          </a:p>
          <a:p>
            <a:pPr lvl="0" algn="r">
              <a:defRPr/>
            </a:pPr>
            <a:r>
              <a:rPr lang="da-DK" sz="1200" dirty="0">
                <a:solidFill>
                  <a:schemeClr val="bg2"/>
                </a:solidFill>
              </a:rPr>
              <a:t>(Anvendelse + proces)</a:t>
            </a:r>
            <a:endParaRPr kumimoji="0" lang="da-DK" sz="1200" b="0" i="0" u="none" strike="noStrike" kern="1200" cap="none" spc="0" normalizeH="0" baseline="0" noProof="0" dirty="0">
              <a:ln>
                <a:noFill/>
              </a:ln>
              <a:solidFill>
                <a:schemeClr val="bg2"/>
              </a:solidFill>
              <a:effectLst/>
              <a:uLnTx/>
              <a:uFillTx/>
              <a:latin typeface="Calibri Light"/>
              <a:ea typeface="+mn-ea"/>
              <a:cs typeface="+mn-cs"/>
            </a:endParaRPr>
          </a:p>
        </p:txBody>
      </p:sp>
      <p:sp>
        <p:nvSpPr>
          <p:cNvPr id="30" name="Tekstfelt 29">
            <a:extLst>
              <a:ext uri="{FF2B5EF4-FFF2-40B4-BE49-F238E27FC236}">
                <a16:creationId xmlns:a16="http://schemas.microsoft.com/office/drawing/2014/main" id="{185B1FC5-A6DD-E175-F9BA-901CEE087347}"/>
              </a:ext>
            </a:extLst>
          </p:cNvPr>
          <p:cNvSpPr txBox="1"/>
          <p:nvPr/>
        </p:nvSpPr>
        <p:spPr bwMode="gray">
          <a:xfrm>
            <a:off x="6912136" y="2718664"/>
            <a:ext cx="3166893" cy="3033346"/>
          </a:xfrm>
          <a:prstGeom prst="rect">
            <a:avLst/>
          </a:prstGeom>
          <a:ln>
            <a:solidFill>
              <a:schemeClr val="bg2">
                <a:lumMod val="95000"/>
              </a:schemeClr>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36000" bIns="0" rtlCol="0">
            <a:noAutofit/>
          </a:bodyPr>
          <a:lstStyle/>
          <a:p>
            <a:pPr marR="0" algn="r" fontAlgn="auto">
              <a:lnSpc>
                <a:spcPct val="100000"/>
              </a:lnSpc>
              <a:buClrTx/>
              <a:buSzTx/>
              <a:buFontTx/>
              <a:buNone/>
              <a:tabLst>
                <a:tab pos="3048000" algn="l"/>
              </a:tabLst>
              <a:defRPr/>
            </a:pPr>
            <a:r>
              <a:rPr lang="da-DK" sz="1200" dirty="0">
                <a:solidFill>
                  <a:schemeClr val="bg2"/>
                </a:solidFill>
              </a:rPr>
              <a:t>Meta Prompt &amp; forankring</a:t>
            </a:r>
          </a:p>
          <a:p>
            <a:pPr algn="r">
              <a:tabLst>
                <a:tab pos="3048000" algn="l"/>
              </a:tabLst>
              <a:defRPr/>
            </a:pPr>
            <a:r>
              <a:rPr lang="da-DK" sz="1200" dirty="0">
                <a:solidFill>
                  <a:schemeClr val="bg2"/>
                </a:solidFill>
              </a:rPr>
              <a:t>(Applikation)</a:t>
            </a:r>
          </a:p>
        </p:txBody>
      </p:sp>
      <p:sp>
        <p:nvSpPr>
          <p:cNvPr id="31" name="Tekstfelt 30">
            <a:extLst>
              <a:ext uri="{FF2B5EF4-FFF2-40B4-BE49-F238E27FC236}">
                <a16:creationId xmlns:a16="http://schemas.microsoft.com/office/drawing/2014/main" id="{7C34F8BC-4C28-F71F-5EEC-46696D29CC86}"/>
              </a:ext>
            </a:extLst>
          </p:cNvPr>
          <p:cNvSpPr txBox="1"/>
          <p:nvPr/>
        </p:nvSpPr>
        <p:spPr bwMode="gray">
          <a:xfrm>
            <a:off x="7154464" y="3474805"/>
            <a:ext cx="2161710" cy="2176334"/>
          </a:xfrm>
          <a:prstGeom prst="rect">
            <a:avLst/>
          </a:prstGeom>
          <a:ln>
            <a:solidFill>
              <a:schemeClr val="bg2">
                <a:lumMod val="95000"/>
              </a:schemeClr>
            </a:solidFill>
          </a:ln>
        </p:spPr>
        <p:style>
          <a:lnRef idx="2">
            <a:schemeClr val="accent3">
              <a:shade val="15000"/>
            </a:schemeClr>
          </a:lnRef>
          <a:fillRef idx="1">
            <a:schemeClr val="accent3"/>
          </a:fillRef>
          <a:effectRef idx="0">
            <a:schemeClr val="accent3"/>
          </a:effectRef>
          <a:fontRef idx="minor">
            <a:schemeClr val="lt1"/>
          </a:fontRef>
        </p:style>
        <p:txBody>
          <a:bodyPr wrap="square" lIns="0" tIns="0" rIns="36000" bIns="0" rtlCol="0">
            <a:noAutofit/>
          </a:bodyPr>
          <a:lstStyle/>
          <a:p>
            <a:pPr marL="0" marR="0" lvl="0" indent="0" algn="r" defTabSz="914400" rtl="0" eaLnBrk="1" fontAlgn="auto" latinLnBrk="0" hangingPunct="1">
              <a:lnSpc>
                <a:spcPct val="100000"/>
              </a:lnSpc>
              <a:buClrTx/>
              <a:buSzTx/>
              <a:buFontTx/>
              <a:buNone/>
              <a:tabLst/>
              <a:defRPr/>
            </a:pPr>
            <a:r>
              <a:rPr kumimoji="0" lang="da-DK" sz="1200" b="0" i="0" u="none" strike="noStrike" kern="1200" cap="none" spc="0" normalizeH="0" baseline="0" noProof="0" dirty="0">
                <a:ln>
                  <a:noFill/>
                </a:ln>
                <a:solidFill>
                  <a:schemeClr val="bg2"/>
                </a:solidFill>
                <a:effectLst/>
                <a:uLnTx/>
                <a:uFillTx/>
                <a:latin typeface="Calibri Light"/>
                <a:ea typeface="+mn-ea"/>
                <a:cs typeface="+mn-cs"/>
              </a:rPr>
              <a:t>Sikkerhedssystemer</a:t>
            </a:r>
          </a:p>
          <a:p>
            <a:pPr lvl="0" algn="r">
              <a:defRPr/>
            </a:pPr>
            <a:r>
              <a:rPr lang="da-DK" sz="1200" dirty="0">
                <a:solidFill>
                  <a:schemeClr val="bg2"/>
                </a:solidFill>
              </a:rPr>
              <a:t>(Applikation)</a:t>
            </a:r>
            <a:endParaRPr kumimoji="0" lang="da-DK" sz="1200" b="0" i="0" u="none" strike="noStrike" kern="1200" cap="none" spc="0" normalizeH="0" baseline="0" noProof="0" dirty="0">
              <a:ln>
                <a:noFill/>
              </a:ln>
              <a:solidFill>
                <a:schemeClr val="bg2"/>
              </a:solidFill>
              <a:effectLst/>
              <a:uLnTx/>
              <a:uFillTx/>
              <a:latin typeface="Calibri Light"/>
              <a:ea typeface="+mn-ea"/>
              <a:cs typeface="+mn-cs"/>
            </a:endParaRPr>
          </a:p>
        </p:txBody>
      </p:sp>
      <p:sp>
        <p:nvSpPr>
          <p:cNvPr id="32" name="Tekstfelt 31">
            <a:extLst>
              <a:ext uri="{FF2B5EF4-FFF2-40B4-BE49-F238E27FC236}">
                <a16:creationId xmlns:a16="http://schemas.microsoft.com/office/drawing/2014/main" id="{72941908-AFE0-1021-6CBE-7FCA6E943DA3}"/>
              </a:ext>
            </a:extLst>
          </p:cNvPr>
          <p:cNvSpPr txBox="1"/>
          <p:nvPr/>
        </p:nvSpPr>
        <p:spPr bwMode="gray">
          <a:xfrm>
            <a:off x="7335150" y="3996016"/>
            <a:ext cx="1418315" cy="1538654"/>
          </a:xfrm>
          <a:prstGeom prst="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lIns="0" tIns="0" rIns="36000" bIns="0" rtlCol="0">
            <a:noAutofit/>
          </a:bodyPr>
          <a:lstStyle/>
          <a:p>
            <a:pPr marL="0" marR="0" lvl="0" indent="0" algn="r" defTabSz="914400" rtl="0" eaLnBrk="1" fontAlgn="auto" latinLnBrk="0" hangingPunct="1">
              <a:lnSpc>
                <a:spcPct val="100000"/>
              </a:lnSpc>
              <a:spcBef>
                <a:spcPts val="600"/>
              </a:spcBef>
              <a:spcAft>
                <a:spcPts val="0"/>
              </a:spcAft>
              <a:buClrTx/>
              <a:buSzTx/>
              <a:buFontTx/>
              <a:buNone/>
              <a:tabLst/>
              <a:defRPr/>
            </a:pPr>
            <a:r>
              <a:rPr kumimoji="0" lang="da-DK" sz="1200" b="0" i="0" u="none" strike="noStrike" kern="1200" cap="none" spc="0" normalizeH="0" baseline="0" noProof="0">
                <a:ln>
                  <a:noFill/>
                </a:ln>
                <a:solidFill>
                  <a:srgbClr val="FFFFFF"/>
                </a:solidFill>
                <a:effectLst/>
                <a:uLnTx/>
                <a:uFillTx/>
                <a:latin typeface="Calibri Light"/>
                <a:ea typeface="+mn-ea"/>
                <a:cs typeface="+mn-cs"/>
              </a:rPr>
              <a:t>AI Model</a:t>
            </a:r>
          </a:p>
        </p:txBody>
      </p:sp>
      <p:sp>
        <p:nvSpPr>
          <p:cNvPr id="36" name="Pladsholder til tekst 35">
            <a:extLst>
              <a:ext uri="{FF2B5EF4-FFF2-40B4-BE49-F238E27FC236}">
                <a16:creationId xmlns:a16="http://schemas.microsoft.com/office/drawing/2014/main" id="{3F8F1E63-49FF-3B6F-C8FF-914540C1E03A}"/>
              </a:ext>
            </a:extLst>
          </p:cNvPr>
          <p:cNvSpPr>
            <a:spLocks noGrp="1"/>
          </p:cNvSpPr>
          <p:nvPr>
            <p:ph type="body" sz="quarter" idx="13"/>
          </p:nvPr>
        </p:nvSpPr>
        <p:spPr>
          <a:xfrm>
            <a:off x="360364" y="1557338"/>
            <a:ext cx="5109103" cy="4581525"/>
          </a:xfrm>
        </p:spPr>
        <p:txBody>
          <a:bodyPr/>
          <a:lstStyle/>
          <a:p>
            <a:r>
              <a:rPr lang="da-DK" dirty="0"/>
              <a:t>Vi arbejder med en lagdelt </a:t>
            </a:r>
            <a:r>
              <a:rPr lang="da-DK" dirty="0" err="1"/>
              <a:t>GenAI</a:t>
            </a:r>
            <a:r>
              <a:rPr lang="da-DK" dirty="0"/>
              <a:t>-arkitektur, hvor sikkerhed og styring er indbygget i flere kontrollerende lag omkring selve modellen. AI-modellen udgør den inderste kerne og fungerer som inferenskomponent, men den står aldrig alene.</a:t>
            </a:r>
          </a:p>
          <a:p>
            <a:r>
              <a:rPr lang="da-DK" dirty="0"/>
              <a:t>Rundt om modellen ligger dedikerede safety-systemer, der håndterer filtrering, politikker og monitorering af både input og output. </a:t>
            </a:r>
          </a:p>
          <a:p>
            <a:r>
              <a:rPr lang="da-DK" dirty="0"/>
              <a:t>Udenpå dette findes et </a:t>
            </a:r>
            <a:r>
              <a:rPr lang="da-DK" dirty="0" err="1"/>
              <a:t>meta</a:t>
            </a:r>
            <a:r>
              <a:rPr lang="da-DK" dirty="0"/>
              <a:t> prompt- og </a:t>
            </a:r>
            <a:r>
              <a:rPr lang="da-DK" dirty="0" err="1"/>
              <a:t>grounding</a:t>
            </a:r>
            <a:r>
              <a:rPr lang="da-DK" dirty="0"/>
              <a:t>-lag, som sikrer policy-styret kontekst, kontrolleret datatilførsel og stabilisering af modellens svar.</a:t>
            </a:r>
          </a:p>
          <a:p>
            <a:r>
              <a:rPr lang="da-DK" dirty="0"/>
              <a:t>Herefter følger user </a:t>
            </a:r>
            <a:r>
              <a:rPr lang="da-DK" dirty="0" err="1"/>
              <a:t>experience</a:t>
            </a:r>
            <a:r>
              <a:rPr lang="da-DK" dirty="0"/>
              <a:t>-laget, som guider brugerne og rammesætter korrekt og ansvarlig anvendelse.</a:t>
            </a:r>
          </a:p>
          <a:p>
            <a:r>
              <a:rPr lang="da-DK" dirty="0"/>
              <a:t>Det yderste lag består af autentifikation og autorisation samt datasikkerhed og </a:t>
            </a:r>
            <a:r>
              <a:rPr lang="da-DK" dirty="0" err="1"/>
              <a:t>governance</a:t>
            </a:r>
            <a:r>
              <a:rPr lang="da-DK" dirty="0"/>
              <a:t>-mekanismer, der sikrer korrekt adgangsstyring, sporbarhed og kontrol.</a:t>
            </a:r>
          </a:p>
          <a:p>
            <a:r>
              <a:rPr lang="da-DK" dirty="0"/>
              <a:t>Arkitekturen er designet efter </a:t>
            </a:r>
            <a:r>
              <a:rPr lang="da-DK" b="1" dirty="0" err="1"/>
              <a:t>defence</a:t>
            </a:r>
            <a:r>
              <a:rPr lang="da-DK" b="1" dirty="0"/>
              <a:t>-in-depth-principper,</a:t>
            </a:r>
            <a:r>
              <a:rPr lang="da-DK" dirty="0"/>
              <a:t> hvor trusler håndteres på flere niveauer - fra adgangskontrol og databeskyttelse, over beskyttelse mod prompt-angreb og </a:t>
            </a:r>
            <a:r>
              <a:rPr lang="da-DK" dirty="0" err="1"/>
              <a:t>jailbreaks</a:t>
            </a:r>
            <a:r>
              <a:rPr lang="da-DK" dirty="0"/>
              <a:t>, til </a:t>
            </a:r>
            <a:r>
              <a:rPr lang="da-DK" dirty="0" err="1"/>
              <a:t>logging</a:t>
            </a:r>
            <a:r>
              <a:rPr lang="da-DK" dirty="0"/>
              <a:t>, monitorering og audit. Denne opbygning gør det muligt at tilpasse kontrollerne til </a:t>
            </a:r>
            <a:r>
              <a:rPr lang="da-DK" b="1" dirty="0"/>
              <a:t>Forsvarets klassificeringskrav</a:t>
            </a:r>
            <a:r>
              <a:rPr lang="da-DK" dirty="0"/>
              <a:t> og understøtter sikker, sporbar og kontrolleret drift i et højsikkerhedsmiljø.</a:t>
            </a:r>
          </a:p>
          <a:p>
            <a:pPr marL="0" indent="0">
              <a:buNone/>
            </a:pPr>
            <a:endParaRPr lang="da-DK" dirty="0"/>
          </a:p>
        </p:txBody>
      </p:sp>
      <p:sp>
        <p:nvSpPr>
          <p:cNvPr id="4" name="Titel 10">
            <a:extLst>
              <a:ext uri="{FF2B5EF4-FFF2-40B4-BE49-F238E27FC236}">
                <a16:creationId xmlns:a16="http://schemas.microsoft.com/office/drawing/2014/main" id="{0262EB7D-9777-F24D-A78C-6E720FB411B0}"/>
              </a:ext>
            </a:extLst>
          </p:cNvPr>
          <p:cNvSpPr txBox="1">
            <a:spLocks/>
          </p:cNvSpPr>
          <p:nvPr/>
        </p:nvSpPr>
        <p:spPr>
          <a:xfrm>
            <a:off x="360363" y="536576"/>
            <a:ext cx="11471275" cy="661988"/>
          </a:xfrm>
          <a:prstGeom prst="rect">
            <a:avLst/>
          </a:prstGeom>
        </p:spPr>
        <p:txBody>
          <a:bodyPr vert="horz" lIns="0" tIns="0" rIns="0" bIns="0" rtlCol="0" anchor="t">
            <a:noAutofit/>
          </a:bodyPr>
          <a:lstStyle>
            <a:lvl1pPr algn="l" defTabSz="914400" rtl="0" eaLnBrk="1" latinLnBrk="0" hangingPunct="1">
              <a:lnSpc>
                <a:spcPct val="98000"/>
              </a:lnSpc>
              <a:spcBef>
                <a:spcPct val="0"/>
              </a:spcBef>
              <a:buNone/>
              <a:defRPr lang="en-US" sz="2400" b="0" i="0" kern="1200" cap="none" spc="0" baseline="0">
                <a:solidFill>
                  <a:schemeClr val="tx1"/>
                </a:solidFill>
                <a:latin typeface="+mj-lt"/>
                <a:ea typeface="+mn-ea"/>
                <a:cs typeface="Calibri" panose="020F0502020204030204" pitchFamily="34" charset="0"/>
              </a:defRPr>
            </a:lvl1pPr>
          </a:lstStyle>
          <a:p>
            <a:r>
              <a:rPr lang="da-DK" sz="1800"/>
              <a:t>Håndtering af </a:t>
            </a:r>
            <a:r>
              <a:rPr lang="da-DK" sz="1800" err="1"/>
              <a:t>GenAI</a:t>
            </a:r>
            <a:r>
              <a:rPr lang="da-DK" sz="1800"/>
              <a:t>‑risici med lagdelt sikkerhedsarkitektur til Forsvarsakademiet</a:t>
            </a:r>
          </a:p>
        </p:txBody>
      </p:sp>
    </p:spTree>
    <p:extLst>
      <p:ext uri="{BB962C8B-B14F-4D97-AF65-F5344CB8AC3E}">
        <p14:creationId xmlns:p14="http://schemas.microsoft.com/office/powerpoint/2010/main" val="3776218891"/>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26D7346-CB13-38C6-8C5C-1E731666FB96}"/>
              </a:ext>
            </a:extLst>
          </p:cNvPr>
          <p:cNvSpPr>
            <a:spLocks noGrp="1"/>
          </p:cNvSpPr>
          <p:nvPr>
            <p:ph type="title"/>
          </p:nvPr>
        </p:nvSpPr>
        <p:spPr/>
        <p:txBody>
          <a:bodyPr/>
          <a:lstStyle/>
          <a:p>
            <a:r>
              <a:rPr lang="da-DK" sz="1800"/>
              <a:t>Tids- aktivitets og ressourceplan</a:t>
            </a:r>
          </a:p>
        </p:txBody>
      </p:sp>
      <p:sp>
        <p:nvSpPr>
          <p:cNvPr id="3" name="Pladsholder til tekst 2">
            <a:extLst>
              <a:ext uri="{FF2B5EF4-FFF2-40B4-BE49-F238E27FC236}">
                <a16:creationId xmlns:a16="http://schemas.microsoft.com/office/drawing/2014/main" id="{45F1F0CB-50EA-D560-35B1-04033C95A7DC}"/>
              </a:ext>
            </a:extLst>
          </p:cNvPr>
          <p:cNvSpPr>
            <a:spLocks noGrp="1"/>
          </p:cNvSpPr>
          <p:nvPr>
            <p:ph type="body" sz="quarter" idx="12"/>
          </p:nvPr>
        </p:nvSpPr>
        <p:spPr/>
        <p:txBody>
          <a:bodyPr/>
          <a:lstStyle/>
          <a:p>
            <a:r>
              <a:rPr lang="da-DK" dirty="0"/>
              <a:t>3. tids-, aktivitets- og ressourceplan</a:t>
            </a:r>
          </a:p>
        </p:txBody>
      </p:sp>
      <p:sp>
        <p:nvSpPr>
          <p:cNvPr id="4" name="Pladsholder til tekst 3">
            <a:extLst>
              <a:ext uri="{FF2B5EF4-FFF2-40B4-BE49-F238E27FC236}">
                <a16:creationId xmlns:a16="http://schemas.microsoft.com/office/drawing/2014/main" id="{2BC3C837-0FBE-EE35-4A60-80412A0DFB32}"/>
              </a:ext>
            </a:extLst>
          </p:cNvPr>
          <p:cNvSpPr>
            <a:spLocks noGrp="1"/>
          </p:cNvSpPr>
          <p:nvPr>
            <p:ph type="body" sz="quarter" idx="13"/>
          </p:nvPr>
        </p:nvSpPr>
        <p:spPr>
          <a:xfrm>
            <a:off x="360363" y="1557338"/>
            <a:ext cx="11471275" cy="2387619"/>
          </a:xfrm>
        </p:spPr>
        <p:txBody>
          <a:bodyPr/>
          <a:lstStyle/>
          <a:p>
            <a:pPr marL="0" indent="0">
              <a:spcBef>
                <a:spcPts val="0"/>
              </a:spcBef>
              <a:spcAft>
                <a:spcPts val="300"/>
              </a:spcAft>
              <a:buNone/>
            </a:pPr>
            <a:r>
              <a:rPr lang="da-DK" dirty="0"/>
              <a:t>Planen er udarbejdet som en referenceplan, der viser en realistisk og sammenhængende tilgang samt ressourceprofil (funktion). </a:t>
            </a:r>
          </a:p>
          <a:p>
            <a:pPr marL="0" indent="0">
              <a:spcBef>
                <a:spcPts val="0"/>
              </a:spcBef>
              <a:spcAft>
                <a:spcPts val="300"/>
              </a:spcAft>
              <a:buNone/>
            </a:pPr>
            <a:r>
              <a:rPr lang="da-DK" dirty="0"/>
              <a:t>Den detaljeres og tilpasses i afklaringsfasen (uge 12-14) i tæt samarbejde med Forsvarsakademiet, herunder ift. adgangsforhold, data- og sikkerhedsklassifikation, samt tekniske afhængigheder.</a:t>
            </a:r>
          </a:p>
          <a:p>
            <a:pPr lvl="1">
              <a:spcBef>
                <a:spcPts val="0"/>
              </a:spcBef>
              <a:spcAft>
                <a:spcPts val="300"/>
              </a:spcAft>
            </a:pPr>
            <a:r>
              <a:rPr lang="da-DK" dirty="0"/>
              <a:t>Lean arkitektur: få, velafgrænsede komponenter og genbrug af eksisterende infrastruktur hvor muligt (for at undgå IT-</a:t>
            </a:r>
            <a:r>
              <a:rPr lang="da-DK" dirty="0" err="1"/>
              <a:t>bloat</a:t>
            </a:r>
            <a:r>
              <a:rPr lang="da-DK" dirty="0"/>
              <a:t>).</a:t>
            </a:r>
          </a:p>
          <a:p>
            <a:pPr lvl="1">
              <a:spcBef>
                <a:spcPts val="0"/>
              </a:spcBef>
              <a:spcAft>
                <a:spcPts val="300"/>
              </a:spcAft>
            </a:pPr>
            <a:r>
              <a:rPr lang="da-DK" dirty="0"/>
              <a:t>On-</a:t>
            </a:r>
            <a:r>
              <a:rPr lang="da-DK" dirty="0" err="1"/>
              <a:t>prem</a:t>
            </a:r>
            <a:r>
              <a:rPr lang="da-DK" dirty="0"/>
              <a:t> som default med mulighed for kontrolleret </a:t>
            </a:r>
            <a:r>
              <a:rPr lang="da-DK" dirty="0" err="1"/>
              <a:t>offload</a:t>
            </a:r>
            <a:r>
              <a:rPr lang="da-DK" dirty="0"/>
              <a:t> af udvalgte opgaver til ekstern kapacitet via policy-styrede mekanismer.</a:t>
            </a:r>
          </a:p>
          <a:p>
            <a:pPr lvl="1">
              <a:spcBef>
                <a:spcPts val="0"/>
              </a:spcBef>
              <a:spcAft>
                <a:spcPts val="300"/>
              </a:spcAft>
            </a:pPr>
            <a:r>
              <a:rPr lang="da-DK" dirty="0"/>
              <a:t>FAK GPT som chat- og søgeløsning med </a:t>
            </a:r>
            <a:r>
              <a:rPr lang="da-DK" dirty="0" err="1"/>
              <a:t>agentisk</a:t>
            </a:r>
            <a:r>
              <a:rPr lang="da-DK" dirty="0"/>
              <a:t> </a:t>
            </a:r>
            <a:r>
              <a:rPr lang="da-DK" dirty="0" err="1"/>
              <a:t>retrieval</a:t>
            </a:r>
            <a:r>
              <a:rPr lang="da-DK" dirty="0"/>
              <a:t>: kombination af semantisk søgning, klassisk nøgleordssøgning og øvrige traditionelle søgeteknikker (fx mønstre/</a:t>
            </a:r>
            <a:r>
              <a:rPr lang="da-DK" dirty="0" err="1"/>
              <a:t>regex</a:t>
            </a:r>
            <a:r>
              <a:rPr lang="da-DK" dirty="0"/>
              <a:t> og strukturerede opslag), afhængigt af forespørgsel.</a:t>
            </a:r>
          </a:p>
          <a:p>
            <a:pPr lvl="1">
              <a:spcBef>
                <a:spcPts val="0"/>
              </a:spcBef>
              <a:spcAft>
                <a:spcPts val="300"/>
              </a:spcAft>
            </a:pPr>
            <a:r>
              <a:rPr lang="da-DK" dirty="0"/>
              <a:t>Sikkerhed og </a:t>
            </a:r>
            <a:r>
              <a:rPr lang="da-DK" dirty="0" err="1"/>
              <a:t>governance</a:t>
            </a:r>
            <a:r>
              <a:rPr lang="da-DK" dirty="0"/>
              <a:t> som designkrav fra dag 1 (</a:t>
            </a:r>
            <a:r>
              <a:rPr lang="da-DK" dirty="0" err="1"/>
              <a:t>identity</a:t>
            </a:r>
            <a:r>
              <a:rPr lang="da-DK" dirty="0"/>
              <a:t>, adgangskontrol, audit, logning, risici og </a:t>
            </a:r>
            <a:r>
              <a:rPr lang="da-DK" dirty="0" err="1"/>
              <a:t>testbarhed</a:t>
            </a:r>
            <a:r>
              <a:rPr lang="da-DK" dirty="0"/>
              <a:t>).</a:t>
            </a:r>
          </a:p>
          <a:p>
            <a:pPr lvl="1">
              <a:spcBef>
                <a:spcPts val="0"/>
              </a:spcBef>
              <a:spcAft>
                <a:spcPts val="300"/>
              </a:spcAft>
            </a:pPr>
            <a:r>
              <a:rPr lang="da-DK" dirty="0" err="1"/>
              <a:t>Driftbarhed</a:t>
            </a:r>
            <a:r>
              <a:rPr lang="da-DK" dirty="0"/>
              <a:t>: dokumentation, </a:t>
            </a:r>
            <a:r>
              <a:rPr lang="da-DK" dirty="0" err="1"/>
              <a:t>runbooks</a:t>
            </a:r>
            <a:r>
              <a:rPr lang="da-DK" dirty="0"/>
              <a:t>, monitorering og overdragelse planlægges som en del af leverancen – ikke som en afsluttende aktivitet.</a:t>
            </a:r>
          </a:p>
          <a:p>
            <a:pPr marL="0" indent="0">
              <a:spcBef>
                <a:spcPts val="0"/>
              </a:spcBef>
              <a:spcAft>
                <a:spcPts val="300"/>
              </a:spcAft>
              <a:buNone/>
            </a:pPr>
            <a:endParaRPr lang="da-DK" b="1" dirty="0"/>
          </a:p>
          <a:p>
            <a:pPr marL="0" indent="0">
              <a:spcBef>
                <a:spcPts val="0"/>
              </a:spcBef>
              <a:spcAft>
                <a:spcPts val="300"/>
              </a:spcAft>
              <a:buNone/>
            </a:pPr>
            <a:r>
              <a:rPr lang="da-DK" b="1" dirty="0"/>
              <a:t>Tabel 0 – Overordnet faseplan (alignment med kundens tidsplan)</a:t>
            </a:r>
            <a:endParaRPr lang="da-DK" dirty="0"/>
          </a:p>
          <a:p>
            <a:pPr>
              <a:spcBef>
                <a:spcPts val="0"/>
              </a:spcBef>
              <a:spcAft>
                <a:spcPts val="300"/>
              </a:spcAft>
            </a:pPr>
            <a:endParaRPr lang="da-DK" dirty="0"/>
          </a:p>
        </p:txBody>
      </p:sp>
      <p:sp>
        <p:nvSpPr>
          <p:cNvPr id="5" name="Pladsholder til sidefod 4">
            <a:extLst>
              <a:ext uri="{FF2B5EF4-FFF2-40B4-BE49-F238E27FC236}">
                <a16:creationId xmlns:a16="http://schemas.microsoft.com/office/drawing/2014/main" id="{47C5D245-9DA5-E099-9DB8-D7DBF70499FE}"/>
              </a:ext>
            </a:extLst>
          </p:cNvPr>
          <p:cNvSpPr>
            <a:spLocks noGrp="1"/>
          </p:cNvSpPr>
          <p:nvPr>
            <p:ph type="ftr" sz="quarter" idx="3"/>
          </p:nvPr>
        </p:nvSpPr>
        <p:spPr/>
        <p:txBody>
          <a:bodyPr/>
          <a:lstStyle/>
          <a:p>
            <a:endParaRPr lang="en-GB"/>
          </a:p>
        </p:txBody>
      </p:sp>
      <p:graphicFrame>
        <p:nvGraphicFramePr>
          <p:cNvPr id="6" name="Tabel 5">
            <a:extLst>
              <a:ext uri="{FF2B5EF4-FFF2-40B4-BE49-F238E27FC236}">
                <a16:creationId xmlns:a16="http://schemas.microsoft.com/office/drawing/2014/main" id="{35E08559-4D57-172C-FEDD-2B1BE8852DF0}"/>
              </a:ext>
            </a:extLst>
          </p:cNvPr>
          <p:cNvGraphicFramePr>
            <a:graphicFrameLocks noGrp="1"/>
          </p:cNvGraphicFramePr>
          <p:nvPr>
            <p:extLst>
              <p:ext uri="{D42A27DB-BD31-4B8C-83A1-F6EECF244321}">
                <p14:modId xmlns:p14="http://schemas.microsoft.com/office/powerpoint/2010/main" val="1040569434"/>
              </p:ext>
            </p:extLst>
          </p:nvPr>
        </p:nvGraphicFramePr>
        <p:xfrm>
          <a:off x="360363" y="4016353"/>
          <a:ext cx="11230506" cy="2138263"/>
        </p:xfrm>
        <a:graphic>
          <a:graphicData uri="http://schemas.openxmlformats.org/drawingml/2006/table">
            <a:tbl>
              <a:tblPr firstRow="1" firstCol="1" bandRow="1">
                <a:tableStyleId>{3B4B98B0-60AC-42C2-AFA5-B58CD77FA1E5}</a:tableStyleId>
              </a:tblPr>
              <a:tblGrid>
                <a:gridCol w="1934104">
                  <a:extLst>
                    <a:ext uri="{9D8B030D-6E8A-4147-A177-3AD203B41FA5}">
                      <a16:colId xmlns:a16="http://schemas.microsoft.com/office/drawing/2014/main" val="255185683"/>
                    </a:ext>
                  </a:extLst>
                </a:gridCol>
                <a:gridCol w="1024466">
                  <a:extLst>
                    <a:ext uri="{9D8B030D-6E8A-4147-A177-3AD203B41FA5}">
                      <a16:colId xmlns:a16="http://schemas.microsoft.com/office/drawing/2014/main" val="4097654170"/>
                    </a:ext>
                  </a:extLst>
                </a:gridCol>
                <a:gridCol w="397934">
                  <a:extLst>
                    <a:ext uri="{9D8B030D-6E8A-4147-A177-3AD203B41FA5}">
                      <a16:colId xmlns:a16="http://schemas.microsoft.com/office/drawing/2014/main" val="3664137375"/>
                    </a:ext>
                  </a:extLst>
                </a:gridCol>
                <a:gridCol w="575733">
                  <a:extLst>
                    <a:ext uri="{9D8B030D-6E8A-4147-A177-3AD203B41FA5}">
                      <a16:colId xmlns:a16="http://schemas.microsoft.com/office/drawing/2014/main" val="3900278575"/>
                    </a:ext>
                  </a:extLst>
                </a:gridCol>
                <a:gridCol w="6248400">
                  <a:extLst>
                    <a:ext uri="{9D8B030D-6E8A-4147-A177-3AD203B41FA5}">
                      <a16:colId xmlns:a16="http://schemas.microsoft.com/office/drawing/2014/main" val="2672236794"/>
                    </a:ext>
                  </a:extLst>
                </a:gridCol>
                <a:gridCol w="1049869">
                  <a:extLst>
                    <a:ext uri="{9D8B030D-6E8A-4147-A177-3AD203B41FA5}">
                      <a16:colId xmlns:a16="http://schemas.microsoft.com/office/drawing/2014/main" val="980179639"/>
                    </a:ext>
                  </a:extLst>
                </a:gridCol>
              </a:tblGrid>
              <a:tr h="302669">
                <a:tc>
                  <a:txBody>
                    <a:bodyPr/>
                    <a:lstStyle/>
                    <a:p>
                      <a:pPr>
                        <a:lnSpc>
                          <a:spcPct val="115000"/>
                        </a:lnSpc>
                        <a:spcAft>
                          <a:spcPts val="1000"/>
                        </a:spcAft>
                        <a:buNone/>
                      </a:pPr>
                      <a:r>
                        <a:rPr lang="en-US" sz="1200" dirty="0" err="1">
                          <a:effectLst/>
                        </a:rPr>
                        <a:t>Aktivitet</a:t>
                      </a:r>
                      <a:r>
                        <a:rPr lang="en-US" sz="1200" dirty="0">
                          <a:effectLst/>
                        </a:rPr>
                        <a:t> (</a:t>
                      </a:r>
                      <a:r>
                        <a:rPr lang="en-US" sz="1200" dirty="0" err="1">
                          <a:effectLst/>
                        </a:rPr>
                        <a:t>fase</a:t>
                      </a:r>
                      <a:r>
                        <a:rPr lang="en-US" sz="1200" dirty="0">
                          <a:effectLst/>
                        </a:rPr>
                        <a:t>)</a:t>
                      </a:r>
                      <a:endParaRPr lang="da-DK" sz="16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1200" dirty="0" err="1">
                          <a:effectLst/>
                        </a:rPr>
                        <a:t>Tidsangivelse</a:t>
                      </a:r>
                      <a:endParaRPr lang="da-DK" sz="16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gn="ctr">
                        <a:lnSpc>
                          <a:spcPct val="115000"/>
                        </a:lnSpc>
                        <a:spcAft>
                          <a:spcPts val="1000"/>
                        </a:spcAft>
                        <a:buNone/>
                      </a:pPr>
                      <a:r>
                        <a:rPr lang="en-US" sz="1200" dirty="0">
                          <a:effectLst/>
                        </a:rPr>
                        <a:t>FAK</a:t>
                      </a:r>
                      <a:endParaRPr lang="da-DK" sz="16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gn="ctr">
                        <a:lnSpc>
                          <a:spcPct val="115000"/>
                        </a:lnSpc>
                        <a:spcAft>
                          <a:spcPts val="1000"/>
                        </a:spcAft>
                        <a:buNone/>
                      </a:pPr>
                      <a:r>
                        <a:rPr lang="en-US" sz="1200">
                          <a:effectLst/>
                        </a:rPr>
                        <a:t>ADC</a:t>
                      </a:r>
                      <a:endParaRPr lang="da-DK" sz="16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1200">
                          <a:effectLst/>
                        </a:rPr>
                        <a:t>Bemærkninger</a:t>
                      </a:r>
                      <a:endParaRPr lang="da-DK" sz="16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1200">
                          <a:effectLst/>
                        </a:rPr>
                        <a:t>Estimat (timer)</a:t>
                      </a:r>
                      <a:endParaRPr lang="da-DK" sz="16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2278094249"/>
                  </a:ext>
                </a:extLst>
              </a:tr>
              <a:tr h="419802">
                <a:tc>
                  <a:txBody>
                    <a:bodyPr/>
                    <a:lstStyle/>
                    <a:p>
                      <a:pPr>
                        <a:lnSpc>
                          <a:spcPct val="115000"/>
                        </a:lnSpc>
                        <a:spcAft>
                          <a:spcPts val="1000"/>
                        </a:spcAft>
                        <a:buNone/>
                      </a:pPr>
                      <a:r>
                        <a:rPr lang="en-US" sz="1200" b="0" dirty="0" err="1">
                          <a:effectLst/>
                        </a:rPr>
                        <a:t>Opgavestart</a:t>
                      </a:r>
                      <a:r>
                        <a:rPr lang="en-US" sz="1200" b="0" dirty="0">
                          <a:effectLst/>
                        </a:rPr>
                        <a:t> / </a:t>
                      </a:r>
                      <a:r>
                        <a:rPr lang="en-US" sz="1200" b="0" dirty="0" err="1">
                          <a:effectLst/>
                        </a:rPr>
                        <a:t>mobilisering</a:t>
                      </a:r>
                      <a:endParaRPr lang="da-DK" sz="1600" b="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rPr>
                        <a:t>17-03-2026 </a:t>
                      </a:r>
                      <a:endParaRPr lang="da-DK" sz="16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200" dirty="0">
                          <a:effectLst/>
                        </a:rPr>
                        <a:t>X</a:t>
                      </a:r>
                      <a:endParaRPr lang="da-DK" sz="16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200">
                          <a:effectLst/>
                        </a:rPr>
                        <a:t>X</a:t>
                      </a:r>
                      <a:endParaRPr lang="da-DK" sz="16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da-DK" sz="1200" dirty="0">
                          <a:effectLst/>
                        </a:rPr>
                        <a:t>Kickoff, etablering af samarbejds- og rapporteringsstruktur.</a:t>
                      </a:r>
                      <a:endParaRPr lang="da-DK" sz="16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r">
                        <a:lnSpc>
                          <a:spcPct val="115000"/>
                        </a:lnSpc>
                        <a:spcAft>
                          <a:spcPts val="1000"/>
                        </a:spcAft>
                        <a:buNone/>
                      </a:pPr>
                      <a:r>
                        <a:rPr lang="en-US" sz="1200" dirty="0" err="1">
                          <a:effectLst/>
                        </a:rPr>
                        <a:t>Indgår</a:t>
                      </a:r>
                      <a:r>
                        <a:rPr lang="en-US" sz="1200" dirty="0">
                          <a:effectLst/>
                        </a:rPr>
                        <a:t> </a:t>
                      </a:r>
                      <a:r>
                        <a:rPr lang="en-US" sz="1200" dirty="0" err="1">
                          <a:effectLst/>
                        </a:rPr>
                        <a:t>i</a:t>
                      </a:r>
                      <a:r>
                        <a:rPr lang="en-US" sz="1200" dirty="0">
                          <a:effectLst/>
                        </a:rPr>
                        <a:t> </a:t>
                      </a:r>
                      <a:r>
                        <a:rPr lang="en-US" sz="1200" dirty="0" err="1">
                          <a:effectLst/>
                        </a:rPr>
                        <a:t>uge</a:t>
                      </a:r>
                      <a:r>
                        <a:rPr lang="en-US" sz="1200" dirty="0">
                          <a:effectLst/>
                        </a:rPr>
                        <a:t> 12</a:t>
                      </a:r>
                      <a:endParaRPr lang="da-DK" sz="12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516441089"/>
                  </a:ext>
                </a:extLst>
              </a:tr>
              <a:tr h="286667">
                <a:tc>
                  <a:txBody>
                    <a:bodyPr/>
                    <a:lstStyle/>
                    <a:p>
                      <a:pPr>
                        <a:lnSpc>
                          <a:spcPct val="115000"/>
                        </a:lnSpc>
                        <a:spcAft>
                          <a:spcPts val="1000"/>
                        </a:spcAft>
                        <a:buNone/>
                      </a:pPr>
                      <a:r>
                        <a:rPr lang="en-US" sz="1200" b="0">
                          <a:effectLst/>
                        </a:rPr>
                        <a:t>Scoping og behovsafklaring</a:t>
                      </a:r>
                      <a:endParaRPr lang="da-DK" sz="1600" b="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rPr>
                        <a:t>Uge 12–14</a:t>
                      </a:r>
                      <a:endParaRPr lang="da-DK" sz="16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200">
                          <a:effectLst/>
                        </a:rPr>
                        <a:t>X</a:t>
                      </a:r>
                      <a:endParaRPr lang="da-DK" sz="16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200">
                          <a:effectLst/>
                        </a:rPr>
                        <a:t>X</a:t>
                      </a:r>
                      <a:endParaRPr lang="da-DK" sz="16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da-DK" sz="1200" dirty="0">
                          <a:effectLst/>
                        </a:rPr>
                        <a:t>Afklaringsfase: </a:t>
                      </a:r>
                      <a:r>
                        <a:rPr lang="da-DK" sz="1200" dirty="0" err="1">
                          <a:effectLst/>
                        </a:rPr>
                        <a:t>scope</a:t>
                      </a:r>
                      <a:r>
                        <a:rPr lang="da-DK" sz="1200" dirty="0">
                          <a:effectLst/>
                        </a:rPr>
                        <a:t>, succeskriterier, arkitekturretning, risici og prioriteret </a:t>
                      </a:r>
                      <a:r>
                        <a:rPr lang="da-DK" sz="1200" dirty="0" err="1">
                          <a:effectLst/>
                        </a:rPr>
                        <a:t>backlog</a:t>
                      </a:r>
                      <a:r>
                        <a:rPr lang="da-DK" sz="1200" dirty="0">
                          <a:effectLst/>
                        </a:rPr>
                        <a:t>.</a:t>
                      </a:r>
                      <a:endParaRPr lang="da-DK" sz="16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r">
                        <a:lnSpc>
                          <a:spcPct val="115000"/>
                        </a:lnSpc>
                        <a:spcAft>
                          <a:spcPts val="1000"/>
                        </a:spcAft>
                        <a:buNone/>
                      </a:pPr>
                      <a:r>
                        <a:rPr lang="en-US" sz="1200" dirty="0">
                          <a:effectLst/>
                        </a:rPr>
                        <a:t>200 - 400</a:t>
                      </a:r>
                      <a:endParaRPr lang="da-DK" sz="12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565510556"/>
                  </a:ext>
                </a:extLst>
              </a:tr>
              <a:tr h="555791">
                <a:tc>
                  <a:txBody>
                    <a:bodyPr/>
                    <a:lstStyle/>
                    <a:p>
                      <a:pPr>
                        <a:lnSpc>
                          <a:spcPct val="115000"/>
                        </a:lnSpc>
                        <a:spcAft>
                          <a:spcPts val="1000"/>
                        </a:spcAft>
                        <a:buNone/>
                      </a:pPr>
                      <a:r>
                        <a:rPr lang="en-US" sz="1200" b="0">
                          <a:effectLst/>
                        </a:rPr>
                        <a:t>Udvikling og test</a:t>
                      </a:r>
                      <a:endParaRPr lang="da-DK" sz="1600" b="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Uge 15–22</a:t>
                      </a:r>
                      <a:endParaRPr lang="da-DK" sz="16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200">
                          <a:effectLst/>
                        </a:rPr>
                        <a:t> </a:t>
                      </a:r>
                      <a:endParaRPr lang="da-DK" sz="16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200">
                          <a:effectLst/>
                        </a:rPr>
                        <a:t>X</a:t>
                      </a:r>
                      <a:endParaRPr lang="da-DK" sz="16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0"/>
                        </a:spcAft>
                        <a:buNone/>
                      </a:pPr>
                      <a:r>
                        <a:rPr lang="da-DK" sz="1200" dirty="0">
                          <a:effectLst/>
                        </a:rPr>
                        <a:t>Iterativ levering af platformfundament, sikkerhedsintegration, </a:t>
                      </a:r>
                      <a:r>
                        <a:rPr lang="da-DK" sz="1200" dirty="0" err="1">
                          <a:effectLst/>
                        </a:rPr>
                        <a:t>ingestion</a:t>
                      </a:r>
                      <a:r>
                        <a:rPr lang="da-DK" sz="1200" dirty="0">
                          <a:effectLst/>
                        </a:rPr>
                        <a:t>/hybrid søgning og </a:t>
                      </a:r>
                    </a:p>
                    <a:p>
                      <a:pPr>
                        <a:lnSpc>
                          <a:spcPct val="115000"/>
                        </a:lnSpc>
                        <a:spcAft>
                          <a:spcPts val="0"/>
                        </a:spcAft>
                        <a:buNone/>
                      </a:pPr>
                      <a:r>
                        <a:rPr lang="da-DK" sz="1200" dirty="0">
                          <a:effectLst/>
                        </a:rPr>
                        <a:t>FAK GPT MVP.</a:t>
                      </a:r>
                      <a:endParaRPr lang="da-DK" sz="16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r">
                        <a:lnSpc>
                          <a:spcPct val="115000"/>
                        </a:lnSpc>
                        <a:spcAft>
                          <a:spcPts val="1000"/>
                        </a:spcAft>
                        <a:buNone/>
                      </a:pPr>
                      <a:r>
                        <a:rPr lang="en-US" sz="1200" dirty="0">
                          <a:effectLst/>
                        </a:rPr>
                        <a:t>900 - 1150 </a:t>
                      </a:r>
                      <a:endParaRPr lang="da-DK" sz="12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261811003"/>
                  </a:ext>
                </a:extLst>
              </a:tr>
              <a:tr h="286667">
                <a:tc>
                  <a:txBody>
                    <a:bodyPr/>
                    <a:lstStyle/>
                    <a:p>
                      <a:pPr>
                        <a:lnSpc>
                          <a:spcPct val="115000"/>
                        </a:lnSpc>
                        <a:spcAft>
                          <a:spcPts val="1000"/>
                        </a:spcAft>
                        <a:buNone/>
                      </a:pPr>
                      <a:r>
                        <a:rPr lang="en-US" sz="1200" b="0">
                          <a:effectLst/>
                        </a:rPr>
                        <a:t>Ibrugtagning og forbedringer</a:t>
                      </a:r>
                      <a:endParaRPr lang="da-DK" sz="1600" b="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Uge 23–27</a:t>
                      </a:r>
                      <a:endParaRPr lang="da-DK" sz="16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200">
                          <a:effectLst/>
                        </a:rPr>
                        <a:t> </a:t>
                      </a:r>
                      <a:endParaRPr lang="da-DK" sz="16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200">
                          <a:effectLst/>
                        </a:rPr>
                        <a:t>X</a:t>
                      </a:r>
                      <a:endParaRPr lang="da-DK" sz="16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Pilot/go-live, tuning, monitorering, brugerfeedback og stabilisering (hypercare).</a:t>
                      </a:r>
                      <a:endParaRPr lang="da-DK" sz="16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r">
                        <a:lnSpc>
                          <a:spcPct val="115000"/>
                        </a:lnSpc>
                        <a:spcAft>
                          <a:spcPts val="1000"/>
                        </a:spcAft>
                        <a:buNone/>
                      </a:pPr>
                      <a:r>
                        <a:rPr lang="en-US" sz="1200" dirty="0">
                          <a:effectLst/>
                        </a:rPr>
                        <a:t>200 - 350</a:t>
                      </a:r>
                      <a:endParaRPr lang="da-DK" sz="12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478166222"/>
                  </a:ext>
                </a:extLst>
              </a:tr>
              <a:tr h="286667">
                <a:tc>
                  <a:txBody>
                    <a:bodyPr/>
                    <a:lstStyle/>
                    <a:p>
                      <a:pPr>
                        <a:lnSpc>
                          <a:spcPct val="115000"/>
                        </a:lnSpc>
                        <a:spcAft>
                          <a:spcPts val="1000"/>
                        </a:spcAft>
                        <a:buNone/>
                      </a:pPr>
                      <a:r>
                        <a:rPr lang="en-US" sz="1200" b="0" dirty="0" err="1">
                          <a:effectLst/>
                        </a:rPr>
                        <a:t>Overlevering</a:t>
                      </a:r>
                      <a:r>
                        <a:rPr lang="en-US" sz="1200" b="0" dirty="0">
                          <a:effectLst/>
                        </a:rPr>
                        <a:t> </a:t>
                      </a:r>
                      <a:r>
                        <a:rPr lang="en-US" sz="1200" b="0" dirty="0" err="1">
                          <a:effectLst/>
                        </a:rPr>
                        <a:t>til</a:t>
                      </a:r>
                      <a:r>
                        <a:rPr lang="en-US" sz="1200" b="0" dirty="0">
                          <a:effectLst/>
                        </a:rPr>
                        <a:t> FAK</a:t>
                      </a:r>
                      <a:endParaRPr lang="da-DK" sz="1600" b="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Uge 28</a:t>
                      </a:r>
                      <a:endParaRPr lang="da-DK" sz="16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200">
                          <a:effectLst/>
                        </a:rPr>
                        <a:t>X</a:t>
                      </a:r>
                      <a:endParaRPr lang="da-DK" sz="16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200">
                          <a:effectLst/>
                        </a:rPr>
                        <a:t>X</a:t>
                      </a:r>
                      <a:endParaRPr lang="da-DK" sz="16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da-DK" sz="1200" dirty="0">
                          <a:effectLst/>
                        </a:rPr>
                        <a:t>As-</a:t>
                      </a:r>
                      <a:r>
                        <a:rPr lang="da-DK" sz="1200" dirty="0" err="1">
                          <a:effectLst/>
                        </a:rPr>
                        <a:t>built</a:t>
                      </a:r>
                      <a:r>
                        <a:rPr lang="da-DK" sz="1200" dirty="0">
                          <a:effectLst/>
                        </a:rPr>
                        <a:t> dokumentation, </a:t>
                      </a:r>
                      <a:r>
                        <a:rPr lang="da-DK" sz="1200" dirty="0" err="1">
                          <a:effectLst/>
                        </a:rPr>
                        <a:t>runbooks</a:t>
                      </a:r>
                      <a:r>
                        <a:rPr lang="da-DK" sz="1200" dirty="0">
                          <a:effectLst/>
                        </a:rPr>
                        <a:t>, træning og formel overdragelse.</a:t>
                      </a:r>
                      <a:endParaRPr lang="da-DK" sz="16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r">
                        <a:lnSpc>
                          <a:spcPct val="115000"/>
                        </a:lnSpc>
                        <a:spcAft>
                          <a:spcPts val="1000"/>
                        </a:spcAft>
                        <a:buNone/>
                      </a:pPr>
                      <a:r>
                        <a:rPr lang="en-US" sz="1200" dirty="0">
                          <a:effectLst/>
                        </a:rPr>
                        <a:t>50 - 120</a:t>
                      </a:r>
                      <a:endParaRPr lang="da-DK" sz="12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793312403"/>
                  </a:ext>
                </a:extLst>
              </a:tr>
            </a:tbl>
          </a:graphicData>
        </a:graphic>
      </p:graphicFrame>
    </p:spTree>
    <p:extLst>
      <p:ext uri="{BB962C8B-B14F-4D97-AF65-F5344CB8AC3E}">
        <p14:creationId xmlns:p14="http://schemas.microsoft.com/office/powerpoint/2010/main" val="6264800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0E6B4AC-1201-3289-FF2D-ABDC85ADD6F0}"/>
              </a:ext>
            </a:extLst>
          </p:cNvPr>
          <p:cNvSpPr>
            <a:spLocks noGrp="1"/>
          </p:cNvSpPr>
          <p:nvPr>
            <p:ph type="title"/>
          </p:nvPr>
        </p:nvSpPr>
        <p:spPr/>
        <p:txBody>
          <a:bodyPr/>
          <a:lstStyle/>
          <a:p>
            <a:r>
              <a:rPr lang="en-US" sz="1800"/>
              <a:t>Se </a:t>
            </a:r>
            <a:r>
              <a:rPr lang="en-US" sz="1800" err="1"/>
              <a:t>detaljeret</a:t>
            </a:r>
            <a:r>
              <a:rPr lang="en-US" sz="1800"/>
              <a:t> plan I excel</a:t>
            </a:r>
            <a:br>
              <a:rPr lang="en-US" sz="1800"/>
            </a:br>
            <a:endParaRPr lang="da-DK" sz="1800"/>
          </a:p>
        </p:txBody>
      </p:sp>
      <p:sp>
        <p:nvSpPr>
          <p:cNvPr id="3" name="Pladsholder til tekst 2">
            <a:extLst>
              <a:ext uri="{FF2B5EF4-FFF2-40B4-BE49-F238E27FC236}">
                <a16:creationId xmlns:a16="http://schemas.microsoft.com/office/drawing/2014/main" id="{E89CA2FE-EA9C-1DC6-25A1-337D0B328410}"/>
              </a:ext>
            </a:extLst>
          </p:cNvPr>
          <p:cNvSpPr>
            <a:spLocks noGrp="1"/>
          </p:cNvSpPr>
          <p:nvPr>
            <p:ph type="body" sz="quarter" idx="12"/>
          </p:nvPr>
        </p:nvSpPr>
        <p:spPr/>
        <p:txBody>
          <a:bodyPr/>
          <a:lstStyle/>
          <a:p>
            <a:r>
              <a:rPr lang="da-DK" dirty="0"/>
              <a:t>3. tids-, aktivitets- og ressourceplan</a:t>
            </a:r>
          </a:p>
        </p:txBody>
      </p:sp>
      <p:sp>
        <p:nvSpPr>
          <p:cNvPr id="4" name="Pladsholder til tekst 3">
            <a:extLst>
              <a:ext uri="{FF2B5EF4-FFF2-40B4-BE49-F238E27FC236}">
                <a16:creationId xmlns:a16="http://schemas.microsoft.com/office/drawing/2014/main" id="{9BE970EA-0CD5-7F3F-8368-7D57043569ED}"/>
              </a:ext>
            </a:extLst>
          </p:cNvPr>
          <p:cNvSpPr>
            <a:spLocks noGrp="1"/>
          </p:cNvSpPr>
          <p:nvPr>
            <p:ph type="body" sz="quarter" idx="13"/>
          </p:nvPr>
        </p:nvSpPr>
        <p:spPr/>
        <p:txBody>
          <a:bodyPr/>
          <a:lstStyle/>
          <a:p>
            <a:endParaRPr lang="da-DK" dirty="0"/>
          </a:p>
        </p:txBody>
      </p:sp>
      <p:sp>
        <p:nvSpPr>
          <p:cNvPr id="5" name="Pladsholder til sidefod 4">
            <a:extLst>
              <a:ext uri="{FF2B5EF4-FFF2-40B4-BE49-F238E27FC236}">
                <a16:creationId xmlns:a16="http://schemas.microsoft.com/office/drawing/2014/main" id="{9D4B74C6-8FED-4709-052E-98824E2C6DBE}"/>
              </a:ext>
            </a:extLst>
          </p:cNvPr>
          <p:cNvSpPr>
            <a:spLocks noGrp="1"/>
          </p:cNvSpPr>
          <p:nvPr>
            <p:ph type="ftr" sz="quarter" idx="3"/>
          </p:nvPr>
        </p:nvSpPr>
        <p:spPr/>
        <p:txBody>
          <a:bodyPr/>
          <a:lstStyle/>
          <a:p>
            <a:endParaRPr lang="en-GB"/>
          </a:p>
        </p:txBody>
      </p:sp>
    </p:spTree>
    <p:extLst>
      <p:ext uri="{BB962C8B-B14F-4D97-AF65-F5344CB8AC3E}">
        <p14:creationId xmlns:p14="http://schemas.microsoft.com/office/powerpoint/2010/main" val="40796412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AE979-E00F-B88A-2AAA-63729262574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BDC25546-46A9-9F5F-D298-DB0DB54E9CDE}"/>
              </a:ext>
            </a:extLst>
          </p:cNvPr>
          <p:cNvSpPr>
            <a:spLocks noGrp="1"/>
          </p:cNvSpPr>
          <p:nvPr>
            <p:ph type="title"/>
          </p:nvPr>
        </p:nvSpPr>
        <p:spPr/>
        <p:txBody>
          <a:bodyPr/>
          <a:lstStyle/>
          <a:p>
            <a:r>
              <a:rPr lang="da-DK" sz="1800" b="1"/>
              <a:t>K-2.K-1 Strategisk rådgivning 1</a:t>
            </a:r>
            <a:br>
              <a:rPr lang="da-DK" sz="1800"/>
            </a:br>
            <a:r>
              <a:rPr lang="da-DK" sz="1800"/>
              <a:t>Skal have erfaring med udvikling af Generativ AI strategi</a:t>
            </a:r>
          </a:p>
        </p:txBody>
      </p:sp>
      <p:sp>
        <p:nvSpPr>
          <p:cNvPr id="3" name="Pladsholder til tekst 2">
            <a:extLst>
              <a:ext uri="{FF2B5EF4-FFF2-40B4-BE49-F238E27FC236}">
                <a16:creationId xmlns:a16="http://schemas.microsoft.com/office/drawing/2014/main" id="{E61025C8-F527-5D74-0FB5-46D910247098}"/>
              </a:ext>
            </a:extLst>
          </p:cNvPr>
          <p:cNvSpPr>
            <a:spLocks noGrp="1"/>
          </p:cNvSpPr>
          <p:nvPr>
            <p:ph type="body" sz="quarter" idx="12"/>
          </p:nvPr>
        </p:nvSpPr>
        <p:spPr/>
        <p:txBody>
          <a:bodyPr/>
          <a:lstStyle/>
          <a:p>
            <a:r>
              <a:rPr lang="da-DK" dirty="0"/>
              <a:t>4. Krav</a:t>
            </a:r>
            <a:endParaRPr lang="da-DK" dirty="0">
              <a:solidFill>
                <a:srgbClr val="B054AE"/>
              </a:solidFill>
            </a:endParaRPr>
          </a:p>
        </p:txBody>
      </p:sp>
      <p:sp>
        <p:nvSpPr>
          <p:cNvPr id="5" name="Pladsholder til sidefod 4">
            <a:extLst>
              <a:ext uri="{FF2B5EF4-FFF2-40B4-BE49-F238E27FC236}">
                <a16:creationId xmlns:a16="http://schemas.microsoft.com/office/drawing/2014/main" id="{5BC97342-B1E6-A4D7-24EF-9CEA35942DAC}"/>
              </a:ext>
            </a:extLst>
          </p:cNvPr>
          <p:cNvSpPr>
            <a:spLocks noGrp="1"/>
          </p:cNvSpPr>
          <p:nvPr>
            <p:ph type="ftr" sz="quarter" idx="3"/>
          </p:nvPr>
        </p:nvSpPr>
        <p:spPr/>
        <p:txBody>
          <a:bodyPr/>
          <a:lstStyle/>
          <a:p>
            <a:endParaRPr lang="en-GB">
              <a:solidFill>
                <a:srgbClr val="B054AE"/>
              </a:solidFill>
            </a:endParaRPr>
          </a:p>
        </p:txBody>
      </p:sp>
      <p:sp>
        <p:nvSpPr>
          <p:cNvPr id="4" name="Pladsholder til tekst 3">
            <a:extLst>
              <a:ext uri="{FF2B5EF4-FFF2-40B4-BE49-F238E27FC236}">
                <a16:creationId xmlns:a16="http://schemas.microsoft.com/office/drawing/2014/main" id="{AF8B1D99-18DD-55D6-E6E4-1462CFD1F827}"/>
              </a:ext>
            </a:extLst>
          </p:cNvPr>
          <p:cNvSpPr>
            <a:spLocks noGrp="1"/>
          </p:cNvSpPr>
          <p:nvPr>
            <p:ph type="body" sz="quarter" idx="13"/>
          </p:nvPr>
        </p:nvSpPr>
        <p:spPr/>
        <p:txBody>
          <a:bodyPr vert="horz" lIns="0" tIns="0" rIns="0" bIns="0" rtlCol="0">
            <a:noAutofit/>
          </a:bodyPr>
          <a:lstStyle/>
          <a:p>
            <a:pPr marL="0" indent="0">
              <a:buNone/>
            </a:pPr>
            <a:r>
              <a:rPr lang="en-US" dirty="0"/>
              <a:t>Vi </a:t>
            </a:r>
            <a:r>
              <a:rPr lang="en-US" dirty="0" err="1"/>
              <a:t>udvikler</a:t>
            </a:r>
            <a:r>
              <a:rPr lang="en-US" dirty="0"/>
              <a:t> GenAI-</a:t>
            </a:r>
            <a:r>
              <a:rPr lang="en-US" dirty="0" err="1"/>
              <a:t>strategier</a:t>
            </a:r>
            <a:r>
              <a:rPr lang="en-US" dirty="0"/>
              <a:t>, der er </a:t>
            </a:r>
            <a:r>
              <a:rPr lang="en-US" dirty="0" err="1"/>
              <a:t>designet</a:t>
            </a:r>
            <a:r>
              <a:rPr lang="en-US" dirty="0"/>
              <a:t> </a:t>
            </a:r>
            <a:r>
              <a:rPr lang="en-US" dirty="0" err="1"/>
              <a:t>til</a:t>
            </a:r>
            <a:r>
              <a:rPr lang="en-US" dirty="0"/>
              <a:t> at </a:t>
            </a:r>
            <a:r>
              <a:rPr lang="en-US" dirty="0" err="1"/>
              <a:t>blive</a:t>
            </a:r>
            <a:r>
              <a:rPr lang="en-US" dirty="0"/>
              <a:t> </a:t>
            </a:r>
            <a:r>
              <a:rPr lang="en-US" dirty="0" err="1"/>
              <a:t>eksekveret</a:t>
            </a:r>
            <a:r>
              <a:rPr lang="en-US" dirty="0"/>
              <a:t> </a:t>
            </a:r>
            <a:r>
              <a:rPr lang="en-US" dirty="0" err="1"/>
              <a:t>i</a:t>
            </a:r>
            <a:r>
              <a:rPr lang="en-US" dirty="0"/>
              <a:t> et on-prem/hybrid </a:t>
            </a:r>
            <a:r>
              <a:rPr lang="en-US" dirty="0" err="1"/>
              <a:t>miljø</a:t>
            </a:r>
            <a:r>
              <a:rPr lang="en-US" dirty="0"/>
              <a:t> med </a:t>
            </a:r>
            <a:r>
              <a:rPr lang="en-US" dirty="0" err="1"/>
              <a:t>klare</a:t>
            </a:r>
            <a:r>
              <a:rPr lang="en-US" dirty="0"/>
              <a:t> </a:t>
            </a:r>
            <a:r>
              <a:rPr lang="en-US" dirty="0" err="1"/>
              <a:t>sikkerhedskrav</a:t>
            </a:r>
            <a:r>
              <a:rPr lang="en-US" dirty="0"/>
              <a:t>. Det </a:t>
            </a:r>
            <a:r>
              <a:rPr lang="en-US" dirty="0" err="1"/>
              <a:t>betyder</a:t>
            </a:r>
            <a:r>
              <a:rPr lang="en-US" dirty="0"/>
              <a:t>, at </a:t>
            </a:r>
            <a:r>
              <a:rPr lang="en-US" dirty="0" err="1"/>
              <a:t>strategien</a:t>
            </a:r>
            <a:r>
              <a:rPr lang="en-US" dirty="0"/>
              <a:t> </a:t>
            </a:r>
            <a:r>
              <a:rPr lang="en-US" dirty="0" err="1"/>
              <a:t>ikke</a:t>
            </a:r>
            <a:r>
              <a:rPr lang="en-US" dirty="0"/>
              <a:t> </a:t>
            </a:r>
            <a:r>
              <a:rPr lang="en-US" dirty="0" err="1"/>
              <a:t>kun</a:t>
            </a:r>
            <a:r>
              <a:rPr lang="en-US" dirty="0"/>
              <a:t> handler om "</a:t>
            </a:r>
            <a:r>
              <a:rPr lang="en-US" dirty="0" err="1"/>
              <a:t>hvad</a:t>
            </a:r>
            <a:r>
              <a:rPr lang="en-US" dirty="0"/>
              <a:t> </a:t>
            </a:r>
            <a:r>
              <a:rPr lang="en-US" dirty="0" err="1"/>
              <a:t>kan</a:t>
            </a:r>
            <a:r>
              <a:rPr lang="en-US" dirty="0"/>
              <a:t> AI", men om: </a:t>
            </a:r>
            <a:r>
              <a:rPr lang="en-US" dirty="0" err="1"/>
              <a:t>hvad</a:t>
            </a:r>
            <a:r>
              <a:rPr lang="en-US" dirty="0"/>
              <a:t> </a:t>
            </a:r>
            <a:r>
              <a:rPr lang="en-US" dirty="0" err="1"/>
              <a:t>kan</a:t>
            </a:r>
            <a:r>
              <a:rPr lang="en-US" dirty="0"/>
              <a:t> AI </a:t>
            </a:r>
            <a:r>
              <a:rPr lang="en-US" dirty="0" err="1"/>
              <a:t>i</a:t>
            </a:r>
            <a:r>
              <a:rPr lang="en-US" dirty="0"/>
              <a:t> </a:t>
            </a:r>
            <a:r>
              <a:rPr lang="en-US" dirty="0" err="1"/>
              <a:t>jeres</a:t>
            </a:r>
            <a:r>
              <a:rPr lang="en-US" dirty="0"/>
              <a:t> rammer (data, drift, </a:t>
            </a:r>
            <a:r>
              <a:rPr lang="en-US" dirty="0" err="1"/>
              <a:t>sikkerhed</a:t>
            </a:r>
            <a:r>
              <a:rPr lang="en-US" dirty="0"/>
              <a:t>, governance), </a:t>
            </a:r>
            <a:r>
              <a:rPr lang="en-US" dirty="0" err="1"/>
              <a:t>og</a:t>
            </a:r>
            <a:r>
              <a:rPr lang="en-US" dirty="0"/>
              <a:t> </a:t>
            </a:r>
            <a:r>
              <a:rPr lang="en-US" dirty="0" err="1"/>
              <a:t>hvordan</a:t>
            </a:r>
            <a:r>
              <a:rPr lang="en-US" dirty="0"/>
              <a:t> </a:t>
            </a:r>
            <a:r>
              <a:rPr lang="en-US" dirty="0" err="1"/>
              <a:t>kommer</a:t>
            </a:r>
            <a:r>
              <a:rPr lang="en-US" dirty="0"/>
              <a:t> I </a:t>
            </a:r>
            <a:r>
              <a:rPr lang="en-US"/>
              <a:t>fra</a:t>
            </a:r>
            <a:r>
              <a:rPr lang="en-US" dirty="0"/>
              <a:t> ambition </a:t>
            </a:r>
            <a:r>
              <a:rPr lang="en-US" dirty="0" err="1"/>
              <a:t>til</a:t>
            </a:r>
            <a:r>
              <a:rPr lang="en-US" dirty="0"/>
              <a:t> </a:t>
            </a:r>
            <a:r>
              <a:rPr lang="en-US" dirty="0" err="1"/>
              <a:t>stabil</a:t>
            </a:r>
            <a:r>
              <a:rPr lang="en-US" dirty="0"/>
              <a:t> drift </a:t>
            </a:r>
            <a:r>
              <a:rPr lang="en-US" dirty="0" err="1"/>
              <a:t>uden</a:t>
            </a:r>
            <a:r>
              <a:rPr lang="en-US" dirty="0"/>
              <a:t> at </a:t>
            </a:r>
            <a:r>
              <a:rPr lang="en-US" dirty="0" err="1"/>
              <a:t>opbygge</a:t>
            </a:r>
            <a:r>
              <a:rPr lang="en-US" dirty="0"/>
              <a:t> </a:t>
            </a:r>
            <a:r>
              <a:rPr lang="en-US" dirty="0" err="1"/>
              <a:t>ny</a:t>
            </a:r>
            <a:r>
              <a:rPr lang="en-US" dirty="0"/>
              <a:t> </a:t>
            </a:r>
            <a:r>
              <a:rPr lang="en-US" dirty="0" err="1"/>
              <a:t>teknisk</a:t>
            </a:r>
            <a:r>
              <a:rPr lang="en-US" dirty="0"/>
              <a:t> </a:t>
            </a:r>
            <a:r>
              <a:rPr lang="en-US" dirty="0" err="1"/>
              <a:t>gæld</a:t>
            </a:r>
            <a:r>
              <a:rPr lang="en-US" dirty="0"/>
              <a:t>.</a:t>
            </a:r>
          </a:p>
          <a:p>
            <a:pPr marL="0" indent="0">
              <a:buNone/>
            </a:pPr>
            <a:endParaRPr lang="en-US" dirty="0"/>
          </a:p>
          <a:p>
            <a:pPr marL="0" indent="0">
              <a:buNone/>
            </a:pPr>
            <a:r>
              <a:rPr lang="en-US" b="1"/>
              <a:t>Vi </a:t>
            </a:r>
            <a:r>
              <a:rPr lang="en-US" b="1" err="1"/>
              <a:t>arbejder</a:t>
            </a:r>
            <a:r>
              <a:rPr lang="en-US" b="1"/>
              <a:t> </a:t>
            </a:r>
            <a:r>
              <a:rPr lang="en-US" b="1" err="1"/>
              <a:t>typisk</a:t>
            </a:r>
            <a:r>
              <a:rPr lang="en-US" b="1"/>
              <a:t> </a:t>
            </a:r>
            <a:r>
              <a:rPr lang="en-US" b="1" err="1"/>
              <a:t>i</a:t>
            </a:r>
            <a:r>
              <a:rPr lang="en-US" b="1"/>
              <a:t> fem </a:t>
            </a:r>
            <a:r>
              <a:rPr lang="en-US" b="1" err="1"/>
              <a:t>spor</a:t>
            </a:r>
            <a:r>
              <a:rPr lang="en-US" b="1"/>
              <a:t>:</a:t>
            </a:r>
          </a:p>
          <a:p>
            <a:pPr lvl="1"/>
            <a:r>
              <a:rPr lang="en-US" dirty="0"/>
              <a:t>Mål </a:t>
            </a:r>
            <a:r>
              <a:rPr lang="en-US" dirty="0" err="1"/>
              <a:t>og</a:t>
            </a:r>
            <a:r>
              <a:rPr lang="en-US" dirty="0"/>
              <a:t> rammer: </a:t>
            </a:r>
            <a:r>
              <a:rPr lang="en-US" dirty="0" err="1"/>
              <a:t>succeskriterier</a:t>
            </a:r>
            <a:r>
              <a:rPr lang="en-US" dirty="0"/>
              <a:t>, </a:t>
            </a:r>
            <a:r>
              <a:rPr lang="en-US" dirty="0" err="1"/>
              <a:t>afgrænsninger</a:t>
            </a:r>
            <a:r>
              <a:rPr lang="en-US" dirty="0"/>
              <a:t>, </a:t>
            </a:r>
            <a:r>
              <a:rPr lang="en-US" dirty="0" err="1"/>
              <a:t>dataklasser</a:t>
            </a:r>
            <a:r>
              <a:rPr lang="en-US" dirty="0"/>
              <a:t>, "do-not-do" use cases.</a:t>
            </a:r>
          </a:p>
          <a:p>
            <a:pPr lvl="1"/>
            <a:r>
              <a:rPr lang="en-US" dirty="0" err="1"/>
              <a:t>Modenhed</a:t>
            </a:r>
            <a:r>
              <a:rPr lang="en-US" dirty="0"/>
              <a:t>: IT-/</a:t>
            </a:r>
            <a:r>
              <a:rPr lang="en-US" dirty="0" err="1"/>
              <a:t>datafundament</a:t>
            </a:r>
            <a:r>
              <a:rPr lang="en-US" dirty="0"/>
              <a:t>, </a:t>
            </a:r>
            <a:r>
              <a:rPr lang="en-US" dirty="0" err="1"/>
              <a:t>driftskapacitet</a:t>
            </a:r>
            <a:r>
              <a:rPr lang="en-US" dirty="0"/>
              <a:t>, </a:t>
            </a:r>
            <a:r>
              <a:rPr lang="en-US" dirty="0" err="1"/>
              <a:t>sikkerhed</a:t>
            </a:r>
            <a:r>
              <a:rPr lang="en-US" dirty="0"/>
              <a:t> </a:t>
            </a:r>
            <a:r>
              <a:rPr lang="en-US" dirty="0" err="1"/>
              <a:t>og</a:t>
            </a:r>
            <a:r>
              <a:rPr lang="en-US" dirty="0"/>
              <a:t> compliance readiness.</a:t>
            </a:r>
          </a:p>
          <a:p>
            <a:pPr lvl="1"/>
            <a:r>
              <a:rPr lang="en-US" dirty="0"/>
              <a:t>Use case-</a:t>
            </a:r>
            <a:r>
              <a:rPr lang="en-US" dirty="0" err="1"/>
              <a:t>prioritering</a:t>
            </a:r>
            <a:r>
              <a:rPr lang="en-US" dirty="0"/>
              <a:t>: </a:t>
            </a:r>
            <a:r>
              <a:rPr lang="en-US" dirty="0" err="1"/>
              <a:t>værdi</a:t>
            </a:r>
            <a:r>
              <a:rPr lang="en-US" dirty="0"/>
              <a:t> × </a:t>
            </a:r>
            <a:r>
              <a:rPr lang="en-US" dirty="0" err="1"/>
              <a:t>gennemførlighed</a:t>
            </a:r>
            <a:r>
              <a:rPr lang="en-US" dirty="0"/>
              <a:t> × </a:t>
            </a:r>
            <a:r>
              <a:rPr lang="en-US" dirty="0" err="1"/>
              <a:t>risiko</a:t>
            </a:r>
            <a:r>
              <a:rPr lang="en-US" dirty="0"/>
              <a:t> × </a:t>
            </a:r>
            <a:r>
              <a:rPr lang="en-US" dirty="0" err="1"/>
              <a:t>driftsomkostning</a:t>
            </a:r>
            <a:r>
              <a:rPr lang="en-US" dirty="0"/>
              <a:t>.</a:t>
            </a:r>
          </a:p>
          <a:p>
            <a:pPr lvl="1"/>
            <a:r>
              <a:rPr lang="en-US" dirty="0"/>
              <a:t>Roadmap med </a:t>
            </a:r>
            <a:r>
              <a:rPr lang="en-US" dirty="0" err="1"/>
              <a:t>beslutningsporte</a:t>
            </a:r>
            <a:r>
              <a:rPr lang="en-US" dirty="0"/>
              <a:t>: pilot → </a:t>
            </a:r>
            <a:r>
              <a:rPr lang="en-US" dirty="0" err="1"/>
              <a:t>skalering</a:t>
            </a:r>
            <a:r>
              <a:rPr lang="en-US" dirty="0"/>
              <a:t> → </a:t>
            </a:r>
            <a:r>
              <a:rPr lang="en-US" dirty="0" err="1"/>
              <a:t>driftsoverdragelse</a:t>
            </a:r>
            <a:r>
              <a:rPr lang="en-US" dirty="0"/>
              <a:t>, med </a:t>
            </a:r>
            <a:r>
              <a:rPr lang="en-US" dirty="0" err="1"/>
              <a:t>tydelige</a:t>
            </a:r>
            <a:r>
              <a:rPr lang="en-US" dirty="0"/>
              <a:t> go/no-go </a:t>
            </a:r>
            <a:r>
              <a:rPr lang="en-US" dirty="0" err="1"/>
              <a:t>kriterier</a:t>
            </a:r>
            <a:r>
              <a:rPr lang="en-US" dirty="0"/>
              <a:t>.</a:t>
            </a:r>
          </a:p>
          <a:p>
            <a:pPr lvl="1"/>
            <a:r>
              <a:rPr lang="en-US" dirty="0"/>
              <a:t>Ejer- </a:t>
            </a:r>
            <a:r>
              <a:rPr lang="en-US" dirty="0" err="1"/>
              <a:t>og</a:t>
            </a:r>
            <a:r>
              <a:rPr lang="en-US" dirty="0"/>
              <a:t> </a:t>
            </a:r>
            <a:r>
              <a:rPr lang="en-US" dirty="0" err="1"/>
              <a:t>driftsmodel</a:t>
            </a:r>
            <a:r>
              <a:rPr lang="en-US" dirty="0"/>
              <a:t>: </a:t>
            </a:r>
            <a:r>
              <a:rPr lang="en-US" dirty="0" err="1"/>
              <a:t>hvem</a:t>
            </a:r>
            <a:r>
              <a:rPr lang="en-US" dirty="0"/>
              <a:t> </a:t>
            </a:r>
            <a:r>
              <a:rPr lang="en-US" dirty="0" err="1"/>
              <a:t>ejer</a:t>
            </a:r>
            <a:r>
              <a:rPr lang="en-US" dirty="0"/>
              <a:t> platform, </a:t>
            </a:r>
            <a:r>
              <a:rPr lang="en-US" dirty="0" err="1"/>
              <a:t>modeller</a:t>
            </a:r>
            <a:r>
              <a:rPr lang="en-US" dirty="0"/>
              <a:t>, data, </a:t>
            </a:r>
            <a:r>
              <a:rPr lang="en-US" dirty="0" err="1"/>
              <a:t>sikkerhed</a:t>
            </a:r>
            <a:r>
              <a:rPr lang="en-US" dirty="0"/>
              <a:t> </a:t>
            </a:r>
            <a:r>
              <a:rPr lang="en-US" dirty="0" err="1"/>
              <a:t>og</a:t>
            </a:r>
            <a:r>
              <a:rPr lang="en-US" dirty="0"/>
              <a:t> </a:t>
            </a:r>
            <a:r>
              <a:rPr lang="en-US" dirty="0" err="1"/>
              <a:t>forretningseffekt</a:t>
            </a:r>
            <a:r>
              <a:rPr lang="en-US" dirty="0"/>
              <a:t>.</a:t>
            </a:r>
          </a:p>
          <a:p>
            <a:pPr marL="0" indent="0">
              <a:buNone/>
            </a:pPr>
            <a:endParaRPr lang="en-US" dirty="0"/>
          </a:p>
          <a:p>
            <a:pPr marL="0" indent="0">
              <a:buNone/>
            </a:pPr>
            <a:r>
              <a:rPr lang="en-US" b="1" dirty="0" err="1"/>
              <a:t>Konkrete</a:t>
            </a:r>
            <a:r>
              <a:rPr lang="en-US" b="1" dirty="0"/>
              <a:t> </a:t>
            </a:r>
            <a:r>
              <a:rPr lang="en-US" b="1" dirty="0" err="1"/>
              <a:t>leverancer</a:t>
            </a:r>
            <a:endParaRPr lang="en-US" b="1" dirty="0"/>
          </a:p>
          <a:p>
            <a:pPr lvl="1"/>
            <a:r>
              <a:rPr lang="en-US" dirty="0"/>
              <a:t>GenAI-strategi </a:t>
            </a:r>
            <a:r>
              <a:rPr lang="en-US" dirty="0" err="1"/>
              <a:t>og</a:t>
            </a:r>
            <a:r>
              <a:rPr lang="en-US" dirty="0"/>
              <a:t> roadmap, </a:t>
            </a:r>
          </a:p>
          <a:p>
            <a:pPr lvl="1"/>
            <a:r>
              <a:rPr lang="en-US" dirty="0"/>
              <a:t>Use case-</a:t>
            </a:r>
            <a:r>
              <a:rPr lang="en-US" dirty="0" err="1"/>
              <a:t>katalog</a:t>
            </a:r>
            <a:r>
              <a:rPr lang="en-US" dirty="0"/>
              <a:t>, </a:t>
            </a:r>
          </a:p>
          <a:p>
            <a:pPr lvl="1"/>
            <a:r>
              <a:rPr lang="en-US" dirty="0" err="1"/>
              <a:t>KPI'er</a:t>
            </a:r>
            <a:r>
              <a:rPr lang="en-US" dirty="0"/>
              <a:t>, </a:t>
            </a:r>
          </a:p>
          <a:p>
            <a:pPr lvl="1"/>
            <a:r>
              <a:rPr lang="en-US" dirty="0" err="1"/>
              <a:t>Beslutningslog</a:t>
            </a:r>
            <a:r>
              <a:rPr lang="en-US" dirty="0"/>
              <a:t> (</a:t>
            </a:r>
            <a:r>
              <a:rPr lang="en-US" dirty="0" err="1"/>
              <a:t>hvad</a:t>
            </a:r>
            <a:r>
              <a:rPr lang="en-US" dirty="0"/>
              <a:t> </a:t>
            </a:r>
            <a:r>
              <a:rPr lang="en-US" dirty="0" err="1"/>
              <a:t>blev</a:t>
            </a:r>
            <a:r>
              <a:rPr lang="en-US" dirty="0"/>
              <a:t> </a:t>
            </a:r>
            <a:r>
              <a:rPr lang="en-US" dirty="0" err="1"/>
              <a:t>valgt</a:t>
            </a:r>
            <a:r>
              <a:rPr lang="en-US" dirty="0"/>
              <a:t> </a:t>
            </a:r>
            <a:r>
              <a:rPr lang="en-US" dirty="0" err="1"/>
              <a:t>og</a:t>
            </a:r>
            <a:r>
              <a:rPr lang="en-US" dirty="0"/>
              <a:t> </a:t>
            </a:r>
            <a:r>
              <a:rPr lang="en-US" dirty="0" err="1"/>
              <a:t>hvorfor</a:t>
            </a:r>
            <a:r>
              <a:rPr lang="en-US" dirty="0"/>
              <a:t>), </a:t>
            </a:r>
          </a:p>
          <a:p>
            <a:pPr lvl="1"/>
            <a:r>
              <a:rPr lang="en-US" dirty="0"/>
              <a:t>En </a:t>
            </a:r>
            <a:r>
              <a:rPr lang="en-US" dirty="0" err="1"/>
              <a:t>kort</a:t>
            </a:r>
            <a:r>
              <a:rPr lang="en-US" dirty="0"/>
              <a:t> "platform-</a:t>
            </a:r>
            <a:r>
              <a:rPr lang="en-US" dirty="0" err="1"/>
              <a:t>retning</a:t>
            </a:r>
            <a:r>
              <a:rPr lang="en-US" dirty="0"/>
              <a:t>" (on-prem/hybrid </a:t>
            </a:r>
            <a:r>
              <a:rPr lang="en-US" dirty="0" err="1"/>
              <a:t>principper</a:t>
            </a:r>
            <a:r>
              <a:rPr lang="en-US" dirty="0"/>
              <a:t> </a:t>
            </a:r>
            <a:r>
              <a:rPr lang="en-US" dirty="0" err="1"/>
              <a:t>og</a:t>
            </a:r>
            <a:r>
              <a:rPr lang="en-US" dirty="0"/>
              <a:t> minimal </a:t>
            </a:r>
            <a:r>
              <a:rPr lang="en-US" dirty="0" err="1"/>
              <a:t>komponentliste</a:t>
            </a:r>
            <a:r>
              <a:rPr lang="en-US" dirty="0"/>
              <a:t>).</a:t>
            </a:r>
          </a:p>
          <a:p>
            <a:pPr marL="0" indent="0">
              <a:buNone/>
            </a:pPr>
            <a:endParaRPr lang="en-US" dirty="0"/>
          </a:p>
          <a:p>
            <a:pPr marL="0" indent="0">
              <a:buNone/>
            </a:pPr>
            <a:endParaRPr lang="en-US" b="1" dirty="0"/>
          </a:p>
        </p:txBody>
      </p:sp>
    </p:spTree>
    <p:extLst>
      <p:ext uri="{BB962C8B-B14F-4D97-AF65-F5344CB8AC3E}">
        <p14:creationId xmlns:p14="http://schemas.microsoft.com/office/powerpoint/2010/main" val="18372241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52DF5DE-8DCA-EC30-0009-6822DE8AFCB5}"/>
              </a:ext>
            </a:extLst>
          </p:cNvPr>
          <p:cNvSpPr>
            <a:spLocks noGrp="1"/>
          </p:cNvSpPr>
          <p:nvPr>
            <p:ph type="title"/>
          </p:nvPr>
        </p:nvSpPr>
        <p:spPr/>
        <p:txBody>
          <a:bodyPr/>
          <a:lstStyle/>
          <a:p>
            <a:r>
              <a:rPr lang="da-DK" sz="1800" b="1"/>
              <a:t>K-2.K-1 Strategisk rådgivning 1</a:t>
            </a:r>
            <a:br>
              <a:rPr lang="da-DK" sz="1800"/>
            </a:br>
            <a:r>
              <a:rPr lang="da-DK" sz="1800"/>
              <a:t>Skal have erfaring med udvikling af Generativ AI strategi</a:t>
            </a:r>
            <a:br>
              <a:rPr lang="da-DK" sz="1800"/>
            </a:br>
            <a:endParaRPr lang="da-DK" sz="1800"/>
          </a:p>
        </p:txBody>
      </p:sp>
      <p:sp>
        <p:nvSpPr>
          <p:cNvPr id="3" name="Pladsholder til tekst 2">
            <a:extLst>
              <a:ext uri="{FF2B5EF4-FFF2-40B4-BE49-F238E27FC236}">
                <a16:creationId xmlns:a16="http://schemas.microsoft.com/office/drawing/2014/main" id="{A810ED55-7DAE-1C29-4A75-8E53568F973A}"/>
              </a:ext>
            </a:extLst>
          </p:cNvPr>
          <p:cNvSpPr>
            <a:spLocks noGrp="1"/>
          </p:cNvSpPr>
          <p:nvPr>
            <p:ph type="body" sz="quarter" idx="12"/>
          </p:nvPr>
        </p:nvSpPr>
        <p:spPr/>
        <p:txBody>
          <a:bodyPr/>
          <a:lstStyle/>
          <a:p>
            <a:r>
              <a:rPr lang="en-US" dirty="0"/>
              <a:t>4. Krav</a:t>
            </a:r>
            <a:endParaRPr lang="da-DK" dirty="0"/>
          </a:p>
        </p:txBody>
      </p:sp>
      <p:sp>
        <p:nvSpPr>
          <p:cNvPr id="4" name="Pladsholder til tekst 3">
            <a:extLst>
              <a:ext uri="{FF2B5EF4-FFF2-40B4-BE49-F238E27FC236}">
                <a16:creationId xmlns:a16="http://schemas.microsoft.com/office/drawing/2014/main" id="{1AC6C177-E362-C873-B7FF-1838E781004B}"/>
              </a:ext>
            </a:extLst>
          </p:cNvPr>
          <p:cNvSpPr>
            <a:spLocks noGrp="1"/>
          </p:cNvSpPr>
          <p:nvPr>
            <p:ph type="body" sz="quarter" idx="13"/>
          </p:nvPr>
        </p:nvSpPr>
        <p:spPr/>
        <p:txBody>
          <a:bodyPr/>
          <a:lstStyle/>
          <a:p>
            <a:pPr marL="0" indent="0">
              <a:buNone/>
            </a:pPr>
            <a:r>
              <a:rPr lang="en-US" b="1" dirty="0" err="1"/>
              <a:t>Relevante</a:t>
            </a:r>
            <a:r>
              <a:rPr lang="en-US" b="1" dirty="0"/>
              <a:t> cases</a:t>
            </a:r>
          </a:p>
          <a:p>
            <a:pPr marL="0" indent="0">
              <a:buNone/>
            </a:pPr>
            <a:endParaRPr lang="da-DK" dirty="0"/>
          </a:p>
          <a:p>
            <a:r>
              <a:rPr lang="da-DK" dirty="0"/>
              <a:t>I den offentlige sektor har vi rådgivet en central styrelse om strategi, udvikling og idriftsættelse af </a:t>
            </a:r>
            <a:r>
              <a:rPr lang="da-DK" dirty="0" err="1"/>
              <a:t>GenAI</a:t>
            </a:r>
            <a:r>
              <a:rPr lang="da-DK" dirty="0"/>
              <a:t> – både i egen organisation og i et tværministerielt </a:t>
            </a:r>
            <a:r>
              <a:rPr lang="da-DK" dirty="0" err="1"/>
              <a:t>setup</a:t>
            </a:r>
            <a:r>
              <a:rPr lang="da-DK" dirty="0"/>
              <a:t> – herunder vurdering af on-</a:t>
            </a:r>
            <a:r>
              <a:rPr lang="da-DK" dirty="0" err="1"/>
              <a:t>premise</a:t>
            </a:r>
            <a:r>
              <a:rPr lang="da-DK" dirty="0"/>
              <a:t>-arkitektur, anvendelsen af Statens IT og cloud som driftsfundament samt anbefalinger til </a:t>
            </a:r>
            <a:r>
              <a:rPr lang="da-DK" dirty="0" err="1"/>
              <a:t>governance</a:t>
            </a:r>
            <a:r>
              <a:rPr lang="da-DK" dirty="0"/>
              <a:t>, sikkerhed og driftsmodel.</a:t>
            </a:r>
          </a:p>
          <a:p>
            <a:r>
              <a:rPr lang="en-US" dirty="0"/>
              <a:t>En </a:t>
            </a:r>
            <a:r>
              <a:rPr lang="en-US" dirty="0" err="1"/>
              <a:t>offentlig</a:t>
            </a:r>
            <a:r>
              <a:rPr lang="en-US" dirty="0"/>
              <a:t> </a:t>
            </a:r>
            <a:r>
              <a:rPr lang="en-US" dirty="0" err="1"/>
              <a:t>hollandsk</a:t>
            </a:r>
            <a:r>
              <a:rPr lang="en-US" dirty="0"/>
              <a:t> </a:t>
            </a:r>
            <a:r>
              <a:rPr lang="en-US" dirty="0" err="1"/>
              <a:t>organisation</a:t>
            </a:r>
            <a:r>
              <a:rPr lang="en-US" dirty="0"/>
              <a:t> </a:t>
            </a:r>
            <a:r>
              <a:rPr lang="en-US" dirty="0" err="1"/>
              <a:t>inden</a:t>
            </a:r>
            <a:r>
              <a:rPr lang="en-US" dirty="0"/>
              <a:t> for </a:t>
            </a:r>
            <a:r>
              <a:rPr lang="en-US" dirty="0" err="1"/>
              <a:t>bæredygtighed</a:t>
            </a:r>
            <a:r>
              <a:rPr lang="en-US" dirty="0"/>
              <a:t>: AI Vision &amp; Roadmap der </a:t>
            </a:r>
            <a:r>
              <a:rPr lang="en-US" dirty="0" err="1"/>
              <a:t>kortlagde</a:t>
            </a:r>
            <a:r>
              <a:rPr lang="en-US" dirty="0"/>
              <a:t> </a:t>
            </a:r>
            <a:r>
              <a:rPr lang="en-US" dirty="0" err="1"/>
              <a:t>konkrete</a:t>
            </a:r>
            <a:r>
              <a:rPr lang="en-US" dirty="0"/>
              <a:t> AI-</a:t>
            </a:r>
            <a:r>
              <a:rPr lang="en-US" dirty="0" err="1"/>
              <a:t>anvendelsesmuligheder</a:t>
            </a:r>
            <a:r>
              <a:rPr lang="en-US" dirty="0"/>
              <a:t> (</a:t>
            </a:r>
            <a:r>
              <a:rPr lang="en-US" dirty="0" err="1"/>
              <a:t>herunder</a:t>
            </a:r>
            <a:r>
              <a:rPr lang="en-US" dirty="0"/>
              <a:t> RAG-</a:t>
            </a:r>
            <a:r>
              <a:rPr lang="en-US" dirty="0" err="1"/>
              <a:t>baserede</a:t>
            </a:r>
            <a:r>
              <a:rPr lang="en-US" dirty="0"/>
              <a:t> </a:t>
            </a:r>
            <a:r>
              <a:rPr lang="en-US" dirty="0" err="1"/>
              <a:t>assistenter</a:t>
            </a:r>
            <a:r>
              <a:rPr lang="en-US" dirty="0"/>
              <a:t> </a:t>
            </a:r>
            <a:r>
              <a:rPr lang="en-US" dirty="0" err="1"/>
              <a:t>og</a:t>
            </a:r>
            <a:r>
              <a:rPr lang="en-US" dirty="0"/>
              <a:t> </a:t>
            </a:r>
            <a:r>
              <a:rPr lang="en-US" dirty="0" err="1"/>
              <a:t>contentautomatisering</a:t>
            </a:r>
            <a:r>
              <a:rPr lang="en-US" dirty="0"/>
              <a:t>) </a:t>
            </a:r>
            <a:r>
              <a:rPr lang="en-US" dirty="0" err="1"/>
              <a:t>og</a:t>
            </a:r>
            <a:r>
              <a:rPr lang="en-US" dirty="0"/>
              <a:t> </a:t>
            </a:r>
            <a:r>
              <a:rPr lang="en-US" dirty="0" err="1"/>
              <a:t>definerede</a:t>
            </a:r>
            <a:r>
              <a:rPr lang="en-US" dirty="0"/>
              <a:t> </a:t>
            </a:r>
            <a:r>
              <a:rPr lang="en-US" dirty="0" err="1"/>
              <a:t>en</a:t>
            </a:r>
            <a:r>
              <a:rPr lang="en-US" dirty="0"/>
              <a:t> </a:t>
            </a:r>
            <a:r>
              <a:rPr lang="en-US" dirty="0" err="1"/>
              <a:t>faseopdelt</a:t>
            </a:r>
            <a:r>
              <a:rPr lang="en-US" dirty="0"/>
              <a:t> </a:t>
            </a:r>
            <a:r>
              <a:rPr lang="en-US" dirty="0" err="1"/>
              <a:t>adoptionstilgang</a:t>
            </a:r>
            <a:r>
              <a:rPr lang="en-US" dirty="0"/>
              <a:t> med </a:t>
            </a:r>
            <a:r>
              <a:rPr lang="en-US" dirty="0" err="1"/>
              <a:t>tydelige</a:t>
            </a:r>
            <a:r>
              <a:rPr lang="en-US" dirty="0"/>
              <a:t> drifts- </a:t>
            </a:r>
            <a:r>
              <a:rPr lang="en-US" dirty="0" err="1"/>
              <a:t>og</a:t>
            </a:r>
            <a:r>
              <a:rPr lang="en-US" dirty="0"/>
              <a:t> </a:t>
            </a:r>
            <a:r>
              <a:rPr lang="en-US" dirty="0" err="1"/>
              <a:t>governancekrav</a:t>
            </a:r>
            <a:r>
              <a:rPr lang="en-US" dirty="0"/>
              <a:t>.</a:t>
            </a:r>
          </a:p>
          <a:p>
            <a:r>
              <a:rPr lang="da-DK" dirty="0"/>
              <a:t>I life-science-sektoren har vi bl.a. udarbejdet strategiske AI-</a:t>
            </a:r>
            <a:r>
              <a:rPr lang="da-DK" dirty="0" err="1"/>
              <a:t>roadmaps</a:t>
            </a:r>
            <a:r>
              <a:rPr lang="da-DK" dirty="0"/>
              <a:t> for internationale life-science-organisationer og nationale myndigheder, hvor </a:t>
            </a:r>
            <a:r>
              <a:rPr lang="da-DK" dirty="0" err="1"/>
              <a:t>GenAI</a:t>
            </a:r>
            <a:r>
              <a:rPr lang="da-DK" dirty="0"/>
              <a:t>-løsninger skulle integreres i eksisterende, forretningskritiske platforme under strenge regulatoriske krav. Her har vi kombineret modenhedsvurdering, </a:t>
            </a:r>
            <a:r>
              <a:rPr lang="da-DK" dirty="0" err="1"/>
              <a:t>use</a:t>
            </a:r>
            <a:r>
              <a:rPr lang="da-DK" dirty="0"/>
              <a:t>-case-prioritering, sikkerheds- og arkitekturprincipper samt en faseopdelt implementeringsplan, så AI-initiativerne er forankret i både forretning, </a:t>
            </a:r>
            <a:r>
              <a:rPr lang="da-DK" dirty="0" err="1"/>
              <a:t>governance</a:t>
            </a:r>
            <a:r>
              <a:rPr lang="da-DK" dirty="0"/>
              <a:t> og risikostyring.</a:t>
            </a:r>
          </a:p>
          <a:p>
            <a:r>
              <a:rPr lang="da-DK" dirty="0"/>
              <a:t>I den finansielle sektor har vi rådgivet Danmarks største bank om strategi og udrulning af </a:t>
            </a:r>
            <a:r>
              <a:rPr lang="da-DK" dirty="0" err="1"/>
              <a:t>production-ready</a:t>
            </a:r>
            <a:r>
              <a:rPr lang="da-DK" dirty="0"/>
              <a:t> </a:t>
            </a:r>
            <a:r>
              <a:rPr lang="da-DK" dirty="0" err="1"/>
              <a:t>conversational</a:t>
            </a:r>
            <a:r>
              <a:rPr lang="da-DK" dirty="0"/>
              <a:t> AI og LLM-løsninger, herunder etablering af </a:t>
            </a:r>
            <a:r>
              <a:rPr lang="da-DK" dirty="0" err="1"/>
              <a:t>DevOps</a:t>
            </a:r>
            <a:r>
              <a:rPr lang="da-DK" dirty="0"/>
              <a:t>/</a:t>
            </a:r>
            <a:r>
              <a:rPr lang="da-DK" dirty="0" err="1"/>
              <a:t>MLOps</a:t>
            </a:r>
            <a:r>
              <a:rPr lang="da-DK" dirty="0"/>
              <a:t>-rammer, model-</a:t>
            </a:r>
            <a:r>
              <a:rPr lang="da-DK" dirty="0" err="1"/>
              <a:t>governance</a:t>
            </a:r>
            <a:r>
              <a:rPr lang="da-DK" dirty="0"/>
              <a:t>, </a:t>
            </a:r>
            <a:r>
              <a:rPr lang="da-DK" dirty="0" err="1"/>
              <a:t>logging</a:t>
            </a:r>
            <a:r>
              <a:rPr lang="da-DK" dirty="0"/>
              <a:t>/monitorering og klare roller og ansvar for AI i drift.</a:t>
            </a:r>
          </a:p>
          <a:p>
            <a:r>
              <a:rPr lang="en-US" dirty="0"/>
              <a:t>En international </a:t>
            </a:r>
            <a:r>
              <a:rPr lang="en-US" dirty="0" err="1"/>
              <a:t>faglig</a:t>
            </a:r>
            <a:r>
              <a:rPr lang="en-US" dirty="0"/>
              <a:t> </a:t>
            </a:r>
            <a:r>
              <a:rPr lang="en-US" dirty="0" err="1"/>
              <a:t>organisation</a:t>
            </a:r>
            <a:r>
              <a:rPr lang="en-US" dirty="0"/>
              <a:t> </a:t>
            </a:r>
            <a:r>
              <a:rPr lang="en-US" dirty="0" err="1"/>
              <a:t>inden</a:t>
            </a:r>
            <a:r>
              <a:rPr lang="en-US" dirty="0"/>
              <a:t> for </a:t>
            </a:r>
            <a:r>
              <a:rPr lang="en-US" dirty="0" err="1"/>
              <a:t>sundhedsvidenskab</a:t>
            </a:r>
            <a:r>
              <a:rPr lang="en-US" dirty="0"/>
              <a:t>: </a:t>
            </a:r>
            <a:r>
              <a:rPr lang="en-US" dirty="0" err="1"/>
              <a:t>Komplet</a:t>
            </a:r>
            <a:r>
              <a:rPr lang="en-US" dirty="0"/>
              <a:t> AI-strategi </a:t>
            </a:r>
            <a:r>
              <a:rPr lang="en-US" dirty="0" err="1"/>
              <a:t>og</a:t>
            </a:r>
            <a:r>
              <a:rPr lang="en-US" dirty="0"/>
              <a:t> AI roadmap, der </a:t>
            </a:r>
            <a:r>
              <a:rPr lang="en-US" dirty="0" err="1"/>
              <a:t>forbandt</a:t>
            </a:r>
            <a:r>
              <a:rPr lang="en-US" dirty="0"/>
              <a:t> AI-</a:t>
            </a:r>
            <a:r>
              <a:rPr lang="en-US" dirty="0" err="1"/>
              <a:t>initiativer</a:t>
            </a:r>
            <a:r>
              <a:rPr lang="en-US" dirty="0"/>
              <a:t> med </a:t>
            </a:r>
            <a:r>
              <a:rPr lang="en-US" dirty="0" err="1"/>
              <a:t>organisationens</a:t>
            </a:r>
            <a:r>
              <a:rPr lang="en-US" dirty="0"/>
              <a:t> </a:t>
            </a:r>
            <a:r>
              <a:rPr lang="en-US" dirty="0" err="1"/>
              <a:t>overordnede</a:t>
            </a:r>
            <a:r>
              <a:rPr lang="en-US" dirty="0"/>
              <a:t> strategi, </a:t>
            </a:r>
            <a:r>
              <a:rPr lang="en-US" dirty="0" err="1"/>
              <a:t>identificerede</a:t>
            </a:r>
            <a:r>
              <a:rPr lang="en-US" dirty="0"/>
              <a:t> high-impact use cases </a:t>
            </a:r>
            <a:r>
              <a:rPr lang="en-US" dirty="0" err="1"/>
              <a:t>på</a:t>
            </a:r>
            <a:r>
              <a:rPr lang="en-US" dirty="0"/>
              <a:t> </a:t>
            </a:r>
            <a:r>
              <a:rPr lang="en-US" dirty="0" err="1"/>
              <a:t>tværs</a:t>
            </a:r>
            <a:r>
              <a:rPr lang="en-US" dirty="0"/>
              <a:t> </a:t>
            </a:r>
            <a:r>
              <a:rPr lang="en-US" dirty="0" err="1"/>
              <a:t>af</a:t>
            </a:r>
            <a:r>
              <a:rPr lang="en-US" dirty="0"/>
              <a:t> </a:t>
            </a:r>
            <a:r>
              <a:rPr lang="en-US" dirty="0" err="1"/>
              <a:t>afdelinger</a:t>
            </a:r>
            <a:r>
              <a:rPr lang="en-US" dirty="0"/>
              <a:t> </a:t>
            </a:r>
            <a:r>
              <a:rPr lang="en-US" dirty="0" err="1"/>
              <a:t>og</a:t>
            </a:r>
            <a:r>
              <a:rPr lang="en-US" dirty="0"/>
              <a:t> </a:t>
            </a:r>
            <a:r>
              <a:rPr lang="en-US" dirty="0" err="1"/>
              <a:t>resulterede</a:t>
            </a:r>
            <a:r>
              <a:rPr lang="en-US" dirty="0"/>
              <a:t> </a:t>
            </a:r>
            <a:r>
              <a:rPr lang="en-US" dirty="0" err="1"/>
              <a:t>i</a:t>
            </a:r>
            <a:r>
              <a:rPr lang="en-US" dirty="0"/>
              <a:t> to </a:t>
            </a:r>
            <a:r>
              <a:rPr lang="en-US" dirty="0" err="1"/>
              <a:t>leverede</a:t>
            </a:r>
            <a:r>
              <a:rPr lang="en-US" dirty="0"/>
              <a:t> </a:t>
            </a:r>
            <a:r>
              <a:rPr lang="en-US" dirty="0" err="1"/>
              <a:t>produktionsløsninger</a:t>
            </a:r>
            <a:r>
              <a:rPr lang="en-US" dirty="0"/>
              <a:t> </a:t>
            </a:r>
            <a:r>
              <a:rPr lang="en-US" dirty="0" err="1"/>
              <a:t>samt</a:t>
            </a:r>
            <a:r>
              <a:rPr lang="en-US" dirty="0"/>
              <a:t> </a:t>
            </a:r>
            <a:r>
              <a:rPr lang="en-US" dirty="0" err="1"/>
              <a:t>en</a:t>
            </a:r>
            <a:r>
              <a:rPr lang="en-US" dirty="0"/>
              <a:t> </a:t>
            </a:r>
            <a:r>
              <a:rPr lang="en-US" dirty="0" err="1"/>
              <a:t>prioriterets</a:t>
            </a:r>
            <a:r>
              <a:rPr lang="en-US" dirty="0"/>
              <a:t>-pipeline. </a:t>
            </a:r>
            <a:r>
              <a:rPr lang="en-US" dirty="0" err="1"/>
              <a:t>Projektet</a:t>
            </a:r>
            <a:r>
              <a:rPr lang="en-US" dirty="0"/>
              <a:t> </a:t>
            </a:r>
            <a:r>
              <a:rPr lang="en-US" dirty="0" err="1"/>
              <a:t>inkluderede</a:t>
            </a:r>
            <a:r>
              <a:rPr lang="en-US" dirty="0"/>
              <a:t> use case discovery, feasibility-</a:t>
            </a:r>
            <a:r>
              <a:rPr lang="en-US" dirty="0" err="1"/>
              <a:t>vurdering</a:t>
            </a:r>
            <a:r>
              <a:rPr lang="en-US" dirty="0"/>
              <a:t> </a:t>
            </a:r>
            <a:r>
              <a:rPr lang="en-US" dirty="0" err="1"/>
              <a:t>og</a:t>
            </a:r>
            <a:r>
              <a:rPr lang="en-US" dirty="0"/>
              <a:t> </a:t>
            </a:r>
            <a:r>
              <a:rPr lang="en-US" dirty="0" err="1"/>
              <a:t>en</a:t>
            </a:r>
            <a:r>
              <a:rPr lang="en-US" dirty="0"/>
              <a:t> </a:t>
            </a:r>
            <a:r>
              <a:rPr lang="en-US" dirty="0" err="1"/>
              <a:t>faseopdelt</a:t>
            </a:r>
            <a:r>
              <a:rPr lang="en-US" dirty="0"/>
              <a:t> </a:t>
            </a:r>
            <a:r>
              <a:rPr lang="en-US" dirty="0" err="1"/>
              <a:t>implementeringsplan</a:t>
            </a:r>
            <a:r>
              <a:rPr lang="en-US" dirty="0"/>
              <a:t>.</a:t>
            </a:r>
          </a:p>
          <a:p>
            <a:r>
              <a:rPr lang="en-US" dirty="0"/>
              <a:t>En </a:t>
            </a:r>
            <a:r>
              <a:rPr lang="en-US" dirty="0" err="1"/>
              <a:t>offentlig</a:t>
            </a:r>
            <a:r>
              <a:rPr lang="en-US" dirty="0"/>
              <a:t> </a:t>
            </a:r>
            <a:r>
              <a:rPr lang="en-US" dirty="0" err="1"/>
              <a:t>hollandsk</a:t>
            </a:r>
            <a:r>
              <a:rPr lang="en-US" dirty="0"/>
              <a:t> </a:t>
            </a:r>
            <a:r>
              <a:rPr lang="en-US" dirty="0" err="1"/>
              <a:t>organisation</a:t>
            </a:r>
            <a:r>
              <a:rPr lang="en-US" dirty="0"/>
              <a:t> </a:t>
            </a:r>
            <a:r>
              <a:rPr lang="en-US" dirty="0" err="1"/>
              <a:t>inden</a:t>
            </a:r>
            <a:r>
              <a:rPr lang="en-US" dirty="0"/>
              <a:t> for </a:t>
            </a:r>
            <a:r>
              <a:rPr lang="en-US" dirty="0" err="1"/>
              <a:t>bæredygtighed</a:t>
            </a:r>
            <a:r>
              <a:rPr lang="en-US" dirty="0"/>
              <a:t>: AI Vision &amp; Roadmap der </a:t>
            </a:r>
            <a:r>
              <a:rPr lang="en-US" dirty="0" err="1"/>
              <a:t>kortlagde</a:t>
            </a:r>
            <a:r>
              <a:rPr lang="en-US" dirty="0"/>
              <a:t> </a:t>
            </a:r>
            <a:r>
              <a:rPr lang="en-US" dirty="0" err="1"/>
              <a:t>konkrete</a:t>
            </a:r>
            <a:r>
              <a:rPr lang="en-US" dirty="0"/>
              <a:t> AI-</a:t>
            </a:r>
            <a:r>
              <a:rPr lang="en-US" dirty="0" err="1"/>
              <a:t>anvendelsesmuligheder</a:t>
            </a:r>
            <a:r>
              <a:rPr lang="en-US" dirty="0"/>
              <a:t> (</a:t>
            </a:r>
            <a:r>
              <a:rPr lang="en-US" dirty="0" err="1"/>
              <a:t>herunder</a:t>
            </a:r>
            <a:r>
              <a:rPr lang="en-US" dirty="0"/>
              <a:t> RAG-</a:t>
            </a:r>
            <a:r>
              <a:rPr lang="en-US" dirty="0" err="1"/>
              <a:t>baserede</a:t>
            </a:r>
            <a:r>
              <a:rPr lang="en-US" dirty="0"/>
              <a:t> </a:t>
            </a:r>
            <a:r>
              <a:rPr lang="en-US" dirty="0" err="1"/>
              <a:t>assistenter</a:t>
            </a:r>
            <a:r>
              <a:rPr lang="en-US" dirty="0"/>
              <a:t> </a:t>
            </a:r>
            <a:r>
              <a:rPr lang="en-US" dirty="0" err="1"/>
              <a:t>og</a:t>
            </a:r>
            <a:r>
              <a:rPr lang="en-US" dirty="0"/>
              <a:t> </a:t>
            </a:r>
            <a:r>
              <a:rPr lang="en-US" dirty="0" err="1"/>
              <a:t>contentautomatisering</a:t>
            </a:r>
            <a:r>
              <a:rPr lang="en-US" dirty="0"/>
              <a:t>) </a:t>
            </a:r>
            <a:r>
              <a:rPr lang="en-US" dirty="0" err="1"/>
              <a:t>og</a:t>
            </a:r>
            <a:r>
              <a:rPr lang="en-US" dirty="0"/>
              <a:t> </a:t>
            </a:r>
            <a:r>
              <a:rPr lang="en-US" dirty="0" err="1"/>
              <a:t>definerede</a:t>
            </a:r>
            <a:r>
              <a:rPr lang="en-US" dirty="0"/>
              <a:t> </a:t>
            </a:r>
            <a:r>
              <a:rPr lang="en-US" dirty="0" err="1"/>
              <a:t>en</a:t>
            </a:r>
            <a:r>
              <a:rPr lang="en-US" dirty="0"/>
              <a:t> </a:t>
            </a:r>
            <a:r>
              <a:rPr lang="en-US" dirty="0" err="1"/>
              <a:t>faseopdelt</a:t>
            </a:r>
            <a:r>
              <a:rPr lang="en-US" dirty="0"/>
              <a:t> </a:t>
            </a:r>
            <a:r>
              <a:rPr lang="en-US" dirty="0" err="1"/>
              <a:t>adoptionstilgang</a:t>
            </a:r>
            <a:r>
              <a:rPr lang="en-US" dirty="0"/>
              <a:t> med </a:t>
            </a:r>
            <a:r>
              <a:rPr lang="en-US" dirty="0" err="1"/>
              <a:t>tydelige</a:t>
            </a:r>
            <a:r>
              <a:rPr lang="en-US" dirty="0"/>
              <a:t> drifts- </a:t>
            </a:r>
            <a:r>
              <a:rPr lang="en-US" dirty="0" err="1"/>
              <a:t>og</a:t>
            </a:r>
            <a:r>
              <a:rPr lang="en-US" dirty="0"/>
              <a:t> </a:t>
            </a:r>
            <a:r>
              <a:rPr lang="en-US" dirty="0" err="1"/>
              <a:t>governancekrav</a:t>
            </a:r>
            <a:r>
              <a:rPr lang="en-US" dirty="0"/>
              <a:t>.</a:t>
            </a:r>
          </a:p>
          <a:p>
            <a:r>
              <a:rPr lang="en-US" dirty="0"/>
              <a:t>Et </a:t>
            </a:r>
            <a:r>
              <a:rPr lang="en-US" dirty="0" err="1"/>
              <a:t>nationalt</a:t>
            </a:r>
            <a:r>
              <a:rPr lang="en-US" dirty="0"/>
              <a:t> </a:t>
            </a:r>
            <a:r>
              <a:rPr lang="en-US" dirty="0" err="1"/>
              <a:t>cybersikkerhedscenter</a:t>
            </a:r>
            <a:r>
              <a:rPr lang="en-US" dirty="0"/>
              <a:t>: </a:t>
            </a:r>
            <a:r>
              <a:rPr lang="en-US" dirty="0" err="1"/>
              <a:t>Datastrategi</a:t>
            </a:r>
            <a:r>
              <a:rPr lang="en-US" dirty="0"/>
              <a:t> </a:t>
            </a:r>
            <a:r>
              <a:rPr lang="en-US" dirty="0" err="1"/>
              <a:t>og</a:t>
            </a:r>
            <a:r>
              <a:rPr lang="en-US" dirty="0"/>
              <a:t> </a:t>
            </a:r>
            <a:r>
              <a:rPr lang="en-US" dirty="0" err="1"/>
              <a:t>eksekveringsroadmap</a:t>
            </a:r>
            <a:r>
              <a:rPr lang="en-US" dirty="0"/>
              <a:t> for AI-</a:t>
            </a:r>
            <a:r>
              <a:rPr lang="en-US" dirty="0" err="1"/>
              <a:t>drevne</a:t>
            </a:r>
            <a:r>
              <a:rPr lang="en-US" dirty="0"/>
              <a:t> </a:t>
            </a:r>
            <a:r>
              <a:rPr lang="en-US" dirty="0" err="1"/>
              <a:t>sikkerhedsinitiativer</a:t>
            </a:r>
            <a:r>
              <a:rPr lang="en-US" dirty="0"/>
              <a:t>, med </a:t>
            </a:r>
            <a:r>
              <a:rPr lang="en-US" dirty="0" err="1"/>
              <a:t>fokus</a:t>
            </a:r>
            <a:r>
              <a:rPr lang="en-US" dirty="0"/>
              <a:t> </a:t>
            </a:r>
            <a:r>
              <a:rPr lang="en-US" dirty="0" err="1"/>
              <a:t>på</a:t>
            </a:r>
            <a:r>
              <a:rPr lang="en-US" dirty="0"/>
              <a:t> </a:t>
            </a:r>
            <a:r>
              <a:rPr lang="en-US" dirty="0" err="1"/>
              <a:t>datadrevne</a:t>
            </a:r>
            <a:r>
              <a:rPr lang="en-US" dirty="0"/>
              <a:t> </a:t>
            </a:r>
            <a:r>
              <a:rPr lang="en-US" dirty="0" err="1"/>
              <a:t>produkters</a:t>
            </a:r>
            <a:r>
              <a:rPr lang="en-US" dirty="0"/>
              <a:t> impact </a:t>
            </a:r>
            <a:r>
              <a:rPr lang="en-US" dirty="0" err="1"/>
              <a:t>og</a:t>
            </a:r>
            <a:r>
              <a:rPr lang="en-US" dirty="0"/>
              <a:t> </a:t>
            </a:r>
            <a:r>
              <a:rPr lang="en-US" dirty="0" err="1"/>
              <a:t>måling</a:t>
            </a:r>
            <a:r>
              <a:rPr lang="en-US" dirty="0"/>
              <a:t>.</a:t>
            </a:r>
          </a:p>
          <a:p>
            <a:pPr marL="0" indent="0">
              <a:buNone/>
            </a:pPr>
            <a:endParaRPr lang="da-DK" dirty="0"/>
          </a:p>
        </p:txBody>
      </p:sp>
      <p:sp>
        <p:nvSpPr>
          <p:cNvPr id="5" name="Pladsholder til sidefod 4">
            <a:extLst>
              <a:ext uri="{FF2B5EF4-FFF2-40B4-BE49-F238E27FC236}">
                <a16:creationId xmlns:a16="http://schemas.microsoft.com/office/drawing/2014/main" id="{E9B94B02-FDE0-4E04-1FC6-EA1944603D62}"/>
              </a:ext>
            </a:extLst>
          </p:cNvPr>
          <p:cNvSpPr>
            <a:spLocks noGrp="1"/>
          </p:cNvSpPr>
          <p:nvPr>
            <p:ph type="ftr" sz="quarter" idx="3"/>
          </p:nvPr>
        </p:nvSpPr>
        <p:spPr/>
        <p:txBody>
          <a:bodyPr/>
          <a:lstStyle/>
          <a:p>
            <a:endParaRPr lang="en-GB"/>
          </a:p>
        </p:txBody>
      </p:sp>
    </p:spTree>
    <p:extLst>
      <p:ext uri="{BB962C8B-B14F-4D97-AF65-F5344CB8AC3E}">
        <p14:creationId xmlns:p14="http://schemas.microsoft.com/office/powerpoint/2010/main" val="26983571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1AE5C-5859-0FE2-64A0-C78B72A5E74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7AB0270-3DA7-9856-B0AA-291458CC8F3C}"/>
              </a:ext>
            </a:extLst>
          </p:cNvPr>
          <p:cNvSpPr>
            <a:spLocks noGrp="1"/>
          </p:cNvSpPr>
          <p:nvPr>
            <p:ph type="title"/>
          </p:nvPr>
        </p:nvSpPr>
        <p:spPr/>
        <p:txBody>
          <a:bodyPr/>
          <a:lstStyle/>
          <a:p>
            <a:r>
              <a:rPr lang="da-DK" sz="1800" b="1"/>
              <a:t>K-2.K-2 Strategisk rådgivning 2</a:t>
            </a:r>
            <a:br>
              <a:rPr lang="da-DK" sz="1800"/>
            </a:br>
            <a:r>
              <a:rPr lang="da-DK" sz="1800"/>
              <a:t>Skal have erfaring med udarbejdelse af Governance model for drift og udvikling af AI modeller</a:t>
            </a:r>
            <a:br>
              <a:rPr lang="da-DK" sz="1800"/>
            </a:br>
            <a:endParaRPr lang="da-DK" sz="1800"/>
          </a:p>
        </p:txBody>
      </p:sp>
      <p:sp>
        <p:nvSpPr>
          <p:cNvPr id="3" name="Pladsholder til tekst 2">
            <a:extLst>
              <a:ext uri="{FF2B5EF4-FFF2-40B4-BE49-F238E27FC236}">
                <a16:creationId xmlns:a16="http://schemas.microsoft.com/office/drawing/2014/main" id="{66C79C75-D58E-8859-E307-817B5D4BBE15}"/>
              </a:ext>
            </a:extLst>
          </p:cNvPr>
          <p:cNvSpPr>
            <a:spLocks noGrp="1"/>
          </p:cNvSpPr>
          <p:nvPr>
            <p:ph type="body" sz="quarter" idx="12"/>
          </p:nvPr>
        </p:nvSpPr>
        <p:spPr/>
        <p:txBody>
          <a:bodyPr/>
          <a:lstStyle/>
          <a:p>
            <a:r>
              <a:rPr lang="en-US"/>
              <a:t>4. Krav</a:t>
            </a:r>
            <a:endParaRPr lang="da-DK"/>
          </a:p>
        </p:txBody>
      </p:sp>
      <p:sp>
        <p:nvSpPr>
          <p:cNvPr id="4" name="Pladsholder til tekst 3">
            <a:extLst>
              <a:ext uri="{FF2B5EF4-FFF2-40B4-BE49-F238E27FC236}">
                <a16:creationId xmlns:a16="http://schemas.microsoft.com/office/drawing/2014/main" id="{C66D9F31-3A1E-00D7-6E91-40B053291436}"/>
              </a:ext>
            </a:extLst>
          </p:cNvPr>
          <p:cNvSpPr>
            <a:spLocks noGrp="1"/>
          </p:cNvSpPr>
          <p:nvPr>
            <p:ph type="body" sz="quarter" idx="13"/>
          </p:nvPr>
        </p:nvSpPr>
        <p:spPr/>
        <p:txBody>
          <a:bodyPr/>
          <a:lstStyle/>
          <a:p>
            <a:pPr marL="0" indent="0">
              <a:spcBef>
                <a:spcPts val="0"/>
              </a:spcBef>
              <a:spcAft>
                <a:spcPts val="300"/>
              </a:spcAft>
              <a:buNone/>
            </a:pPr>
            <a:r>
              <a:rPr lang="en-US" dirty="0"/>
              <a:t>I GenAI er </a:t>
            </a:r>
            <a:r>
              <a:rPr lang="en-US" dirty="0" err="1"/>
              <a:t>ændringer</a:t>
            </a:r>
            <a:r>
              <a:rPr lang="en-US" dirty="0"/>
              <a:t> </a:t>
            </a:r>
            <a:r>
              <a:rPr lang="en-US" dirty="0" err="1"/>
              <a:t>hyppige</a:t>
            </a:r>
            <a:r>
              <a:rPr lang="en-US" dirty="0"/>
              <a:t> (</a:t>
            </a:r>
            <a:r>
              <a:rPr lang="en-US" dirty="0" err="1"/>
              <a:t>modelversioner</a:t>
            </a:r>
            <a:r>
              <a:rPr lang="en-US" dirty="0"/>
              <a:t>, prompts, retrieval-</a:t>
            </a:r>
            <a:r>
              <a:rPr lang="en-US" dirty="0" err="1"/>
              <a:t>kilder</a:t>
            </a:r>
            <a:r>
              <a:rPr lang="en-US" dirty="0"/>
              <a:t>, </a:t>
            </a:r>
            <a:r>
              <a:rPr lang="en-US" dirty="0" err="1"/>
              <a:t>sikkerhedspolicies</a:t>
            </a:r>
            <a:r>
              <a:rPr lang="en-US" dirty="0"/>
              <a:t>), </a:t>
            </a:r>
            <a:r>
              <a:rPr lang="en-US" dirty="0" err="1"/>
              <a:t>og</a:t>
            </a:r>
            <a:r>
              <a:rPr lang="en-US" dirty="0"/>
              <a:t> </a:t>
            </a:r>
            <a:r>
              <a:rPr lang="en-US" dirty="0" err="1"/>
              <a:t>derfor</a:t>
            </a:r>
            <a:r>
              <a:rPr lang="en-US" dirty="0"/>
              <a:t> </a:t>
            </a:r>
            <a:r>
              <a:rPr lang="en-US" dirty="0" err="1"/>
              <a:t>skal</a:t>
            </a:r>
            <a:r>
              <a:rPr lang="en-US" dirty="0"/>
              <a:t> governance </a:t>
            </a:r>
            <a:r>
              <a:rPr lang="en-US" dirty="0" err="1"/>
              <a:t>være</a:t>
            </a:r>
            <a:r>
              <a:rPr lang="en-US" dirty="0"/>
              <a:t> </a:t>
            </a:r>
            <a:r>
              <a:rPr lang="en-US" b="1" dirty="0" err="1"/>
              <a:t>en</a:t>
            </a:r>
            <a:r>
              <a:rPr lang="en-US" b="1" dirty="0"/>
              <a:t> </a:t>
            </a:r>
            <a:r>
              <a:rPr lang="en-US" b="1" dirty="0" err="1"/>
              <a:t>driftbar</a:t>
            </a:r>
            <a:r>
              <a:rPr lang="en-US" b="1" dirty="0"/>
              <a:t> </a:t>
            </a:r>
            <a:r>
              <a:rPr lang="en-US" b="1" dirty="0" err="1"/>
              <a:t>mekanisme</a:t>
            </a:r>
            <a:r>
              <a:rPr lang="en-US" dirty="0"/>
              <a:t>, </a:t>
            </a:r>
            <a:r>
              <a:rPr lang="en-US" dirty="0" err="1"/>
              <a:t>ikke</a:t>
            </a:r>
            <a:r>
              <a:rPr lang="en-US" dirty="0"/>
              <a:t> et </a:t>
            </a:r>
            <a:r>
              <a:rPr lang="en-US" dirty="0" err="1"/>
              <a:t>dokument</a:t>
            </a:r>
            <a:r>
              <a:rPr lang="en-US" dirty="0"/>
              <a:t> </a:t>
            </a:r>
            <a:r>
              <a:rPr lang="en-US" dirty="0" err="1"/>
              <a:t>på</a:t>
            </a:r>
            <a:r>
              <a:rPr lang="en-US" dirty="0"/>
              <a:t> et intranet.</a:t>
            </a:r>
          </a:p>
          <a:p>
            <a:pPr marL="0" indent="0">
              <a:spcBef>
                <a:spcPts val="0"/>
              </a:spcBef>
              <a:spcAft>
                <a:spcPts val="300"/>
              </a:spcAft>
              <a:buNone/>
            </a:pPr>
            <a:endParaRPr lang="en-US" dirty="0"/>
          </a:p>
          <a:p>
            <a:pPr marL="0" indent="0">
              <a:spcBef>
                <a:spcPts val="0"/>
              </a:spcBef>
              <a:spcAft>
                <a:spcPts val="300"/>
              </a:spcAft>
              <a:buNone/>
            </a:pPr>
            <a:r>
              <a:rPr lang="en-US" dirty="0"/>
              <a:t>Vi </a:t>
            </a:r>
            <a:r>
              <a:rPr lang="en-US" dirty="0" err="1"/>
              <a:t>etablerer</a:t>
            </a:r>
            <a:r>
              <a:rPr lang="en-US" dirty="0"/>
              <a:t> governance </a:t>
            </a:r>
            <a:r>
              <a:rPr lang="en-US" dirty="0" err="1"/>
              <a:t>som</a:t>
            </a:r>
            <a:r>
              <a:rPr lang="en-US" dirty="0"/>
              <a:t> et </a:t>
            </a:r>
            <a:r>
              <a:rPr lang="en-US" dirty="0" err="1"/>
              <a:t>sammenhængende</a:t>
            </a:r>
            <a:r>
              <a:rPr lang="en-US" dirty="0"/>
              <a:t> system:</a:t>
            </a:r>
          </a:p>
          <a:p>
            <a:pPr lvl="1">
              <a:spcBef>
                <a:spcPts val="0"/>
              </a:spcBef>
              <a:spcAft>
                <a:spcPts val="300"/>
              </a:spcAft>
            </a:pPr>
            <a:r>
              <a:rPr lang="en-US" b="1" dirty="0" err="1"/>
              <a:t>LLMOps-livscyklus</a:t>
            </a:r>
            <a:r>
              <a:rPr lang="en-US" b="1" dirty="0"/>
              <a:t>:</a:t>
            </a:r>
            <a:r>
              <a:rPr lang="en-US" dirty="0"/>
              <a:t> </a:t>
            </a:r>
            <a:r>
              <a:rPr lang="en-US" dirty="0" err="1"/>
              <a:t>udvikling</a:t>
            </a:r>
            <a:r>
              <a:rPr lang="en-US" dirty="0"/>
              <a:t> → </a:t>
            </a:r>
            <a:r>
              <a:rPr lang="en-US" dirty="0" err="1"/>
              <a:t>evaluering</a:t>
            </a:r>
            <a:r>
              <a:rPr lang="en-US" dirty="0"/>
              <a:t> → </a:t>
            </a:r>
            <a:r>
              <a:rPr lang="en-US" dirty="0" err="1"/>
              <a:t>godkendelse</a:t>
            </a:r>
            <a:r>
              <a:rPr lang="en-US" dirty="0"/>
              <a:t> → deployment → </a:t>
            </a:r>
            <a:r>
              <a:rPr lang="en-US" dirty="0" err="1"/>
              <a:t>monitorering</a:t>
            </a:r>
            <a:r>
              <a:rPr lang="en-US" dirty="0"/>
              <a:t> → </a:t>
            </a:r>
            <a:r>
              <a:rPr lang="en-US" dirty="0" err="1"/>
              <a:t>ændringer</a:t>
            </a:r>
            <a:r>
              <a:rPr lang="en-US" dirty="0"/>
              <a:t> → retirement.</a:t>
            </a:r>
          </a:p>
          <a:p>
            <a:pPr lvl="1">
              <a:spcBef>
                <a:spcPts val="0"/>
              </a:spcBef>
              <a:spcAft>
                <a:spcPts val="300"/>
              </a:spcAft>
            </a:pPr>
            <a:r>
              <a:rPr lang="en-US" b="1" dirty="0"/>
              <a:t>RACI </a:t>
            </a:r>
            <a:r>
              <a:rPr lang="en-US" b="1" dirty="0" err="1"/>
              <a:t>og</a:t>
            </a:r>
            <a:r>
              <a:rPr lang="en-US" b="1" dirty="0"/>
              <a:t> </a:t>
            </a:r>
            <a:r>
              <a:rPr lang="en-US" b="1" dirty="0" err="1"/>
              <a:t>beslutningsporte</a:t>
            </a:r>
            <a:r>
              <a:rPr lang="en-US" b="1" dirty="0"/>
              <a:t>:</a:t>
            </a:r>
            <a:r>
              <a:rPr lang="en-US" dirty="0"/>
              <a:t> </a:t>
            </a:r>
            <a:r>
              <a:rPr lang="en-US" dirty="0" err="1"/>
              <a:t>hvem</a:t>
            </a:r>
            <a:r>
              <a:rPr lang="en-US" dirty="0"/>
              <a:t> </a:t>
            </a:r>
            <a:r>
              <a:rPr lang="en-US" dirty="0" err="1"/>
              <a:t>godkender</a:t>
            </a:r>
            <a:r>
              <a:rPr lang="en-US" dirty="0"/>
              <a:t> </a:t>
            </a:r>
            <a:r>
              <a:rPr lang="en-US" dirty="0" err="1"/>
              <a:t>modelskift</a:t>
            </a:r>
            <a:r>
              <a:rPr lang="en-US" dirty="0"/>
              <a:t>, nye </a:t>
            </a:r>
            <a:r>
              <a:rPr lang="en-US" dirty="0" err="1"/>
              <a:t>datakilder</a:t>
            </a:r>
            <a:r>
              <a:rPr lang="en-US" dirty="0"/>
              <a:t>, nye tools/connectors, offload-</a:t>
            </a:r>
            <a:r>
              <a:rPr lang="en-US" dirty="0" err="1"/>
              <a:t>politikker</a:t>
            </a:r>
            <a:r>
              <a:rPr lang="en-US" dirty="0"/>
              <a:t>.</a:t>
            </a:r>
          </a:p>
          <a:p>
            <a:pPr lvl="1">
              <a:spcBef>
                <a:spcPts val="0"/>
              </a:spcBef>
              <a:spcAft>
                <a:spcPts val="300"/>
              </a:spcAft>
            </a:pPr>
            <a:r>
              <a:rPr lang="en-US" b="1" dirty="0" err="1"/>
              <a:t>Evalueringsramme</a:t>
            </a:r>
            <a:r>
              <a:rPr lang="en-US" b="1" dirty="0"/>
              <a:t>:</a:t>
            </a:r>
            <a:r>
              <a:rPr lang="en-US" dirty="0"/>
              <a:t> </a:t>
            </a:r>
            <a:r>
              <a:rPr lang="en-US" dirty="0" err="1"/>
              <a:t>kvalitet</a:t>
            </a:r>
            <a:r>
              <a:rPr lang="en-US" dirty="0"/>
              <a:t>, </a:t>
            </a:r>
            <a:r>
              <a:rPr lang="en-US" dirty="0" err="1"/>
              <a:t>sikkerhed</a:t>
            </a:r>
            <a:r>
              <a:rPr lang="en-US" dirty="0"/>
              <a:t>, performance </a:t>
            </a:r>
            <a:r>
              <a:rPr lang="en-US" dirty="0" err="1"/>
              <a:t>og</a:t>
            </a:r>
            <a:r>
              <a:rPr lang="en-US" dirty="0"/>
              <a:t> drift, </a:t>
            </a:r>
            <a:r>
              <a:rPr lang="en-US" dirty="0" err="1"/>
              <a:t>inkl</a:t>
            </a:r>
            <a:r>
              <a:rPr lang="en-US" dirty="0"/>
              <a:t>. </a:t>
            </a:r>
            <a:r>
              <a:rPr lang="en-US" dirty="0" err="1"/>
              <a:t>regressionstests</a:t>
            </a:r>
            <a:r>
              <a:rPr lang="en-US" dirty="0"/>
              <a:t> </a:t>
            </a:r>
            <a:r>
              <a:rPr lang="en-US" dirty="0" err="1"/>
              <a:t>på</a:t>
            </a:r>
            <a:r>
              <a:rPr lang="en-US" dirty="0"/>
              <a:t> ”</a:t>
            </a:r>
            <a:r>
              <a:rPr lang="en-US" dirty="0" err="1"/>
              <a:t>gyldne</a:t>
            </a:r>
            <a:r>
              <a:rPr lang="en-US" dirty="0"/>
              <a:t> tests".</a:t>
            </a:r>
          </a:p>
          <a:p>
            <a:pPr lvl="1">
              <a:spcBef>
                <a:spcPts val="0"/>
              </a:spcBef>
              <a:spcAft>
                <a:spcPts val="300"/>
              </a:spcAft>
            </a:pPr>
            <a:r>
              <a:rPr lang="en-US" b="1" dirty="0"/>
              <a:t>Audit trail:</a:t>
            </a:r>
            <a:r>
              <a:rPr lang="en-US" dirty="0"/>
              <a:t> </a:t>
            </a:r>
            <a:r>
              <a:rPr lang="en-US" dirty="0" err="1"/>
              <a:t>logning</a:t>
            </a:r>
            <a:r>
              <a:rPr lang="en-US" dirty="0"/>
              <a:t> </a:t>
            </a:r>
            <a:r>
              <a:rPr lang="en-US" dirty="0" err="1"/>
              <a:t>af</a:t>
            </a:r>
            <a:r>
              <a:rPr lang="en-US" dirty="0"/>
              <a:t> </a:t>
            </a:r>
            <a:r>
              <a:rPr lang="en-US" dirty="0" err="1"/>
              <a:t>modelvalg</a:t>
            </a:r>
            <a:r>
              <a:rPr lang="en-US" dirty="0"/>
              <a:t>, </a:t>
            </a:r>
            <a:r>
              <a:rPr lang="en-US" dirty="0" err="1"/>
              <a:t>inputkilder</a:t>
            </a:r>
            <a:r>
              <a:rPr lang="en-US" dirty="0"/>
              <a:t> (RAG), tool-</a:t>
            </a:r>
            <a:r>
              <a:rPr lang="en-US" dirty="0" err="1"/>
              <a:t>kald</a:t>
            </a:r>
            <a:r>
              <a:rPr lang="en-US" dirty="0"/>
              <a:t> </a:t>
            </a:r>
            <a:r>
              <a:rPr lang="en-US" dirty="0" err="1"/>
              <a:t>og</a:t>
            </a:r>
            <a:r>
              <a:rPr lang="en-US" dirty="0"/>
              <a:t> </a:t>
            </a:r>
            <a:r>
              <a:rPr lang="en-US" dirty="0" err="1"/>
              <a:t>adminændringer</a:t>
            </a:r>
            <a:r>
              <a:rPr lang="en-US" dirty="0"/>
              <a:t>.</a:t>
            </a:r>
          </a:p>
          <a:p>
            <a:pPr lvl="1">
              <a:spcBef>
                <a:spcPts val="0"/>
              </a:spcBef>
              <a:spcAft>
                <a:spcPts val="300"/>
              </a:spcAft>
            </a:pPr>
            <a:r>
              <a:rPr lang="en-US" b="1" dirty="0"/>
              <a:t>Acceptable use:</a:t>
            </a:r>
            <a:r>
              <a:rPr lang="en-US" dirty="0"/>
              <a:t> </a:t>
            </a:r>
            <a:r>
              <a:rPr lang="en-US" dirty="0" err="1"/>
              <a:t>klare</a:t>
            </a:r>
            <a:r>
              <a:rPr lang="en-US" dirty="0"/>
              <a:t> </a:t>
            </a:r>
            <a:r>
              <a:rPr lang="en-US" dirty="0" err="1"/>
              <a:t>regler</a:t>
            </a:r>
            <a:r>
              <a:rPr lang="en-US" dirty="0"/>
              <a:t> for </a:t>
            </a:r>
            <a:r>
              <a:rPr lang="en-US" dirty="0" err="1"/>
              <a:t>brug</a:t>
            </a:r>
            <a:r>
              <a:rPr lang="en-US" dirty="0"/>
              <a:t>, </a:t>
            </a:r>
            <a:r>
              <a:rPr lang="en-US" dirty="0" err="1"/>
              <a:t>datahåndtering</a:t>
            </a:r>
            <a:r>
              <a:rPr lang="en-US" dirty="0"/>
              <a:t> </a:t>
            </a:r>
            <a:r>
              <a:rPr lang="en-US" dirty="0" err="1"/>
              <a:t>og</a:t>
            </a:r>
            <a:r>
              <a:rPr lang="en-US" dirty="0"/>
              <a:t> </a:t>
            </a:r>
            <a:r>
              <a:rPr lang="en-US" dirty="0" err="1"/>
              <a:t>eskalation</a:t>
            </a:r>
            <a:r>
              <a:rPr lang="en-US" dirty="0"/>
              <a:t>.</a:t>
            </a:r>
          </a:p>
          <a:p>
            <a:pPr marL="0" indent="0">
              <a:spcBef>
                <a:spcPts val="0"/>
              </a:spcBef>
              <a:spcAft>
                <a:spcPts val="300"/>
              </a:spcAft>
              <a:buNone/>
            </a:pPr>
            <a:endParaRPr lang="en-US" b="1" dirty="0"/>
          </a:p>
          <a:p>
            <a:pPr marL="0" indent="0">
              <a:spcBef>
                <a:spcPts val="0"/>
              </a:spcBef>
              <a:spcAft>
                <a:spcPts val="300"/>
              </a:spcAft>
              <a:buNone/>
            </a:pPr>
            <a:r>
              <a:rPr lang="en-US" b="1" dirty="0" err="1"/>
              <a:t>Konkrete</a:t>
            </a:r>
            <a:r>
              <a:rPr lang="en-US" b="1" dirty="0"/>
              <a:t> </a:t>
            </a:r>
            <a:r>
              <a:rPr lang="en-US" b="1" dirty="0" err="1"/>
              <a:t>leverancer</a:t>
            </a:r>
            <a:endParaRPr lang="en-US" dirty="0"/>
          </a:p>
          <a:p>
            <a:pPr lvl="1">
              <a:spcBef>
                <a:spcPts val="0"/>
              </a:spcBef>
              <a:spcAft>
                <a:spcPts val="300"/>
              </a:spcAft>
            </a:pPr>
            <a:r>
              <a:rPr lang="en-US" dirty="0"/>
              <a:t>Governance-model (RACI + processer), release/change-</a:t>
            </a:r>
            <a:r>
              <a:rPr lang="en-US" dirty="0" err="1"/>
              <a:t>proces</a:t>
            </a:r>
            <a:r>
              <a:rPr lang="en-US" dirty="0"/>
              <a:t>, </a:t>
            </a:r>
            <a:r>
              <a:rPr lang="en-US" dirty="0" err="1"/>
              <a:t>evaluerings</a:t>
            </a:r>
            <a:r>
              <a:rPr lang="en-US" dirty="0"/>
              <a:t>- </a:t>
            </a:r>
            <a:r>
              <a:rPr lang="en-US" dirty="0" err="1"/>
              <a:t>og</a:t>
            </a:r>
            <a:r>
              <a:rPr lang="en-US" dirty="0"/>
              <a:t> </a:t>
            </a:r>
            <a:r>
              <a:rPr lang="en-US" dirty="0" err="1"/>
              <a:t>testplan</a:t>
            </a:r>
            <a:r>
              <a:rPr lang="en-US" dirty="0"/>
              <a:t>, "minimum compliance pack" (</a:t>
            </a:r>
            <a:r>
              <a:rPr lang="en-US" dirty="0" err="1"/>
              <a:t>modelkort</a:t>
            </a:r>
            <a:r>
              <a:rPr lang="en-US" dirty="0"/>
              <a:t>, </a:t>
            </a:r>
            <a:r>
              <a:rPr lang="en-US" dirty="0" err="1"/>
              <a:t>risikovurdering</a:t>
            </a:r>
            <a:r>
              <a:rPr lang="en-US" dirty="0"/>
              <a:t>, </a:t>
            </a:r>
            <a:r>
              <a:rPr lang="en-US" dirty="0" err="1"/>
              <a:t>driftskrav</a:t>
            </a:r>
            <a:r>
              <a:rPr lang="en-US" dirty="0"/>
              <a:t>, </a:t>
            </a:r>
            <a:r>
              <a:rPr lang="en-US" dirty="0" err="1"/>
              <a:t>logkrav</a:t>
            </a:r>
            <a:r>
              <a:rPr lang="en-US" dirty="0"/>
              <a:t>).</a:t>
            </a:r>
          </a:p>
          <a:p>
            <a:pPr marL="0" indent="0">
              <a:spcBef>
                <a:spcPts val="0"/>
              </a:spcBef>
              <a:spcAft>
                <a:spcPts val="300"/>
              </a:spcAft>
              <a:buNone/>
            </a:pPr>
            <a:endParaRPr lang="en-US" b="1" dirty="0"/>
          </a:p>
          <a:p>
            <a:pPr marL="0" indent="0">
              <a:spcBef>
                <a:spcPts val="0"/>
              </a:spcBef>
              <a:spcAft>
                <a:spcPts val="300"/>
              </a:spcAft>
              <a:buNone/>
            </a:pPr>
            <a:r>
              <a:rPr lang="en-US" b="1" dirty="0" err="1"/>
              <a:t>Dokumenteret</a:t>
            </a:r>
            <a:r>
              <a:rPr lang="en-US" b="1" dirty="0"/>
              <a:t> </a:t>
            </a:r>
            <a:r>
              <a:rPr lang="en-US" b="1" dirty="0" err="1"/>
              <a:t>erfaring</a:t>
            </a:r>
            <a:endParaRPr lang="en-US" dirty="0"/>
          </a:p>
          <a:p>
            <a:pPr lvl="1">
              <a:spcBef>
                <a:spcPts val="0"/>
              </a:spcBef>
              <a:spcAft>
                <a:spcPts val="300"/>
              </a:spcAft>
            </a:pPr>
            <a:r>
              <a:rPr lang="en-US" dirty="0"/>
              <a:t>En </a:t>
            </a:r>
            <a:r>
              <a:rPr lang="en-US" dirty="0" err="1"/>
              <a:t>offentlig</a:t>
            </a:r>
            <a:r>
              <a:rPr lang="en-US" dirty="0"/>
              <a:t> </a:t>
            </a:r>
            <a:r>
              <a:rPr lang="en-US" dirty="0" err="1"/>
              <a:t>hollandsk</a:t>
            </a:r>
            <a:r>
              <a:rPr lang="en-US" dirty="0"/>
              <a:t> </a:t>
            </a:r>
            <a:r>
              <a:rPr lang="en-US" dirty="0" err="1"/>
              <a:t>organisation</a:t>
            </a:r>
            <a:r>
              <a:rPr lang="en-US" dirty="0"/>
              <a:t> </a:t>
            </a:r>
            <a:r>
              <a:rPr lang="en-US" dirty="0" err="1"/>
              <a:t>inden</a:t>
            </a:r>
            <a:r>
              <a:rPr lang="en-US" dirty="0"/>
              <a:t> for </a:t>
            </a:r>
            <a:r>
              <a:rPr lang="en-US" dirty="0" err="1"/>
              <a:t>bæredygtighed</a:t>
            </a:r>
            <a:r>
              <a:rPr lang="en-US" dirty="0"/>
              <a:t>: </a:t>
            </a:r>
            <a:r>
              <a:rPr lang="en-US" dirty="0" err="1"/>
              <a:t>Governancekrav</a:t>
            </a:r>
            <a:r>
              <a:rPr lang="en-US" dirty="0"/>
              <a:t> der </a:t>
            </a:r>
            <a:r>
              <a:rPr lang="en-US" dirty="0" err="1"/>
              <a:t>sikrede</a:t>
            </a:r>
            <a:r>
              <a:rPr lang="en-US" dirty="0"/>
              <a:t> at data </a:t>
            </a:r>
            <a:r>
              <a:rPr lang="en-US" dirty="0" err="1"/>
              <a:t>forbliver</a:t>
            </a:r>
            <a:r>
              <a:rPr lang="en-US" dirty="0"/>
              <a:t> </a:t>
            </a:r>
            <a:r>
              <a:rPr lang="en-US" dirty="0" err="1"/>
              <a:t>i</a:t>
            </a:r>
            <a:r>
              <a:rPr lang="en-US" dirty="0"/>
              <a:t> </a:t>
            </a:r>
            <a:r>
              <a:rPr lang="en-US" dirty="0" err="1"/>
              <a:t>organisationens</a:t>
            </a:r>
            <a:r>
              <a:rPr lang="en-US" dirty="0"/>
              <a:t> </a:t>
            </a:r>
            <a:r>
              <a:rPr lang="en-US" dirty="0" err="1"/>
              <a:t>sikre</a:t>
            </a:r>
            <a:r>
              <a:rPr lang="en-US" dirty="0"/>
              <a:t> </a:t>
            </a:r>
            <a:r>
              <a:rPr lang="en-US" dirty="0" err="1"/>
              <a:t>miljø</a:t>
            </a:r>
            <a:r>
              <a:rPr lang="en-US" dirty="0"/>
              <a:t>, </a:t>
            </a:r>
            <a:r>
              <a:rPr lang="en-US" dirty="0" err="1"/>
              <a:t>og</a:t>
            </a:r>
            <a:r>
              <a:rPr lang="en-US" dirty="0"/>
              <a:t> at drift </a:t>
            </a:r>
            <a:r>
              <a:rPr lang="en-US" dirty="0" err="1"/>
              <a:t>og</a:t>
            </a:r>
            <a:r>
              <a:rPr lang="en-US" dirty="0"/>
              <a:t> </a:t>
            </a:r>
            <a:r>
              <a:rPr lang="en-US" dirty="0" err="1"/>
              <a:t>videreudvikling</a:t>
            </a:r>
            <a:r>
              <a:rPr lang="en-US" dirty="0"/>
              <a:t> </a:t>
            </a:r>
            <a:r>
              <a:rPr lang="en-US" dirty="0" err="1"/>
              <a:t>kan</a:t>
            </a:r>
            <a:r>
              <a:rPr lang="en-US" dirty="0"/>
              <a:t> </a:t>
            </a:r>
            <a:r>
              <a:rPr lang="en-US" dirty="0" err="1"/>
              <a:t>overtages</a:t>
            </a:r>
            <a:r>
              <a:rPr lang="en-US" dirty="0"/>
              <a:t> </a:t>
            </a:r>
            <a:r>
              <a:rPr lang="en-US" dirty="0" err="1"/>
              <a:t>af</a:t>
            </a:r>
            <a:r>
              <a:rPr lang="en-US" dirty="0"/>
              <a:t> </a:t>
            </a:r>
            <a:r>
              <a:rPr lang="en-US" dirty="0" err="1"/>
              <a:t>klientens</a:t>
            </a:r>
            <a:r>
              <a:rPr lang="en-US" dirty="0"/>
              <a:t> </a:t>
            </a:r>
            <a:r>
              <a:rPr lang="en-US" dirty="0" err="1"/>
              <a:t>eget</a:t>
            </a:r>
            <a:r>
              <a:rPr lang="en-US" dirty="0"/>
              <a:t> </a:t>
            </a:r>
            <a:r>
              <a:rPr lang="en-US" dirty="0" err="1"/>
              <a:t>personale</a:t>
            </a:r>
            <a:r>
              <a:rPr lang="en-US" dirty="0"/>
              <a:t>.</a:t>
            </a:r>
          </a:p>
          <a:p>
            <a:pPr lvl="1">
              <a:spcBef>
                <a:spcPts val="0"/>
              </a:spcBef>
              <a:spcAft>
                <a:spcPts val="300"/>
              </a:spcAft>
            </a:pPr>
            <a:r>
              <a:rPr lang="en-US" dirty="0" err="1"/>
              <a:t>Regulerede</a:t>
            </a:r>
            <a:r>
              <a:rPr lang="en-US" dirty="0"/>
              <a:t> </a:t>
            </a:r>
            <a:r>
              <a:rPr lang="en-US" dirty="0" err="1"/>
              <a:t>finansielle</a:t>
            </a:r>
            <a:r>
              <a:rPr lang="en-US" dirty="0"/>
              <a:t> </a:t>
            </a:r>
            <a:r>
              <a:rPr lang="en-US" dirty="0" err="1"/>
              <a:t>institutioner</a:t>
            </a:r>
            <a:r>
              <a:rPr lang="en-US" dirty="0"/>
              <a:t> (to store </a:t>
            </a:r>
            <a:r>
              <a:rPr lang="en-US" dirty="0" err="1"/>
              <a:t>nordiske</a:t>
            </a:r>
            <a:r>
              <a:rPr lang="en-US" dirty="0"/>
              <a:t> banker </a:t>
            </a:r>
            <a:r>
              <a:rPr lang="en-US" dirty="0" err="1"/>
              <a:t>og</a:t>
            </a:r>
            <a:r>
              <a:rPr lang="en-US" dirty="0"/>
              <a:t> et </a:t>
            </a:r>
            <a:r>
              <a:rPr lang="en-US" dirty="0" err="1"/>
              <a:t>hollandsk</a:t>
            </a:r>
            <a:r>
              <a:rPr lang="en-US" dirty="0"/>
              <a:t> </a:t>
            </a:r>
            <a:r>
              <a:rPr lang="en-US" dirty="0" err="1"/>
              <a:t>finansielt</a:t>
            </a:r>
            <a:r>
              <a:rPr lang="en-US" dirty="0"/>
              <a:t> </a:t>
            </a:r>
            <a:r>
              <a:rPr lang="en-US" dirty="0" err="1"/>
              <a:t>institut</a:t>
            </a:r>
            <a:r>
              <a:rPr lang="en-US" dirty="0"/>
              <a:t>): Governance- </a:t>
            </a:r>
            <a:r>
              <a:rPr lang="en-US" dirty="0" err="1"/>
              <a:t>og</a:t>
            </a:r>
            <a:r>
              <a:rPr lang="en-US" dirty="0"/>
              <a:t> </a:t>
            </a:r>
            <a:r>
              <a:rPr lang="en-US" dirty="0" err="1"/>
              <a:t>complianceprocesser</a:t>
            </a:r>
            <a:r>
              <a:rPr lang="en-US" dirty="0"/>
              <a:t> for </a:t>
            </a:r>
            <a:r>
              <a:rPr lang="en-US" dirty="0" err="1"/>
              <a:t>kreditrisikomodeller</a:t>
            </a:r>
            <a:r>
              <a:rPr lang="en-US" dirty="0"/>
              <a:t> med </a:t>
            </a:r>
            <a:r>
              <a:rPr lang="en-US" dirty="0" err="1"/>
              <a:t>regulatorisk</a:t>
            </a:r>
            <a:r>
              <a:rPr lang="en-US" dirty="0"/>
              <a:t> </a:t>
            </a:r>
            <a:r>
              <a:rPr lang="en-US" dirty="0" err="1"/>
              <a:t>fokus</a:t>
            </a:r>
            <a:r>
              <a:rPr lang="en-US" dirty="0"/>
              <a:t>, </a:t>
            </a:r>
            <a:r>
              <a:rPr lang="en-US" dirty="0" err="1"/>
              <a:t>herunder</a:t>
            </a:r>
            <a:r>
              <a:rPr lang="en-US" dirty="0"/>
              <a:t> data quality, </a:t>
            </a:r>
            <a:r>
              <a:rPr lang="en-US" dirty="0" err="1"/>
              <a:t>modelvalidering</a:t>
            </a:r>
            <a:r>
              <a:rPr lang="en-US" dirty="0"/>
              <a:t> </a:t>
            </a:r>
            <a:r>
              <a:rPr lang="en-US" dirty="0" err="1"/>
              <a:t>og</a:t>
            </a:r>
            <a:r>
              <a:rPr lang="en-US" dirty="0"/>
              <a:t> audit-</a:t>
            </a:r>
            <a:r>
              <a:rPr lang="en-US" dirty="0" err="1"/>
              <a:t>dokumentation</a:t>
            </a:r>
            <a:r>
              <a:rPr lang="en-US" dirty="0"/>
              <a:t>.</a:t>
            </a:r>
          </a:p>
          <a:p>
            <a:pPr lvl="1">
              <a:spcBef>
                <a:spcPts val="0"/>
              </a:spcBef>
              <a:spcAft>
                <a:spcPts val="300"/>
              </a:spcAft>
            </a:pPr>
            <a:r>
              <a:rPr lang="en-US" dirty="0"/>
              <a:t>En international </a:t>
            </a:r>
            <a:r>
              <a:rPr lang="en-US" dirty="0" err="1"/>
              <a:t>faglig</a:t>
            </a:r>
            <a:r>
              <a:rPr lang="en-US" dirty="0"/>
              <a:t> </a:t>
            </a:r>
            <a:r>
              <a:rPr lang="en-US" dirty="0" err="1"/>
              <a:t>organisation</a:t>
            </a:r>
            <a:r>
              <a:rPr lang="en-US" dirty="0"/>
              <a:t> </a:t>
            </a:r>
            <a:r>
              <a:rPr lang="en-US" dirty="0" err="1"/>
              <a:t>inden</a:t>
            </a:r>
            <a:r>
              <a:rPr lang="en-US" dirty="0"/>
              <a:t> for </a:t>
            </a:r>
            <a:r>
              <a:rPr lang="en-US" dirty="0" err="1"/>
              <a:t>sundhedsvidenskab</a:t>
            </a:r>
            <a:r>
              <a:rPr lang="en-US" dirty="0"/>
              <a:t>: Governance assessment der </a:t>
            </a:r>
            <a:r>
              <a:rPr lang="en-US" dirty="0" err="1"/>
              <a:t>identificerede</a:t>
            </a:r>
            <a:r>
              <a:rPr lang="en-US" dirty="0"/>
              <a:t> </a:t>
            </a:r>
            <a:r>
              <a:rPr lang="en-US" dirty="0" err="1"/>
              <a:t>tre</a:t>
            </a:r>
            <a:r>
              <a:rPr lang="en-US" dirty="0"/>
              <a:t> </a:t>
            </a:r>
            <a:r>
              <a:rPr lang="en-US" dirty="0" err="1"/>
              <a:t>konkrete</a:t>
            </a:r>
            <a:r>
              <a:rPr lang="en-US" dirty="0"/>
              <a:t> enablers (</a:t>
            </a:r>
            <a:r>
              <a:rPr lang="en-US" dirty="0" err="1"/>
              <a:t>medarbejder</a:t>
            </a:r>
            <a:r>
              <a:rPr lang="en-US" dirty="0"/>
              <a:t>-upskilling, AI-policy </a:t>
            </a:r>
            <a:r>
              <a:rPr lang="en-US" dirty="0" err="1"/>
              <a:t>opdatering</a:t>
            </a:r>
            <a:r>
              <a:rPr lang="en-US" dirty="0"/>
              <a:t> </a:t>
            </a:r>
            <a:r>
              <a:rPr lang="en-US" dirty="0" err="1"/>
              <a:t>og</a:t>
            </a:r>
            <a:r>
              <a:rPr lang="en-US" dirty="0"/>
              <a:t> </a:t>
            </a:r>
            <a:r>
              <a:rPr lang="en-US" dirty="0" err="1"/>
              <a:t>håndhævelse</a:t>
            </a:r>
            <a:r>
              <a:rPr lang="en-US" dirty="0"/>
              <a:t>, </a:t>
            </a:r>
            <a:r>
              <a:rPr lang="en-US" dirty="0" err="1"/>
              <a:t>samt</a:t>
            </a:r>
            <a:r>
              <a:rPr lang="en-US" dirty="0"/>
              <a:t> </a:t>
            </a:r>
            <a:r>
              <a:rPr lang="en-US" dirty="0" err="1"/>
              <a:t>implementering</a:t>
            </a:r>
            <a:r>
              <a:rPr lang="en-US" dirty="0"/>
              <a:t> </a:t>
            </a:r>
            <a:r>
              <a:rPr lang="en-US" dirty="0" err="1"/>
              <a:t>af</a:t>
            </a:r>
            <a:r>
              <a:rPr lang="en-US" dirty="0"/>
              <a:t> governance best practices) </a:t>
            </a:r>
            <a:r>
              <a:rPr lang="en-US" dirty="0" err="1"/>
              <a:t>som</a:t>
            </a:r>
            <a:r>
              <a:rPr lang="en-US" dirty="0"/>
              <a:t> </a:t>
            </a:r>
            <a:r>
              <a:rPr lang="en-US" dirty="0" err="1"/>
              <a:t>forudsætning</a:t>
            </a:r>
            <a:r>
              <a:rPr lang="en-US" dirty="0"/>
              <a:t> for </a:t>
            </a:r>
            <a:r>
              <a:rPr lang="en-US" dirty="0" err="1"/>
              <a:t>ansvarlig</a:t>
            </a:r>
            <a:r>
              <a:rPr lang="en-US" dirty="0"/>
              <a:t> use case-</a:t>
            </a:r>
            <a:r>
              <a:rPr lang="en-US" dirty="0" err="1"/>
              <a:t>implementering</a:t>
            </a:r>
            <a:r>
              <a:rPr lang="en-US" dirty="0"/>
              <a:t>.</a:t>
            </a:r>
          </a:p>
          <a:p>
            <a:pPr marL="0" indent="0">
              <a:spcBef>
                <a:spcPts val="0"/>
              </a:spcBef>
              <a:spcAft>
                <a:spcPts val="300"/>
              </a:spcAft>
              <a:buNone/>
            </a:pPr>
            <a:endParaRPr lang="da-DK" dirty="0"/>
          </a:p>
        </p:txBody>
      </p:sp>
      <p:sp>
        <p:nvSpPr>
          <p:cNvPr id="5" name="Pladsholder til sidefod 4">
            <a:extLst>
              <a:ext uri="{FF2B5EF4-FFF2-40B4-BE49-F238E27FC236}">
                <a16:creationId xmlns:a16="http://schemas.microsoft.com/office/drawing/2014/main" id="{3AC79E3C-C9B1-3EC6-983F-86882C76DF32}"/>
              </a:ext>
            </a:extLst>
          </p:cNvPr>
          <p:cNvSpPr>
            <a:spLocks noGrp="1"/>
          </p:cNvSpPr>
          <p:nvPr>
            <p:ph type="ftr" sz="quarter" idx="3"/>
          </p:nvPr>
        </p:nvSpPr>
        <p:spPr/>
        <p:txBody>
          <a:bodyPr/>
          <a:lstStyle/>
          <a:p>
            <a:endParaRPr lang="en-GB">
              <a:solidFill>
                <a:srgbClr val="B054AE"/>
              </a:solidFill>
            </a:endParaRPr>
          </a:p>
        </p:txBody>
      </p:sp>
    </p:spTree>
    <p:extLst>
      <p:ext uri="{BB962C8B-B14F-4D97-AF65-F5344CB8AC3E}">
        <p14:creationId xmlns:p14="http://schemas.microsoft.com/office/powerpoint/2010/main" val="9538236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A3BD3-1293-4DA6-F68C-AF5D8A6C8283}"/>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C2CFAA0-E1B1-88E3-A550-37E3E9A6641B}"/>
              </a:ext>
            </a:extLst>
          </p:cNvPr>
          <p:cNvSpPr>
            <a:spLocks noGrp="1"/>
          </p:cNvSpPr>
          <p:nvPr>
            <p:ph type="title"/>
          </p:nvPr>
        </p:nvSpPr>
        <p:spPr/>
        <p:txBody>
          <a:bodyPr/>
          <a:lstStyle/>
          <a:p>
            <a:r>
              <a:rPr lang="da-DK" sz="1800" b="1"/>
              <a:t>K-2.K-3 IT-arkitektur</a:t>
            </a:r>
            <a:br>
              <a:rPr lang="da-DK" sz="1800"/>
            </a:br>
            <a:r>
              <a:rPr lang="da-DK" sz="1800"/>
              <a:t>Skal have erfaring med design og etablering af it‑arkitektur i komplekse on‑</a:t>
            </a:r>
            <a:r>
              <a:rPr lang="da-DK" sz="1800" err="1"/>
              <a:t>prem</a:t>
            </a:r>
            <a:r>
              <a:rPr lang="da-DK" sz="1800"/>
              <a:t> miljøer</a:t>
            </a:r>
          </a:p>
        </p:txBody>
      </p:sp>
      <p:sp>
        <p:nvSpPr>
          <p:cNvPr id="3" name="Pladsholder til tekst 2">
            <a:extLst>
              <a:ext uri="{FF2B5EF4-FFF2-40B4-BE49-F238E27FC236}">
                <a16:creationId xmlns:a16="http://schemas.microsoft.com/office/drawing/2014/main" id="{660D33A9-A133-9330-F522-FB7FE3398814}"/>
              </a:ext>
            </a:extLst>
          </p:cNvPr>
          <p:cNvSpPr>
            <a:spLocks noGrp="1"/>
          </p:cNvSpPr>
          <p:nvPr>
            <p:ph type="body" sz="quarter" idx="12"/>
          </p:nvPr>
        </p:nvSpPr>
        <p:spPr/>
        <p:txBody>
          <a:bodyPr/>
          <a:lstStyle/>
          <a:p>
            <a:r>
              <a:rPr lang="en-US"/>
              <a:t>4. Krav</a:t>
            </a:r>
            <a:endParaRPr lang="da-DK"/>
          </a:p>
        </p:txBody>
      </p:sp>
      <p:sp>
        <p:nvSpPr>
          <p:cNvPr id="4" name="Pladsholder til tekst 3">
            <a:extLst>
              <a:ext uri="{FF2B5EF4-FFF2-40B4-BE49-F238E27FC236}">
                <a16:creationId xmlns:a16="http://schemas.microsoft.com/office/drawing/2014/main" id="{3B9C75C9-4F3A-59E4-74C7-6D8472B70669}"/>
              </a:ext>
            </a:extLst>
          </p:cNvPr>
          <p:cNvSpPr>
            <a:spLocks noGrp="1"/>
          </p:cNvSpPr>
          <p:nvPr>
            <p:ph type="body" sz="quarter" idx="13"/>
          </p:nvPr>
        </p:nvSpPr>
        <p:spPr/>
        <p:txBody>
          <a:bodyPr/>
          <a:lstStyle/>
          <a:p>
            <a:pPr marL="0" indent="0">
              <a:spcBef>
                <a:spcPts val="0"/>
              </a:spcBef>
              <a:spcAft>
                <a:spcPts val="300"/>
              </a:spcAft>
              <a:buNone/>
            </a:pPr>
            <a:r>
              <a:rPr lang="en-US" dirty="0"/>
              <a:t>On-prem GenAI </a:t>
            </a:r>
            <a:r>
              <a:rPr lang="en-US" dirty="0" err="1"/>
              <a:t>bliver</a:t>
            </a:r>
            <a:r>
              <a:rPr lang="en-US" dirty="0"/>
              <a:t> </a:t>
            </a:r>
            <a:r>
              <a:rPr lang="en-US" dirty="0" err="1"/>
              <a:t>først</a:t>
            </a:r>
            <a:r>
              <a:rPr lang="en-US" dirty="0"/>
              <a:t> "</a:t>
            </a:r>
            <a:r>
              <a:rPr lang="en-US" dirty="0" err="1"/>
              <a:t>rigtigt</a:t>
            </a:r>
            <a:r>
              <a:rPr lang="en-US" dirty="0"/>
              <a:t>" </a:t>
            </a:r>
            <a:r>
              <a:rPr lang="en-US" dirty="0" err="1"/>
              <a:t>når</a:t>
            </a:r>
            <a:r>
              <a:rPr lang="en-US" dirty="0"/>
              <a:t> drift </a:t>
            </a:r>
            <a:r>
              <a:rPr lang="en-US" dirty="0" err="1"/>
              <a:t>og</a:t>
            </a:r>
            <a:r>
              <a:rPr lang="en-US" dirty="0"/>
              <a:t> </a:t>
            </a:r>
            <a:r>
              <a:rPr lang="en-US" dirty="0" err="1"/>
              <a:t>sikkerhed</a:t>
            </a:r>
            <a:r>
              <a:rPr lang="en-US" dirty="0"/>
              <a:t> er </a:t>
            </a:r>
            <a:r>
              <a:rPr lang="en-US" dirty="0" err="1"/>
              <a:t>designet</a:t>
            </a:r>
            <a:r>
              <a:rPr lang="en-US" dirty="0"/>
              <a:t> </a:t>
            </a:r>
            <a:r>
              <a:rPr lang="en-US" dirty="0" err="1"/>
              <a:t>ind</a:t>
            </a:r>
            <a:r>
              <a:rPr lang="en-US" dirty="0"/>
              <a:t>: </a:t>
            </a:r>
            <a:r>
              <a:rPr lang="en-US" dirty="0" err="1"/>
              <a:t>netværkszoner</a:t>
            </a:r>
            <a:r>
              <a:rPr lang="en-US" dirty="0"/>
              <a:t>, identity boundaries, secrets, patching, </a:t>
            </a:r>
            <a:r>
              <a:rPr lang="en-US" dirty="0" err="1"/>
              <a:t>opgraderinger</a:t>
            </a:r>
            <a:r>
              <a:rPr lang="en-US" dirty="0"/>
              <a:t>, capacity planning (GPU), logging </a:t>
            </a:r>
            <a:r>
              <a:rPr lang="en-US" dirty="0" err="1"/>
              <a:t>og</a:t>
            </a:r>
            <a:r>
              <a:rPr lang="en-US" dirty="0"/>
              <a:t> incident response.</a:t>
            </a:r>
          </a:p>
          <a:p>
            <a:pPr marL="0" indent="0">
              <a:spcBef>
                <a:spcPts val="0"/>
              </a:spcBef>
              <a:spcAft>
                <a:spcPts val="300"/>
              </a:spcAft>
              <a:buNone/>
            </a:pPr>
            <a:endParaRPr lang="en-US" dirty="0"/>
          </a:p>
          <a:p>
            <a:pPr marL="0" indent="0">
              <a:spcBef>
                <a:spcPts val="0"/>
              </a:spcBef>
              <a:spcAft>
                <a:spcPts val="300"/>
              </a:spcAft>
              <a:buNone/>
            </a:pPr>
            <a:r>
              <a:rPr lang="en-US" dirty="0"/>
              <a:t>Vi </a:t>
            </a:r>
            <a:r>
              <a:rPr lang="en-US" dirty="0" err="1"/>
              <a:t>arbejder</a:t>
            </a:r>
            <a:r>
              <a:rPr lang="en-US" dirty="0"/>
              <a:t> med et </a:t>
            </a:r>
            <a:r>
              <a:rPr lang="en-US" dirty="0" err="1"/>
              <a:t>simpelt</a:t>
            </a:r>
            <a:r>
              <a:rPr lang="en-US" dirty="0"/>
              <a:t>, men robust </a:t>
            </a:r>
            <a:r>
              <a:rPr lang="en-US" dirty="0" err="1"/>
              <a:t>arkitekturmønster</a:t>
            </a:r>
            <a:r>
              <a:rPr lang="en-US" dirty="0"/>
              <a:t>:</a:t>
            </a:r>
          </a:p>
          <a:p>
            <a:pPr>
              <a:spcBef>
                <a:spcPts val="0"/>
              </a:spcBef>
              <a:spcAft>
                <a:spcPts val="300"/>
              </a:spcAft>
            </a:pPr>
            <a:r>
              <a:rPr lang="en-US" b="1" dirty="0"/>
              <a:t>Klar </a:t>
            </a:r>
            <a:r>
              <a:rPr lang="en-US" b="1" dirty="0" err="1"/>
              <a:t>lagdeling</a:t>
            </a:r>
            <a:r>
              <a:rPr lang="en-US" b="1" dirty="0"/>
              <a:t>:</a:t>
            </a:r>
            <a:r>
              <a:rPr lang="en-US" dirty="0"/>
              <a:t> Edge (NGINX/API), IAM (</a:t>
            </a:r>
            <a:r>
              <a:rPr lang="en-US" dirty="0" err="1"/>
              <a:t>Keycloak</a:t>
            </a:r>
            <a:r>
              <a:rPr lang="en-US" dirty="0"/>
              <a:t>/SSO), AI-gateway/router, model serving, connectors, observability.</a:t>
            </a:r>
          </a:p>
          <a:p>
            <a:pPr>
              <a:spcBef>
                <a:spcPts val="0"/>
              </a:spcBef>
              <a:spcAft>
                <a:spcPts val="300"/>
              </a:spcAft>
            </a:pPr>
            <a:r>
              <a:rPr lang="en-US" b="1" dirty="0"/>
              <a:t>Hybrid/offload </a:t>
            </a:r>
            <a:r>
              <a:rPr lang="en-US" b="1" dirty="0" err="1"/>
              <a:t>som</a:t>
            </a:r>
            <a:r>
              <a:rPr lang="en-US" b="1" dirty="0"/>
              <a:t> </a:t>
            </a:r>
            <a:r>
              <a:rPr lang="en-US" b="1" dirty="0" err="1"/>
              <a:t>kontrolleret</a:t>
            </a:r>
            <a:r>
              <a:rPr lang="en-US" b="1" dirty="0"/>
              <a:t> extension:</a:t>
            </a:r>
            <a:r>
              <a:rPr lang="en-US" dirty="0"/>
              <a:t> </a:t>
            </a:r>
            <a:r>
              <a:rPr lang="en-US" dirty="0" err="1"/>
              <a:t>samme</a:t>
            </a:r>
            <a:r>
              <a:rPr lang="en-US" dirty="0"/>
              <a:t> API-</a:t>
            </a:r>
            <a:r>
              <a:rPr lang="en-US" dirty="0" err="1"/>
              <a:t>kontrakt</a:t>
            </a:r>
            <a:r>
              <a:rPr lang="en-US" dirty="0"/>
              <a:t>, men policy-</a:t>
            </a:r>
            <a:r>
              <a:rPr lang="en-US" dirty="0" err="1"/>
              <a:t>styret</a:t>
            </a:r>
            <a:r>
              <a:rPr lang="en-US" dirty="0"/>
              <a:t> routing </a:t>
            </a:r>
            <a:r>
              <a:rPr lang="en-US" dirty="0" err="1"/>
              <a:t>og</a:t>
            </a:r>
            <a:r>
              <a:rPr lang="en-US" dirty="0"/>
              <a:t> </a:t>
            </a:r>
            <a:r>
              <a:rPr lang="en-US" dirty="0" err="1"/>
              <a:t>kontrolleret</a:t>
            </a:r>
            <a:r>
              <a:rPr lang="en-US" dirty="0"/>
              <a:t> egress.</a:t>
            </a:r>
          </a:p>
          <a:p>
            <a:pPr>
              <a:spcBef>
                <a:spcPts val="0"/>
              </a:spcBef>
              <a:spcAft>
                <a:spcPts val="300"/>
              </a:spcAft>
            </a:pPr>
            <a:r>
              <a:rPr lang="en-US" b="1" dirty="0"/>
              <a:t>"Exit strategy </a:t>
            </a:r>
            <a:r>
              <a:rPr lang="en-US" b="1" dirty="0" err="1"/>
              <a:t>og</a:t>
            </a:r>
            <a:r>
              <a:rPr lang="en-US" b="1" dirty="0"/>
              <a:t> </a:t>
            </a:r>
            <a:r>
              <a:rPr lang="en-US" b="1" dirty="0" err="1"/>
              <a:t>åbne</a:t>
            </a:r>
            <a:r>
              <a:rPr lang="en-US" b="1" dirty="0"/>
              <a:t> </a:t>
            </a:r>
            <a:r>
              <a:rPr lang="en-US" b="1" dirty="0" err="1"/>
              <a:t>standarder</a:t>
            </a:r>
            <a:r>
              <a:rPr lang="en-US" b="1" dirty="0"/>
              <a:t> / </a:t>
            </a:r>
            <a:r>
              <a:rPr lang="en-US" b="1" dirty="0" err="1"/>
              <a:t>protokoller</a:t>
            </a:r>
            <a:r>
              <a:rPr lang="en-US" b="1" dirty="0"/>
              <a:t>":</a:t>
            </a:r>
            <a:r>
              <a:rPr lang="en-US" dirty="0"/>
              <a:t> </a:t>
            </a:r>
            <a:r>
              <a:rPr lang="en-US" dirty="0" err="1"/>
              <a:t>modellen</a:t>
            </a:r>
            <a:r>
              <a:rPr lang="en-US" dirty="0"/>
              <a:t> er </a:t>
            </a:r>
            <a:r>
              <a:rPr lang="en-US" dirty="0" err="1"/>
              <a:t>udskiftelig</a:t>
            </a:r>
            <a:r>
              <a:rPr lang="en-US" dirty="0"/>
              <a:t>, </a:t>
            </a:r>
            <a:r>
              <a:rPr lang="en-US" dirty="0" err="1"/>
              <a:t>og</a:t>
            </a:r>
            <a:r>
              <a:rPr lang="en-US" dirty="0"/>
              <a:t> </a:t>
            </a:r>
            <a:r>
              <a:rPr lang="en-US" dirty="0" err="1"/>
              <a:t>platformen</a:t>
            </a:r>
            <a:r>
              <a:rPr lang="en-US" dirty="0"/>
              <a:t> </a:t>
            </a:r>
            <a:r>
              <a:rPr lang="en-US" dirty="0" err="1"/>
              <a:t>kan</a:t>
            </a:r>
            <a:r>
              <a:rPr lang="en-US" dirty="0"/>
              <a:t> </a:t>
            </a:r>
            <a:r>
              <a:rPr lang="en-US" dirty="0" err="1"/>
              <a:t>overtages</a:t>
            </a:r>
            <a:r>
              <a:rPr lang="en-US" dirty="0"/>
              <a:t> </a:t>
            </a:r>
            <a:r>
              <a:rPr lang="en-US" dirty="0" err="1"/>
              <a:t>af</a:t>
            </a:r>
            <a:r>
              <a:rPr lang="en-US" dirty="0"/>
              <a:t> </a:t>
            </a:r>
            <a:r>
              <a:rPr lang="en-US" dirty="0" err="1"/>
              <a:t>kundens</a:t>
            </a:r>
            <a:r>
              <a:rPr lang="en-US" dirty="0"/>
              <a:t> drift </a:t>
            </a:r>
            <a:r>
              <a:rPr lang="en-US" dirty="0" err="1"/>
              <a:t>uden</a:t>
            </a:r>
            <a:r>
              <a:rPr lang="en-US" dirty="0"/>
              <a:t> </a:t>
            </a:r>
            <a:r>
              <a:rPr lang="en-US" dirty="0" err="1"/>
              <a:t>leverandørafhængighed</a:t>
            </a:r>
            <a:r>
              <a:rPr lang="en-US" dirty="0"/>
              <a:t>. </a:t>
            </a:r>
          </a:p>
          <a:p>
            <a:pPr>
              <a:spcBef>
                <a:spcPts val="0"/>
              </a:spcBef>
              <a:spcAft>
                <a:spcPts val="300"/>
              </a:spcAft>
            </a:pPr>
            <a:r>
              <a:rPr lang="en-US" dirty="0"/>
              <a:t>Fuld ”as code” (Policy as code, infrastructure as code) </a:t>
            </a:r>
            <a:r>
              <a:rPr lang="en-US" dirty="0" err="1"/>
              <a:t>og</a:t>
            </a:r>
            <a:r>
              <a:rPr lang="en-US" dirty="0"/>
              <a:t> CI/CD</a:t>
            </a:r>
          </a:p>
          <a:p>
            <a:pPr marL="0" indent="0">
              <a:spcBef>
                <a:spcPts val="0"/>
              </a:spcBef>
              <a:spcAft>
                <a:spcPts val="300"/>
              </a:spcAft>
              <a:buNone/>
            </a:pPr>
            <a:endParaRPr lang="en-US" b="1" dirty="0"/>
          </a:p>
          <a:p>
            <a:pPr marL="0" indent="0">
              <a:spcBef>
                <a:spcPts val="0"/>
              </a:spcBef>
              <a:spcAft>
                <a:spcPts val="300"/>
              </a:spcAft>
              <a:buNone/>
            </a:pPr>
            <a:r>
              <a:rPr lang="en-US" b="1" dirty="0" err="1"/>
              <a:t>Konkrete</a:t>
            </a:r>
            <a:r>
              <a:rPr lang="en-US" b="1" dirty="0"/>
              <a:t> </a:t>
            </a:r>
            <a:r>
              <a:rPr lang="en-US" b="1" dirty="0" err="1"/>
              <a:t>leverancer</a:t>
            </a:r>
            <a:endParaRPr lang="en-US" dirty="0"/>
          </a:p>
          <a:p>
            <a:pPr>
              <a:spcBef>
                <a:spcPts val="0"/>
              </a:spcBef>
              <a:spcAft>
                <a:spcPts val="300"/>
              </a:spcAft>
            </a:pPr>
            <a:r>
              <a:rPr lang="en-US" dirty="0" err="1"/>
              <a:t>Målarkitektur</a:t>
            </a:r>
            <a:r>
              <a:rPr lang="en-US" dirty="0"/>
              <a:t> (</a:t>
            </a:r>
            <a:r>
              <a:rPr lang="en-US" dirty="0" err="1"/>
              <a:t>logisk</a:t>
            </a:r>
            <a:r>
              <a:rPr lang="en-US" dirty="0"/>
              <a:t>/</a:t>
            </a:r>
            <a:r>
              <a:rPr lang="en-US" dirty="0" err="1"/>
              <a:t>fysisk</a:t>
            </a:r>
            <a:r>
              <a:rPr lang="en-US" dirty="0"/>
              <a:t>), NFR-</a:t>
            </a:r>
            <a:r>
              <a:rPr lang="en-US" dirty="0" err="1"/>
              <a:t>pakke</a:t>
            </a:r>
            <a:r>
              <a:rPr lang="en-US" dirty="0"/>
              <a:t> (availability/performance/security), ADR-log, drift- </a:t>
            </a:r>
            <a:r>
              <a:rPr lang="en-US" dirty="0" err="1"/>
              <a:t>og</a:t>
            </a:r>
            <a:r>
              <a:rPr lang="en-US" dirty="0"/>
              <a:t> </a:t>
            </a:r>
            <a:r>
              <a:rPr lang="en-US" dirty="0" err="1"/>
              <a:t>vedligeholdelsesdesign</a:t>
            </a:r>
            <a:r>
              <a:rPr lang="en-US" dirty="0"/>
              <a:t> (upgrade/rollback, backup/restore, incident).</a:t>
            </a:r>
          </a:p>
          <a:p>
            <a:pPr marL="0" indent="0">
              <a:spcBef>
                <a:spcPts val="0"/>
              </a:spcBef>
              <a:spcAft>
                <a:spcPts val="300"/>
              </a:spcAft>
              <a:buNone/>
            </a:pPr>
            <a:endParaRPr lang="en-US" b="1" dirty="0"/>
          </a:p>
          <a:p>
            <a:pPr marL="0" indent="0">
              <a:spcBef>
                <a:spcPts val="0"/>
              </a:spcBef>
              <a:spcAft>
                <a:spcPts val="300"/>
              </a:spcAft>
              <a:buNone/>
            </a:pPr>
            <a:r>
              <a:rPr lang="en-US" b="1" dirty="0" err="1"/>
              <a:t>Dokumenteret</a:t>
            </a:r>
            <a:r>
              <a:rPr lang="en-US" b="1" dirty="0"/>
              <a:t> </a:t>
            </a:r>
            <a:r>
              <a:rPr lang="en-US" b="1" dirty="0" err="1"/>
              <a:t>erfaring</a:t>
            </a:r>
            <a:endParaRPr lang="en-US" dirty="0"/>
          </a:p>
          <a:p>
            <a:pPr>
              <a:spcBef>
                <a:spcPts val="0"/>
              </a:spcBef>
              <a:spcAft>
                <a:spcPts val="300"/>
              </a:spcAft>
            </a:pPr>
            <a:r>
              <a:rPr lang="en-US" dirty="0"/>
              <a:t>En </a:t>
            </a:r>
            <a:r>
              <a:rPr lang="en-US" dirty="0" err="1"/>
              <a:t>stor</a:t>
            </a:r>
            <a:r>
              <a:rPr lang="en-US" dirty="0"/>
              <a:t> </a:t>
            </a:r>
            <a:r>
              <a:rPr lang="en-US" dirty="0" err="1"/>
              <a:t>nordisk</a:t>
            </a:r>
            <a:r>
              <a:rPr lang="en-US" dirty="0"/>
              <a:t> bank (data platform lead-</a:t>
            </a:r>
            <a:r>
              <a:rPr lang="en-US" dirty="0" err="1"/>
              <a:t>rolle</a:t>
            </a:r>
            <a:r>
              <a:rPr lang="en-US" dirty="0"/>
              <a:t>): Drev Architecture Task Force der </a:t>
            </a:r>
            <a:r>
              <a:rPr lang="en-US" dirty="0" err="1"/>
              <a:t>definerede</a:t>
            </a:r>
            <a:r>
              <a:rPr lang="en-US" dirty="0"/>
              <a:t> </a:t>
            </a:r>
            <a:r>
              <a:rPr lang="en-US" dirty="0" err="1"/>
              <a:t>ny</a:t>
            </a:r>
            <a:r>
              <a:rPr lang="en-US" dirty="0"/>
              <a:t> enterprise </a:t>
            </a:r>
            <a:r>
              <a:rPr lang="en-US" dirty="0" err="1"/>
              <a:t>dataplatform</a:t>
            </a:r>
            <a:r>
              <a:rPr lang="en-US" dirty="0"/>
              <a:t>. </a:t>
            </a:r>
            <a:r>
              <a:rPr lang="en-US" dirty="0" err="1"/>
              <a:t>Ansvarlig</a:t>
            </a:r>
            <a:r>
              <a:rPr lang="en-US" dirty="0"/>
              <a:t> for </a:t>
            </a:r>
            <a:r>
              <a:rPr lang="en-US" dirty="0" err="1"/>
              <a:t>retning</a:t>
            </a:r>
            <a:r>
              <a:rPr lang="en-US" dirty="0"/>
              <a:t> </a:t>
            </a:r>
            <a:r>
              <a:rPr lang="en-US" dirty="0" err="1"/>
              <a:t>i</a:t>
            </a:r>
            <a:r>
              <a:rPr lang="en-US" dirty="0"/>
              <a:t> </a:t>
            </a:r>
            <a:r>
              <a:rPr lang="en-US" dirty="0" err="1"/>
              <a:t>softwareudvikling</a:t>
            </a:r>
            <a:r>
              <a:rPr lang="en-US" dirty="0"/>
              <a:t>, med </a:t>
            </a:r>
            <a:r>
              <a:rPr lang="en-US" dirty="0" err="1"/>
              <a:t>erfaring</a:t>
            </a:r>
            <a:r>
              <a:rPr lang="en-US" dirty="0"/>
              <a:t> </a:t>
            </a:r>
            <a:r>
              <a:rPr lang="en-US" dirty="0" err="1"/>
              <a:t>inden</a:t>
            </a:r>
            <a:r>
              <a:rPr lang="en-US" dirty="0"/>
              <a:t> for data mesh, Kafka, data pipelines </a:t>
            </a:r>
            <a:r>
              <a:rPr lang="en-US" dirty="0" err="1"/>
              <a:t>og</a:t>
            </a:r>
            <a:r>
              <a:rPr lang="en-US" dirty="0"/>
              <a:t> </a:t>
            </a:r>
            <a:r>
              <a:rPr lang="en-US" dirty="0" err="1"/>
              <a:t>databasehåndtering</a:t>
            </a:r>
            <a:r>
              <a:rPr lang="en-US" dirty="0"/>
              <a:t> </a:t>
            </a:r>
            <a:r>
              <a:rPr lang="en-US" dirty="0" err="1"/>
              <a:t>i</a:t>
            </a:r>
            <a:r>
              <a:rPr lang="en-US" dirty="0"/>
              <a:t> </a:t>
            </a:r>
            <a:r>
              <a:rPr lang="en-US" dirty="0" err="1"/>
              <a:t>komplekse</a:t>
            </a:r>
            <a:r>
              <a:rPr lang="en-US" dirty="0"/>
              <a:t> </a:t>
            </a:r>
            <a:r>
              <a:rPr lang="en-US" dirty="0" err="1"/>
              <a:t>driftsmiljøer</a:t>
            </a:r>
            <a:r>
              <a:rPr lang="en-US" dirty="0"/>
              <a:t>.</a:t>
            </a:r>
          </a:p>
          <a:p>
            <a:pPr>
              <a:spcBef>
                <a:spcPts val="0"/>
              </a:spcBef>
              <a:spcAft>
                <a:spcPts val="300"/>
              </a:spcAft>
            </a:pPr>
            <a:r>
              <a:rPr lang="en-US" dirty="0"/>
              <a:t>En </a:t>
            </a:r>
            <a:r>
              <a:rPr lang="en-US" dirty="0" err="1"/>
              <a:t>stor</a:t>
            </a:r>
            <a:r>
              <a:rPr lang="en-US" dirty="0"/>
              <a:t> </a:t>
            </a:r>
            <a:r>
              <a:rPr lang="en-US" dirty="0" err="1"/>
              <a:t>nordisk</a:t>
            </a:r>
            <a:r>
              <a:rPr lang="en-US" dirty="0"/>
              <a:t> </a:t>
            </a:r>
            <a:r>
              <a:rPr lang="en-US" dirty="0" err="1"/>
              <a:t>finansiel</a:t>
            </a:r>
            <a:r>
              <a:rPr lang="en-US" dirty="0"/>
              <a:t> institution (technical lead </a:t>
            </a:r>
            <a:r>
              <a:rPr lang="en-US" dirty="0" err="1"/>
              <a:t>og</a:t>
            </a:r>
            <a:r>
              <a:rPr lang="en-US" dirty="0"/>
              <a:t> engineering practices lead): </a:t>
            </a:r>
            <a:r>
              <a:rPr lang="en-US" dirty="0" err="1"/>
              <a:t>Etablerede</a:t>
            </a:r>
            <a:r>
              <a:rPr lang="en-US" dirty="0"/>
              <a:t> </a:t>
            </a:r>
            <a:r>
              <a:rPr lang="en-US" dirty="0" err="1"/>
              <a:t>skalerbar</a:t>
            </a:r>
            <a:r>
              <a:rPr lang="en-US" dirty="0"/>
              <a:t> </a:t>
            </a:r>
            <a:r>
              <a:rPr lang="en-US" dirty="0" err="1"/>
              <a:t>infrastruktur</a:t>
            </a:r>
            <a:r>
              <a:rPr lang="en-US" dirty="0"/>
              <a:t> med CI/CD best practices. Drev adoption </a:t>
            </a:r>
            <a:r>
              <a:rPr lang="en-US" dirty="0" err="1"/>
              <a:t>af</a:t>
            </a:r>
            <a:r>
              <a:rPr lang="en-US" dirty="0"/>
              <a:t> automated testing </a:t>
            </a:r>
            <a:r>
              <a:rPr lang="en-US" dirty="0" err="1"/>
              <a:t>og</a:t>
            </a:r>
            <a:r>
              <a:rPr lang="en-US" dirty="0"/>
              <a:t> "everything as code" </a:t>
            </a:r>
            <a:r>
              <a:rPr lang="en-US" dirty="0" err="1"/>
              <a:t>fra</a:t>
            </a:r>
            <a:r>
              <a:rPr lang="en-US" dirty="0"/>
              <a:t> under 20% </a:t>
            </a:r>
            <a:r>
              <a:rPr lang="en-US" dirty="0" err="1"/>
              <a:t>til</a:t>
            </a:r>
            <a:r>
              <a:rPr lang="en-US" dirty="0"/>
              <a:t> over 80% </a:t>
            </a:r>
            <a:r>
              <a:rPr lang="en-US" dirty="0" err="1"/>
              <a:t>af</a:t>
            </a:r>
            <a:r>
              <a:rPr lang="en-US" dirty="0"/>
              <a:t> teams.</a:t>
            </a:r>
          </a:p>
          <a:p>
            <a:pPr>
              <a:spcBef>
                <a:spcPts val="0"/>
              </a:spcBef>
              <a:spcAft>
                <a:spcPts val="300"/>
              </a:spcAft>
            </a:pPr>
            <a:r>
              <a:rPr lang="en-US" dirty="0"/>
              <a:t>En global </a:t>
            </a:r>
            <a:r>
              <a:rPr lang="en-US" dirty="0" err="1"/>
              <a:t>farmaceutisk</a:t>
            </a:r>
            <a:r>
              <a:rPr lang="en-US" dirty="0"/>
              <a:t> </a:t>
            </a:r>
            <a:r>
              <a:rPr lang="en-US" dirty="0" err="1"/>
              <a:t>virksomhed</a:t>
            </a:r>
            <a:r>
              <a:rPr lang="en-US" dirty="0"/>
              <a:t>: </a:t>
            </a:r>
            <a:r>
              <a:rPr lang="en-US" dirty="0" err="1"/>
              <a:t>Infrastrukturdesign</a:t>
            </a:r>
            <a:r>
              <a:rPr lang="en-US" dirty="0"/>
              <a:t> </a:t>
            </a:r>
            <a:r>
              <a:rPr lang="en-US" dirty="0" err="1"/>
              <a:t>og</a:t>
            </a:r>
            <a:r>
              <a:rPr lang="en-US" dirty="0"/>
              <a:t> </a:t>
            </a:r>
            <a:r>
              <a:rPr lang="en-US" dirty="0" err="1"/>
              <a:t>dataplatformrådgivning</a:t>
            </a:r>
            <a:r>
              <a:rPr lang="en-US" dirty="0"/>
              <a:t> for </a:t>
            </a:r>
            <a:r>
              <a:rPr lang="en-US" dirty="0" err="1"/>
              <a:t>sundhedsdata-platforme</a:t>
            </a:r>
            <a:r>
              <a:rPr lang="en-US" dirty="0"/>
              <a:t>, </a:t>
            </a:r>
            <a:r>
              <a:rPr lang="en-US" dirty="0" err="1"/>
              <a:t>herunder</a:t>
            </a:r>
            <a:r>
              <a:rPr lang="en-US" dirty="0"/>
              <a:t> </a:t>
            </a:r>
            <a:r>
              <a:rPr lang="en-US" dirty="0" err="1"/>
              <a:t>sikker</a:t>
            </a:r>
            <a:r>
              <a:rPr lang="en-US" dirty="0"/>
              <a:t> event-driven </a:t>
            </a:r>
            <a:r>
              <a:rPr lang="en-US" dirty="0" err="1"/>
              <a:t>arkitektur</a:t>
            </a:r>
            <a:r>
              <a:rPr lang="en-US" dirty="0"/>
              <a:t> </a:t>
            </a:r>
            <a:r>
              <a:rPr lang="en-US" dirty="0" err="1"/>
              <a:t>og</a:t>
            </a:r>
            <a:r>
              <a:rPr lang="en-US" dirty="0"/>
              <a:t> </a:t>
            </a:r>
            <a:r>
              <a:rPr lang="en-US" dirty="0" err="1"/>
              <a:t>containeriserede</a:t>
            </a:r>
            <a:r>
              <a:rPr lang="en-US" dirty="0"/>
              <a:t> workloads.</a:t>
            </a:r>
          </a:p>
          <a:p>
            <a:pPr marL="0" indent="0">
              <a:spcBef>
                <a:spcPts val="0"/>
              </a:spcBef>
              <a:spcAft>
                <a:spcPts val="300"/>
              </a:spcAft>
              <a:buNone/>
            </a:pPr>
            <a:endParaRPr lang="da-DK" dirty="0"/>
          </a:p>
        </p:txBody>
      </p:sp>
      <p:sp>
        <p:nvSpPr>
          <p:cNvPr id="5" name="Pladsholder til sidefod 4">
            <a:extLst>
              <a:ext uri="{FF2B5EF4-FFF2-40B4-BE49-F238E27FC236}">
                <a16:creationId xmlns:a16="http://schemas.microsoft.com/office/drawing/2014/main" id="{8A41A443-8B63-C913-C786-FC62C5A72A6D}"/>
              </a:ext>
            </a:extLst>
          </p:cNvPr>
          <p:cNvSpPr>
            <a:spLocks noGrp="1"/>
          </p:cNvSpPr>
          <p:nvPr>
            <p:ph type="ftr" sz="quarter" idx="3"/>
          </p:nvPr>
        </p:nvSpPr>
        <p:spPr/>
        <p:txBody>
          <a:bodyPr/>
          <a:lstStyle/>
          <a:p>
            <a:endParaRPr lang="en-GB">
              <a:solidFill>
                <a:srgbClr val="B054AE"/>
              </a:solidFill>
            </a:endParaRPr>
          </a:p>
        </p:txBody>
      </p:sp>
    </p:spTree>
    <p:extLst>
      <p:ext uri="{BB962C8B-B14F-4D97-AF65-F5344CB8AC3E}">
        <p14:creationId xmlns:p14="http://schemas.microsoft.com/office/powerpoint/2010/main" val="40756464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F1E2F-F895-634D-445E-17C38916FB7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BDC59E3F-E35E-DB42-BDFD-7B4DD189E527}"/>
              </a:ext>
            </a:extLst>
          </p:cNvPr>
          <p:cNvSpPr>
            <a:spLocks noGrp="1"/>
          </p:cNvSpPr>
          <p:nvPr>
            <p:ph type="title"/>
          </p:nvPr>
        </p:nvSpPr>
        <p:spPr/>
        <p:txBody>
          <a:bodyPr/>
          <a:lstStyle/>
          <a:p>
            <a:r>
              <a:rPr lang="da-DK" sz="1800" b="1"/>
              <a:t>K-2.K-4 LLM-teknologi</a:t>
            </a:r>
            <a:br>
              <a:rPr lang="da-DK" sz="1800"/>
            </a:br>
            <a:r>
              <a:rPr lang="da-DK" sz="1800"/>
              <a:t>Skal have erfaring med design og implementering af data pipelines for Retrieval-Augmented Generation (RAG)</a:t>
            </a:r>
          </a:p>
        </p:txBody>
      </p:sp>
      <p:sp>
        <p:nvSpPr>
          <p:cNvPr id="3" name="Pladsholder til tekst 2">
            <a:extLst>
              <a:ext uri="{FF2B5EF4-FFF2-40B4-BE49-F238E27FC236}">
                <a16:creationId xmlns:a16="http://schemas.microsoft.com/office/drawing/2014/main" id="{76B1A849-1042-D154-CAFC-83BF621DC7B1}"/>
              </a:ext>
            </a:extLst>
          </p:cNvPr>
          <p:cNvSpPr>
            <a:spLocks noGrp="1"/>
          </p:cNvSpPr>
          <p:nvPr>
            <p:ph type="body" sz="quarter" idx="12"/>
          </p:nvPr>
        </p:nvSpPr>
        <p:spPr/>
        <p:txBody>
          <a:bodyPr/>
          <a:lstStyle/>
          <a:p>
            <a:r>
              <a:rPr lang="en-US" dirty="0"/>
              <a:t>4. </a:t>
            </a:r>
            <a:r>
              <a:rPr lang="en-US"/>
              <a:t>krav</a:t>
            </a:r>
            <a:endParaRPr lang="da-DK" dirty="0"/>
          </a:p>
        </p:txBody>
      </p:sp>
      <p:sp>
        <p:nvSpPr>
          <p:cNvPr id="4" name="Pladsholder til tekst 3">
            <a:extLst>
              <a:ext uri="{FF2B5EF4-FFF2-40B4-BE49-F238E27FC236}">
                <a16:creationId xmlns:a16="http://schemas.microsoft.com/office/drawing/2014/main" id="{8A329109-5651-D1E2-4818-BB4E8FD29A0A}"/>
              </a:ext>
            </a:extLst>
          </p:cNvPr>
          <p:cNvSpPr>
            <a:spLocks noGrp="1"/>
          </p:cNvSpPr>
          <p:nvPr>
            <p:ph type="body" sz="quarter" idx="13"/>
          </p:nvPr>
        </p:nvSpPr>
        <p:spPr/>
        <p:txBody>
          <a:bodyPr/>
          <a:lstStyle/>
          <a:p>
            <a:pPr marL="0" indent="0">
              <a:spcBef>
                <a:spcPts val="0"/>
              </a:spcBef>
              <a:spcAft>
                <a:spcPts val="300"/>
              </a:spcAft>
              <a:buNone/>
            </a:pPr>
            <a:r>
              <a:rPr lang="en-US" dirty="0"/>
              <a:t>ADC </a:t>
            </a:r>
            <a:r>
              <a:rPr lang="en-US" dirty="0" err="1"/>
              <a:t>bygger</a:t>
            </a:r>
            <a:r>
              <a:rPr lang="en-US" dirty="0"/>
              <a:t> retrieval </a:t>
            </a:r>
            <a:r>
              <a:rPr lang="en-US" dirty="0" err="1"/>
              <a:t>som</a:t>
            </a:r>
            <a:r>
              <a:rPr lang="en-US" dirty="0"/>
              <a:t> et </a:t>
            </a:r>
            <a:r>
              <a:rPr lang="en-US" dirty="0" err="1"/>
              <a:t>agentisk</a:t>
            </a:r>
            <a:r>
              <a:rPr lang="en-US" dirty="0"/>
              <a:t> system, </a:t>
            </a:r>
            <a:r>
              <a:rPr lang="en-US" dirty="0" err="1"/>
              <a:t>hvor</a:t>
            </a:r>
            <a:r>
              <a:rPr lang="en-US" dirty="0"/>
              <a:t> </a:t>
            </a:r>
            <a:r>
              <a:rPr lang="en-US" dirty="0" err="1"/>
              <a:t>modellen</a:t>
            </a:r>
            <a:r>
              <a:rPr lang="en-US" dirty="0"/>
              <a:t> </a:t>
            </a:r>
            <a:r>
              <a:rPr lang="en-US" dirty="0" err="1"/>
              <a:t>selv</a:t>
            </a:r>
            <a:r>
              <a:rPr lang="en-US" dirty="0"/>
              <a:t> </a:t>
            </a:r>
            <a:r>
              <a:rPr lang="en-US" dirty="0" err="1"/>
              <a:t>vælger</a:t>
            </a:r>
            <a:r>
              <a:rPr lang="en-US" dirty="0"/>
              <a:t> </a:t>
            </a:r>
            <a:r>
              <a:rPr lang="en-US" dirty="0" err="1"/>
              <a:t>søgestrategi</a:t>
            </a:r>
            <a:r>
              <a:rPr lang="en-US" dirty="0"/>
              <a:t> pr. </a:t>
            </a:r>
            <a:r>
              <a:rPr lang="en-US" dirty="0" err="1"/>
              <a:t>forespørgsel</a:t>
            </a:r>
            <a:r>
              <a:rPr lang="en-US" dirty="0"/>
              <a:t> </a:t>
            </a:r>
            <a:r>
              <a:rPr lang="en-US" dirty="0" err="1"/>
              <a:t>og</a:t>
            </a:r>
            <a:r>
              <a:rPr lang="en-US" dirty="0"/>
              <a:t> </a:t>
            </a:r>
            <a:r>
              <a:rPr lang="en-US" dirty="0" err="1"/>
              <a:t>itererer</a:t>
            </a:r>
            <a:r>
              <a:rPr lang="en-US" dirty="0"/>
              <a:t> </a:t>
            </a:r>
            <a:r>
              <a:rPr lang="en-US" dirty="0" err="1"/>
              <a:t>baseret</a:t>
            </a:r>
            <a:r>
              <a:rPr lang="en-US" dirty="0"/>
              <a:t> </a:t>
            </a:r>
            <a:r>
              <a:rPr lang="en-US" dirty="0" err="1"/>
              <a:t>på</a:t>
            </a:r>
            <a:r>
              <a:rPr lang="en-US" dirty="0"/>
              <a:t> </a:t>
            </a:r>
            <a:r>
              <a:rPr lang="en-US" dirty="0" err="1"/>
              <a:t>hvad</a:t>
            </a:r>
            <a:r>
              <a:rPr lang="en-US" dirty="0"/>
              <a:t> den finder. </a:t>
            </a:r>
          </a:p>
          <a:p>
            <a:pPr marL="0" indent="0">
              <a:spcBef>
                <a:spcPts val="0"/>
              </a:spcBef>
              <a:spcAft>
                <a:spcPts val="300"/>
              </a:spcAft>
              <a:buNone/>
            </a:pPr>
            <a:endParaRPr lang="en-US" dirty="0"/>
          </a:p>
          <a:p>
            <a:pPr marL="0" indent="0">
              <a:spcBef>
                <a:spcPts val="0"/>
              </a:spcBef>
              <a:spcAft>
                <a:spcPts val="300"/>
              </a:spcAft>
              <a:buNone/>
            </a:pPr>
            <a:r>
              <a:rPr lang="en-US" dirty="0" err="1"/>
              <a:t>Toolboxen</a:t>
            </a:r>
            <a:r>
              <a:rPr lang="en-US" dirty="0"/>
              <a:t> </a:t>
            </a:r>
            <a:r>
              <a:rPr lang="en-US" dirty="0" err="1"/>
              <a:t>inkluderer</a:t>
            </a:r>
            <a:r>
              <a:rPr lang="en-US" dirty="0"/>
              <a:t> </a:t>
            </a:r>
            <a:r>
              <a:rPr lang="en-US" dirty="0" err="1"/>
              <a:t>typisk</a:t>
            </a:r>
            <a:r>
              <a:rPr lang="en-US" dirty="0"/>
              <a:t>:</a:t>
            </a:r>
          </a:p>
          <a:p>
            <a:pPr lvl="1">
              <a:spcBef>
                <a:spcPts val="0"/>
              </a:spcBef>
              <a:spcAft>
                <a:spcPts val="600"/>
              </a:spcAft>
            </a:pPr>
            <a:r>
              <a:rPr lang="en-US" b="1" dirty="0"/>
              <a:t>Hybrid </a:t>
            </a:r>
            <a:r>
              <a:rPr lang="en-US" b="1" dirty="0" err="1"/>
              <a:t>søgning</a:t>
            </a:r>
            <a:r>
              <a:rPr lang="en-US" b="1" dirty="0"/>
              <a:t>:</a:t>
            </a:r>
            <a:r>
              <a:rPr lang="en-US" dirty="0"/>
              <a:t> dense (</a:t>
            </a:r>
            <a:r>
              <a:rPr lang="en-US" dirty="0" err="1"/>
              <a:t>semantisk</a:t>
            </a:r>
            <a:r>
              <a:rPr lang="en-US" dirty="0"/>
              <a:t>) </a:t>
            </a:r>
            <a:r>
              <a:rPr lang="en-US" dirty="0" err="1"/>
              <a:t>og</a:t>
            </a:r>
            <a:r>
              <a:rPr lang="en-US" dirty="0"/>
              <a:t> sparse (BM25/keyword) retrieval </a:t>
            </a:r>
            <a:r>
              <a:rPr lang="en-US" dirty="0" err="1"/>
              <a:t>kombineres</a:t>
            </a:r>
            <a:r>
              <a:rPr lang="en-US" dirty="0"/>
              <a:t> </a:t>
            </a:r>
            <a:r>
              <a:rPr lang="en-US" dirty="0" err="1"/>
              <a:t>og</a:t>
            </a:r>
            <a:r>
              <a:rPr lang="en-US" dirty="0"/>
              <a:t> re-</a:t>
            </a:r>
            <a:r>
              <a:rPr lang="en-US" dirty="0" err="1"/>
              <a:t>rankes</a:t>
            </a:r>
            <a:r>
              <a:rPr lang="en-US" dirty="0"/>
              <a:t> med </a:t>
            </a:r>
            <a:r>
              <a:rPr lang="en-US" dirty="0" err="1"/>
              <a:t>en</a:t>
            </a:r>
            <a:r>
              <a:rPr lang="en-US" dirty="0"/>
              <a:t> cross-encoder. Det er robust </a:t>
            </a:r>
            <a:r>
              <a:rPr lang="en-US" dirty="0" err="1"/>
              <a:t>overfor</a:t>
            </a:r>
            <a:r>
              <a:rPr lang="en-US" dirty="0"/>
              <a:t> </a:t>
            </a:r>
            <a:r>
              <a:rPr lang="en-US" dirty="0" err="1"/>
              <a:t>præcise</a:t>
            </a:r>
            <a:r>
              <a:rPr lang="en-US" dirty="0"/>
              <a:t> termer (</a:t>
            </a:r>
            <a:r>
              <a:rPr lang="en-US" dirty="0" err="1"/>
              <a:t>akronymer</a:t>
            </a:r>
            <a:r>
              <a:rPr lang="en-US" dirty="0"/>
              <a:t>, </a:t>
            </a:r>
            <a:r>
              <a:rPr lang="en-US" dirty="0" err="1"/>
              <a:t>egennavne</a:t>
            </a:r>
            <a:r>
              <a:rPr lang="en-US" dirty="0"/>
              <a:t>, </a:t>
            </a:r>
            <a:r>
              <a:rPr lang="en-US" dirty="0" err="1"/>
              <a:t>klassifikationskoder</a:t>
            </a:r>
            <a:r>
              <a:rPr lang="en-US" dirty="0"/>
              <a:t>) </a:t>
            </a:r>
            <a:r>
              <a:rPr lang="en-US" dirty="0" err="1"/>
              <a:t>som</a:t>
            </a:r>
            <a:r>
              <a:rPr lang="en-US" dirty="0"/>
              <a:t> ren vector search </a:t>
            </a:r>
            <a:r>
              <a:rPr lang="en-US" dirty="0" err="1"/>
              <a:t>systematisk</a:t>
            </a:r>
            <a:r>
              <a:rPr lang="en-US" dirty="0"/>
              <a:t> </a:t>
            </a:r>
            <a:r>
              <a:rPr lang="en-US" dirty="0" err="1"/>
              <a:t>misser</a:t>
            </a:r>
            <a:r>
              <a:rPr lang="en-US" dirty="0"/>
              <a:t>, </a:t>
            </a:r>
            <a:r>
              <a:rPr lang="en-US" dirty="0" err="1"/>
              <a:t>og</a:t>
            </a:r>
            <a:r>
              <a:rPr lang="en-US" dirty="0"/>
              <a:t> </a:t>
            </a:r>
            <a:r>
              <a:rPr lang="en-US" dirty="0" err="1"/>
              <a:t>som</a:t>
            </a:r>
            <a:r>
              <a:rPr lang="en-US" dirty="0"/>
              <a:t> er </a:t>
            </a:r>
            <a:r>
              <a:rPr lang="en-US" dirty="0" err="1"/>
              <a:t>særligt</a:t>
            </a:r>
            <a:r>
              <a:rPr lang="en-US" dirty="0"/>
              <a:t> </a:t>
            </a:r>
            <a:r>
              <a:rPr lang="en-US" dirty="0" err="1"/>
              <a:t>hyppige</a:t>
            </a:r>
            <a:r>
              <a:rPr lang="en-US" dirty="0"/>
              <a:t> </a:t>
            </a:r>
            <a:r>
              <a:rPr lang="en-US" dirty="0" err="1"/>
              <a:t>i</a:t>
            </a:r>
            <a:r>
              <a:rPr lang="en-US" dirty="0"/>
              <a:t> </a:t>
            </a:r>
            <a:r>
              <a:rPr lang="en-US" dirty="0" err="1"/>
              <a:t>forsvars</a:t>
            </a:r>
            <a:r>
              <a:rPr lang="en-US" dirty="0"/>
              <a:t>- </a:t>
            </a:r>
            <a:r>
              <a:rPr lang="en-US" dirty="0" err="1"/>
              <a:t>og</a:t>
            </a:r>
            <a:r>
              <a:rPr lang="en-US" dirty="0"/>
              <a:t> </a:t>
            </a:r>
            <a:r>
              <a:rPr lang="en-US" dirty="0" err="1"/>
              <a:t>myndighedsdokumenter</a:t>
            </a:r>
            <a:r>
              <a:rPr lang="en-US" dirty="0"/>
              <a:t>.</a:t>
            </a:r>
          </a:p>
          <a:p>
            <a:pPr lvl="1">
              <a:spcBef>
                <a:spcPts val="0"/>
              </a:spcBef>
              <a:spcAft>
                <a:spcPts val="600"/>
              </a:spcAft>
            </a:pPr>
            <a:r>
              <a:rPr lang="en-US" b="1" dirty="0" err="1"/>
              <a:t>Strukturerede</a:t>
            </a:r>
            <a:r>
              <a:rPr lang="en-US" b="1" dirty="0"/>
              <a:t> </a:t>
            </a:r>
            <a:r>
              <a:rPr lang="en-US" b="1" dirty="0" err="1"/>
              <a:t>opslag</a:t>
            </a:r>
            <a:r>
              <a:rPr lang="en-US" b="1" dirty="0"/>
              <a:t>:</a:t>
            </a:r>
            <a:r>
              <a:rPr lang="en-US" dirty="0"/>
              <a:t> SQL/NoSQL-</a:t>
            </a:r>
            <a:r>
              <a:rPr lang="en-US" dirty="0" err="1"/>
              <a:t>kald</a:t>
            </a:r>
            <a:r>
              <a:rPr lang="en-US" dirty="0"/>
              <a:t>, metadata-</a:t>
            </a:r>
            <a:r>
              <a:rPr lang="en-US" dirty="0" err="1"/>
              <a:t>filtrering</a:t>
            </a:r>
            <a:r>
              <a:rPr lang="en-US" dirty="0"/>
              <a:t> </a:t>
            </a:r>
            <a:r>
              <a:rPr lang="en-US" dirty="0" err="1"/>
              <a:t>og</a:t>
            </a:r>
            <a:r>
              <a:rPr lang="en-US" dirty="0"/>
              <a:t> interne API-</a:t>
            </a:r>
            <a:r>
              <a:rPr lang="en-US" dirty="0" err="1"/>
              <a:t>kald</a:t>
            </a:r>
            <a:r>
              <a:rPr lang="en-US" dirty="0"/>
              <a:t> </a:t>
            </a:r>
            <a:r>
              <a:rPr lang="en-US" dirty="0" err="1"/>
              <a:t>som</a:t>
            </a:r>
            <a:r>
              <a:rPr lang="en-US" dirty="0"/>
              <a:t> tools </a:t>
            </a:r>
            <a:r>
              <a:rPr lang="en-US" dirty="0" err="1"/>
              <a:t>ved</a:t>
            </a:r>
            <a:r>
              <a:rPr lang="en-US" dirty="0"/>
              <a:t> </a:t>
            </a:r>
            <a:r>
              <a:rPr lang="en-US" dirty="0" err="1"/>
              <a:t>siden</a:t>
            </a:r>
            <a:r>
              <a:rPr lang="en-US" dirty="0"/>
              <a:t> </a:t>
            </a:r>
            <a:r>
              <a:rPr lang="en-US" dirty="0" err="1"/>
              <a:t>af</a:t>
            </a:r>
            <a:r>
              <a:rPr lang="en-US" dirty="0"/>
              <a:t> </a:t>
            </a:r>
            <a:r>
              <a:rPr lang="en-US" dirty="0" err="1"/>
              <a:t>dokumentretrieval</a:t>
            </a:r>
            <a:r>
              <a:rPr lang="en-US" dirty="0"/>
              <a:t>, </a:t>
            </a:r>
            <a:r>
              <a:rPr lang="en-US" dirty="0" err="1"/>
              <a:t>fordi</a:t>
            </a:r>
            <a:r>
              <a:rPr lang="en-US" dirty="0"/>
              <a:t> </a:t>
            </a:r>
            <a:r>
              <a:rPr lang="en-US" dirty="0" err="1"/>
              <a:t>svaret</a:t>
            </a:r>
            <a:r>
              <a:rPr lang="en-US" dirty="0"/>
              <a:t> </a:t>
            </a:r>
            <a:r>
              <a:rPr lang="en-US" dirty="0" err="1"/>
              <a:t>ofte</a:t>
            </a:r>
            <a:r>
              <a:rPr lang="en-US" dirty="0"/>
              <a:t> </a:t>
            </a:r>
            <a:r>
              <a:rPr lang="en-US" dirty="0" err="1"/>
              <a:t>ikke</a:t>
            </a:r>
            <a:r>
              <a:rPr lang="en-US" dirty="0"/>
              <a:t> ligger </a:t>
            </a:r>
            <a:r>
              <a:rPr lang="en-US" dirty="0" err="1"/>
              <a:t>i</a:t>
            </a:r>
            <a:r>
              <a:rPr lang="en-US" dirty="0"/>
              <a:t> </a:t>
            </a:r>
            <a:r>
              <a:rPr lang="en-US" dirty="0" err="1"/>
              <a:t>fritekst</a:t>
            </a:r>
            <a:r>
              <a:rPr lang="en-US" dirty="0"/>
              <a:t>.</a:t>
            </a:r>
          </a:p>
          <a:p>
            <a:pPr lvl="1">
              <a:spcBef>
                <a:spcPts val="0"/>
              </a:spcBef>
              <a:spcAft>
                <a:spcPts val="600"/>
              </a:spcAft>
            </a:pPr>
            <a:r>
              <a:rPr lang="en-US" b="1" dirty="0" err="1"/>
              <a:t>Iterativ</a:t>
            </a:r>
            <a:r>
              <a:rPr lang="en-US" b="1" dirty="0"/>
              <a:t> retrieval:</a:t>
            </a:r>
            <a:r>
              <a:rPr lang="en-US" dirty="0"/>
              <a:t> </a:t>
            </a:r>
            <a:r>
              <a:rPr lang="en-US" dirty="0" err="1"/>
              <a:t>agenten</a:t>
            </a:r>
            <a:r>
              <a:rPr lang="en-US" dirty="0"/>
              <a:t> </a:t>
            </a:r>
            <a:r>
              <a:rPr lang="en-US" dirty="0" err="1"/>
              <a:t>vurderer</a:t>
            </a:r>
            <a:r>
              <a:rPr lang="en-US" dirty="0"/>
              <a:t> </a:t>
            </a:r>
            <a:r>
              <a:rPr lang="en-US" dirty="0" err="1"/>
              <a:t>egne</a:t>
            </a:r>
            <a:r>
              <a:rPr lang="en-US" dirty="0"/>
              <a:t> </a:t>
            </a:r>
            <a:r>
              <a:rPr lang="en-US" dirty="0" err="1"/>
              <a:t>resultaters</a:t>
            </a:r>
            <a:r>
              <a:rPr lang="en-US" dirty="0"/>
              <a:t> </a:t>
            </a:r>
            <a:r>
              <a:rPr lang="en-US" dirty="0" err="1"/>
              <a:t>kvalitet</a:t>
            </a:r>
            <a:r>
              <a:rPr lang="en-US" dirty="0"/>
              <a:t> </a:t>
            </a:r>
            <a:r>
              <a:rPr lang="en-US" dirty="0" err="1"/>
              <a:t>og</a:t>
            </a:r>
            <a:r>
              <a:rPr lang="en-US" dirty="0"/>
              <a:t> </a:t>
            </a:r>
            <a:r>
              <a:rPr lang="en-US" dirty="0" err="1"/>
              <a:t>beslutter</a:t>
            </a:r>
            <a:r>
              <a:rPr lang="en-US" dirty="0"/>
              <a:t> om der </a:t>
            </a:r>
            <a:r>
              <a:rPr lang="en-US" dirty="0" err="1"/>
              <a:t>skal</a:t>
            </a:r>
            <a:r>
              <a:rPr lang="en-US" dirty="0"/>
              <a:t> </a:t>
            </a:r>
            <a:r>
              <a:rPr lang="en-US" dirty="0" err="1"/>
              <a:t>søges</a:t>
            </a:r>
            <a:r>
              <a:rPr lang="en-US" dirty="0"/>
              <a:t> </a:t>
            </a:r>
            <a:r>
              <a:rPr lang="en-US" dirty="0" err="1"/>
              <a:t>yderligere</a:t>
            </a:r>
            <a:r>
              <a:rPr lang="en-US" dirty="0"/>
              <a:t>, </a:t>
            </a:r>
            <a:r>
              <a:rPr lang="en-US" dirty="0" err="1"/>
              <a:t>reformuleres</a:t>
            </a:r>
            <a:r>
              <a:rPr lang="en-US" dirty="0"/>
              <a:t>, </a:t>
            </a:r>
            <a:r>
              <a:rPr lang="en-US" dirty="0" err="1"/>
              <a:t>eller</a:t>
            </a:r>
            <a:r>
              <a:rPr lang="en-US" dirty="0"/>
              <a:t> om </a:t>
            </a:r>
            <a:r>
              <a:rPr lang="en-US" dirty="0" err="1"/>
              <a:t>grundlaget</a:t>
            </a:r>
            <a:r>
              <a:rPr lang="en-US" dirty="0"/>
              <a:t> er </a:t>
            </a:r>
            <a:r>
              <a:rPr lang="en-US" dirty="0" err="1"/>
              <a:t>tilstrækkeligt</a:t>
            </a:r>
            <a:r>
              <a:rPr lang="en-US" dirty="0"/>
              <a:t>. Det er </a:t>
            </a:r>
            <a:r>
              <a:rPr lang="en-US" dirty="0" err="1"/>
              <a:t>denne</a:t>
            </a:r>
            <a:r>
              <a:rPr lang="en-US" dirty="0"/>
              <a:t> </a:t>
            </a:r>
            <a:r>
              <a:rPr lang="en-US" dirty="0" err="1"/>
              <a:t>løkke</a:t>
            </a:r>
            <a:r>
              <a:rPr lang="en-US" dirty="0"/>
              <a:t> der </a:t>
            </a:r>
            <a:r>
              <a:rPr lang="en-US" dirty="0" err="1"/>
              <a:t>adskiller</a:t>
            </a:r>
            <a:r>
              <a:rPr lang="en-US" dirty="0"/>
              <a:t> agentic search </a:t>
            </a:r>
            <a:r>
              <a:rPr lang="en-US" err="1"/>
              <a:t>fra</a:t>
            </a:r>
            <a:r>
              <a:rPr lang="en-US" dirty="0"/>
              <a:t> et fast pipeline-</a:t>
            </a:r>
            <a:r>
              <a:rPr lang="en-US" dirty="0" err="1"/>
              <a:t>kald</a:t>
            </a:r>
            <a:r>
              <a:rPr lang="en-US" dirty="0"/>
              <a:t>.</a:t>
            </a:r>
          </a:p>
          <a:p>
            <a:pPr marL="0" indent="0">
              <a:spcBef>
                <a:spcPts val="0"/>
              </a:spcBef>
              <a:spcAft>
                <a:spcPts val="300"/>
              </a:spcAft>
              <a:buNone/>
            </a:pPr>
            <a:endParaRPr lang="en-US" b="1" dirty="0"/>
          </a:p>
          <a:p>
            <a:pPr marL="0" indent="0">
              <a:spcBef>
                <a:spcPts val="0"/>
              </a:spcBef>
              <a:spcAft>
                <a:spcPts val="300"/>
              </a:spcAft>
              <a:buNone/>
            </a:pPr>
            <a:r>
              <a:rPr lang="en-US" b="1" dirty="0"/>
              <a:t>Permission-aware retrieval</a:t>
            </a:r>
            <a:endParaRPr lang="en-US" dirty="0"/>
          </a:p>
          <a:p>
            <a:pPr>
              <a:spcBef>
                <a:spcPts val="0"/>
              </a:spcBef>
              <a:spcAft>
                <a:spcPts val="300"/>
              </a:spcAft>
            </a:pPr>
            <a:r>
              <a:rPr lang="en-US" dirty="0"/>
              <a:t>Uanset strategi er </a:t>
            </a:r>
            <a:r>
              <a:rPr lang="en-US" dirty="0" err="1"/>
              <a:t>adgangskontrol</a:t>
            </a:r>
            <a:r>
              <a:rPr lang="en-US" dirty="0"/>
              <a:t> et </a:t>
            </a:r>
            <a:r>
              <a:rPr lang="en-US" dirty="0" err="1"/>
              <a:t>hårdt</a:t>
            </a:r>
            <a:r>
              <a:rPr lang="en-US" dirty="0"/>
              <a:t> </a:t>
            </a:r>
            <a:r>
              <a:rPr lang="en-US" err="1"/>
              <a:t>krav</a:t>
            </a:r>
            <a:r>
              <a:rPr lang="en-US" dirty="0"/>
              <a:t>: </a:t>
            </a:r>
            <a:r>
              <a:rPr lang="en-US" dirty="0" err="1"/>
              <a:t>brugeren</a:t>
            </a:r>
            <a:r>
              <a:rPr lang="en-US" dirty="0"/>
              <a:t> ser </a:t>
            </a:r>
            <a:r>
              <a:rPr lang="en-US" dirty="0" err="1"/>
              <a:t>kun</a:t>
            </a:r>
            <a:r>
              <a:rPr lang="en-US" dirty="0"/>
              <a:t> det, de er </a:t>
            </a:r>
            <a:r>
              <a:rPr lang="en-US" dirty="0" err="1"/>
              <a:t>autoriseret</a:t>
            </a:r>
            <a:r>
              <a:rPr lang="en-US" dirty="0"/>
              <a:t> </a:t>
            </a:r>
            <a:r>
              <a:rPr lang="en-US" dirty="0" err="1"/>
              <a:t>til</a:t>
            </a:r>
            <a:r>
              <a:rPr lang="en-US" dirty="0"/>
              <a:t>. RBAC/ABAC-</a:t>
            </a:r>
            <a:r>
              <a:rPr lang="en-US" dirty="0" err="1"/>
              <a:t>filtrering</a:t>
            </a:r>
            <a:r>
              <a:rPr lang="en-US" dirty="0"/>
              <a:t> </a:t>
            </a:r>
            <a:r>
              <a:rPr lang="en-US" dirty="0" err="1"/>
              <a:t>sker</a:t>
            </a:r>
            <a:r>
              <a:rPr lang="en-US" dirty="0"/>
              <a:t> </a:t>
            </a:r>
            <a:r>
              <a:rPr lang="en-US" dirty="0" err="1"/>
              <a:t>i</a:t>
            </a:r>
            <a:r>
              <a:rPr lang="en-US" dirty="0"/>
              <a:t> retrieval-</a:t>
            </a:r>
            <a:r>
              <a:rPr lang="en-US" dirty="0" err="1"/>
              <a:t>laget</a:t>
            </a:r>
            <a:r>
              <a:rPr lang="en-US" dirty="0"/>
              <a:t> </a:t>
            </a:r>
            <a:r>
              <a:rPr lang="en-US" dirty="0" err="1"/>
              <a:t>og</a:t>
            </a:r>
            <a:r>
              <a:rPr lang="en-US" dirty="0"/>
              <a:t> er </a:t>
            </a:r>
            <a:r>
              <a:rPr lang="en-US" dirty="0" err="1"/>
              <a:t>testbar</a:t>
            </a:r>
            <a:r>
              <a:rPr lang="en-US" dirty="0"/>
              <a:t> </a:t>
            </a:r>
            <a:r>
              <a:rPr lang="en-US" dirty="0" err="1"/>
              <a:t>som</a:t>
            </a:r>
            <a:r>
              <a:rPr lang="en-US" dirty="0"/>
              <a:t> del </a:t>
            </a:r>
            <a:r>
              <a:rPr lang="en-US" dirty="0" err="1"/>
              <a:t>af</a:t>
            </a:r>
            <a:r>
              <a:rPr lang="en-US" dirty="0"/>
              <a:t> </a:t>
            </a:r>
            <a:r>
              <a:rPr lang="en-US" dirty="0" err="1"/>
              <a:t>evalueringsharness</a:t>
            </a:r>
            <a:r>
              <a:rPr lang="en-US" dirty="0"/>
              <a:t>.</a:t>
            </a:r>
          </a:p>
          <a:p>
            <a:pPr>
              <a:spcBef>
                <a:spcPts val="0"/>
              </a:spcBef>
              <a:spcAft>
                <a:spcPts val="300"/>
              </a:spcAft>
            </a:pPr>
            <a:endParaRPr lang="en-US" dirty="0"/>
          </a:p>
          <a:p>
            <a:pPr marL="0" indent="0">
              <a:spcBef>
                <a:spcPts val="0"/>
              </a:spcBef>
              <a:spcAft>
                <a:spcPts val="300"/>
              </a:spcAft>
              <a:buNone/>
            </a:pPr>
            <a:r>
              <a:rPr lang="en-US" b="1" dirty="0" err="1"/>
              <a:t>Evaluering</a:t>
            </a:r>
            <a:r>
              <a:rPr lang="en-US" b="1" dirty="0"/>
              <a:t> </a:t>
            </a:r>
            <a:r>
              <a:rPr lang="en-US" b="1" dirty="0" err="1"/>
              <a:t>og</a:t>
            </a:r>
            <a:r>
              <a:rPr lang="en-US" b="1" dirty="0"/>
              <a:t> ingestion </a:t>
            </a:r>
            <a:r>
              <a:rPr lang="en-US" b="1" dirty="0" err="1"/>
              <a:t>som</a:t>
            </a:r>
            <a:r>
              <a:rPr lang="en-US" b="1" dirty="0"/>
              <a:t> </a:t>
            </a:r>
            <a:r>
              <a:rPr lang="en-US" b="1" dirty="0" err="1"/>
              <a:t>driftsopgaver</a:t>
            </a:r>
            <a:endParaRPr lang="en-US" b="1" dirty="0"/>
          </a:p>
          <a:p>
            <a:pPr>
              <a:spcBef>
                <a:spcPts val="0"/>
              </a:spcBef>
              <a:spcAft>
                <a:spcPts val="300"/>
              </a:spcAft>
            </a:pPr>
            <a:r>
              <a:rPr lang="en-US" dirty="0"/>
              <a:t>Et retrieval-system er </a:t>
            </a:r>
            <a:r>
              <a:rPr lang="en-US" dirty="0" err="1"/>
              <a:t>ikke</a:t>
            </a:r>
            <a:r>
              <a:rPr lang="en-US" dirty="0"/>
              <a:t> </a:t>
            </a:r>
            <a:r>
              <a:rPr lang="en-US" dirty="0" err="1"/>
              <a:t>bedre</a:t>
            </a:r>
            <a:r>
              <a:rPr lang="en-US" dirty="0"/>
              <a:t> end det data det </a:t>
            </a:r>
            <a:r>
              <a:rPr lang="en-US" dirty="0" err="1"/>
              <a:t>søger</a:t>
            </a:r>
            <a:r>
              <a:rPr lang="en-US" dirty="0"/>
              <a:t> </a:t>
            </a:r>
            <a:r>
              <a:rPr lang="en-US" dirty="0" err="1"/>
              <a:t>i</a:t>
            </a:r>
            <a:r>
              <a:rPr lang="en-US" dirty="0"/>
              <a:t>. Vi designer </a:t>
            </a:r>
            <a:r>
              <a:rPr lang="en-US" dirty="0" err="1"/>
              <a:t>begge</a:t>
            </a:r>
            <a:r>
              <a:rPr lang="en-US" dirty="0"/>
              <a:t> dele </a:t>
            </a:r>
            <a:r>
              <a:rPr lang="en-US" dirty="0" err="1"/>
              <a:t>som</a:t>
            </a:r>
            <a:r>
              <a:rPr lang="en-US" dirty="0"/>
              <a:t> </a:t>
            </a:r>
            <a:r>
              <a:rPr lang="en-US" dirty="0" err="1"/>
              <a:t>driftsopgaver</a:t>
            </a:r>
            <a:r>
              <a:rPr lang="en-US" dirty="0"/>
              <a:t>: </a:t>
            </a:r>
            <a:r>
              <a:rPr lang="en-US" dirty="0" err="1"/>
              <a:t>automatiserede</a:t>
            </a:r>
            <a:r>
              <a:rPr lang="en-US" dirty="0"/>
              <a:t> </a:t>
            </a:r>
            <a:r>
              <a:rPr lang="en-US" dirty="0" err="1"/>
              <a:t>evalueringsmetrikker</a:t>
            </a:r>
            <a:r>
              <a:rPr lang="en-US" dirty="0"/>
              <a:t> (precision/recall </a:t>
            </a:r>
            <a:r>
              <a:rPr lang="en-US" dirty="0" err="1"/>
              <a:t>på</a:t>
            </a:r>
            <a:r>
              <a:rPr lang="en-US" dirty="0"/>
              <a:t> golden Q/A </a:t>
            </a:r>
            <a:r>
              <a:rPr lang="en-US" dirty="0" err="1"/>
              <a:t>sæt</a:t>
            </a:r>
            <a:r>
              <a:rPr lang="en-US" dirty="0"/>
              <a:t>, citation correctness, hallucination-rate), </a:t>
            </a:r>
            <a:r>
              <a:rPr lang="en-US" dirty="0" err="1"/>
              <a:t>og</a:t>
            </a:r>
            <a:r>
              <a:rPr lang="en-US" dirty="0"/>
              <a:t> </a:t>
            </a:r>
            <a:r>
              <a:rPr lang="en-US" dirty="0" err="1"/>
              <a:t>en</a:t>
            </a:r>
            <a:r>
              <a:rPr lang="en-US" dirty="0"/>
              <a:t> ingestion-pipeline med </a:t>
            </a:r>
            <a:r>
              <a:rPr lang="en-US" dirty="0" err="1"/>
              <a:t>dokumenttypespecifik</a:t>
            </a:r>
            <a:r>
              <a:rPr lang="en-US" dirty="0"/>
              <a:t> chunking, metadata-</a:t>
            </a:r>
            <a:r>
              <a:rPr lang="en-US" dirty="0" err="1"/>
              <a:t>berigelse</a:t>
            </a:r>
            <a:r>
              <a:rPr lang="en-US" dirty="0"/>
              <a:t> </a:t>
            </a:r>
            <a:r>
              <a:rPr lang="en-US" dirty="0" err="1"/>
              <a:t>og</a:t>
            </a:r>
            <a:r>
              <a:rPr lang="en-US" dirty="0"/>
              <a:t> </a:t>
            </a:r>
            <a:r>
              <a:rPr lang="en-US" dirty="0" err="1"/>
              <a:t>versionsstyret</a:t>
            </a:r>
            <a:r>
              <a:rPr lang="en-US" dirty="0"/>
              <a:t> </a:t>
            </a:r>
            <a:r>
              <a:rPr lang="en-US" dirty="0" err="1"/>
              <a:t>indeks</a:t>
            </a:r>
            <a:r>
              <a:rPr lang="en-US" dirty="0"/>
              <a:t> med rollback.</a:t>
            </a:r>
          </a:p>
          <a:p>
            <a:pPr marL="0" indent="0">
              <a:spcBef>
                <a:spcPts val="0"/>
              </a:spcBef>
              <a:spcAft>
                <a:spcPts val="300"/>
              </a:spcAft>
              <a:buNone/>
            </a:pPr>
            <a:endParaRPr lang="en-US" dirty="0"/>
          </a:p>
          <a:p>
            <a:pPr marL="0" indent="0">
              <a:spcBef>
                <a:spcPts val="0"/>
              </a:spcBef>
              <a:spcAft>
                <a:spcPts val="300"/>
              </a:spcAft>
              <a:buNone/>
            </a:pPr>
            <a:endParaRPr lang="en-US" dirty="0"/>
          </a:p>
        </p:txBody>
      </p:sp>
      <p:sp>
        <p:nvSpPr>
          <p:cNvPr id="5" name="Pladsholder til sidefod 4">
            <a:extLst>
              <a:ext uri="{FF2B5EF4-FFF2-40B4-BE49-F238E27FC236}">
                <a16:creationId xmlns:a16="http://schemas.microsoft.com/office/drawing/2014/main" id="{3EAB3A2C-70E9-0C5E-AF7A-0E6ABF55A829}"/>
              </a:ext>
            </a:extLst>
          </p:cNvPr>
          <p:cNvSpPr>
            <a:spLocks noGrp="1"/>
          </p:cNvSpPr>
          <p:nvPr>
            <p:ph type="ftr" sz="quarter" idx="3"/>
          </p:nvPr>
        </p:nvSpPr>
        <p:spPr/>
        <p:txBody>
          <a:bodyPr/>
          <a:lstStyle/>
          <a:p>
            <a:endParaRPr lang="en-GB"/>
          </a:p>
        </p:txBody>
      </p:sp>
    </p:spTree>
    <p:extLst>
      <p:ext uri="{BB962C8B-B14F-4D97-AF65-F5344CB8AC3E}">
        <p14:creationId xmlns:p14="http://schemas.microsoft.com/office/powerpoint/2010/main" val="9148997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E9C6C-6E9D-2DAF-BAE1-4DFF00D83C5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BFEB1F5-3DAF-8F80-523B-1ACB183A306F}"/>
              </a:ext>
            </a:extLst>
          </p:cNvPr>
          <p:cNvSpPr>
            <a:spLocks noGrp="1"/>
          </p:cNvSpPr>
          <p:nvPr>
            <p:ph type="title"/>
          </p:nvPr>
        </p:nvSpPr>
        <p:spPr/>
        <p:txBody>
          <a:bodyPr/>
          <a:lstStyle/>
          <a:p>
            <a:r>
              <a:rPr lang="da-DK" sz="1800" b="1"/>
              <a:t>K-2.K-4 LLM-teknologi</a:t>
            </a:r>
            <a:br>
              <a:rPr lang="da-DK" sz="1800"/>
            </a:br>
            <a:r>
              <a:rPr lang="da-DK" sz="1800"/>
              <a:t>Skal have erfaring med design og implementering af data pipelines for </a:t>
            </a:r>
            <a:r>
              <a:rPr lang="da-DK" sz="1800" err="1"/>
              <a:t>Retrieval-Augmented</a:t>
            </a:r>
            <a:r>
              <a:rPr lang="da-DK" sz="1800"/>
              <a:t> Generation (RAG)</a:t>
            </a:r>
          </a:p>
        </p:txBody>
      </p:sp>
      <p:sp>
        <p:nvSpPr>
          <p:cNvPr id="3" name="Pladsholder til tekst 2">
            <a:extLst>
              <a:ext uri="{FF2B5EF4-FFF2-40B4-BE49-F238E27FC236}">
                <a16:creationId xmlns:a16="http://schemas.microsoft.com/office/drawing/2014/main" id="{06545C25-40B6-7424-CDA3-79CB2DF1A11B}"/>
              </a:ext>
            </a:extLst>
          </p:cNvPr>
          <p:cNvSpPr>
            <a:spLocks noGrp="1"/>
          </p:cNvSpPr>
          <p:nvPr>
            <p:ph type="body" sz="quarter" idx="12"/>
          </p:nvPr>
        </p:nvSpPr>
        <p:spPr/>
        <p:txBody>
          <a:bodyPr/>
          <a:lstStyle/>
          <a:p>
            <a:r>
              <a:rPr lang="en-US" dirty="0"/>
              <a:t>4. </a:t>
            </a:r>
            <a:r>
              <a:rPr lang="en-US"/>
              <a:t>krav</a:t>
            </a:r>
            <a:endParaRPr lang="da-DK" dirty="0"/>
          </a:p>
        </p:txBody>
      </p:sp>
      <p:sp>
        <p:nvSpPr>
          <p:cNvPr id="4" name="Pladsholder til tekst 3">
            <a:extLst>
              <a:ext uri="{FF2B5EF4-FFF2-40B4-BE49-F238E27FC236}">
                <a16:creationId xmlns:a16="http://schemas.microsoft.com/office/drawing/2014/main" id="{334F6A34-3CE9-28D2-E72F-9D910DE787BF}"/>
              </a:ext>
            </a:extLst>
          </p:cNvPr>
          <p:cNvSpPr>
            <a:spLocks noGrp="1"/>
          </p:cNvSpPr>
          <p:nvPr>
            <p:ph type="body" sz="quarter" idx="13"/>
          </p:nvPr>
        </p:nvSpPr>
        <p:spPr/>
        <p:txBody>
          <a:bodyPr/>
          <a:lstStyle/>
          <a:p>
            <a:pPr marL="0" indent="0">
              <a:buNone/>
            </a:pPr>
            <a:r>
              <a:rPr lang="en-US" b="1" dirty="0" err="1"/>
              <a:t>Konkrete</a:t>
            </a:r>
            <a:r>
              <a:rPr lang="en-US" b="1" dirty="0"/>
              <a:t> </a:t>
            </a:r>
            <a:r>
              <a:rPr lang="en-US" b="1" dirty="0" err="1"/>
              <a:t>leverancer</a:t>
            </a:r>
            <a:endParaRPr lang="en-US" dirty="0"/>
          </a:p>
          <a:p>
            <a:r>
              <a:rPr lang="en-US" dirty="0"/>
              <a:t>Retrieval-</a:t>
            </a:r>
            <a:r>
              <a:rPr lang="en-US" dirty="0" err="1"/>
              <a:t>arkitektur</a:t>
            </a:r>
            <a:r>
              <a:rPr lang="en-US" dirty="0"/>
              <a:t> med tool-</a:t>
            </a:r>
            <a:r>
              <a:rPr lang="en-US" dirty="0" err="1"/>
              <a:t>specifikation</a:t>
            </a:r>
            <a:r>
              <a:rPr lang="en-US" dirty="0"/>
              <a:t> </a:t>
            </a:r>
            <a:r>
              <a:rPr lang="en-US" dirty="0" err="1"/>
              <a:t>og</a:t>
            </a:r>
            <a:r>
              <a:rPr lang="en-US" dirty="0"/>
              <a:t> </a:t>
            </a:r>
            <a:r>
              <a:rPr lang="en-US" dirty="0" err="1"/>
              <a:t>begrundelse</a:t>
            </a:r>
            <a:r>
              <a:rPr lang="en-US" dirty="0"/>
              <a:t> for </a:t>
            </a:r>
            <a:r>
              <a:rPr lang="en-US" dirty="0" err="1"/>
              <a:t>valg</a:t>
            </a:r>
            <a:r>
              <a:rPr lang="en-US" dirty="0"/>
              <a:t>, hybrid </a:t>
            </a:r>
            <a:r>
              <a:rPr lang="en-US" dirty="0" err="1"/>
              <a:t>søge</a:t>
            </a:r>
            <a:r>
              <a:rPr lang="en-US" dirty="0"/>
              <a:t>-pipeline, </a:t>
            </a:r>
            <a:r>
              <a:rPr lang="en-US" dirty="0" err="1"/>
              <a:t>evalueringsharness</a:t>
            </a:r>
            <a:r>
              <a:rPr lang="en-US" dirty="0"/>
              <a:t> med </a:t>
            </a:r>
            <a:r>
              <a:rPr lang="en-US" dirty="0" err="1"/>
              <a:t>automatiserede</a:t>
            </a:r>
            <a:r>
              <a:rPr lang="en-US" dirty="0"/>
              <a:t> </a:t>
            </a:r>
            <a:r>
              <a:rPr lang="en-US" dirty="0" err="1"/>
              <a:t>metrikker</a:t>
            </a:r>
            <a:r>
              <a:rPr lang="en-US" dirty="0"/>
              <a:t>, permission-model </a:t>
            </a:r>
            <a:r>
              <a:rPr lang="en-US" dirty="0" err="1"/>
              <a:t>og</a:t>
            </a:r>
            <a:r>
              <a:rPr lang="en-US" dirty="0"/>
              <a:t> testcases, </a:t>
            </a:r>
            <a:r>
              <a:rPr lang="en-US" dirty="0" err="1"/>
              <a:t>dataengineered</a:t>
            </a:r>
            <a:r>
              <a:rPr lang="en-US" dirty="0"/>
              <a:t> ingestion pipelines.</a:t>
            </a:r>
          </a:p>
          <a:p>
            <a:endParaRPr lang="en-US" dirty="0"/>
          </a:p>
          <a:p>
            <a:pPr marL="0" indent="0">
              <a:buNone/>
            </a:pPr>
            <a:r>
              <a:rPr lang="en-US" b="1" dirty="0" err="1"/>
              <a:t>Dokumenteret</a:t>
            </a:r>
            <a:r>
              <a:rPr lang="en-US" b="1" dirty="0"/>
              <a:t> </a:t>
            </a:r>
            <a:r>
              <a:rPr lang="en-US" b="1" dirty="0" err="1"/>
              <a:t>erfaring</a:t>
            </a:r>
            <a:endParaRPr lang="en-US" dirty="0"/>
          </a:p>
          <a:p>
            <a:r>
              <a:rPr lang="en-US" dirty="0"/>
              <a:t>En international </a:t>
            </a:r>
            <a:r>
              <a:rPr lang="en-US" dirty="0" err="1"/>
              <a:t>faglig</a:t>
            </a:r>
            <a:r>
              <a:rPr lang="en-US" dirty="0"/>
              <a:t> </a:t>
            </a:r>
            <a:r>
              <a:rPr lang="en-US" dirty="0" err="1"/>
              <a:t>organisation</a:t>
            </a:r>
            <a:r>
              <a:rPr lang="en-US" dirty="0"/>
              <a:t> </a:t>
            </a:r>
            <a:r>
              <a:rPr lang="en-US" dirty="0" err="1"/>
              <a:t>inden</a:t>
            </a:r>
            <a:r>
              <a:rPr lang="en-US" dirty="0"/>
              <a:t> for </a:t>
            </a:r>
            <a:r>
              <a:rPr lang="en-US" dirty="0" err="1"/>
              <a:t>sundhedsvidenskab</a:t>
            </a:r>
            <a:r>
              <a:rPr lang="en-US" dirty="0"/>
              <a:t>: Multi-agent retrieval-</a:t>
            </a:r>
            <a:r>
              <a:rPr lang="en-US" dirty="0" err="1"/>
              <a:t>arkitektur</a:t>
            </a:r>
            <a:r>
              <a:rPr lang="en-US" dirty="0"/>
              <a:t> med model-</a:t>
            </a:r>
            <a:r>
              <a:rPr lang="en-US" dirty="0" err="1"/>
              <a:t>agnostisk</a:t>
            </a:r>
            <a:r>
              <a:rPr lang="en-US" dirty="0"/>
              <a:t> design. </a:t>
            </a:r>
            <a:r>
              <a:rPr lang="en-US" dirty="0" err="1"/>
              <a:t>Systemet</a:t>
            </a:r>
            <a:r>
              <a:rPr lang="en-US" dirty="0"/>
              <a:t> </a:t>
            </a:r>
            <a:r>
              <a:rPr lang="en-US" dirty="0" err="1"/>
              <a:t>håndterede</a:t>
            </a:r>
            <a:r>
              <a:rPr lang="en-US" dirty="0"/>
              <a:t> 8.000 </a:t>
            </a:r>
            <a:r>
              <a:rPr lang="en-US" dirty="0" err="1"/>
              <a:t>konferenceabstracts</a:t>
            </a:r>
            <a:r>
              <a:rPr lang="en-US" dirty="0"/>
              <a:t>, </a:t>
            </a:r>
            <a:r>
              <a:rPr lang="en-US" dirty="0" err="1"/>
              <a:t>reducerede</a:t>
            </a:r>
            <a:r>
              <a:rPr lang="en-US" dirty="0"/>
              <a:t> </a:t>
            </a:r>
            <a:r>
              <a:rPr lang="en-US" dirty="0" err="1"/>
              <a:t>mængden</a:t>
            </a:r>
            <a:r>
              <a:rPr lang="en-US" dirty="0"/>
              <a:t> </a:t>
            </a:r>
            <a:r>
              <a:rPr lang="en-US" dirty="0" err="1"/>
              <a:t>til</a:t>
            </a:r>
            <a:r>
              <a:rPr lang="en-US" dirty="0"/>
              <a:t> </a:t>
            </a:r>
            <a:r>
              <a:rPr lang="en-US" dirty="0" err="1"/>
              <a:t>manuel</a:t>
            </a:r>
            <a:r>
              <a:rPr lang="en-US" dirty="0"/>
              <a:t> review </a:t>
            </a:r>
            <a:r>
              <a:rPr lang="en-US" dirty="0" err="1"/>
              <a:t>fra</a:t>
            </a:r>
            <a:r>
              <a:rPr lang="en-US" dirty="0"/>
              <a:t> 8.000 </a:t>
            </a:r>
            <a:r>
              <a:rPr lang="en-US" dirty="0" err="1"/>
              <a:t>til</a:t>
            </a:r>
            <a:r>
              <a:rPr lang="en-US" dirty="0"/>
              <a:t> 300, </a:t>
            </a:r>
            <a:r>
              <a:rPr lang="en-US" dirty="0" err="1"/>
              <a:t>og</a:t>
            </a:r>
            <a:r>
              <a:rPr lang="en-US" dirty="0"/>
              <a:t> </a:t>
            </a:r>
            <a:r>
              <a:rPr lang="en-US" dirty="0" err="1"/>
              <a:t>overpræsterede</a:t>
            </a:r>
            <a:r>
              <a:rPr lang="en-US" dirty="0"/>
              <a:t> alle </a:t>
            </a:r>
            <a:r>
              <a:rPr lang="en-US" dirty="0" err="1"/>
              <a:t>benchmarkede</a:t>
            </a:r>
            <a:r>
              <a:rPr lang="en-US" dirty="0"/>
              <a:t> </a:t>
            </a:r>
            <a:r>
              <a:rPr lang="en-US" dirty="0" err="1"/>
              <a:t>kommercielle</a:t>
            </a:r>
            <a:r>
              <a:rPr lang="en-US" dirty="0"/>
              <a:t> </a:t>
            </a:r>
            <a:r>
              <a:rPr lang="en-US" dirty="0" err="1"/>
              <a:t>systemer</a:t>
            </a:r>
            <a:r>
              <a:rPr lang="en-US" dirty="0"/>
              <a:t>. Precision </a:t>
            </a:r>
            <a:r>
              <a:rPr lang="en-US" dirty="0" err="1"/>
              <a:t>og</a:t>
            </a:r>
            <a:r>
              <a:rPr lang="en-US" dirty="0"/>
              <a:t> recall </a:t>
            </a:r>
            <a:r>
              <a:rPr lang="en-US" dirty="0" err="1"/>
              <a:t>blev</a:t>
            </a:r>
            <a:r>
              <a:rPr lang="en-US" dirty="0"/>
              <a:t> </a:t>
            </a:r>
            <a:r>
              <a:rPr lang="en-US" dirty="0" err="1"/>
              <a:t>målt</a:t>
            </a:r>
            <a:r>
              <a:rPr lang="en-US" dirty="0"/>
              <a:t> </a:t>
            </a:r>
            <a:r>
              <a:rPr lang="en-US" dirty="0" err="1"/>
              <a:t>løbende</a:t>
            </a:r>
            <a:r>
              <a:rPr lang="en-US" dirty="0"/>
              <a:t> </a:t>
            </a:r>
            <a:r>
              <a:rPr lang="en-US" dirty="0" err="1"/>
              <a:t>og</a:t>
            </a:r>
            <a:r>
              <a:rPr lang="en-US" dirty="0"/>
              <a:t> </a:t>
            </a:r>
            <a:r>
              <a:rPr lang="en-US" dirty="0" err="1"/>
              <a:t>brugt</a:t>
            </a:r>
            <a:r>
              <a:rPr lang="en-US" dirty="0"/>
              <a:t> </a:t>
            </a:r>
            <a:r>
              <a:rPr lang="en-US" dirty="0" err="1"/>
              <a:t>aktivt</a:t>
            </a:r>
            <a:r>
              <a:rPr lang="en-US" dirty="0"/>
              <a:t> </a:t>
            </a:r>
            <a:r>
              <a:rPr lang="en-US" dirty="0" err="1"/>
              <a:t>til</a:t>
            </a:r>
            <a:r>
              <a:rPr lang="en-US" dirty="0"/>
              <a:t> at </a:t>
            </a:r>
            <a:r>
              <a:rPr lang="en-US" dirty="0" err="1"/>
              <a:t>justere</a:t>
            </a:r>
            <a:r>
              <a:rPr lang="en-US" dirty="0"/>
              <a:t> retrieval-</a:t>
            </a:r>
            <a:r>
              <a:rPr lang="en-US" dirty="0" err="1"/>
              <a:t>strategien</a:t>
            </a:r>
            <a:r>
              <a:rPr lang="en-US" dirty="0"/>
              <a:t>.</a:t>
            </a:r>
          </a:p>
          <a:p>
            <a:r>
              <a:rPr lang="en-US" dirty="0"/>
              <a:t>En </a:t>
            </a:r>
            <a:r>
              <a:rPr lang="en-US" dirty="0" err="1"/>
              <a:t>hollandsk</a:t>
            </a:r>
            <a:r>
              <a:rPr lang="en-US" dirty="0"/>
              <a:t> </a:t>
            </a:r>
            <a:r>
              <a:rPr lang="en-US" dirty="0" err="1"/>
              <a:t>virksomhed</a:t>
            </a:r>
            <a:r>
              <a:rPr lang="en-US" dirty="0"/>
              <a:t> </a:t>
            </a:r>
            <a:r>
              <a:rPr lang="en-US" dirty="0" err="1"/>
              <a:t>inden</a:t>
            </a:r>
            <a:r>
              <a:rPr lang="en-US" dirty="0"/>
              <a:t> for </a:t>
            </a:r>
            <a:r>
              <a:rPr lang="en-US" dirty="0" err="1"/>
              <a:t>forsikring</a:t>
            </a:r>
            <a:r>
              <a:rPr lang="en-US" dirty="0"/>
              <a:t> (</a:t>
            </a:r>
            <a:r>
              <a:rPr lang="en-US" dirty="0" err="1"/>
              <a:t>kundeserviceassistent</a:t>
            </a:r>
            <a:r>
              <a:rPr lang="en-US" dirty="0"/>
              <a:t>): Agentic multi-tool retrieval med </a:t>
            </a:r>
            <a:r>
              <a:rPr lang="en-US" dirty="0" err="1"/>
              <a:t>kombination</a:t>
            </a:r>
            <a:r>
              <a:rPr lang="en-US" dirty="0"/>
              <a:t> </a:t>
            </a:r>
            <a:r>
              <a:rPr lang="en-US" dirty="0" err="1"/>
              <a:t>af</a:t>
            </a:r>
            <a:r>
              <a:rPr lang="en-US" dirty="0"/>
              <a:t> </a:t>
            </a:r>
            <a:r>
              <a:rPr lang="en-US" dirty="0" err="1"/>
              <a:t>dokumentsøgning</a:t>
            </a:r>
            <a:r>
              <a:rPr lang="en-US" dirty="0"/>
              <a:t>, </a:t>
            </a:r>
            <a:r>
              <a:rPr lang="en-US" dirty="0" err="1"/>
              <a:t>strukturerede</a:t>
            </a:r>
            <a:r>
              <a:rPr lang="en-US" dirty="0"/>
              <a:t> </a:t>
            </a:r>
            <a:r>
              <a:rPr lang="en-US" dirty="0" err="1"/>
              <a:t>opslag</a:t>
            </a:r>
            <a:r>
              <a:rPr lang="en-US" dirty="0"/>
              <a:t> </a:t>
            </a:r>
            <a:r>
              <a:rPr lang="en-US" dirty="0" err="1"/>
              <a:t>og</a:t>
            </a:r>
            <a:r>
              <a:rPr lang="en-US" dirty="0"/>
              <a:t> </a:t>
            </a:r>
            <a:r>
              <a:rPr lang="en-US" dirty="0" err="1"/>
              <a:t>eskalationslogik</a:t>
            </a:r>
            <a:r>
              <a:rPr lang="en-US" dirty="0"/>
              <a:t> </a:t>
            </a:r>
            <a:r>
              <a:rPr lang="en-US" dirty="0" err="1"/>
              <a:t>baseret</a:t>
            </a:r>
            <a:r>
              <a:rPr lang="en-US" dirty="0"/>
              <a:t> </a:t>
            </a:r>
            <a:r>
              <a:rPr lang="en-US" dirty="0" err="1"/>
              <a:t>på</a:t>
            </a:r>
            <a:r>
              <a:rPr lang="en-US" dirty="0"/>
              <a:t> retrieval-</a:t>
            </a:r>
            <a:r>
              <a:rPr lang="en-US" dirty="0" err="1"/>
              <a:t>konfidens</a:t>
            </a:r>
            <a:r>
              <a:rPr lang="en-US" dirty="0"/>
              <a:t> — et </a:t>
            </a:r>
            <a:r>
              <a:rPr lang="en-US" dirty="0" err="1"/>
              <a:t>eksempel</a:t>
            </a:r>
            <a:r>
              <a:rPr lang="en-US" dirty="0"/>
              <a:t> </a:t>
            </a:r>
            <a:r>
              <a:rPr lang="en-US" dirty="0" err="1"/>
              <a:t>på</a:t>
            </a:r>
            <a:r>
              <a:rPr lang="en-US" dirty="0"/>
              <a:t> at det </a:t>
            </a:r>
            <a:r>
              <a:rPr lang="en-US" dirty="0" err="1"/>
              <a:t>rigtige</a:t>
            </a:r>
            <a:r>
              <a:rPr lang="en-US" dirty="0"/>
              <a:t> </a:t>
            </a:r>
            <a:r>
              <a:rPr lang="en-US" dirty="0" err="1"/>
              <a:t>svar</a:t>
            </a:r>
            <a:r>
              <a:rPr lang="en-US" dirty="0"/>
              <a:t> </a:t>
            </a:r>
            <a:r>
              <a:rPr lang="en-US" dirty="0" err="1"/>
              <a:t>ikke</a:t>
            </a:r>
            <a:r>
              <a:rPr lang="en-US" dirty="0"/>
              <a:t> </a:t>
            </a:r>
            <a:r>
              <a:rPr lang="en-US" dirty="0" err="1"/>
              <a:t>altid</a:t>
            </a:r>
            <a:r>
              <a:rPr lang="en-US" dirty="0"/>
              <a:t> ligger </a:t>
            </a:r>
            <a:r>
              <a:rPr lang="en-US" dirty="0" err="1"/>
              <a:t>i</a:t>
            </a:r>
            <a:r>
              <a:rPr lang="en-US" dirty="0"/>
              <a:t> </a:t>
            </a:r>
            <a:r>
              <a:rPr lang="en-US" dirty="0" err="1"/>
              <a:t>en</a:t>
            </a:r>
            <a:r>
              <a:rPr lang="en-US" dirty="0"/>
              <a:t> </a:t>
            </a:r>
            <a:r>
              <a:rPr lang="en-US" dirty="0" err="1"/>
              <a:t>tekstchunk</a:t>
            </a:r>
            <a:r>
              <a:rPr lang="en-US" dirty="0"/>
              <a:t>.</a:t>
            </a:r>
          </a:p>
          <a:p>
            <a:r>
              <a:rPr lang="en-US" dirty="0"/>
              <a:t>En </a:t>
            </a:r>
            <a:r>
              <a:rPr lang="en-US" dirty="0" err="1"/>
              <a:t>offentlig</a:t>
            </a:r>
            <a:r>
              <a:rPr lang="en-US" dirty="0"/>
              <a:t> </a:t>
            </a:r>
            <a:r>
              <a:rPr lang="en-US" dirty="0" err="1"/>
              <a:t>nordisk</a:t>
            </a:r>
            <a:r>
              <a:rPr lang="en-US" dirty="0"/>
              <a:t> </a:t>
            </a:r>
            <a:r>
              <a:rPr lang="en-US" dirty="0" err="1"/>
              <a:t>organisation</a:t>
            </a:r>
            <a:r>
              <a:rPr lang="en-US" dirty="0"/>
              <a:t>: Hybrid retrieval </a:t>
            </a:r>
            <a:r>
              <a:rPr lang="en-US" dirty="0" err="1"/>
              <a:t>forbundet</a:t>
            </a:r>
            <a:r>
              <a:rPr lang="en-US" dirty="0"/>
              <a:t> </a:t>
            </a:r>
            <a:r>
              <a:rPr lang="en-US" dirty="0" err="1"/>
              <a:t>til</a:t>
            </a:r>
            <a:r>
              <a:rPr lang="en-US" dirty="0"/>
              <a:t> interne </a:t>
            </a:r>
            <a:r>
              <a:rPr lang="en-US" dirty="0" err="1"/>
              <a:t>videnbaser</a:t>
            </a:r>
            <a:r>
              <a:rPr lang="en-US" dirty="0"/>
              <a:t> med </a:t>
            </a:r>
            <a:r>
              <a:rPr lang="en-US" dirty="0" err="1"/>
              <a:t>krav</a:t>
            </a:r>
            <a:r>
              <a:rPr lang="en-US" dirty="0"/>
              <a:t> om on-prem hosting, </a:t>
            </a:r>
            <a:r>
              <a:rPr lang="en-US" dirty="0" err="1"/>
              <a:t>dataafgrænsning</a:t>
            </a:r>
            <a:r>
              <a:rPr lang="en-US" dirty="0"/>
              <a:t> </a:t>
            </a:r>
            <a:r>
              <a:rPr lang="en-US" dirty="0" err="1"/>
              <a:t>og</a:t>
            </a:r>
            <a:r>
              <a:rPr lang="en-US" dirty="0"/>
              <a:t> intern </a:t>
            </a:r>
            <a:r>
              <a:rPr lang="en-US" dirty="0" err="1"/>
              <a:t>overtagelse</a:t>
            </a:r>
            <a:r>
              <a:rPr lang="en-US" dirty="0"/>
              <a:t> </a:t>
            </a:r>
            <a:r>
              <a:rPr lang="en-US" dirty="0" err="1"/>
              <a:t>af</a:t>
            </a:r>
            <a:r>
              <a:rPr lang="en-US" dirty="0"/>
              <a:t> drift </a:t>
            </a:r>
            <a:r>
              <a:rPr lang="en-US" dirty="0" err="1"/>
              <a:t>og</a:t>
            </a:r>
            <a:r>
              <a:rPr lang="en-US" dirty="0"/>
              <a:t> </a:t>
            </a:r>
            <a:r>
              <a:rPr lang="en-US" dirty="0" err="1"/>
              <a:t>videreudvikling</a:t>
            </a:r>
            <a:r>
              <a:rPr lang="en-US" dirty="0"/>
              <a:t>.</a:t>
            </a:r>
          </a:p>
          <a:p>
            <a:r>
              <a:rPr lang="en-US" dirty="0"/>
              <a:t>En </a:t>
            </a:r>
            <a:r>
              <a:rPr lang="en-US" dirty="0" err="1"/>
              <a:t>dansk</a:t>
            </a:r>
            <a:r>
              <a:rPr lang="en-US" dirty="0"/>
              <a:t> </a:t>
            </a:r>
            <a:r>
              <a:rPr lang="en-US" dirty="0" err="1"/>
              <a:t>virksomhed</a:t>
            </a:r>
            <a:r>
              <a:rPr lang="en-US" dirty="0"/>
              <a:t> (intern AI-</a:t>
            </a:r>
            <a:r>
              <a:rPr lang="en-US" dirty="0" err="1"/>
              <a:t>assistent</a:t>
            </a:r>
            <a:r>
              <a:rPr lang="en-US" dirty="0"/>
              <a:t>): Agentic "Chat with your documents"-system med permission-aware retrieval </a:t>
            </a:r>
            <a:r>
              <a:rPr lang="en-US" dirty="0" err="1"/>
              <a:t>og</a:t>
            </a:r>
            <a:r>
              <a:rPr lang="en-US" dirty="0"/>
              <a:t> on-premise deployment, </a:t>
            </a:r>
            <a:r>
              <a:rPr lang="en-US" dirty="0" err="1"/>
              <a:t>brugere</a:t>
            </a:r>
            <a:r>
              <a:rPr lang="en-US" dirty="0"/>
              <a:t> ser </a:t>
            </a:r>
            <a:r>
              <a:rPr lang="en-US" dirty="0" err="1"/>
              <a:t>kun</a:t>
            </a:r>
            <a:r>
              <a:rPr lang="en-US" dirty="0"/>
              <a:t> </a:t>
            </a:r>
            <a:r>
              <a:rPr lang="en-US" dirty="0" err="1"/>
              <a:t>dokumenter</a:t>
            </a:r>
            <a:r>
              <a:rPr lang="en-US" dirty="0"/>
              <a:t> de er </a:t>
            </a:r>
            <a:r>
              <a:rPr lang="en-US" dirty="0" err="1"/>
              <a:t>autoriseret</a:t>
            </a:r>
            <a:r>
              <a:rPr lang="en-US" dirty="0"/>
              <a:t> </a:t>
            </a:r>
            <a:r>
              <a:rPr lang="en-US" dirty="0" err="1"/>
              <a:t>til</a:t>
            </a:r>
            <a:r>
              <a:rPr lang="en-US" dirty="0"/>
              <a:t>.</a:t>
            </a:r>
            <a:br>
              <a:rPr lang="en-US" dirty="0"/>
            </a:br>
            <a:endParaRPr lang="en-US" dirty="0"/>
          </a:p>
        </p:txBody>
      </p:sp>
      <p:sp>
        <p:nvSpPr>
          <p:cNvPr id="5" name="Pladsholder til sidefod 4">
            <a:extLst>
              <a:ext uri="{FF2B5EF4-FFF2-40B4-BE49-F238E27FC236}">
                <a16:creationId xmlns:a16="http://schemas.microsoft.com/office/drawing/2014/main" id="{2BFBDBF8-9014-B3CD-2FA5-D21EB1F25814}"/>
              </a:ext>
            </a:extLst>
          </p:cNvPr>
          <p:cNvSpPr>
            <a:spLocks noGrp="1"/>
          </p:cNvSpPr>
          <p:nvPr>
            <p:ph type="ftr" sz="quarter" idx="3"/>
          </p:nvPr>
        </p:nvSpPr>
        <p:spPr/>
        <p:txBody>
          <a:bodyPr/>
          <a:lstStyle/>
          <a:p>
            <a:endParaRPr lang="en-GB"/>
          </a:p>
        </p:txBody>
      </p:sp>
    </p:spTree>
    <p:extLst>
      <p:ext uri="{BB962C8B-B14F-4D97-AF65-F5344CB8AC3E}">
        <p14:creationId xmlns:p14="http://schemas.microsoft.com/office/powerpoint/2010/main" val="31807573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B88C1-8C12-B132-BB74-4E6BDFEC0F2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91DB727-AED7-EE80-8100-E970251C21ED}"/>
              </a:ext>
            </a:extLst>
          </p:cNvPr>
          <p:cNvSpPr>
            <a:spLocks noGrp="1"/>
          </p:cNvSpPr>
          <p:nvPr>
            <p:ph type="title"/>
          </p:nvPr>
        </p:nvSpPr>
        <p:spPr/>
        <p:txBody>
          <a:bodyPr/>
          <a:lstStyle/>
          <a:p>
            <a:r>
              <a:rPr lang="da-DK" sz="1800" b="1"/>
              <a:t>K-2.K-5 Sikkerhed 1 </a:t>
            </a:r>
            <a:br>
              <a:rPr lang="da-DK" sz="1800"/>
            </a:br>
            <a:r>
              <a:rPr lang="da-DK" sz="1800"/>
              <a:t>Skal have erfaring med gennemførsel af risikovurdering og -</a:t>
            </a:r>
            <a:r>
              <a:rPr lang="da-DK" sz="1800" err="1"/>
              <a:t>mitigering</a:t>
            </a:r>
            <a:r>
              <a:rPr lang="da-DK" sz="1800"/>
              <a:t> af AI modeller</a:t>
            </a:r>
            <a:br>
              <a:rPr lang="da-DK" sz="1800"/>
            </a:br>
            <a:endParaRPr lang="da-DK" sz="1800"/>
          </a:p>
        </p:txBody>
      </p:sp>
      <p:sp>
        <p:nvSpPr>
          <p:cNvPr id="3" name="Pladsholder til tekst 2">
            <a:extLst>
              <a:ext uri="{FF2B5EF4-FFF2-40B4-BE49-F238E27FC236}">
                <a16:creationId xmlns:a16="http://schemas.microsoft.com/office/drawing/2014/main" id="{1293E531-4FEA-A6AF-7731-09D1FFA137D0}"/>
              </a:ext>
            </a:extLst>
          </p:cNvPr>
          <p:cNvSpPr>
            <a:spLocks noGrp="1"/>
          </p:cNvSpPr>
          <p:nvPr>
            <p:ph type="body" sz="quarter" idx="12"/>
          </p:nvPr>
        </p:nvSpPr>
        <p:spPr/>
        <p:txBody>
          <a:bodyPr/>
          <a:lstStyle/>
          <a:p>
            <a:r>
              <a:rPr lang="da-DK"/>
              <a:t>4. Krav</a:t>
            </a:r>
            <a:endParaRPr lang="da-DK" dirty="0"/>
          </a:p>
        </p:txBody>
      </p:sp>
      <p:sp>
        <p:nvSpPr>
          <p:cNvPr id="4" name="Pladsholder til tekst 3">
            <a:extLst>
              <a:ext uri="{FF2B5EF4-FFF2-40B4-BE49-F238E27FC236}">
                <a16:creationId xmlns:a16="http://schemas.microsoft.com/office/drawing/2014/main" id="{2508B3D6-833A-56F7-52E4-1A63B58F0554}"/>
              </a:ext>
            </a:extLst>
          </p:cNvPr>
          <p:cNvSpPr>
            <a:spLocks noGrp="1"/>
          </p:cNvSpPr>
          <p:nvPr>
            <p:ph type="body" sz="quarter" idx="13"/>
          </p:nvPr>
        </p:nvSpPr>
        <p:spPr/>
        <p:txBody>
          <a:bodyPr/>
          <a:lstStyle/>
          <a:p>
            <a:pPr marL="0" indent="0">
              <a:spcBef>
                <a:spcPts val="0"/>
              </a:spcBef>
              <a:spcAft>
                <a:spcPts val="300"/>
              </a:spcAft>
              <a:buNone/>
            </a:pPr>
            <a:r>
              <a:rPr lang="da-DK" dirty="0"/>
              <a:t>Vi arbejder med risikovurdering som et integreret teknisk, operationelt og compliance-orienteret spor. AI-risiko i praksis handler om: </a:t>
            </a:r>
            <a:r>
              <a:rPr lang="da-DK" i="1" dirty="0"/>
              <a:t>Kan løsningen udnyttes, manipuleres eller fejle på en måde, der kompromitterer opgaveløsningen, sikkerheden, driften eller efterlevelsen af krav?</a:t>
            </a:r>
            <a:endParaRPr lang="da-DK" dirty="0"/>
          </a:p>
          <a:p>
            <a:pPr marL="0" indent="0">
              <a:spcBef>
                <a:spcPts val="0"/>
              </a:spcBef>
              <a:spcAft>
                <a:spcPts val="300"/>
              </a:spcAft>
              <a:buNone/>
            </a:pPr>
            <a:endParaRPr lang="en-US" dirty="0"/>
          </a:p>
          <a:p>
            <a:pPr marL="0" indent="0">
              <a:spcBef>
                <a:spcPts val="0"/>
              </a:spcBef>
              <a:spcAft>
                <a:spcPts val="300"/>
              </a:spcAft>
              <a:buNone/>
            </a:pPr>
            <a:r>
              <a:rPr lang="en-US" dirty="0"/>
              <a:t>Vi </a:t>
            </a:r>
            <a:r>
              <a:rPr lang="en-US" dirty="0" err="1"/>
              <a:t>bruger</a:t>
            </a:r>
            <a:r>
              <a:rPr lang="en-US" dirty="0"/>
              <a:t> et </a:t>
            </a:r>
            <a:r>
              <a:rPr lang="en-US" dirty="0" err="1"/>
              <a:t>konkret</a:t>
            </a:r>
            <a:r>
              <a:rPr lang="en-US" dirty="0"/>
              <a:t> </a:t>
            </a:r>
            <a:r>
              <a:rPr lang="en-US" dirty="0" err="1"/>
              <a:t>sikkerhedsmønster</a:t>
            </a:r>
            <a:r>
              <a:rPr lang="en-US" dirty="0"/>
              <a:t>:</a:t>
            </a:r>
          </a:p>
          <a:p>
            <a:pPr lvl="1">
              <a:spcBef>
                <a:spcPts val="0"/>
              </a:spcBef>
              <a:spcAft>
                <a:spcPts val="300"/>
              </a:spcAft>
            </a:pPr>
            <a:r>
              <a:rPr lang="en-US" b="1" dirty="0"/>
              <a:t>Threat modeling for GenAI:</a:t>
            </a:r>
            <a:r>
              <a:rPr lang="en-US" dirty="0"/>
              <a:t> prompt injection, data leakage, tool misuse, supply chain, model-misuse </a:t>
            </a:r>
            <a:r>
              <a:rPr lang="en-US" dirty="0" err="1"/>
              <a:t>og</a:t>
            </a:r>
            <a:r>
              <a:rPr lang="en-US" dirty="0"/>
              <a:t> </a:t>
            </a:r>
            <a:r>
              <a:rPr lang="en-US" dirty="0" err="1"/>
              <a:t>driftssårbarheder</a:t>
            </a:r>
            <a:r>
              <a:rPr lang="en-US" dirty="0"/>
              <a:t>.</a:t>
            </a:r>
          </a:p>
          <a:p>
            <a:pPr lvl="1">
              <a:spcBef>
                <a:spcPts val="0"/>
              </a:spcBef>
              <a:spcAft>
                <a:spcPts val="300"/>
              </a:spcAft>
            </a:pPr>
            <a:r>
              <a:rPr lang="en-US" b="1" dirty="0"/>
              <a:t>Mitigations </a:t>
            </a:r>
            <a:r>
              <a:rPr lang="en-US" b="1" dirty="0" err="1"/>
              <a:t>som</a:t>
            </a:r>
            <a:r>
              <a:rPr lang="en-US" b="1" dirty="0"/>
              <a:t> </a:t>
            </a:r>
            <a:r>
              <a:rPr lang="en-US" b="1" dirty="0" err="1"/>
              <a:t>kontroller</a:t>
            </a:r>
            <a:r>
              <a:rPr lang="en-US" b="1" dirty="0"/>
              <a:t>:</a:t>
            </a:r>
            <a:r>
              <a:rPr lang="en-US" dirty="0"/>
              <a:t> tool gating, allowlists, rate limiting, content policies </a:t>
            </a:r>
            <a:r>
              <a:rPr lang="en-US" dirty="0" err="1"/>
              <a:t>og</a:t>
            </a:r>
            <a:r>
              <a:rPr lang="en-US" dirty="0"/>
              <a:t> kill-switch for connectors/offload.</a:t>
            </a:r>
          </a:p>
          <a:p>
            <a:pPr lvl="1">
              <a:spcBef>
                <a:spcPts val="0"/>
              </a:spcBef>
              <a:spcAft>
                <a:spcPts val="300"/>
              </a:spcAft>
            </a:pPr>
            <a:r>
              <a:rPr lang="en-US" b="1" dirty="0" err="1"/>
              <a:t>Testbarhed</a:t>
            </a:r>
            <a:r>
              <a:rPr lang="en-US" b="1" dirty="0"/>
              <a:t>:</a:t>
            </a:r>
            <a:r>
              <a:rPr lang="en-US" dirty="0"/>
              <a:t> vi designer mitigations, </a:t>
            </a:r>
            <a:r>
              <a:rPr lang="en-US" dirty="0" err="1"/>
              <a:t>så</a:t>
            </a:r>
            <a:r>
              <a:rPr lang="en-US" dirty="0"/>
              <a:t> de </a:t>
            </a:r>
            <a:r>
              <a:rPr lang="en-US" dirty="0" err="1"/>
              <a:t>kan</a:t>
            </a:r>
            <a:r>
              <a:rPr lang="en-US" dirty="0"/>
              <a:t> testes (adversarial tests </a:t>
            </a:r>
            <a:r>
              <a:rPr lang="en-US" dirty="0" err="1"/>
              <a:t>og</a:t>
            </a:r>
            <a:r>
              <a:rPr lang="en-US" dirty="0"/>
              <a:t> regression).</a:t>
            </a:r>
          </a:p>
          <a:p>
            <a:pPr lvl="1">
              <a:spcBef>
                <a:spcPts val="0"/>
              </a:spcBef>
              <a:spcAft>
                <a:spcPts val="300"/>
              </a:spcAft>
            </a:pPr>
            <a:r>
              <a:rPr lang="en-US" b="1" dirty="0"/>
              <a:t>Operational security:</a:t>
            </a:r>
            <a:r>
              <a:rPr lang="en-US" dirty="0"/>
              <a:t> logging, incident response, patch cadence </a:t>
            </a:r>
            <a:r>
              <a:rPr lang="en-US" dirty="0" err="1"/>
              <a:t>og</a:t>
            </a:r>
            <a:r>
              <a:rPr lang="en-US" dirty="0"/>
              <a:t> change control.</a:t>
            </a:r>
          </a:p>
          <a:p>
            <a:pPr lvl="1">
              <a:spcBef>
                <a:spcPts val="0"/>
              </a:spcBef>
              <a:spcAft>
                <a:spcPts val="300"/>
              </a:spcAft>
            </a:pPr>
            <a:r>
              <a:rPr lang="en-US" b="1" dirty="0"/>
              <a:t>Policy as Code:</a:t>
            </a:r>
            <a:r>
              <a:rPr lang="en-US" dirty="0"/>
              <a:t> </a:t>
            </a:r>
            <a:r>
              <a:rPr lang="en-US" dirty="0" err="1"/>
              <a:t>adgangs</a:t>
            </a:r>
            <a:r>
              <a:rPr lang="en-US" dirty="0"/>
              <a:t>- </a:t>
            </a:r>
            <a:r>
              <a:rPr lang="en-US" dirty="0" err="1"/>
              <a:t>og</a:t>
            </a:r>
            <a:r>
              <a:rPr lang="en-US" dirty="0"/>
              <a:t> </a:t>
            </a:r>
            <a:r>
              <a:rPr lang="en-US" dirty="0" err="1"/>
              <a:t>sikkerhedspolitikker</a:t>
            </a:r>
            <a:r>
              <a:rPr lang="en-US" dirty="0"/>
              <a:t> </a:t>
            </a:r>
            <a:r>
              <a:rPr lang="en-US" dirty="0" err="1"/>
              <a:t>defineres</a:t>
            </a:r>
            <a:r>
              <a:rPr lang="en-US" dirty="0"/>
              <a:t> </a:t>
            </a:r>
            <a:r>
              <a:rPr lang="en-US" dirty="0" err="1"/>
              <a:t>som</a:t>
            </a:r>
            <a:r>
              <a:rPr lang="en-US" dirty="0"/>
              <a:t> </a:t>
            </a:r>
            <a:r>
              <a:rPr lang="en-US" dirty="0" err="1"/>
              <a:t>maskinlæsbar</a:t>
            </a:r>
            <a:r>
              <a:rPr lang="en-US" dirty="0"/>
              <a:t> </a:t>
            </a:r>
            <a:r>
              <a:rPr lang="en-US" dirty="0" err="1"/>
              <a:t>og</a:t>
            </a:r>
            <a:r>
              <a:rPr lang="en-US" dirty="0"/>
              <a:t> </a:t>
            </a:r>
            <a:r>
              <a:rPr lang="en-US" dirty="0" err="1"/>
              <a:t>testbar</a:t>
            </a:r>
            <a:r>
              <a:rPr lang="en-US" dirty="0"/>
              <a:t> </a:t>
            </a:r>
            <a:r>
              <a:rPr lang="en-US" dirty="0" err="1"/>
              <a:t>kode</a:t>
            </a:r>
            <a:r>
              <a:rPr lang="en-US" dirty="0"/>
              <a:t> (OPA/Rego </a:t>
            </a:r>
            <a:r>
              <a:rPr lang="en-US" dirty="0" err="1"/>
              <a:t>eller</a:t>
            </a:r>
            <a:r>
              <a:rPr lang="en-US" dirty="0"/>
              <a:t> </a:t>
            </a:r>
            <a:r>
              <a:rPr lang="en-US" dirty="0" err="1"/>
              <a:t>tilsvarende</a:t>
            </a:r>
            <a:r>
              <a:rPr lang="en-US" dirty="0"/>
              <a:t>), </a:t>
            </a:r>
            <a:r>
              <a:rPr lang="en-US" dirty="0" err="1"/>
              <a:t>så</a:t>
            </a:r>
            <a:r>
              <a:rPr lang="en-US" dirty="0"/>
              <a:t> de </a:t>
            </a:r>
            <a:r>
              <a:rPr lang="en-US" dirty="0" err="1"/>
              <a:t>håndhæves</a:t>
            </a:r>
            <a:r>
              <a:rPr lang="en-US" dirty="0"/>
              <a:t> </a:t>
            </a:r>
            <a:r>
              <a:rPr lang="en-US" dirty="0" err="1"/>
              <a:t>automatisk</a:t>
            </a:r>
            <a:r>
              <a:rPr lang="en-US" dirty="0"/>
              <a:t> </a:t>
            </a:r>
            <a:r>
              <a:rPr lang="en-US" dirty="0" err="1"/>
              <a:t>og</a:t>
            </a:r>
            <a:r>
              <a:rPr lang="en-US" dirty="0"/>
              <a:t> </a:t>
            </a:r>
            <a:r>
              <a:rPr lang="en-US" dirty="0" err="1"/>
              <a:t>indgår</a:t>
            </a:r>
            <a:r>
              <a:rPr lang="en-US" dirty="0"/>
              <a:t> </a:t>
            </a:r>
            <a:r>
              <a:rPr lang="en-US" dirty="0" err="1"/>
              <a:t>i</a:t>
            </a:r>
            <a:r>
              <a:rPr lang="en-US" dirty="0"/>
              <a:t> CI/CD-pipeline, </a:t>
            </a:r>
            <a:r>
              <a:rPr lang="en-US" dirty="0" err="1"/>
              <a:t>ikke</a:t>
            </a:r>
            <a:r>
              <a:rPr lang="en-US" dirty="0"/>
              <a:t> bare </a:t>
            </a:r>
            <a:r>
              <a:rPr lang="en-US" dirty="0" err="1"/>
              <a:t>i</a:t>
            </a:r>
            <a:r>
              <a:rPr lang="en-US" dirty="0"/>
              <a:t> et Word-</a:t>
            </a:r>
            <a:r>
              <a:rPr lang="en-US" dirty="0" err="1"/>
              <a:t>dokument</a:t>
            </a:r>
            <a:r>
              <a:rPr lang="en-US" dirty="0"/>
              <a:t>.</a:t>
            </a:r>
          </a:p>
          <a:p>
            <a:pPr marL="0" indent="0">
              <a:spcBef>
                <a:spcPts val="0"/>
              </a:spcBef>
              <a:spcAft>
                <a:spcPts val="300"/>
              </a:spcAft>
              <a:buNone/>
            </a:pPr>
            <a:endParaRPr lang="en-US" b="1" dirty="0"/>
          </a:p>
          <a:p>
            <a:pPr marL="0" indent="0">
              <a:spcBef>
                <a:spcPts val="0"/>
              </a:spcBef>
              <a:spcAft>
                <a:spcPts val="300"/>
              </a:spcAft>
              <a:buNone/>
            </a:pPr>
            <a:r>
              <a:rPr lang="en-US" b="1" dirty="0" err="1"/>
              <a:t>Konkrete</a:t>
            </a:r>
            <a:r>
              <a:rPr lang="en-US" b="1" dirty="0"/>
              <a:t> </a:t>
            </a:r>
            <a:r>
              <a:rPr lang="en-US" b="1" dirty="0" err="1"/>
              <a:t>leverancer</a:t>
            </a:r>
            <a:endParaRPr lang="en-US" dirty="0"/>
          </a:p>
          <a:p>
            <a:pPr lvl="1">
              <a:spcBef>
                <a:spcPts val="0"/>
              </a:spcBef>
              <a:spcAft>
                <a:spcPts val="300"/>
              </a:spcAft>
            </a:pPr>
            <a:r>
              <a:rPr lang="en-US" dirty="0"/>
              <a:t>AI-</a:t>
            </a:r>
            <a:r>
              <a:rPr lang="en-US" dirty="0" err="1"/>
              <a:t>risikovurdering</a:t>
            </a:r>
            <a:r>
              <a:rPr lang="en-US" dirty="0"/>
              <a:t> </a:t>
            </a:r>
            <a:r>
              <a:rPr lang="en-US" dirty="0" err="1"/>
              <a:t>og</a:t>
            </a:r>
            <a:r>
              <a:rPr lang="en-US" dirty="0"/>
              <a:t> </a:t>
            </a:r>
            <a:r>
              <a:rPr lang="en-US" dirty="0" err="1"/>
              <a:t>mitigationsplan</a:t>
            </a:r>
            <a:r>
              <a:rPr lang="en-US" dirty="0"/>
              <a:t>, misuse-cases, </a:t>
            </a:r>
            <a:r>
              <a:rPr lang="en-US" dirty="0" err="1"/>
              <a:t>testplan</a:t>
            </a:r>
            <a:r>
              <a:rPr lang="en-US" dirty="0"/>
              <a:t> for prompt injection/tool abuse, </a:t>
            </a:r>
            <a:r>
              <a:rPr lang="en-US" dirty="0" err="1"/>
              <a:t>og</a:t>
            </a:r>
            <a:r>
              <a:rPr lang="en-US" dirty="0"/>
              <a:t> </a:t>
            </a:r>
            <a:r>
              <a:rPr lang="en-US" dirty="0" err="1"/>
              <a:t>en</a:t>
            </a:r>
            <a:r>
              <a:rPr lang="en-US" dirty="0"/>
              <a:t> "as-built security baseline" (</a:t>
            </a:r>
            <a:r>
              <a:rPr lang="en-US" dirty="0" err="1"/>
              <a:t>hvad</a:t>
            </a:r>
            <a:r>
              <a:rPr lang="en-US" dirty="0"/>
              <a:t> er </a:t>
            </a:r>
            <a:r>
              <a:rPr lang="en-US" dirty="0" err="1"/>
              <a:t>slået</a:t>
            </a:r>
            <a:r>
              <a:rPr lang="en-US" dirty="0"/>
              <a:t> </a:t>
            </a:r>
            <a:r>
              <a:rPr lang="en-US" dirty="0" err="1"/>
              <a:t>til</a:t>
            </a:r>
            <a:r>
              <a:rPr lang="en-US" dirty="0"/>
              <a:t>, </a:t>
            </a:r>
            <a:r>
              <a:rPr lang="en-US" dirty="0" err="1"/>
              <a:t>og</a:t>
            </a:r>
            <a:r>
              <a:rPr lang="en-US" dirty="0"/>
              <a:t> </a:t>
            </a:r>
            <a:r>
              <a:rPr lang="en-US" dirty="0" err="1"/>
              <a:t>hvor</a:t>
            </a:r>
            <a:r>
              <a:rPr lang="en-US" dirty="0"/>
              <a:t>).</a:t>
            </a:r>
          </a:p>
          <a:p>
            <a:pPr marL="0" indent="0">
              <a:spcBef>
                <a:spcPts val="0"/>
              </a:spcBef>
              <a:spcAft>
                <a:spcPts val="300"/>
              </a:spcAft>
              <a:buNone/>
            </a:pPr>
            <a:endParaRPr lang="en-US" b="1" dirty="0"/>
          </a:p>
          <a:p>
            <a:pPr marL="0" indent="0">
              <a:spcBef>
                <a:spcPts val="0"/>
              </a:spcBef>
              <a:spcAft>
                <a:spcPts val="300"/>
              </a:spcAft>
              <a:buNone/>
            </a:pPr>
            <a:r>
              <a:rPr lang="en-US" b="1" dirty="0" err="1"/>
              <a:t>Dokumenteret</a:t>
            </a:r>
            <a:r>
              <a:rPr lang="en-US" b="1" dirty="0"/>
              <a:t> </a:t>
            </a:r>
            <a:r>
              <a:rPr lang="en-US" b="1" dirty="0" err="1"/>
              <a:t>erfaring</a:t>
            </a:r>
            <a:endParaRPr lang="en-US" dirty="0"/>
          </a:p>
          <a:p>
            <a:pPr>
              <a:spcBef>
                <a:spcPts val="0"/>
              </a:spcBef>
              <a:spcAft>
                <a:spcPts val="300"/>
              </a:spcAft>
            </a:pPr>
            <a:r>
              <a:rPr lang="en-US" dirty="0"/>
              <a:t>En international </a:t>
            </a:r>
            <a:r>
              <a:rPr lang="en-US" dirty="0" err="1"/>
              <a:t>faglig</a:t>
            </a:r>
            <a:r>
              <a:rPr lang="en-US" dirty="0"/>
              <a:t> </a:t>
            </a:r>
            <a:r>
              <a:rPr lang="en-US" dirty="0" err="1"/>
              <a:t>organisation</a:t>
            </a:r>
            <a:r>
              <a:rPr lang="en-US" dirty="0"/>
              <a:t> </a:t>
            </a:r>
            <a:r>
              <a:rPr lang="en-US" dirty="0" err="1"/>
              <a:t>inden</a:t>
            </a:r>
            <a:r>
              <a:rPr lang="en-US" dirty="0"/>
              <a:t> for </a:t>
            </a:r>
            <a:r>
              <a:rPr lang="en-US" dirty="0" err="1"/>
              <a:t>sundhedsvidenskab</a:t>
            </a:r>
            <a:r>
              <a:rPr lang="en-US" dirty="0"/>
              <a:t>: Foundational capability </a:t>
            </a:r>
            <a:r>
              <a:rPr lang="en-US" dirty="0" err="1"/>
              <a:t>og</a:t>
            </a:r>
            <a:r>
              <a:rPr lang="en-US" dirty="0"/>
              <a:t> AI risk assessment der </a:t>
            </a:r>
            <a:r>
              <a:rPr lang="en-US" dirty="0" err="1"/>
              <a:t>identificerede</a:t>
            </a:r>
            <a:r>
              <a:rPr lang="en-US" dirty="0"/>
              <a:t> </a:t>
            </a:r>
            <a:r>
              <a:rPr lang="en-US" dirty="0" err="1"/>
              <a:t>konkrete</a:t>
            </a:r>
            <a:r>
              <a:rPr lang="en-US" dirty="0"/>
              <a:t> </a:t>
            </a:r>
            <a:r>
              <a:rPr lang="en-US" dirty="0" err="1"/>
              <a:t>mitigationsbehov</a:t>
            </a:r>
            <a:r>
              <a:rPr lang="en-US" dirty="0"/>
              <a:t> (AI-policy </a:t>
            </a:r>
            <a:r>
              <a:rPr lang="en-US" dirty="0" err="1"/>
              <a:t>opdatering</a:t>
            </a:r>
            <a:r>
              <a:rPr lang="en-US" dirty="0"/>
              <a:t>, content controls </a:t>
            </a:r>
            <a:r>
              <a:rPr lang="en-US" dirty="0" err="1"/>
              <a:t>og</a:t>
            </a:r>
            <a:r>
              <a:rPr lang="en-US" dirty="0"/>
              <a:t> governance-controller) </a:t>
            </a:r>
            <a:r>
              <a:rPr lang="en-US" dirty="0" err="1"/>
              <a:t>som</a:t>
            </a:r>
            <a:r>
              <a:rPr lang="en-US" dirty="0"/>
              <a:t> </a:t>
            </a:r>
            <a:r>
              <a:rPr lang="en-US" dirty="0" err="1"/>
              <a:t>forudsætning</a:t>
            </a:r>
            <a:r>
              <a:rPr lang="en-US" dirty="0"/>
              <a:t> for at </a:t>
            </a:r>
            <a:r>
              <a:rPr lang="en-US" dirty="0" err="1"/>
              <a:t>skalere</a:t>
            </a:r>
            <a:r>
              <a:rPr lang="en-US" dirty="0"/>
              <a:t> AI-</a:t>
            </a:r>
            <a:r>
              <a:rPr lang="en-US" dirty="0" err="1"/>
              <a:t>initiativerne</a:t>
            </a:r>
            <a:r>
              <a:rPr lang="en-US" dirty="0"/>
              <a:t>.</a:t>
            </a:r>
          </a:p>
          <a:p>
            <a:pPr>
              <a:spcBef>
                <a:spcPts val="0"/>
              </a:spcBef>
              <a:spcAft>
                <a:spcPts val="300"/>
              </a:spcAft>
            </a:pPr>
            <a:r>
              <a:rPr lang="en-US" dirty="0"/>
              <a:t>Et </a:t>
            </a:r>
            <a:r>
              <a:rPr lang="en-US" dirty="0" err="1"/>
              <a:t>nationalt</a:t>
            </a:r>
            <a:r>
              <a:rPr lang="en-US" dirty="0"/>
              <a:t> </a:t>
            </a:r>
            <a:r>
              <a:rPr lang="en-US" dirty="0" err="1"/>
              <a:t>cybersikkerhedscenter</a:t>
            </a:r>
            <a:r>
              <a:rPr lang="en-US" dirty="0"/>
              <a:t>: Risikovurdering </a:t>
            </a:r>
            <a:r>
              <a:rPr lang="en-US" dirty="0" err="1"/>
              <a:t>i</a:t>
            </a:r>
            <a:r>
              <a:rPr lang="en-US" dirty="0"/>
              <a:t> et </a:t>
            </a:r>
            <a:r>
              <a:rPr lang="en-US" dirty="0" err="1"/>
              <a:t>af</a:t>
            </a:r>
            <a:r>
              <a:rPr lang="en-US" dirty="0"/>
              <a:t> de </a:t>
            </a:r>
            <a:r>
              <a:rPr lang="en-US" dirty="0" err="1"/>
              <a:t>mest</a:t>
            </a:r>
            <a:r>
              <a:rPr lang="en-US" dirty="0"/>
              <a:t> </a:t>
            </a:r>
            <a:r>
              <a:rPr lang="en-US" dirty="0" err="1"/>
              <a:t>sikkerhedsfølsomme</a:t>
            </a:r>
            <a:r>
              <a:rPr lang="en-US" dirty="0"/>
              <a:t> </a:t>
            </a:r>
            <a:r>
              <a:rPr lang="en-US" dirty="0" err="1"/>
              <a:t>domæner</a:t>
            </a:r>
            <a:r>
              <a:rPr lang="en-US" dirty="0"/>
              <a:t> </a:t>
            </a:r>
            <a:r>
              <a:rPr lang="en-US" dirty="0" err="1"/>
              <a:t>i</a:t>
            </a:r>
            <a:r>
              <a:rPr lang="en-US" dirty="0"/>
              <a:t> </a:t>
            </a:r>
            <a:r>
              <a:rPr lang="en-US" dirty="0" err="1"/>
              <a:t>europæisk</a:t>
            </a:r>
            <a:r>
              <a:rPr lang="en-US" dirty="0"/>
              <a:t> </a:t>
            </a:r>
            <a:r>
              <a:rPr lang="en-US" dirty="0" err="1"/>
              <a:t>offentlig</a:t>
            </a:r>
            <a:r>
              <a:rPr lang="en-US" dirty="0"/>
              <a:t> </a:t>
            </a:r>
            <a:r>
              <a:rPr lang="en-US" dirty="0" err="1"/>
              <a:t>sektor</a:t>
            </a:r>
            <a:r>
              <a:rPr lang="en-US" dirty="0"/>
              <a:t>. ADC var product owner for et </a:t>
            </a:r>
            <a:r>
              <a:rPr lang="en-US" dirty="0" err="1"/>
              <a:t>tværfagligt</a:t>
            </a:r>
            <a:r>
              <a:rPr lang="en-US" dirty="0"/>
              <a:t> team </a:t>
            </a:r>
            <a:r>
              <a:rPr lang="en-US" dirty="0" err="1"/>
              <a:t>ansvarligt</a:t>
            </a:r>
            <a:r>
              <a:rPr lang="en-US" dirty="0"/>
              <a:t> for </a:t>
            </a:r>
            <a:r>
              <a:rPr lang="en-US" dirty="0" err="1"/>
              <a:t>dataprodukter</a:t>
            </a:r>
            <a:r>
              <a:rPr lang="en-US" dirty="0"/>
              <a:t> </a:t>
            </a:r>
            <a:r>
              <a:rPr lang="en-US" dirty="0" err="1"/>
              <a:t>inden</a:t>
            </a:r>
            <a:r>
              <a:rPr lang="en-US" dirty="0"/>
              <a:t> for </a:t>
            </a:r>
            <a:r>
              <a:rPr lang="en-US" dirty="0" err="1"/>
              <a:t>cybersikkerhed</a:t>
            </a:r>
            <a:r>
              <a:rPr lang="en-US" dirty="0"/>
              <a:t>.</a:t>
            </a:r>
          </a:p>
          <a:p>
            <a:pPr>
              <a:spcBef>
                <a:spcPts val="0"/>
              </a:spcBef>
              <a:spcAft>
                <a:spcPts val="300"/>
              </a:spcAft>
            </a:pPr>
            <a:r>
              <a:rPr lang="en-US" dirty="0"/>
              <a:t>Store </a:t>
            </a:r>
            <a:r>
              <a:rPr lang="en-US" dirty="0" err="1"/>
              <a:t>nordiske</a:t>
            </a:r>
            <a:r>
              <a:rPr lang="en-US" dirty="0"/>
              <a:t> </a:t>
            </a:r>
            <a:r>
              <a:rPr lang="en-US" dirty="0" err="1"/>
              <a:t>finansielle</a:t>
            </a:r>
            <a:r>
              <a:rPr lang="en-US" dirty="0"/>
              <a:t> </a:t>
            </a:r>
            <a:r>
              <a:rPr lang="en-US" dirty="0" err="1"/>
              <a:t>institutioner</a:t>
            </a:r>
            <a:r>
              <a:rPr lang="en-US" dirty="0"/>
              <a:t>: </a:t>
            </a:r>
            <a:r>
              <a:rPr lang="en-US" dirty="0" err="1"/>
              <a:t>Systematisk</a:t>
            </a:r>
            <a:r>
              <a:rPr lang="en-US" dirty="0"/>
              <a:t> </a:t>
            </a:r>
            <a:r>
              <a:rPr lang="en-US" dirty="0" err="1"/>
              <a:t>risikovurdering</a:t>
            </a:r>
            <a:r>
              <a:rPr lang="en-US" dirty="0"/>
              <a:t> </a:t>
            </a:r>
            <a:r>
              <a:rPr lang="en-US" dirty="0" err="1"/>
              <a:t>og</a:t>
            </a:r>
            <a:r>
              <a:rPr lang="en-US" dirty="0"/>
              <a:t> </a:t>
            </a:r>
            <a:r>
              <a:rPr lang="en-US" dirty="0" err="1"/>
              <a:t>mitigering</a:t>
            </a:r>
            <a:r>
              <a:rPr lang="en-US" dirty="0"/>
              <a:t> </a:t>
            </a:r>
            <a:r>
              <a:rPr lang="en-US" dirty="0" err="1"/>
              <a:t>i</a:t>
            </a:r>
            <a:r>
              <a:rPr lang="en-US" dirty="0"/>
              <a:t> </a:t>
            </a:r>
            <a:r>
              <a:rPr lang="en-US" dirty="0" err="1"/>
              <a:t>forbindelse</a:t>
            </a:r>
            <a:r>
              <a:rPr lang="en-US" dirty="0"/>
              <a:t> med </a:t>
            </a:r>
            <a:r>
              <a:rPr lang="en-US" dirty="0" err="1"/>
              <a:t>regulatorisk-godkendte</a:t>
            </a:r>
            <a:r>
              <a:rPr lang="en-US" dirty="0"/>
              <a:t> </a:t>
            </a:r>
            <a:r>
              <a:rPr lang="en-US" dirty="0" err="1"/>
              <a:t>kreditrisikomodeller</a:t>
            </a:r>
            <a:r>
              <a:rPr lang="en-US" dirty="0"/>
              <a:t> (A-IRB, IFRS9), </a:t>
            </a:r>
            <a:r>
              <a:rPr lang="en-US" dirty="0" err="1"/>
              <a:t>en</a:t>
            </a:r>
            <a:r>
              <a:rPr lang="en-US" dirty="0"/>
              <a:t> </a:t>
            </a:r>
            <a:r>
              <a:rPr lang="en-US" dirty="0" err="1"/>
              <a:t>disciplin</a:t>
            </a:r>
            <a:r>
              <a:rPr lang="en-US" dirty="0"/>
              <a:t> der </a:t>
            </a:r>
            <a:r>
              <a:rPr lang="en-US" dirty="0" err="1"/>
              <a:t>kræver</a:t>
            </a:r>
            <a:r>
              <a:rPr lang="en-US" dirty="0"/>
              <a:t> </a:t>
            </a:r>
            <a:r>
              <a:rPr lang="en-US" dirty="0" err="1"/>
              <a:t>dokumenterbar</a:t>
            </a:r>
            <a:r>
              <a:rPr lang="en-US" dirty="0"/>
              <a:t> </a:t>
            </a:r>
            <a:r>
              <a:rPr lang="en-US" dirty="0" err="1"/>
              <a:t>risikovurdering</a:t>
            </a:r>
            <a:r>
              <a:rPr lang="en-US" dirty="0"/>
              <a:t>, </a:t>
            </a:r>
            <a:r>
              <a:rPr lang="en-US" dirty="0" err="1"/>
              <a:t>validering</a:t>
            </a:r>
            <a:r>
              <a:rPr lang="en-US" dirty="0"/>
              <a:t> </a:t>
            </a:r>
            <a:r>
              <a:rPr lang="en-US" dirty="0" err="1"/>
              <a:t>og</a:t>
            </a:r>
            <a:r>
              <a:rPr lang="en-US" dirty="0"/>
              <a:t> </a:t>
            </a:r>
            <a:r>
              <a:rPr lang="en-US" dirty="0" err="1"/>
              <a:t>revisionsspor</a:t>
            </a:r>
            <a:r>
              <a:rPr lang="en-US" dirty="0"/>
              <a:t>.</a:t>
            </a:r>
          </a:p>
          <a:p>
            <a:pPr marL="0" indent="0">
              <a:spcBef>
                <a:spcPts val="0"/>
              </a:spcBef>
              <a:spcAft>
                <a:spcPts val="300"/>
              </a:spcAft>
              <a:buNone/>
            </a:pPr>
            <a:endParaRPr lang="en-US" dirty="0"/>
          </a:p>
          <a:p>
            <a:pPr marL="0" indent="0">
              <a:spcBef>
                <a:spcPts val="0"/>
              </a:spcBef>
              <a:spcAft>
                <a:spcPts val="300"/>
              </a:spcAft>
              <a:buNone/>
            </a:pPr>
            <a:r>
              <a:rPr lang="en-US" dirty="0"/>
              <a:t>ISO 27001:2022 (</a:t>
            </a:r>
            <a:r>
              <a:rPr lang="en-US" dirty="0" err="1"/>
              <a:t>organisatorisk</a:t>
            </a:r>
            <a:r>
              <a:rPr lang="en-US" dirty="0"/>
              <a:t>): ADC er </a:t>
            </a:r>
            <a:r>
              <a:rPr lang="en-US" dirty="0" err="1"/>
              <a:t>certificeret</a:t>
            </a:r>
            <a:r>
              <a:rPr lang="en-US" dirty="0"/>
              <a:t> </a:t>
            </a:r>
            <a:r>
              <a:rPr lang="en-US" dirty="0" err="1"/>
              <a:t>og</a:t>
            </a:r>
            <a:r>
              <a:rPr lang="en-US" dirty="0"/>
              <a:t> </a:t>
            </a:r>
            <a:r>
              <a:rPr lang="en-US" dirty="0" err="1"/>
              <a:t>følger</a:t>
            </a:r>
            <a:r>
              <a:rPr lang="en-US" dirty="0"/>
              <a:t> NIST-</a:t>
            </a:r>
            <a:r>
              <a:rPr lang="en-US" dirty="0" err="1"/>
              <a:t>anbefalinger</a:t>
            </a:r>
            <a:r>
              <a:rPr lang="en-US" dirty="0"/>
              <a:t> </a:t>
            </a:r>
            <a:r>
              <a:rPr lang="en-US" dirty="0" err="1"/>
              <a:t>og</a:t>
            </a:r>
            <a:r>
              <a:rPr lang="en-US" dirty="0"/>
              <a:t> </a:t>
            </a:r>
            <a:r>
              <a:rPr lang="en-US" dirty="0" err="1"/>
              <a:t>statslige</a:t>
            </a:r>
            <a:r>
              <a:rPr lang="en-US" dirty="0"/>
              <a:t> </a:t>
            </a:r>
            <a:r>
              <a:rPr lang="en-US" dirty="0" err="1"/>
              <a:t>vejledninger</a:t>
            </a:r>
            <a:r>
              <a:rPr lang="en-US" dirty="0"/>
              <a:t>. ADC </a:t>
            </a:r>
            <a:r>
              <a:rPr lang="en-US" dirty="0" err="1"/>
              <a:t>vedligeholder</a:t>
            </a:r>
            <a:r>
              <a:rPr lang="en-US" dirty="0"/>
              <a:t> et Managed Security Operations Center (SOC) </a:t>
            </a:r>
            <a:r>
              <a:rPr lang="en-US" dirty="0" err="1"/>
              <a:t>og</a:t>
            </a:r>
            <a:r>
              <a:rPr lang="en-US" dirty="0"/>
              <a:t> holder </a:t>
            </a:r>
            <a:r>
              <a:rPr lang="en-US" dirty="0" err="1"/>
              <a:t>cyberforsikring</a:t>
            </a:r>
            <a:r>
              <a:rPr lang="en-US" dirty="0"/>
              <a:t>.</a:t>
            </a:r>
          </a:p>
          <a:p>
            <a:pPr marL="0" indent="0">
              <a:spcBef>
                <a:spcPts val="0"/>
              </a:spcBef>
              <a:spcAft>
                <a:spcPts val="300"/>
              </a:spcAft>
              <a:buNone/>
            </a:pPr>
            <a:endParaRPr lang="da-DK" dirty="0"/>
          </a:p>
        </p:txBody>
      </p:sp>
      <p:sp>
        <p:nvSpPr>
          <p:cNvPr id="5" name="Pladsholder til sidefod 4">
            <a:extLst>
              <a:ext uri="{FF2B5EF4-FFF2-40B4-BE49-F238E27FC236}">
                <a16:creationId xmlns:a16="http://schemas.microsoft.com/office/drawing/2014/main" id="{07DBF5F6-622B-CE3B-9245-23F78C4CA161}"/>
              </a:ext>
            </a:extLst>
          </p:cNvPr>
          <p:cNvSpPr>
            <a:spLocks noGrp="1"/>
          </p:cNvSpPr>
          <p:nvPr>
            <p:ph type="ftr" sz="quarter" idx="3"/>
          </p:nvPr>
        </p:nvSpPr>
        <p:spPr/>
        <p:txBody>
          <a:bodyPr/>
          <a:lstStyle/>
          <a:p>
            <a:endParaRPr lang="en-GB"/>
          </a:p>
        </p:txBody>
      </p:sp>
    </p:spTree>
    <p:extLst>
      <p:ext uri="{BB962C8B-B14F-4D97-AF65-F5344CB8AC3E}">
        <p14:creationId xmlns:p14="http://schemas.microsoft.com/office/powerpoint/2010/main" val="35427973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68EDB-7619-1F1A-DF94-A51D2FCB678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A836107-E87E-6314-9864-213CED4F04A3}"/>
              </a:ext>
            </a:extLst>
          </p:cNvPr>
          <p:cNvSpPr>
            <a:spLocks noGrp="1"/>
          </p:cNvSpPr>
          <p:nvPr>
            <p:ph type="title"/>
          </p:nvPr>
        </p:nvSpPr>
        <p:spPr/>
        <p:txBody>
          <a:bodyPr/>
          <a:lstStyle/>
          <a:p>
            <a:r>
              <a:rPr lang="da-DK" sz="1800" b="1"/>
              <a:t>K-2.K-6 Sikkerhed 2 </a:t>
            </a:r>
            <a:br>
              <a:rPr lang="da-DK" sz="1800"/>
            </a:br>
            <a:r>
              <a:rPr lang="da-DK" sz="1800"/>
              <a:t>Skal have erfaring med implementering af databeskyttelse og fortrolighed af AI modeller</a:t>
            </a:r>
          </a:p>
        </p:txBody>
      </p:sp>
      <p:sp>
        <p:nvSpPr>
          <p:cNvPr id="3" name="Pladsholder til tekst 2">
            <a:extLst>
              <a:ext uri="{FF2B5EF4-FFF2-40B4-BE49-F238E27FC236}">
                <a16:creationId xmlns:a16="http://schemas.microsoft.com/office/drawing/2014/main" id="{C9D818C2-CDDF-9942-AEFD-64B9068A2AD0}"/>
              </a:ext>
            </a:extLst>
          </p:cNvPr>
          <p:cNvSpPr>
            <a:spLocks noGrp="1"/>
          </p:cNvSpPr>
          <p:nvPr>
            <p:ph type="body" sz="quarter" idx="12"/>
          </p:nvPr>
        </p:nvSpPr>
        <p:spPr/>
        <p:txBody>
          <a:bodyPr/>
          <a:lstStyle/>
          <a:p>
            <a:r>
              <a:rPr lang="da-DK"/>
              <a:t>4. Krav</a:t>
            </a:r>
          </a:p>
        </p:txBody>
      </p:sp>
      <p:sp>
        <p:nvSpPr>
          <p:cNvPr id="4" name="Pladsholder til tekst 3">
            <a:extLst>
              <a:ext uri="{FF2B5EF4-FFF2-40B4-BE49-F238E27FC236}">
                <a16:creationId xmlns:a16="http://schemas.microsoft.com/office/drawing/2014/main" id="{066265F1-D26F-E7CB-63BF-DA2EE9A6BE66}"/>
              </a:ext>
            </a:extLst>
          </p:cNvPr>
          <p:cNvSpPr>
            <a:spLocks noGrp="1"/>
          </p:cNvSpPr>
          <p:nvPr>
            <p:ph type="body" sz="quarter" idx="13"/>
          </p:nvPr>
        </p:nvSpPr>
        <p:spPr/>
        <p:txBody>
          <a:bodyPr/>
          <a:lstStyle/>
          <a:p>
            <a:pPr marL="0" indent="0">
              <a:spcBef>
                <a:spcPts val="0"/>
              </a:spcBef>
              <a:spcAft>
                <a:spcPts val="300"/>
              </a:spcAft>
              <a:buNone/>
            </a:pPr>
            <a:r>
              <a:rPr lang="en-US" sz="1100" dirty="0"/>
              <a:t>Vores </a:t>
            </a:r>
            <a:r>
              <a:rPr lang="en-US" sz="1100" dirty="0" err="1"/>
              <a:t>udgangspunkt</a:t>
            </a:r>
            <a:r>
              <a:rPr lang="en-US" sz="1100" dirty="0"/>
              <a:t> er </a:t>
            </a:r>
            <a:r>
              <a:rPr lang="en-US" sz="1100" dirty="0" err="1"/>
              <a:t>dataminimering</a:t>
            </a:r>
            <a:r>
              <a:rPr lang="en-US" sz="1100" dirty="0"/>
              <a:t> </a:t>
            </a:r>
            <a:r>
              <a:rPr lang="en-US" sz="1100" dirty="0" err="1"/>
              <a:t>og</a:t>
            </a:r>
            <a:r>
              <a:rPr lang="en-US" sz="1100" dirty="0"/>
              <a:t> </a:t>
            </a:r>
            <a:r>
              <a:rPr lang="en-US" sz="1100" dirty="0" err="1"/>
              <a:t>kontrolleret</a:t>
            </a:r>
            <a:r>
              <a:rPr lang="en-US" sz="1100" dirty="0"/>
              <a:t> dataflow: den </a:t>
            </a:r>
            <a:r>
              <a:rPr lang="en-US" sz="1100" dirty="0" err="1"/>
              <a:t>vigtigste</a:t>
            </a:r>
            <a:r>
              <a:rPr lang="en-US" sz="1100" dirty="0"/>
              <a:t> </a:t>
            </a:r>
            <a:r>
              <a:rPr lang="en-US" sz="1100" dirty="0" err="1"/>
              <a:t>kontrol</a:t>
            </a:r>
            <a:r>
              <a:rPr lang="en-US" sz="1100" dirty="0"/>
              <a:t> er </a:t>
            </a:r>
            <a:r>
              <a:rPr lang="en-US" sz="1100" dirty="0" err="1"/>
              <a:t>ofte</a:t>
            </a:r>
            <a:r>
              <a:rPr lang="en-US" sz="1100" dirty="0"/>
              <a:t> at </a:t>
            </a:r>
            <a:r>
              <a:rPr lang="en-US" sz="1100" dirty="0" err="1"/>
              <a:t>sikre</a:t>
            </a:r>
            <a:r>
              <a:rPr lang="en-US" sz="1100" dirty="0"/>
              <a:t>, at </a:t>
            </a:r>
            <a:r>
              <a:rPr lang="en-US" sz="1100" dirty="0" err="1"/>
              <a:t>modellen</a:t>
            </a:r>
            <a:r>
              <a:rPr lang="en-US" sz="1100" dirty="0"/>
              <a:t> </a:t>
            </a:r>
            <a:r>
              <a:rPr lang="en-US" sz="1100" b="1" dirty="0" err="1"/>
              <a:t>kun</a:t>
            </a:r>
            <a:r>
              <a:rPr lang="en-US" sz="1100" dirty="0"/>
              <a:t> ser det, den </a:t>
            </a:r>
            <a:r>
              <a:rPr lang="en-US" sz="1100" dirty="0" err="1"/>
              <a:t>må</a:t>
            </a:r>
            <a:r>
              <a:rPr lang="en-US" sz="1100" dirty="0"/>
              <a:t> se — </a:t>
            </a:r>
            <a:r>
              <a:rPr lang="en-US" sz="1100" dirty="0" err="1"/>
              <a:t>og</a:t>
            </a:r>
            <a:r>
              <a:rPr lang="en-US" sz="1100" dirty="0"/>
              <a:t> at offload/hybrid </a:t>
            </a:r>
            <a:r>
              <a:rPr lang="en-US" sz="1100" dirty="0" err="1"/>
              <a:t>ikke</a:t>
            </a:r>
            <a:r>
              <a:rPr lang="en-US" sz="1100" dirty="0"/>
              <a:t> </a:t>
            </a:r>
            <a:r>
              <a:rPr lang="en-US" sz="1100" dirty="0" err="1"/>
              <a:t>bliver</a:t>
            </a:r>
            <a:r>
              <a:rPr lang="en-US" sz="1100" dirty="0"/>
              <a:t> </a:t>
            </a:r>
            <a:r>
              <a:rPr lang="en-US" sz="1100" dirty="0" err="1"/>
              <a:t>en</a:t>
            </a:r>
            <a:r>
              <a:rPr lang="en-US" sz="1100" dirty="0"/>
              <a:t> </a:t>
            </a:r>
            <a:r>
              <a:rPr lang="en-US" sz="1100" dirty="0" err="1"/>
              <a:t>bagdør</a:t>
            </a:r>
            <a:r>
              <a:rPr lang="en-US" sz="1100" dirty="0"/>
              <a:t>.</a:t>
            </a:r>
          </a:p>
          <a:p>
            <a:pPr marL="0" indent="0">
              <a:spcBef>
                <a:spcPts val="0"/>
              </a:spcBef>
              <a:spcAft>
                <a:spcPts val="300"/>
              </a:spcAft>
              <a:buNone/>
            </a:pPr>
            <a:endParaRPr lang="en-US" sz="1100" dirty="0"/>
          </a:p>
          <a:p>
            <a:pPr marL="0" indent="0">
              <a:spcBef>
                <a:spcPts val="0"/>
              </a:spcBef>
              <a:spcAft>
                <a:spcPts val="300"/>
              </a:spcAft>
              <a:buNone/>
            </a:pPr>
            <a:r>
              <a:rPr lang="en-US" sz="1100" dirty="0"/>
              <a:t>Vi </a:t>
            </a:r>
            <a:r>
              <a:rPr lang="en-US" sz="1100" dirty="0" err="1"/>
              <a:t>arbejder</a:t>
            </a:r>
            <a:r>
              <a:rPr lang="en-US" sz="1100" dirty="0"/>
              <a:t> med:</a:t>
            </a:r>
          </a:p>
          <a:p>
            <a:pPr lvl="1">
              <a:spcBef>
                <a:spcPts val="0"/>
              </a:spcBef>
              <a:spcAft>
                <a:spcPts val="300"/>
              </a:spcAft>
            </a:pPr>
            <a:r>
              <a:rPr lang="en-US" sz="1100" b="1" dirty="0" err="1"/>
              <a:t>Dataklassificering</a:t>
            </a:r>
            <a:r>
              <a:rPr lang="en-US" sz="1100" b="1" dirty="0"/>
              <a:t> → </a:t>
            </a:r>
            <a:r>
              <a:rPr lang="en-US" sz="1100" b="1" dirty="0" err="1"/>
              <a:t>tekniske</a:t>
            </a:r>
            <a:r>
              <a:rPr lang="en-US" sz="1100" b="1" dirty="0"/>
              <a:t> </a:t>
            </a:r>
            <a:r>
              <a:rPr lang="en-US" sz="1100" b="1" dirty="0" err="1"/>
              <a:t>regler</a:t>
            </a:r>
            <a:r>
              <a:rPr lang="en-US" sz="1100" b="1" dirty="0"/>
              <a:t>:</a:t>
            </a:r>
            <a:r>
              <a:rPr lang="en-US" sz="1100" dirty="0"/>
              <a:t> </a:t>
            </a:r>
            <a:r>
              <a:rPr lang="en-US" sz="1100" dirty="0" err="1"/>
              <a:t>hvad</a:t>
            </a:r>
            <a:r>
              <a:rPr lang="en-US" sz="1100" dirty="0"/>
              <a:t> </a:t>
            </a:r>
            <a:r>
              <a:rPr lang="en-US" sz="1100" dirty="0" err="1"/>
              <a:t>må</a:t>
            </a:r>
            <a:r>
              <a:rPr lang="en-US" sz="1100" dirty="0"/>
              <a:t> </a:t>
            </a:r>
            <a:r>
              <a:rPr lang="en-US" sz="1100" dirty="0" err="1"/>
              <a:t>logges</a:t>
            </a:r>
            <a:r>
              <a:rPr lang="en-US" sz="1100" dirty="0"/>
              <a:t>, </a:t>
            </a:r>
            <a:r>
              <a:rPr lang="en-US" sz="1100" dirty="0" err="1"/>
              <a:t>hvad</a:t>
            </a:r>
            <a:r>
              <a:rPr lang="en-US" sz="1100" dirty="0"/>
              <a:t> </a:t>
            </a:r>
            <a:r>
              <a:rPr lang="en-US" sz="1100" dirty="0" err="1"/>
              <a:t>må</a:t>
            </a:r>
            <a:r>
              <a:rPr lang="en-US" sz="1100" dirty="0"/>
              <a:t> </a:t>
            </a:r>
            <a:r>
              <a:rPr lang="en-US" sz="1100" dirty="0" err="1"/>
              <a:t>bruges</a:t>
            </a:r>
            <a:r>
              <a:rPr lang="en-US" sz="1100" dirty="0"/>
              <a:t> </a:t>
            </a:r>
            <a:r>
              <a:rPr lang="en-US" sz="1100" dirty="0" err="1"/>
              <a:t>i</a:t>
            </a:r>
            <a:r>
              <a:rPr lang="en-US" sz="1100" dirty="0"/>
              <a:t> prompts, </a:t>
            </a:r>
            <a:r>
              <a:rPr lang="en-US" sz="1100" dirty="0" err="1"/>
              <a:t>hvad</a:t>
            </a:r>
            <a:r>
              <a:rPr lang="en-US" sz="1100" dirty="0"/>
              <a:t> </a:t>
            </a:r>
            <a:r>
              <a:rPr lang="en-US" sz="1100" dirty="0" err="1"/>
              <a:t>må</a:t>
            </a:r>
            <a:r>
              <a:rPr lang="en-US" sz="1100" dirty="0"/>
              <a:t> </a:t>
            </a:r>
            <a:r>
              <a:rPr lang="en-US" sz="1100" dirty="0" err="1"/>
              <a:t>offloades</a:t>
            </a:r>
            <a:r>
              <a:rPr lang="en-US" sz="1100" dirty="0"/>
              <a:t>.</a:t>
            </a:r>
          </a:p>
          <a:p>
            <a:pPr lvl="1">
              <a:spcBef>
                <a:spcPts val="0"/>
              </a:spcBef>
              <a:spcAft>
                <a:spcPts val="300"/>
              </a:spcAft>
            </a:pPr>
            <a:r>
              <a:rPr lang="en-US" sz="1100" b="1" dirty="0" err="1"/>
              <a:t>Kryptering</a:t>
            </a:r>
            <a:r>
              <a:rPr lang="en-US" sz="1100" b="1" dirty="0"/>
              <a:t> </a:t>
            </a:r>
            <a:r>
              <a:rPr lang="en-US" sz="1100" b="1" dirty="0" err="1"/>
              <a:t>og</a:t>
            </a:r>
            <a:r>
              <a:rPr lang="en-US" sz="1100" b="1" dirty="0"/>
              <a:t> secrets:</a:t>
            </a:r>
            <a:r>
              <a:rPr lang="en-US" sz="1100" dirty="0"/>
              <a:t> transit/at-rest </a:t>
            </a:r>
            <a:r>
              <a:rPr lang="en-US" sz="1100" dirty="0" err="1"/>
              <a:t>kryptering</a:t>
            </a:r>
            <a:r>
              <a:rPr lang="en-US" sz="1100" dirty="0"/>
              <a:t> </a:t>
            </a:r>
            <a:r>
              <a:rPr lang="en-US" sz="1100" dirty="0" err="1"/>
              <a:t>og</a:t>
            </a:r>
            <a:r>
              <a:rPr lang="en-US" sz="1100" dirty="0"/>
              <a:t> key rotation.</a:t>
            </a:r>
          </a:p>
          <a:p>
            <a:pPr lvl="1">
              <a:spcBef>
                <a:spcPts val="0"/>
              </a:spcBef>
              <a:spcAft>
                <a:spcPts val="300"/>
              </a:spcAft>
            </a:pPr>
            <a:r>
              <a:rPr lang="en-US" sz="1100" b="1" dirty="0" err="1"/>
              <a:t>Sporbarhed</a:t>
            </a:r>
            <a:r>
              <a:rPr lang="en-US" sz="1100" b="1" dirty="0"/>
              <a:t>:</a:t>
            </a:r>
            <a:r>
              <a:rPr lang="en-US" sz="1100" dirty="0"/>
              <a:t> audit logs for </a:t>
            </a:r>
            <a:r>
              <a:rPr lang="en-US" sz="1100" dirty="0" err="1"/>
              <a:t>forespørgsler</a:t>
            </a:r>
            <a:r>
              <a:rPr lang="en-US" sz="1100" dirty="0"/>
              <a:t>, retrieval-</a:t>
            </a:r>
            <a:r>
              <a:rPr lang="en-US" sz="1100" dirty="0" err="1"/>
              <a:t>kilder</a:t>
            </a:r>
            <a:r>
              <a:rPr lang="en-US" sz="1100" dirty="0"/>
              <a:t>, tool-</a:t>
            </a:r>
            <a:r>
              <a:rPr lang="en-US" sz="1100" dirty="0" err="1"/>
              <a:t>kald</a:t>
            </a:r>
            <a:r>
              <a:rPr lang="en-US" sz="1100" dirty="0"/>
              <a:t> </a:t>
            </a:r>
            <a:r>
              <a:rPr lang="en-US" sz="1100" dirty="0" err="1"/>
              <a:t>og</a:t>
            </a:r>
            <a:r>
              <a:rPr lang="en-US" sz="1100" dirty="0"/>
              <a:t> </a:t>
            </a:r>
            <a:r>
              <a:rPr lang="en-US" sz="1100" dirty="0" err="1"/>
              <a:t>adminændringer</a:t>
            </a:r>
            <a:r>
              <a:rPr lang="en-US" sz="1100" dirty="0"/>
              <a:t>.</a:t>
            </a:r>
          </a:p>
          <a:p>
            <a:pPr lvl="1">
              <a:spcBef>
                <a:spcPts val="0"/>
              </a:spcBef>
              <a:spcAft>
                <a:spcPts val="300"/>
              </a:spcAft>
            </a:pPr>
            <a:r>
              <a:rPr lang="en-US" sz="1100" b="1" dirty="0"/>
              <a:t>Privacy-</a:t>
            </a:r>
            <a:r>
              <a:rPr lang="en-US" sz="1100" b="1" dirty="0" err="1"/>
              <a:t>teknikker</a:t>
            </a:r>
            <a:r>
              <a:rPr lang="en-US" sz="1100" b="1" dirty="0"/>
              <a:t> </a:t>
            </a:r>
            <a:r>
              <a:rPr lang="en-US" sz="1100" b="1" dirty="0" err="1"/>
              <a:t>når</a:t>
            </a:r>
            <a:r>
              <a:rPr lang="en-US" sz="1100" b="1" dirty="0"/>
              <a:t> relevant:</a:t>
            </a:r>
            <a:r>
              <a:rPr lang="en-US" sz="1100" dirty="0"/>
              <a:t> </a:t>
            </a:r>
            <a:r>
              <a:rPr lang="en-US" sz="1100" dirty="0" err="1"/>
              <a:t>anonymisering</a:t>
            </a:r>
            <a:r>
              <a:rPr lang="en-US" sz="1100" dirty="0"/>
              <a:t>/</a:t>
            </a:r>
            <a:r>
              <a:rPr lang="en-US" sz="1100" dirty="0" err="1"/>
              <a:t>pseudonymisering</a:t>
            </a:r>
            <a:r>
              <a:rPr lang="en-US" sz="1100" dirty="0"/>
              <a:t>, </a:t>
            </a:r>
            <a:r>
              <a:rPr lang="en-US" sz="1100" dirty="0" err="1"/>
              <a:t>særligt</a:t>
            </a:r>
            <a:r>
              <a:rPr lang="en-US" sz="1100" dirty="0"/>
              <a:t> </a:t>
            </a:r>
            <a:r>
              <a:rPr lang="en-US" sz="1100" dirty="0" err="1"/>
              <a:t>ved</a:t>
            </a:r>
            <a:r>
              <a:rPr lang="en-US" sz="1100" dirty="0"/>
              <a:t> </a:t>
            </a:r>
            <a:r>
              <a:rPr lang="en-US" sz="1100" dirty="0" err="1"/>
              <a:t>persondata</a:t>
            </a:r>
            <a:r>
              <a:rPr lang="en-US" sz="1100" dirty="0"/>
              <a:t>.</a:t>
            </a:r>
          </a:p>
          <a:p>
            <a:pPr lvl="1">
              <a:spcBef>
                <a:spcPts val="0"/>
              </a:spcBef>
              <a:spcAft>
                <a:spcPts val="300"/>
              </a:spcAft>
            </a:pPr>
            <a:r>
              <a:rPr lang="en-US" sz="1100" b="1" dirty="0"/>
              <a:t>DPA/GDPR-</a:t>
            </a:r>
            <a:r>
              <a:rPr lang="en-US" sz="1100" b="1" dirty="0" err="1"/>
              <a:t>disciplin</a:t>
            </a:r>
            <a:r>
              <a:rPr lang="en-US" sz="1100" b="1" dirty="0"/>
              <a:t>:</a:t>
            </a:r>
            <a:r>
              <a:rPr lang="en-US" sz="1100" dirty="0"/>
              <a:t> </a:t>
            </a:r>
            <a:r>
              <a:rPr lang="en-US" sz="1100" dirty="0" err="1"/>
              <a:t>tydelige</a:t>
            </a:r>
            <a:r>
              <a:rPr lang="en-US" sz="1100" dirty="0"/>
              <a:t> roller (</a:t>
            </a:r>
            <a:r>
              <a:rPr lang="en-US" sz="1100" dirty="0" err="1"/>
              <a:t>dataansvarlig</a:t>
            </a:r>
            <a:r>
              <a:rPr lang="en-US" sz="1100" dirty="0"/>
              <a:t>/</a:t>
            </a:r>
            <a:r>
              <a:rPr lang="en-US" sz="1100" dirty="0" err="1"/>
              <a:t>databehandler</a:t>
            </a:r>
            <a:r>
              <a:rPr lang="en-US" sz="1100" dirty="0"/>
              <a:t>) </a:t>
            </a:r>
            <a:r>
              <a:rPr lang="en-US" sz="1100" dirty="0" err="1"/>
              <a:t>og</a:t>
            </a:r>
            <a:r>
              <a:rPr lang="en-US" sz="1100" dirty="0"/>
              <a:t> </a:t>
            </a:r>
            <a:r>
              <a:rPr lang="en-US" sz="1100" dirty="0" err="1"/>
              <a:t>dokumentation</a:t>
            </a:r>
            <a:r>
              <a:rPr lang="en-US" sz="1100" dirty="0"/>
              <a:t>.</a:t>
            </a:r>
          </a:p>
          <a:p>
            <a:pPr marL="0" indent="0">
              <a:spcBef>
                <a:spcPts val="0"/>
              </a:spcBef>
              <a:spcAft>
                <a:spcPts val="300"/>
              </a:spcAft>
              <a:buNone/>
            </a:pPr>
            <a:endParaRPr lang="en-US" sz="1100" b="1" dirty="0"/>
          </a:p>
          <a:p>
            <a:pPr marL="0" indent="0">
              <a:spcBef>
                <a:spcPts val="0"/>
              </a:spcBef>
              <a:spcAft>
                <a:spcPts val="300"/>
              </a:spcAft>
              <a:buNone/>
            </a:pPr>
            <a:r>
              <a:rPr lang="en-US" sz="1100" b="1" dirty="0" err="1"/>
              <a:t>Konkrete</a:t>
            </a:r>
            <a:r>
              <a:rPr lang="en-US" sz="1100" b="1" dirty="0"/>
              <a:t> </a:t>
            </a:r>
            <a:r>
              <a:rPr lang="en-US" sz="1100" b="1" dirty="0" err="1"/>
              <a:t>leverancer</a:t>
            </a:r>
            <a:endParaRPr lang="en-US" sz="1100" dirty="0"/>
          </a:p>
          <a:p>
            <a:pPr lvl="1">
              <a:spcBef>
                <a:spcPts val="0"/>
              </a:spcBef>
              <a:spcAft>
                <a:spcPts val="300"/>
              </a:spcAft>
            </a:pPr>
            <a:r>
              <a:rPr lang="en-US" sz="1100" dirty="0" err="1"/>
              <a:t>Databeskyttelsesdesign</a:t>
            </a:r>
            <a:r>
              <a:rPr lang="en-US" sz="1100" dirty="0"/>
              <a:t>, retention-</a:t>
            </a:r>
            <a:r>
              <a:rPr lang="en-US" sz="1100" dirty="0" err="1"/>
              <a:t>politik</a:t>
            </a:r>
            <a:r>
              <a:rPr lang="en-US" sz="1100" dirty="0"/>
              <a:t>, log-</a:t>
            </a:r>
            <a:r>
              <a:rPr lang="en-US" sz="1100" dirty="0" err="1"/>
              <a:t>specifikation</a:t>
            </a:r>
            <a:r>
              <a:rPr lang="en-US" sz="1100" dirty="0"/>
              <a:t>, offload-</a:t>
            </a:r>
            <a:r>
              <a:rPr lang="en-US" sz="1100" dirty="0" err="1"/>
              <a:t>politik</a:t>
            </a:r>
            <a:r>
              <a:rPr lang="en-US" sz="1100" dirty="0"/>
              <a:t> (</a:t>
            </a:r>
            <a:r>
              <a:rPr lang="en-US" sz="1100" dirty="0" err="1"/>
              <a:t>hvis</a:t>
            </a:r>
            <a:r>
              <a:rPr lang="en-US" sz="1100" dirty="0"/>
              <a:t> relevant) </a:t>
            </a:r>
            <a:r>
              <a:rPr lang="en-US" sz="1100" dirty="0" err="1"/>
              <a:t>og</a:t>
            </a:r>
            <a:r>
              <a:rPr lang="en-US" sz="1100" dirty="0"/>
              <a:t> procedure for </a:t>
            </a:r>
            <a:r>
              <a:rPr lang="en-US" sz="1100" dirty="0" err="1"/>
              <a:t>sikkerhedshændelser</a:t>
            </a:r>
            <a:r>
              <a:rPr lang="en-US" sz="1100" dirty="0"/>
              <a:t>.</a:t>
            </a:r>
          </a:p>
          <a:p>
            <a:pPr marL="0" indent="0">
              <a:spcBef>
                <a:spcPts val="0"/>
              </a:spcBef>
              <a:spcAft>
                <a:spcPts val="300"/>
              </a:spcAft>
              <a:buNone/>
            </a:pPr>
            <a:endParaRPr lang="en-US" sz="1100" b="1" dirty="0"/>
          </a:p>
          <a:p>
            <a:pPr marL="0" indent="0">
              <a:spcBef>
                <a:spcPts val="0"/>
              </a:spcBef>
              <a:spcAft>
                <a:spcPts val="300"/>
              </a:spcAft>
              <a:buNone/>
            </a:pPr>
            <a:r>
              <a:rPr lang="en-US" sz="1100" b="1" dirty="0" err="1"/>
              <a:t>Dokumenteret</a:t>
            </a:r>
            <a:r>
              <a:rPr lang="en-US" sz="1100" b="1" dirty="0"/>
              <a:t> </a:t>
            </a:r>
            <a:r>
              <a:rPr lang="en-US" sz="1100" b="1" dirty="0" err="1"/>
              <a:t>erfaring</a:t>
            </a:r>
            <a:endParaRPr lang="en-US" sz="1100" dirty="0"/>
          </a:p>
          <a:p>
            <a:pPr lvl="1">
              <a:spcBef>
                <a:spcPts val="0"/>
              </a:spcBef>
              <a:spcAft>
                <a:spcPts val="300"/>
              </a:spcAft>
            </a:pPr>
            <a:r>
              <a:rPr lang="en-US" sz="1100" dirty="0"/>
              <a:t>En </a:t>
            </a:r>
            <a:r>
              <a:rPr lang="en-US" sz="1100" dirty="0" err="1"/>
              <a:t>stor</a:t>
            </a:r>
            <a:r>
              <a:rPr lang="en-US" sz="1100" dirty="0"/>
              <a:t> </a:t>
            </a:r>
            <a:r>
              <a:rPr lang="en-US" sz="1100" dirty="0" err="1"/>
              <a:t>europæisk</a:t>
            </a:r>
            <a:r>
              <a:rPr lang="en-US" sz="1100" dirty="0"/>
              <a:t> </a:t>
            </a:r>
            <a:r>
              <a:rPr lang="en-US" sz="1100" dirty="0" err="1"/>
              <a:t>forsikringsvirksomhed</a:t>
            </a:r>
            <a:r>
              <a:rPr lang="en-US" sz="1100" dirty="0"/>
              <a:t> (</a:t>
            </a:r>
            <a:r>
              <a:rPr lang="en-US" sz="1100" dirty="0" err="1"/>
              <a:t>kundeservice</a:t>
            </a:r>
            <a:r>
              <a:rPr lang="en-US" sz="1100" dirty="0"/>
              <a:t>-AI): </a:t>
            </a:r>
            <a:r>
              <a:rPr lang="en-US" sz="1100" dirty="0" err="1"/>
              <a:t>Udviklede</a:t>
            </a:r>
            <a:r>
              <a:rPr lang="en-US" sz="1100" dirty="0"/>
              <a:t> et framework der </a:t>
            </a:r>
            <a:r>
              <a:rPr lang="en-US" sz="1100" dirty="0" err="1"/>
              <a:t>oversætter</a:t>
            </a:r>
            <a:r>
              <a:rPr lang="en-US" sz="1100" dirty="0"/>
              <a:t> </a:t>
            </a:r>
            <a:r>
              <a:rPr lang="en-US" sz="1100" dirty="0" err="1"/>
              <a:t>og</a:t>
            </a:r>
            <a:r>
              <a:rPr lang="en-US" sz="1100" dirty="0"/>
              <a:t> </a:t>
            </a:r>
            <a:r>
              <a:rPr lang="en-US" sz="1100" dirty="0" err="1"/>
              <a:t>anonymiserer</a:t>
            </a:r>
            <a:r>
              <a:rPr lang="en-US" sz="1100" dirty="0"/>
              <a:t> </a:t>
            </a:r>
            <a:r>
              <a:rPr lang="en-US" sz="1100" dirty="0" err="1"/>
              <a:t>kundedata</a:t>
            </a:r>
            <a:r>
              <a:rPr lang="en-US" sz="1100" dirty="0"/>
              <a:t> </a:t>
            </a:r>
            <a:r>
              <a:rPr lang="en-US" sz="1100" dirty="0" err="1"/>
              <a:t>ved</a:t>
            </a:r>
            <a:r>
              <a:rPr lang="en-US" sz="1100" dirty="0"/>
              <a:t> </a:t>
            </a:r>
            <a:r>
              <a:rPr lang="en-US" sz="1100" dirty="0" err="1"/>
              <a:t>hjælp</a:t>
            </a:r>
            <a:r>
              <a:rPr lang="en-US" sz="1100" dirty="0"/>
              <a:t> </a:t>
            </a:r>
            <a:r>
              <a:rPr lang="en-US" sz="1100" dirty="0" err="1"/>
              <a:t>af</a:t>
            </a:r>
            <a:r>
              <a:rPr lang="en-US" sz="1100" dirty="0"/>
              <a:t> compliance-</a:t>
            </a:r>
            <a:r>
              <a:rPr lang="en-US" sz="1100" dirty="0" err="1"/>
              <a:t>godkendte</a:t>
            </a:r>
            <a:r>
              <a:rPr lang="en-US" sz="1100" dirty="0"/>
              <a:t> private modeler, </a:t>
            </a:r>
            <a:r>
              <a:rPr lang="en-US" sz="1100" dirty="0" err="1"/>
              <a:t>sikrer</a:t>
            </a:r>
            <a:r>
              <a:rPr lang="en-US" sz="1100" dirty="0"/>
              <a:t> at AI </a:t>
            </a:r>
            <a:r>
              <a:rPr lang="en-US" sz="1100" dirty="0" err="1"/>
              <a:t>kan</a:t>
            </a:r>
            <a:r>
              <a:rPr lang="en-US" sz="1100" dirty="0"/>
              <a:t> </a:t>
            </a:r>
            <a:r>
              <a:rPr lang="en-US" sz="1100" dirty="0" err="1"/>
              <a:t>anvendes</a:t>
            </a:r>
            <a:r>
              <a:rPr lang="en-US" sz="1100" dirty="0"/>
              <a:t> </a:t>
            </a:r>
            <a:r>
              <a:rPr lang="en-US" sz="1100" dirty="0" err="1"/>
              <a:t>til</a:t>
            </a:r>
            <a:r>
              <a:rPr lang="en-US" sz="1100" dirty="0"/>
              <a:t> </a:t>
            </a:r>
            <a:r>
              <a:rPr lang="en-US" sz="1100" dirty="0" err="1"/>
              <a:t>indsigt</a:t>
            </a:r>
            <a:r>
              <a:rPr lang="en-US" sz="1100" dirty="0"/>
              <a:t> </a:t>
            </a:r>
            <a:r>
              <a:rPr lang="en-US" sz="1100" dirty="0" err="1"/>
              <a:t>uden</a:t>
            </a:r>
            <a:r>
              <a:rPr lang="en-US" sz="1100" dirty="0"/>
              <a:t> at </a:t>
            </a:r>
            <a:r>
              <a:rPr lang="en-US" sz="1100" dirty="0" err="1"/>
              <a:t>kompromittere</a:t>
            </a:r>
            <a:r>
              <a:rPr lang="en-US" sz="1100" dirty="0"/>
              <a:t> </a:t>
            </a:r>
            <a:r>
              <a:rPr lang="en-US" sz="1100" dirty="0" err="1"/>
              <a:t>privatlivsbeskyttelsen</a:t>
            </a:r>
            <a:r>
              <a:rPr lang="en-US" sz="1100" dirty="0"/>
              <a:t>.</a:t>
            </a:r>
          </a:p>
          <a:p>
            <a:pPr lvl="1">
              <a:spcBef>
                <a:spcPts val="0"/>
              </a:spcBef>
              <a:spcAft>
                <a:spcPts val="300"/>
              </a:spcAft>
            </a:pPr>
            <a:r>
              <a:rPr lang="en-US" sz="1100" dirty="0"/>
              <a:t>En </a:t>
            </a:r>
            <a:r>
              <a:rPr lang="en-US" sz="1100" dirty="0" err="1"/>
              <a:t>offentlig</a:t>
            </a:r>
            <a:r>
              <a:rPr lang="en-US" sz="1100" dirty="0"/>
              <a:t> </a:t>
            </a:r>
            <a:r>
              <a:rPr lang="en-US" sz="1100" dirty="0" err="1"/>
              <a:t>hollandsk</a:t>
            </a:r>
            <a:r>
              <a:rPr lang="en-US" sz="1100" dirty="0"/>
              <a:t> </a:t>
            </a:r>
            <a:r>
              <a:rPr lang="en-US" sz="1100" dirty="0" err="1"/>
              <a:t>organisation</a:t>
            </a:r>
            <a:r>
              <a:rPr lang="en-US" sz="1100" dirty="0"/>
              <a:t>: </a:t>
            </a:r>
            <a:r>
              <a:rPr lang="en-US" sz="1100" dirty="0" err="1"/>
              <a:t>Eksplicit</a:t>
            </a:r>
            <a:r>
              <a:rPr lang="en-US" sz="1100" dirty="0"/>
              <a:t> </a:t>
            </a:r>
            <a:r>
              <a:rPr lang="en-US" sz="1100" dirty="0" err="1"/>
              <a:t>arkitekturkrav</a:t>
            </a:r>
            <a:r>
              <a:rPr lang="en-US" sz="1100" dirty="0"/>
              <a:t> om at alle data </a:t>
            </a:r>
            <a:r>
              <a:rPr lang="en-US" sz="1100" dirty="0" err="1"/>
              <a:t>forbliver</a:t>
            </a:r>
            <a:r>
              <a:rPr lang="en-US" sz="1100" dirty="0"/>
              <a:t> </a:t>
            </a:r>
            <a:r>
              <a:rPr lang="en-US" sz="1100" dirty="0" err="1"/>
              <a:t>inden</a:t>
            </a:r>
            <a:r>
              <a:rPr lang="en-US" sz="1100" dirty="0"/>
              <a:t> for </a:t>
            </a:r>
            <a:r>
              <a:rPr lang="en-US" sz="1100" dirty="0" err="1"/>
              <a:t>organisationens</a:t>
            </a:r>
            <a:r>
              <a:rPr lang="en-US" sz="1100" dirty="0"/>
              <a:t> </a:t>
            </a:r>
            <a:r>
              <a:rPr lang="en-US" sz="1100" dirty="0" err="1"/>
              <a:t>sikre</a:t>
            </a:r>
            <a:r>
              <a:rPr lang="en-US" sz="1100" dirty="0"/>
              <a:t> </a:t>
            </a:r>
            <a:r>
              <a:rPr lang="en-US" sz="1100" dirty="0" err="1"/>
              <a:t>miljø</a:t>
            </a:r>
            <a:r>
              <a:rPr lang="en-US" sz="1100" dirty="0"/>
              <a:t>, </a:t>
            </a:r>
            <a:r>
              <a:rPr lang="en-US" sz="1100" dirty="0" err="1"/>
              <a:t>og</a:t>
            </a:r>
            <a:r>
              <a:rPr lang="en-US" sz="1100" dirty="0"/>
              <a:t> at der </a:t>
            </a:r>
            <a:r>
              <a:rPr lang="en-US" sz="1100" dirty="0" err="1"/>
              <a:t>ingen</a:t>
            </a:r>
            <a:r>
              <a:rPr lang="en-US" sz="1100" dirty="0"/>
              <a:t> disclosure er </a:t>
            </a:r>
            <a:r>
              <a:rPr lang="en-US" sz="1100" dirty="0" err="1"/>
              <a:t>til</a:t>
            </a:r>
            <a:r>
              <a:rPr lang="en-US" sz="1100" dirty="0"/>
              <a:t> </a:t>
            </a:r>
            <a:r>
              <a:rPr lang="en-US" sz="1100" dirty="0" err="1"/>
              <a:t>tredjeparter</a:t>
            </a:r>
            <a:r>
              <a:rPr lang="en-US" sz="1100" dirty="0"/>
              <a:t>.</a:t>
            </a:r>
          </a:p>
          <a:p>
            <a:pPr lvl="1">
              <a:spcBef>
                <a:spcPts val="0"/>
              </a:spcBef>
              <a:spcAft>
                <a:spcPts val="300"/>
              </a:spcAft>
            </a:pPr>
            <a:r>
              <a:rPr lang="en-US" sz="1100" dirty="0"/>
              <a:t>En international </a:t>
            </a:r>
            <a:r>
              <a:rPr lang="en-US" sz="1100" dirty="0" err="1"/>
              <a:t>faglig</a:t>
            </a:r>
            <a:r>
              <a:rPr lang="en-US" sz="1100" dirty="0"/>
              <a:t> </a:t>
            </a:r>
            <a:r>
              <a:rPr lang="en-US" sz="1100" dirty="0" err="1"/>
              <a:t>organisation</a:t>
            </a:r>
            <a:r>
              <a:rPr lang="en-US" sz="1100" dirty="0"/>
              <a:t> </a:t>
            </a:r>
            <a:r>
              <a:rPr lang="en-US" sz="1100" dirty="0" err="1"/>
              <a:t>inden</a:t>
            </a:r>
            <a:r>
              <a:rPr lang="en-US" sz="1100" dirty="0"/>
              <a:t> for </a:t>
            </a:r>
            <a:r>
              <a:rPr lang="en-US" sz="1100" dirty="0" err="1"/>
              <a:t>sundhedsvidenskab</a:t>
            </a:r>
            <a:r>
              <a:rPr lang="en-US" sz="1100" dirty="0"/>
              <a:t>: </a:t>
            </a:r>
            <a:r>
              <a:rPr lang="en-US" sz="1100" dirty="0" err="1"/>
              <a:t>Lukket</a:t>
            </a:r>
            <a:r>
              <a:rPr lang="en-US" sz="1100" dirty="0"/>
              <a:t> platform </a:t>
            </a:r>
            <a:r>
              <a:rPr lang="en-US" sz="1100" dirty="0" err="1"/>
              <a:t>uden</a:t>
            </a:r>
            <a:r>
              <a:rPr lang="en-US" sz="1100" dirty="0"/>
              <a:t> disclosure </a:t>
            </a:r>
            <a:r>
              <a:rPr lang="en-US" sz="1100" dirty="0" err="1"/>
              <a:t>af</a:t>
            </a:r>
            <a:r>
              <a:rPr lang="en-US" sz="1100" dirty="0"/>
              <a:t> data </a:t>
            </a:r>
            <a:r>
              <a:rPr lang="en-US" sz="1100" dirty="0" err="1"/>
              <a:t>til</a:t>
            </a:r>
            <a:r>
              <a:rPr lang="en-US" sz="1100" dirty="0"/>
              <a:t> </a:t>
            </a:r>
            <a:r>
              <a:rPr lang="en-US" sz="1100" dirty="0" err="1"/>
              <a:t>tredjeparter</a:t>
            </a:r>
            <a:r>
              <a:rPr lang="en-US" sz="1100" dirty="0"/>
              <a:t> ,</a:t>
            </a:r>
            <a:r>
              <a:rPr lang="en-US" sz="1100" dirty="0" err="1"/>
              <a:t>en</a:t>
            </a:r>
            <a:r>
              <a:rPr lang="en-US" sz="1100" dirty="0"/>
              <a:t> </a:t>
            </a:r>
            <a:r>
              <a:rPr lang="en-US" sz="1100" dirty="0" err="1"/>
              <a:t>præmis</a:t>
            </a:r>
            <a:r>
              <a:rPr lang="en-US" sz="1100" dirty="0"/>
              <a:t> der var </a:t>
            </a:r>
            <a:r>
              <a:rPr lang="en-US" sz="1100" dirty="0" err="1"/>
              <a:t>styrende</a:t>
            </a:r>
            <a:r>
              <a:rPr lang="en-US" sz="1100" dirty="0"/>
              <a:t> for hele </a:t>
            </a:r>
            <a:r>
              <a:rPr lang="en-US" sz="1100" dirty="0" err="1"/>
              <a:t>arkitekturdesignet</a:t>
            </a:r>
            <a:r>
              <a:rPr lang="en-US" sz="1100" dirty="0"/>
              <a:t>.</a:t>
            </a:r>
          </a:p>
          <a:p>
            <a:pPr lvl="1">
              <a:spcBef>
                <a:spcPts val="0"/>
              </a:spcBef>
              <a:spcAft>
                <a:spcPts val="300"/>
              </a:spcAft>
            </a:pPr>
            <a:r>
              <a:rPr lang="en-US" sz="1100" dirty="0"/>
              <a:t>En </a:t>
            </a:r>
            <a:r>
              <a:rPr lang="en-US" sz="1100" dirty="0" err="1"/>
              <a:t>dansk</a:t>
            </a:r>
            <a:r>
              <a:rPr lang="en-US" sz="1100" dirty="0"/>
              <a:t> </a:t>
            </a:r>
            <a:r>
              <a:rPr lang="en-US" sz="1100" dirty="0" err="1"/>
              <a:t>virksomhed</a:t>
            </a:r>
            <a:r>
              <a:rPr lang="en-US" sz="1100" dirty="0"/>
              <a:t> (intern AI-</a:t>
            </a:r>
            <a:r>
              <a:rPr lang="en-US" sz="1100" dirty="0" err="1"/>
              <a:t>assistent</a:t>
            </a:r>
            <a:r>
              <a:rPr lang="en-US" sz="1100" dirty="0"/>
              <a:t>): </a:t>
            </a:r>
            <a:r>
              <a:rPr lang="en-US" sz="1100" dirty="0" err="1"/>
              <a:t>Sikkerhedskontroller</a:t>
            </a:r>
            <a:r>
              <a:rPr lang="en-US" sz="1100" dirty="0"/>
              <a:t> der </a:t>
            </a:r>
            <a:r>
              <a:rPr lang="en-US" sz="1100" dirty="0" err="1"/>
              <a:t>sikrer</a:t>
            </a:r>
            <a:r>
              <a:rPr lang="en-US" sz="1100" dirty="0"/>
              <a:t>, at </a:t>
            </a:r>
            <a:r>
              <a:rPr lang="en-US" sz="1100" dirty="0" err="1"/>
              <a:t>medarbejdere</a:t>
            </a:r>
            <a:r>
              <a:rPr lang="en-US" sz="1100" dirty="0"/>
              <a:t> </a:t>
            </a:r>
            <a:r>
              <a:rPr lang="en-US" sz="1100" dirty="0" err="1"/>
              <a:t>kun</a:t>
            </a:r>
            <a:r>
              <a:rPr lang="en-US" sz="1100" dirty="0"/>
              <a:t> </a:t>
            </a:r>
            <a:r>
              <a:rPr lang="en-US" sz="1100" dirty="0" err="1"/>
              <a:t>interagerer</a:t>
            </a:r>
            <a:r>
              <a:rPr lang="en-US" sz="1100" dirty="0"/>
              <a:t> med data de er </a:t>
            </a:r>
            <a:r>
              <a:rPr lang="en-US" sz="1100" dirty="0" err="1"/>
              <a:t>autoriseret</a:t>
            </a:r>
            <a:r>
              <a:rPr lang="en-US" sz="1100" dirty="0"/>
              <a:t> </a:t>
            </a:r>
            <a:r>
              <a:rPr lang="en-US" sz="1100" dirty="0" err="1"/>
              <a:t>til</a:t>
            </a:r>
            <a:r>
              <a:rPr lang="en-US" sz="1100" dirty="0"/>
              <a:t>, med </a:t>
            </a:r>
            <a:r>
              <a:rPr lang="en-US" sz="1100" dirty="0" err="1"/>
              <a:t>fuld</a:t>
            </a:r>
            <a:r>
              <a:rPr lang="en-US" sz="1100" dirty="0"/>
              <a:t> audit trail.</a:t>
            </a:r>
          </a:p>
          <a:p>
            <a:pPr marL="0" indent="0">
              <a:spcBef>
                <a:spcPts val="0"/>
              </a:spcBef>
              <a:spcAft>
                <a:spcPts val="300"/>
              </a:spcAft>
              <a:buNone/>
            </a:pPr>
            <a:endParaRPr lang="da-DK" sz="1100" dirty="0"/>
          </a:p>
        </p:txBody>
      </p:sp>
      <p:sp>
        <p:nvSpPr>
          <p:cNvPr id="5" name="Pladsholder til sidefod 4">
            <a:extLst>
              <a:ext uri="{FF2B5EF4-FFF2-40B4-BE49-F238E27FC236}">
                <a16:creationId xmlns:a16="http://schemas.microsoft.com/office/drawing/2014/main" id="{022EBF10-AA10-A9AE-331B-D6E81B249AA2}"/>
              </a:ext>
            </a:extLst>
          </p:cNvPr>
          <p:cNvSpPr>
            <a:spLocks noGrp="1"/>
          </p:cNvSpPr>
          <p:nvPr>
            <p:ph type="ftr" sz="quarter" idx="3"/>
          </p:nvPr>
        </p:nvSpPr>
        <p:spPr/>
        <p:txBody>
          <a:bodyPr/>
          <a:lstStyle/>
          <a:p>
            <a:endParaRPr lang="en-GB">
              <a:solidFill>
                <a:srgbClr val="B054AE"/>
              </a:solidFill>
            </a:endParaRPr>
          </a:p>
        </p:txBody>
      </p:sp>
    </p:spTree>
    <p:extLst>
      <p:ext uri="{BB962C8B-B14F-4D97-AF65-F5344CB8AC3E}">
        <p14:creationId xmlns:p14="http://schemas.microsoft.com/office/powerpoint/2010/main" val="25197867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Pladsholder til billede 9">
            <a:extLst>
              <a:ext uri="{FF2B5EF4-FFF2-40B4-BE49-F238E27FC236}">
                <a16:creationId xmlns:a16="http://schemas.microsoft.com/office/drawing/2014/main" id="{5B679397-8D42-A059-B696-18B15CD892EE}"/>
              </a:ext>
            </a:extLst>
          </p:cNvPr>
          <p:cNvSpPr>
            <a:spLocks noGrp="1"/>
          </p:cNvSpPr>
          <p:nvPr>
            <p:ph type="pic" sz="quarter" idx="14"/>
          </p:nvPr>
        </p:nvSpPr>
        <p:spPr>
          <a:xfrm>
            <a:off x="7442522" y="0"/>
            <a:ext cx="4749478" cy="6858000"/>
          </a:xfrm>
        </p:spPr>
        <p:txBody>
          <a:bodyPr/>
          <a:lstStyle/>
          <a:p>
            <a:endParaRPr lang="da-DK"/>
          </a:p>
        </p:txBody>
      </p:sp>
      <p:sp>
        <p:nvSpPr>
          <p:cNvPr id="7" name="Titel 6">
            <a:extLst>
              <a:ext uri="{FF2B5EF4-FFF2-40B4-BE49-F238E27FC236}">
                <a16:creationId xmlns:a16="http://schemas.microsoft.com/office/drawing/2014/main" id="{07A79CB1-E90E-20EA-C315-7A951C67F12E}"/>
              </a:ext>
            </a:extLst>
          </p:cNvPr>
          <p:cNvSpPr>
            <a:spLocks noGrp="1"/>
          </p:cNvSpPr>
          <p:nvPr>
            <p:ph type="title"/>
          </p:nvPr>
        </p:nvSpPr>
        <p:spPr>
          <a:xfrm>
            <a:off x="360364" y="536576"/>
            <a:ext cx="6920112" cy="661988"/>
          </a:xfrm>
        </p:spPr>
        <p:txBody>
          <a:bodyPr/>
          <a:lstStyle/>
          <a:p>
            <a:r>
              <a:rPr lang="da-DK" sz="1800"/>
              <a:t>Sikkerhedsprincipper for </a:t>
            </a:r>
            <a:r>
              <a:rPr lang="da-DK" sz="1800" err="1"/>
              <a:t>offload</a:t>
            </a:r>
            <a:r>
              <a:rPr lang="da-DK" sz="1800"/>
              <a:t> i hybrid </a:t>
            </a:r>
            <a:r>
              <a:rPr lang="da-DK" sz="1800" err="1"/>
              <a:t>setup</a:t>
            </a:r>
            <a:endParaRPr lang="da-DK" sz="1800"/>
          </a:p>
        </p:txBody>
      </p:sp>
      <p:sp>
        <p:nvSpPr>
          <p:cNvPr id="8" name="Pladsholder til tekst 7">
            <a:extLst>
              <a:ext uri="{FF2B5EF4-FFF2-40B4-BE49-F238E27FC236}">
                <a16:creationId xmlns:a16="http://schemas.microsoft.com/office/drawing/2014/main" id="{9F4E8C25-D313-D3B7-E8D8-B4A9F91D1B47}"/>
              </a:ext>
            </a:extLst>
          </p:cNvPr>
          <p:cNvSpPr>
            <a:spLocks noGrp="1"/>
          </p:cNvSpPr>
          <p:nvPr>
            <p:ph type="body" sz="quarter" idx="12"/>
          </p:nvPr>
        </p:nvSpPr>
        <p:spPr>
          <a:xfrm>
            <a:off x="360364" y="207165"/>
            <a:ext cx="6920112" cy="178593"/>
          </a:xfrm>
        </p:spPr>
        <p:txBody>
          <a:bodyPr/>
          <a:lstStyle/>
          <a:p>
            <a:r>
              <a:rPr lang="da-DK" dirty="0"/>
              <a:t>Sikkerhed</a:t>
            </a:r>
          </a:p>
        </p:txBody>
      </p:sp>
      <p:sp>
        <p:nvSpPr>
          <p:cNvPr id="5" name="Pladsholder til sidefod 4">
            <a:extLst>
              <a:ext uri="{FF2B5EF4-FFF2-40B4-BE49-F238E27FC236}">
                <a16:creationId xmlns:a16="http://schemas.microsoft.com/office/drawing/2014/main" id="{8FBA2AEF-E81A-1999-E497-E1B961683113}"/>
              </a:ext>
            </a:extLst>
          </p:cNvPr>
          <p:cNvSpPr>
            <a:spLocks noGrp="1"/>
          </p:cNvSpPr>
          <p:nvPr>
            <p:ph type="ftr" sz="quarter" idx="3"/>
          </p:nvPr>
        </p:nvSpPr>
        <p:spPr>
          <a:xfrm>
            <a:off x="675936" y="6321425"/>
            <a:ext cx="6527798" cy="367612"/>
          </a:xfrm>
        </p:spPr>
        <p:txBody>
          <a:bodyPr/>
          <a:lstStyle/>
          <a:p>
            <a:endParaRPr lang="en-GB" dirty="0"/>
          </a:p>
        </p:txBody>
      </p:sp>
      <p:pic>
        <p:nvPicPr>
          <p:cNvPr id="6" name="Picture 6" descr="A screenshot of a computer screen&#10;&#10;AI-generated content may be incorrect.">
            <a:extLst>
              <a:ext uri="{FF2B5EF4-FFF2-40B4-BE49-F238E27FC236}">
                <a16:creationId xmlns:a16="http://schemas.microsoft.com/office/drawing/2014/main" id="{03E4036F-50D1-D928-1A7B-CD5848483C73}"/>
              </a:ext>
            </a:extLst>
          </p:cNvPr>
          <p:cNvPicPr>
            <a:picLocks noChangeAspect="1"/>
          </p:cNvPicPr>
          <p:nvPr/>
        </p:nvPicPr>
        <p:blipFill>
          <a:blip r:embed="rId2"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7528057" y="120982"/>
            <a:ext cx="4583394" cy="6660148"/>
          </a:xfrm>
          <a:prstGeom prst="rect">
            <a:avLst/>
          </a:prstGeom>
          <a:solidFill>
            <a:schemeClr val="tx1"/>
          </a:solidFill>
        </p:spPr>
      </p:pic>
      <p:sp>
        <p:nvSpPr>
          <p:cNvPr id="11" name="Rectangle 1">
            <a:extLst>
              <a:ext uri="{FF2B5EF4-FFF2-40B4-BE49-F238E27FC236}">
                <a16:creationId xmlns:a16="http://schemas.microsoft.com/office/drawing/2014/main" id="{8921F400-E17A-240C-E0B4-DB3A7C494F3B}"/>
              </a:ext>
            </a:extLst>
          </p:cNvPr>
          <p:cNvSpPr>
            <a:spLocks noGrp="1" noChangeArrowheads="1"/>
          </p:cNvSpPr>
          <p:nvPr>
            <p:ph type="body" sz="quarter" idx="13"/>
          </p:nvPr>
        </p:nvSpPr>
        <p:spPr bwMode="auto">
          <a:xfrm>
            <a:off x="360363" y="1432057"/>
            <a:ext cx="6920113"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a-DK" altLang="da-DK" sz="1100" b="1" i="0" u="none" strike="noStrike" cap="none" normalizeH="0" baseline="0" dirty="0">
                <a:ln>
                  <a:noFill/>
                </a:ln>
                <a:solidFill>
                  <a:schemeClr val="tx1"/>
                </a:solidFill>
                <a:effectLst/>
              </a:rPr>
              <a:t>Overordnet princip: </a:t>
            </a:r>
            <a:r>
              <a:rPr kumimoji="0" lang="da-DK" altLang="da-DK" sz="1100" i="1" u="none" strike="noStrike" cap="none" normalizeH="0" baseline="0" dirty="0">
                <a:ln>
                  <a:noFill/>
                </a:ln>
                <a:solidFill>
                  <a:schemeClr val="tx1"/>
                </a:solidFill>
                <a:effectLst/>
              </a:rPr>
              <a:t>On-</a:t>
            </a:r>
            <a:r>
              <a:rPr kumimoji="0" lang="da-DK" altLang="da-DK" sz="1100" i="1" u="none" strike="noStrike" cap="none" normalizeH="0" baseline="0" dirty="0" err="1">
                <a:ln>
                  <a:noFill/>
                </a:ln>
                <a:solidFill>
                  <a:schemeClr val="tx1"/>
                </a:solidFill>
                <a:effectLst/>
              </a:rPr>
              <a:t>prem</a:t>
            </a:r>
            <a:r>
              <a:rPr kumimoji="0" lang="da-DK" altLang="da-DK" sz="1100" i="1" u="none" strike="noStrike" cap="none" normalizeH="0" baseline="0" dirty="0">
                <a:ln>
                  <a:noFill/>
                </a:ln>
                <a:solidFill>
                  <a:schemeClr val="tx1"/>
                </a:solidFill>
                <a:effectLst/>
              </a:rPr>
              <a:t> først</a:t>
            </a:r>
            <a:r>
              <a:rPr kumimoji="0" lang="da-DK" altLang="da-DK" sz="1100" i="0" u="none" strike="noStrike" cap="none" normalizeH="0" baseline="0" dirty="0">
                <a:ln>
                  <a:noFill/>
                </a:ln>
                <a:solidFill>
                  <a:schemeClr val="tx1"/>
                </a:solidFill>
                <a:effectLst/>
              </a:rPr>
              <a:t> og </a:t>
            </a:r>
            <a:r>
              <a:rPr kumimoji="0" lang="da-DK" altLang="da-DK" sz="1100" i="1" u="none" strike="noStrike" cap="none" normalizeH="0" baseline="0" dirty="0">
                <a:ln>
                  <a:noFill/>
                </a:ln>
                <a:solidFill>
                  <a:schemeClr val="tx1"/>
                </a:solidFill>
                <a:effectLst/>
              </a:rPr>
              <a:t>default </a:t>
            </a:r>
            <a:r>
              <a:rPr kumimoji="0" lang="da-DK" altLang="da-DK" sz="1100" i="1" u="none" strike="noStrike" cap="none" normalizeH="0" baseline="0" dirty="0" err="1">
                <a:ln>
                  <a:noFill/>
                </a:ln>
                <a:solidFill>
                  <a:schemeClr val="tx1"/>
                </a:solidFill>
                <a:effectLst/>
              </a:rPr>
              <a:t>deny</a:t>
            </a:r>
            <a:r>
              <a:rPr kumimoji="0" lang="da-DK" altLang="da-DK" sz="1100" i="0" u="none" strike="noStrike" cap="none" normalizeH="0" baseline="0" dirty="0">
                <a:ln>
                  <a:noFill/>
                </a:ln>
                <a:solidFill>
                  <a:schemeClr val="tx1"/>
                </a:solidFill>
                <a:effectLst/>
              </a:rPr>
              <a:t> for </a:t>
            </a:r>
            <a:r>
              <a:rPr kumimoji="0" lang="da-DK" altLang="da-DK" sz="1100" i="0" u="none" strike="noStrike" cap="none" normalizeH="0" baseline="0" dirty="0" err="1">
                <a:ln>
                  <a:noFill/>
                </a:ln>
                <a:solidFill>
                  <a:schemeClr val="tx1"/>
                </a:solidFill>
                <a:effectLst/>
              </a:rPr>
              <a:t>offload</a:t>
            </a:r>
            <a:r>
              <a:rPr kumimoji="0" lang="da-DK" altLang="da-DK" sz="1100" i="0" u="none" strike="noStrike" cap="none" normalizeH="0" baseline="0" dirty="0">
                <a:ln>
                  <a:noFill/>
                </a:ln>
                <a:solidFill>
                  <a:schemeClr val="tx1"/>
                </a:solidFill>
                <a:effectLst/>
              </a:rPr>
              <a:t>. </a:t>
            </a:r>
            <a:r>
              <a:rPr kumimoji="0" lang="da-DK" altLang="da-DK" sz="1100" i="0" u="none" strike="noStrike" cap="none" normalizeH="0" baseline="0" dirty="0" err="1">
                <a:ln>
                  <a:noFill/>
                </a:ln>
                <a:solidFill>
                  <a:schemeClr val="tx1"/>
                </a:solidFill>
                <a:effectLst/>
              </a:rPr>
              <a:t>Offload</a:t>
            </a:r>
            <a:r>
              <a:rPr kumimoji="0" lang="da-DK" altLang="da-DK" sz="1100" i="0" u="none" strike="noStrike" cap="none" normalizeH="0" baseline="0" dirty="0">
                <a:ln>
                  <a:noFill/>
                </a:ln>
                <a:solidFill>
                  <a:schemeClr val="tx1"/>
                </a:solidFill>
                <a:effectLst/>
              </a:rPr>
              <a:t> bruges kun som kapacitets-/performance-mekanisme, aldrig som standard.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da-DK" altLang="da-DK" sz="1100" i="0" u="none" strike="noStrike" cap="none" normalizeH="0" baseline="0" dirty="0">
              <a:ln>
                <a:noFill/>
              </a:ln>
              <a:solidFill>
                <a:schemeClr val="tx1"/>
              </a:solidFill>
              <a:effectLst/>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da-DK" altLang="da-DK" sz="1100" i="0" u="none" strike="noStrike" cap="none" normalizeH="0" baseline="0" dirty="0">
                <a:ln>
                  <a:noFill/>
                </a:ln>
                <a:solidFill>
                  <a:schemeClr val="tx1"/>
                </a:solidFill>
                <a:effectLst/>
              </a:rPr>
              <a:t>Dataklassifikation og policy (første gate)</a:t>
            </a:r>
          </a:p>
          <a:p>
            <a:pPr lvl="1" eaLnBrk="0" fontAlgn="base" hangingPunct="0">
              <a:spcBef>
                <a:spcPct val="0"/>
              </a:spcBef>
              <a:spcAft>
                <a:spcPct val="0"/>
              </a:spcAft>
            </a:pPr>
            <a:r>
              <a:rPr kumimoji="0" lang="da-DK" altLang="da-DK" sz="1100" i="0" u="none" strike="noStrike" cap="none" normalizeH="0" baseline="0" dirty="0">
                <a:ln>
                  <a:noFill/>
                </a:ln>
                <a:solidFill>
                  <a:schemeClr val="tx1"/>
                </a:solidFill>
                <a:effectLst/>
              </a:rPr>
              <a:t>Alle forespørgsler vurderes mod dataklassifikation og gældende politikker.</a:t>
            </a:r>
          </a:p>
          <a:p>
            <a:pPr lvl="1" eaLnBrk="0" fontAlgn="base" hangingPunct="0">
              <a:spcBef>
                <a:spcPct val="0"/>
              </a:spcBef>
              <a:spcAft>
                <a:spcPct val="0"/>
              </a:spcAft>
            </a:pPr>
            <a:r>
              <a:rPr kumimoji="0" lang="da-DK" altLang="da-DK" sz="1100" i="0" u="none" strike="noStrike" cap="none" normalizeH="0" baseline="0" dirty="0">
                <a:ln>
                  <a:noFill/>
                </a:ln>
                <a:solidFill>
                  <a:schemeClr val="tx1"/>
                </a:solidFill>
                <a:effectLst/>
              </a:rPr>
              <a:t>Ukendt = følsomt: Mangler klassifikation eller er der tvivl → behandles som </a:t>
            </a:r>
            <a:r>
              <a:rPr kumimoji="0" lang="da-DK" altLang="da-DK" sz="1100" i="1" u="none" strike="noStrike" cap="none" normalizeH="0" baseline="0" dirty="0">
                <a:ln>
                  <a:noFill/>
                </a:ln>
                <a:solidFill>
                  <a:schemeClr val="tx1"/>
                </a:solidFill>
                <a:effectLst/>
              </a:rPr>
              <a:t>sensitiv/ukendt</a:t>
            </a:r>
            <a:r>
              <a:rPr kumimoji="0" lang="da-DK" altLang="da-DK" sz="1100" i="0" u="none" strike="noStrike" cap="none" normalizeH="0" baseline="0" dirty="0">
                <a:ln>
                  <a:noFill/>
                </a:ln>
                <a:solidFill>
                  <a:schemeClr val="tx1"/>
                </a:solidFill>
                <a:effectLst/>
              </a:rPr>
              <a:t>.</a:t>
            </a:r>
          </a:p>
          <a:p>
            <a:pPr lvl="1" eaLnBrk="0" fontAlgn="base" hangingPunct="0">
              <a:spcBef>
                <a:spcPct val="0"/>
              </a:spcBef>
              <a:spcAft>
                <a:spcPct val="0"/>
              </a:spcAft>
            </a:pPr>
            <a:r>
              <a:rPr kumimoji="0" lang="da-DK" altLang="da-DK" sz="1100" i="1" u="none" strike="noStrike" cap="none" normalizeH="0" baseline="0" dirty="0">
                <a:ln>
                  <a:noFill/>
                </a:ln>
                <a:solidFill>
                  <a:schemeClr val="tx1"/>
                </a:solidFill>
                <a:effectLst/>
              </a:rPr>
              <a:t>Sensitiv/ukendt</a:t>
            </a:r>
            <a:r>
              <a:rPr kumimoji="0" lang="da-DK" altLang="da-DK" sz="1100" i="0" u="none" strike="noStrike" cap="none" normalizeH="0" baseline="0" dirty="0">
                <a:ln>
                  <a:noFill/>
                </a:ln>
                <a:solidFill>
                  <a:schemeClr val="tx1"/>
                </a:solidFill>
                <a:effectLst/>
              </a:rPr>
              <a:t> → kun on-</a:t>
            </a:r>
            <a:r>
              <a:rPr kumimoji="0" lang="da-DK" altLang="da-DK" sz="1100" i="0" u="none" strike="noStrike" cap="none" normalizeH="0" baseline="0" dirty="0" err="1">
                <a:ln>
                  <a:noFill/>
                </a:ln>
                <a:solidFill>
                  <a:schemeClr val="tx1"/>
                </a:solidFill>
                <a:effectLst/>
              </a:rPr>
              <a:t>prem</a:t>
            </a:r>
            <a:r>
              <a:rPr kumimoji="0" lang="da-DK" altLang="da-DK" sz="1100" i="0" u="none" strike="noStrike" cap="none" normalizeH="0" baseline="0" dirty="0">
                <a:ln>
                  <a:noFill/>
                </a:ln>
                <a:solidFill>
                  <a:schemeClr val="tx1"/>
                </a:solidFill>
                <a:effectLst/>
              </a:rPr>
              <a:t> (ingen </a:t>
            </a:r>
            <a:r>
              <a:rPr kumimoji="0" lang="da-DK" altLang="da-DK" sz="1100" i="0" u="none" strike="noStrike" cap="none" normalizeH="0" baseline="0" dirty="0" err="1">
                <a:ln>
                  <a:noFill/>
                </a:ln>
                <a:solidFill>
                  <a:schemeClr val="tx1"/>
                </a:solidFill>
                <a:effectLst/>
              </a:rPr>
              <a:t>offload</a:t>
            </a:r>
            <a:r>
              <a:rPr kumimoji="0" lang="da-DK" altLang="da-DK" sz="1100" i="0" u="none" strike="noStrike" cap="none" normalizeH="0" baseline="0" dirty="0">
                <a:ln>
                  <a:noFill/>
                </a:ln>
                <a:solidFill>
                  <a:schemeClr val="tx1"/>
                </a:solidFill>
                <a:effectLst/>
              </a:rPr>
              <a:t>).</a:t>
            </a:r>
          </a:p>
          <a:p>
            <a:pPr marL="216000" lvl="1" indent="0" eaLnBrk="0" fontAlgn="base" hangingPunct="0">
              <a:spcBef>
                <a:spcPct val="0"/>
              </a:spcBef>
              <a:spcAft>
                <a:spcPct val="0"/>
              </a:spcAft>
              <a:buNone/>
            </a:pPr>
            <a:endParaRPr kumimoji="0" lang="da-DK" altLang="da-DK" sz="1100" i="0" u="none" strike="noStrike" cap="none" normalizeH="0" baseline="0" dirty="0">
              <a:ln>
                <a:noFill/>
              </a:ln>
              <a:solidFill>
                <a:schemeClr val="tx1"/>
              </a:solidFill>
              <a:effectLst/>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da-DK" altLang="da-DK" sz="1100" i="0" u="none" strike="noStrike" cap="none" normalizeH="0" baseline="0" dirty="0">
                <a:ln>
                  <a:noFill/>
                </a:ln>
                <a:solidFill>
                  <a:schemeClr val="tx1"/>
                </a:solidFill>
                <a:effectLst/>
              </a:rPr>
              <a:t>On-</a:t>
            </a:r>
            <a:r>
              <a:rPr kumimoji="0" lang="da-DK" altLang="da-DK" sz="1100" i="0" u="none" strike="noStrike" cap="none" normalizeH="0" baseline="0" dirty="0" err="1">
                <a:ln>
                  <a:noFill/>
                </a:ln>
                <a:solidFill>
                  <a:schemeClr val="tx1"/>
                </a:solidFill>
                <a:effectLst/>
              </a:rPr>
              <a:t>prem</a:t>
            </a:r>
            <a:r>
              <a:rPr kumimoji="0" lang="da-DK" altLang="da-DK" sz="1100" i="0" u="none" strike="noStrike" cap="none" normalizeH="0" baseline="0" dirty="0">
                <a:ln>
                  <a:noFill/>
                </a:ln>
                <a:solidFill>
                  <a:schemeClr val="tx1"/>
                </a:solidFill>
                <a:effectLst/>
              </a:rPr>
              <a:t> kapacitet (anden gate)</a:t>
            </a:r>
          </a:p>
          <a:p>
            <a:pPr lvl="1" eaLnBrk="0" fontAlgn="base" hangingPunct="0">
              <a:spcBef>
                <a:spcPct val="0"/>
              </a:spcBef>
              <a:spcAft>
                <a:spcPct val="0"/>
              </a:spcAft>
            </a:pPr>
            <a:r>
              <a:rPr kumimoji="0" lang="da-DK" altLang="da-DK" sz="1100" i="0" u="none" strike="noStrike" cap="none" normalizeH="0" baseline="0" dirty="0">
                <a:ln>
                  <a:noFill/>
                </a:ln>
                <a:solidFill>
                  <a:schemeClr val="tx1"/>
                </a:solidFill>
                <a:effectLst/>
              </a:rPr>
              <a:t>Hvis data er </a:t>
            </a:r>
            <a:r>
              <a:rPr kumimoji="0" lang="da-DK" altLang="da-DK" sz="1100" i="1" u="none" strike="noStrike" cap="none" normalizeH="0" baseline="0" dirty="0">
                <a:ln>
                  <a:noFill/>
                </a:ln>
                <a:solidFill>
                  <a:schemeClr val="tx1"/>
                </a:solidFill>
                <a:effectLst/>
              </a:rPr>
              <a:t>ikke-følsomt og tilladt</a:t>
            </a:r>
            <a:r>
              <a:rPr kumimoji="0" lang="da-DK" altLang="da-DK" sz="1100" i="0" u="none" strike="noStrike" cap="none" normalizeH="0" baseline="0" dirty="0">
                <a:ln>
                  <a:noFill/>
                </a:ln>
                <a:solidFill>
                  <a:schemeClr val="tx1"/>
                </a:solidFill>
                <a:effectLst/>
              </a:rPr>
              <a:t>, forsøges altid on-</a:t>
            </a:r>
            <a:r>
              <a:rPr kumimoji="0" lang="da-DK" altLang="da-DK" sz="1100" i="0" u="none" strike="noStrike" cap="none" normalizeH="0" baseline="0" dirty="0" err="1">
                <a:ln>
                  <a:noFill/>
                </a:ln>
                <a:solidFill>
                  <a:schemeClr val="tx1"/>
                </a:solidFill>
                <a:effectLst/>
              </a:rPr>
              <a:t>prem</a:t>
            </a:r>
            <a:r>
              <a:rPr kumimoji="0" lang="da-DK" altLang="da-DK" sz="1100" i="0" u="none" strike="noStrike" cap="none" normalizeH="0" baseline="0" dirty="0">
                <a:ln>
                  <a:noFill/>
                </a:ln>
                <a:solidFill>
                  <a:schemeClr val="tx1"/>
                </a:solidFill>
                <a:effectLst/>
              </a:rPr>
              <a:t> </a:t>
            </a:r>
            <a:r>
              <a:rPr kumimoji="0" lang="da-DK" altLang="da-DK" sz="1100" i="0" u="none" strike="noStrike" cap="none" normalizeH="0" baseline="0" dirty="0" err="1">
                <a:ln>
                  <a:noFill/>
                </a:ln>
                <a:solidFill>
                  <a:schemeClr val="tx1"/>
                </a:solidFill>
                <a:effectLst/>
              </a:rPr>
              <a:t>inference</a:t>
            </a:r>
            <a:r>
              <a:rPr kumimoji="0" lang="da-DK" altLang="da-DK" sz="1100" i="0" u="none" strike="noStrike" cap="none" normalizeH="0" baseline="0" dirty="0">
                <a:ln>
                  <a:noFill/>
                </a:ln>
                <a:solidFill>
                  <a:schemeClr val="tx1"/>
                </a:solidFill>
                <a:effectLst/>
              </a:rPr>
              <a:t> først.</a:t>
            </a:r>
          </a:p>
          <a:p>
            <a:pPr lvl="1" eaLnBrk="0" fontAlgn="base" hangingPunct="0">
              <a:spcBef>
                <a:spcPct val="0"/>
              </a:spcBef>
              <a:spcAft>
                <a:spcPct val="0"/>
              </a:spcAft>
            </a:pPr>
            <a:r>
              <a:rPr kumimoji="0" lang="da-DK" altLang="da-DK" sz="1100" i="0" u="none" strike="noStrike" cap="none" normalizeH="0" baseline="0" dirty="0">
                <a:ln>
                  <a:noFill/>
                </a:ln>
                <a:solidFill>
                  <a:schemeClr val="tx1"/>
                </a:solidFill>
                <a:effectLst/>
              </a:rPr>
              <a:t>Kapacitet vurderes ud fra målbare kriterier (kø, </a:t>
            </a:r>
            <a:r>
              <a:rPr kumimoji="0" lang="da-DK" altLang="da-DK" sz="1100" i="0" u="none" strike="noStrike" cap="none" normalizeH="0" baseline="0" dirty="0" err="1">
                <a:ln>
                  <a:noFill/>
                </a:ln>
                <a:solidFill>
                  <a:schemeClr val="tx1"/>
                </a:solidFill>
                <a:effectLst/>
              </a:rPr>
              <a:t>latency</a:t>
            </a:r>
            <a:r>
              <a:rPr kumimoji="0" lang="da-DK" altLang="da-DK" sz="1100" i="0" u="none" strike="noStrike" cap="none" normalizeH="0" baseline="0" dirty="0">
                <a:ln>
                  <a:noFill/>
                </a:ln>
                <a:solidFill>
                  <a:schemeClr val="tx1"/>
                </a:solidFill>
                <a:effectLst/>
              </a:rPr>
              <a:t>/SLO, GPU-udnyttelse, prioritet).</a:t>
            </a:r>
          </a:p>
          <a:p>
            <a:pPr marL="0" marR="0" lvl="0" indent="0" algn="l" defTabSz="914400" rtl="0" eaLnBrk="0" fontAlgn="base" latinLnBrk="0" hangingPunct="0">
              <a:lnSpc>
                <a:spcPct val="100000"/>
              </a:lnSpc>
              <a:spcBef>
                <a:spcPct val="0"/>
              </a:spcBef>
              <a:spcAft>
                <a:spcPct val="0"/>
              </a:spcAft>
              <a:buClrTx/>
              <a:buSzTx/>
              <a:buFontTx/>
              <a:buNone/>
              <a:tabLst/>
            </a:pPr>
            <a:endParaRPr lang="da-DK" altLang="da-DK" sz="1100" dirty="0"/>
          </a:p>
          <a:p>
            <a:pPr marL="228600" marR="0" lvl="0" indent="-228600" algn="l" defTabSz="914400" rtl="0" eaLnBrk="0" fontAlgn="base" latinLnBrk="0" hangingPunct="0">
              <a:lnSpc>
                <a:spcPct val="100000"/>
              </a:lnSpc>
              <a:spcBef>
                <a:spcPct val="0"/>
              </a:spcBef>
              <a:spcAft>
                <a:spcPct val="0"/>
              </a:spcAft>
              <a:buClrTx/>
              <a:buSzTx/>
              <a:buFont typeface="+mj-lt"/>
              <a:buAutoNum type="arabicPeriod" startAt="3"/>
              <a:tabLst/>
            </a:pPr>
            <a:r>
              <a:rPr kumimoji="0" lang="da-DK" altLang="da-DK" sz="1100" i="0" u="none" strike="noStrike" cap="none" normalizeH="0" baseline="0" dirty="0">
                <a:ln>
                  <a:noFill/>
                </a:ln>
                <a:solidFill>
                  <a:schemeClr val="tx1"/>
                </a:solidFill>
                <a:effectLst/>
              </a:rPr>
              <a:t>Rolle- og opgavebaseret tilladelse (tredje gate)</a:t>
            </a:r>
          </a:p>
          <a:p>
            <a:pPr lvl="1" eaLnBrk="0" fontAlgn="base" hangingPunct="0">
              <a:spcBef>
                <a:spcPct val="0"/>
              </a:spcBef>
              <a:spcAft>
                <a:spcPct val="0"/>
              </a:spcAft>
            </a:pPr>
            <a:r>
              <a:rPr kumimoji="0" lang="da-DK" altLang="da-DK" sz="1100" i="0" u="none" strike="noStrike" cap="none" normalizeH="0" baseline="0" dirty="0">
                <a:ln>
                  <a:noFill/>
                </a:ln>
                <a:solidFill>
                  <a:schemeClr val="tx1"/>
                </a:solidFill>
                <a:effectLst/>
              </a:rPr>
              <a:t>Hvis on-</a:t>
            </a:r>
            <a:r>
              <a:rPr kumimoji="0" lang="da-DK" altLang="da-DK" sz="1100" i="0" u="none" strike="noStrike" cap="none" normalizeH="0" baseline="0" dirty="0" err="1">
                <a:ln>
                  <a:noFill/>
                </a:ln>
                <a:solidFill>
                  <a:schemeClr val="tx1"/>
                </a:solidFill>
                <a:effectLst/>
              </a:rPr>
              <a:t>prem</a:t>
            </a:r>
            <a:r>
              <a:rPr kumimoji="0" lang="da-DK" altLang="da-DK" sz="1100" i="0" u="none" strike="noStrike" cap="none" normalizeH="0" baseline="0" dirty="0">
                <a:ln>
                  <a:noFill/>
                </a:ln>
                <a:solidFill>
                  <a:schemeClr val="tx1"/>
                </a:solidFill>
                <a:effectLst/>
              </a:rPr>
              <a:t> ikke kan levere: </a:t>
            </a:r>
            <a:r>
              <a:rPr kumimoji="0" lang="da-DK" altLang="da-DK" sz="1100" i="0" u="none" strike="noStrike" cap="none" normalizeH="0" baseline="0" dirty="0" err="1">
                <a:ln>
                  <a:noFill/>
                </a:ln>
                <a:solidFill>
                  <a:schemeClr val="tx1"/>
                </a:solidFill>
                <a:effectLst/>
              </a:rPr>
              <a:t>Offload</a:t>
            </a:r>
            <a:r>
              <a:rPr kumimoji="0" lang="da-DK" altLang="da-DK" sz="1100" i="0" u="none" strike="noStrike" cap="none" normalizeH="0" baseline="0" dirty="0">
                <a:ln>
                  <a:noFill/>
                </a:ln>
                <a:solidFill>
                  <a:schemeClr val="tx1"/>
                </a:solidFill>
                <a:effectLst/>
              </a:rPr>
              <a:t> kræver eksplicit tilladelse for den konkrete rolle og opgave/</a:t>
            </a:r>
            <a:r>
              <a:rPr kumimoji="0" lang="da-DK" altLang="da-DK" sz="1100" i="0" u="none" strike="noStrike" cap="none" normalizeH="0" baseline="0" dirty="0" err="1">
                <a:ln>
                  <a:noFill/>
                </a:ln>
                <a:solidFill>
                  <a:schemeClr val="tx1"/>
                </a:solidFill>
                <a:effectLst/>
              </a:rPr>
              <a:t>use</a:t>
            </a:r>
            <a:r>
              <a:rPr kumimoji="0" lang="da-DK" altLang="da-DK" sz="1100" i="0" u="none" strike="noStrike" cap="none" normalizeH="0" baseline="0" dirty="0">
                <a:ln>
                  <a:noFill/>
                </a:ln>
                <a:solidFill>
                  <a:schemeClr val="tx1"/>
                </a:solidFill>
                <a:effectLst/>
              </a:rPr>
              <a:t>-case.</a:t>
            </a:r>
          </a:p>
          <a:p>
            <a:pPr lvl="1" eaLnBrk="0" fontAlgn="base" hangingPunct="0">
              <a:spcBef>
                <a:spcPct val="0"/>
              </a:spcBef>
              <a:spcAft>
                <a:spcPct val="0"/>
              </a:spcAft>
            </a:pPr>
            <a:r>
              <a:rPr kumimoji="0" lang="da-DK" altLang="da-DK" sz="1100" i="0" u="none" strike="noStrike" cap="none" normalizeH="0" baseline="0" dirty="0">
                <a:ln>
                  <a:noFill/>
                </a:ln>
                <a:solidFill>
                  <a:schemeClr val="tx1"/>
                </a:solidFill>
                <a:effectLst/>
              </a:rPr>
              <a:t>Ikke tilladt → on-</a:t>
            </a:r>
            <a:r>
              <a:rPr kumimoji="0" lang="da-DK" altLang="da-DK" sz="1100" i="0" u="none" strike="noStrike" cap="none" normalizeH="0" baseline="0" dirty="0" err="1">
                <a:ln>
                  <a:noFill/>
                </a:ln>
                <a:solidFill>
                  <a:schemeClr val="tx1"/>
                </a:solidFill>
                <a:effectLst/>
              </a:rPr>
              <a:t>prem</a:t>
            </a:r>
            <a:r>
              <a:rPr kumimoji="0" lang="da-DK" altLang="da-DK" sz="1100" i="0" u="none" strike="noStrike" cap="none" normalizeH="0" baseline="0" dirty="0">
                <a:ln>
                  <a:noFill/>
                </a:ln>
                <a:solidFill>
                  <a:schemeClr val="tx1"/>
                </a:solidFill>
                <a:effectLst/>
              </a:rPr>
              <a:t> kø (evt. asynkron levering).</a:t>
            </a:r>
          </a:p>
          <a:p>
            <a:pPr lvl="1" eaLnBrk="0" fontAlgn="base" hangingPunct="0">
              <a:spcBef>
                <a:spcPct val="0"/>
              </a:spcBef>
              <a:spcAft>
                <a:spcPct val="0"/>
              </a:spcAft>
            </a:pPr>
            <a:endParaRPr kumimoji="0" lang="da-DK" altLang="da-DK" sz="1100" i="0" u="none" strike="noStrike" cap="none" normalizeH="0" baseline="0" dirty="0">
              <a:ln>
                <a:noFill/>
              </a:ln>
              <a:solidFill>
                <a:schemeClr val="tx1"/>
              </a:solidFill>
              <a:effectLst/>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startAt="4"/>
              <a:tabLst/>
            </a:pPr>
            <a:r>
              <a:rPr kumimoji="0" lang="da-DK" altLang="da-DK" sz="1100" i="0" u="none" strike="noStrike" cap="none" normalizeH="0" baseline="0" dirty="0" err="1">
                <a:ln>
                  <a:noFill/>
                </a:ln>
                <a:solidFill>
                  <a:schemeClr val="tx1"/>
                </a:solidFill>
                <a:effectLst/>
              </a:rPr>
              <a:t>Offload</a:t>
            </a:r>
            <a:r>
              <a:rPr kumimoji="0" lang="da-DK" altLang="da-DK" sz="1100" i="0" u="none" strike="noStrike" cap="none" normalizeH="0" baseline="0" dirty="0">
                <a:ln>
                  <a:noFill/>
                </a:ln>
                <a:solidFill>
                  <a:schemeClr val="tx1"/>
                </a:solidFill>
                <a:effectLst/>
              </a:rPr>
              <a:t> sker kun via </a:t>
            </a:r>
            <a:r>
              <a:rPr kumimoji="0" lang="da-DK" altLang="da-DK" sz="1100" i="0" u="none" strike="noStrike" cap="none" normalizeH="0" baseline="0" dirty="0" err="1">
                <a:ln>
                  <a:noFill/>
                </a:ln>
                <a:solidFill>
                  <a:schemeClr val="tx1"/>
                </a:solidFill>
                <a:effectLst/>
              </a:rPr>
              <a:t>Offload</a:t>
            </a:r>
            <a:r>
              <a:rPr kumimoji="0" lang="da-DK" altLang="da-DK" sz="1100" i="0" u="none" strike="noStrike" cap="none" normalizeH="0" baseline="0" dirty="0">
                <a:ln>
                  <a:noFill/>
                </a:ln>
                <a:solidFill>
                  <a:schemeClr val="tx1"/>
                </a:solidFill>
                <a:effectLst/>
              </a:rPr>
              <a:t> Gateway (tvungen kontrol)</a:t>
            </a:r>
          </a:p>
          <a:p>
            <a:pPr lvl="1" eaLnBrk="0" fontAlgn="base" hangingPunct="0">
              <a:spcBef>
                <a:spcPct val="0"/>
              </a:spcBef>
              <a:spcAft>
                <a:spcPct val="0"/>
              </a:spcAft>
            </a:pPr>
            <a:r>
              <a:rPr kumimoji="0" lang="da-DK" altLang="da-DK" sz="1100" i="0" u="none" strike="noStrike" cap="none" normalizeH="0" baseline="0" dirty="0">
                <a:ln>
                  <a:noFill/>
                </a:ln>
                <a:solidFill>
                  <a:schemeClr val="tx1"/>
                </a:solidFill>
                <a:effectLst/>
              </a:rPr>
              <a:t>Policy </a:t>
            </a:r>
            <a:r>
              <a:rPr kumimoji="0" lang="da-DK" altLang="da-DK" sz="1100" i="0" u="none" strike="noStrike" cap="none" normalizeH="0" baseline="0" dirty="0" err="1">
                <a:ln>
                  <a:noFill/>
                </a:ln>
                <a:solidFill>
                  <a:schemeClr val="tx1"/>
                </a:solidFill>
                <a:effectLst/>
              </a:rPr>
              <a:t>enforcement</a:t>
            </a:r>
            <a:r>
              <a:rPr kumimoji="0" lang="da-DK" altLang="da-DK" sz="1100" i="0" u="none" strike="noStrike" cap="none" normalizeH="0" baseline="0" dirty="0">
                <a:ln>
                  <a:noFill/>
                </a:ln>
                <a:solidFill>
                  <a:schemeClr val="tx1"/>
                </a:solidFill>
                <a:effectLst/>
              </a:rPr>
              <a:t> (policy-as-</a:t>
            </a:r>
            <a:r>
              <a:rPr kumimoji="0" lang="da-DK" altLang="da-DK" sz="1100" i="0" u="none" strike="noStrike" cap="none" normalizeH="0" baseline="0" dirty="0" err="1">
                <a:ln>
                  <a:noFill/>
                </a:ln>
                <a:solidFill>
                  <a:schemeClr val="tx1"/>
                </a:solidFill>
                <a:effectLst/>
              </a:rPr>
              <a:t>code</a:t>
            </a:r>
            <a:r>
              <a:rPr kumimoji="0" lang="da-DK" altLang="da-DK" sz="1100" i="0" u="none" strike="noStrike" cap="none" normalizeH="0" baseline="0" dirty="0">
                <a:ln>
                  <a:noFill/>
                </a:ln>
                <a:solidFill>
                  <a:schemeClr val="tx1"/>
                </a:solidFill>
                <a:effectLst/>
              </a:rPr>
              <a:t>): data-klasse, rolle, </a:t>
            </a:r>
            <a:r>
              <a:rPr kumimoji="0" lang="da-DK" altLang="da-DK" sz="1100" i="0" u="none" strike="noStrike" cap="none" normalizeH="0" baseline="0" dirty="0" err="1">
                <a:ln>
                  <a:noFill/>
                </a:ln>
                <a:solidFill>
                  <a:schemeClr val="tx1"/>
                </a:solidFill>
                <a:effectLst/>
              </a:rPr>
              <a:t>use</a:t>
            </a:r>
            <a:r>
              <a:rPr kumimoji="0" lang="da-DK" altLang="da-DK" sz="1100" i="0" u="none" strike="noStrike" cap="none" normalizeH="0" baseline="0" dirty="0">
                <a:ln>
                  <a:noFill/>
                </a:ln>
                <a:solidFill>
                  <a:schemeClr val="tx1"/>
                </a:solidFill>
                <a:effectLst/>
              </a:rPr>
              <a:t>-case, destination/region.</a:t>
            </a:r>
          </a:p>
          <a:p>
            <a:pPr lvl="1" eaLnBrk="0" fontAlgn="base" hangingPunct="0">
              <a:spcBef>
                <a:spcPct val="0"/>
              </a:spcBef>
              <a:spcAft>
                <a:spcPct val="0"/>
              </a:spcAft>
            </a:pPr>
            <a:r>
              <a:rPr kumimoji="0" lang="da-DK" altLang="da-DK" sz="1100" i="0" u="none" strike="noStrike" cap="none" normalizeH="0" baseline="0" dirty="0">
                <a:ln>
                  <a:noFill/>
                </a:ln>
                <a:solidFill>
                  <a:schemeClr val="tx1"/>
                </a:solidFill>
                <a:effectLst/>
              </a:rPr>
              <a:t>Dataminimering/DLP: kun nødvendigt input; maskering/redaktion før afsendelse.</a:t>
            </a:r>
          </a:p>
          <a:p>
            <a:pPr lvl="1" eaLnBrk="0" fontAlgn="base" hangingPunct="0">
              <a:spcBef>
                <a:spcPct val="0"/>
              </a:spcBef>
              <a:spcAft>
                <a:spcPct val="0"/>
              </a:spcAft>
            </a:pPr>
            <a:r>
              <a:rPr kumimoji="0" lang="da-DK" altLang="da-DK" sz="1100" i="0" u="none" strike="noStrike" cap="none" normalizeH="0" baseline="0" dirty="0">
                <a:ln>
                  <a:noFill/>
                </a:ln>
                <a:solidFill>
                  <a:schemeClr val="tx1"/>
                </a:solidFill>
                <a:effectLst/>
              </a:rPr>
              <a:t>Sikker transport og </a:t>
            </a:r>
            <a:r>
              <a:rPr kumimoji="0" lang="da-DK" altLang="da-DK" sz="1100" i="0" u="none" strike="noStrike" cap="none" normalizeH="0" baseline="0" dirty="0" err="1">
                <a:ln>
                  <a:noFill/>
                </a:ln>
                <a:solidFill>
                  <a:schemeClr val="tx1"/>
                </a:solidFill>
                <a:effectLst/>
              </a:rPr>
              <a:t>egress</a:t>
            </a:r>
            <a:r>
              <a:rPr kumimoji="0" lang="da-DK" altLang="da-DK" sz="1100" i="0" u="none" strike="noStrike" cap="none" normalizeH="0" baseline="0" dirty="0">
                <a:ln>
                  <a:noFill/>
                </a:ln>
                <a:solidFill>
                  <a:schemeClr val="tx1"/>
                </a:solidFill>
                <a:effectLst/>
              </a:rPr>
              <a:t>-kontrol: kryptering (</a:t>
            </a:r>
            <a:r>
              <a:rPr kumimoji="0" lang="da-DK" altLang="da-DK" sz="1100" i="0" u="none" strike="noStrike" cap="none" normalizeH="0" baseline="0" dirty="0" err="1">
                <a:ln>
                  <a:noFill/>
                </a:ln>
                <a:solidFill>
                  <a:schemeClr val="tx1"/>
                </a:solidFill>
                <a:effectLst/>
              </a:rPr>
              <a:t>mTLS</a:t>
            </a:r>
            <a:r>
              <a:rPr kumimoji="0" lang="da-DK" altLang="da-DK" sz="1100" i="0" u="none" strike="noStrike" cap="none" normalizeH="0" baseline="0" dirty="0">
                <a:ln>
                  <a:noFill/>
                </a:ln>
                <a:solidFill>
                  <a:schemeClr val="tx1"/>
                </a:solidFill>
                <a:effectLst/>
              </a:rPr>
              <a:t>/TLS), </a:t>
            </a:r>
            <a:r>
              <a:rPr kumimoji="0" lang="da-DK" altLang="da-DK" sz="1100" i="0" u="none" strike="noStrike" cap="none" normalizeH="0" baseline="0" dirty="0" err="1">
                <a:ln>
                  <a:noFill/>
                </a:ln>
                <a:solidFill>
                  <a:schemeClr val="tx1"/>
                </a:solidFill>
                <a:effectLst/>
              </a:rPr>
              <a:t>allowlisting</a:t>
            </a:r>
            <a:r>
              <a:rPr kumimoji="0" lang="da-DK" altLang="da-DK" sz="1100" i="0" u="none" strike="noStrike" cap="none" normalizeH="0" baseline="0" dirty="0">
                <a:ln>
                  <a:noFill/>
                </a:ln>
                <a:solidFill>
                  <a:schemeClr val="tx1"/>
                </a:solidFill>
                <a:effectLst/>
              </a:rPr>
              <a:t>.</a:t>
            </a:r>
          </a:p>
          <a:p>
            <a:pPr lvl="1" eaLnBrk="0" fontAlgn="base" hangingPunct="0">
              <a:spcBef>
                <a:spcPct val="0"/>
              </a:spcBef>
              <a:spcAft>
                <a:spcPct val="0"/>
              </a:spcAft>
            </a:pPr>
            <a:r>
              <a:rPr kumimoji="0" lang="da-DK" altLang="da-DK" sz="1100" i="0" u="none" strike="noStrike" cap="none" normalizeH="0" baseline="0" dirty="0">
                <a:ln>
                  <a:noFill/>
                </a:ln>
                <a:solidFill>
                  <a:schemeClr val="tx1"/>
                </a:solidFill>
                <a:effectLst/>
              </a:rPr>
              <a:t>Sporbarhed: audit-</a:t>
            </a:r>
            <a:r>
              <a:rPr kumimoji="0" lang="da-DK" altLang="da-DK" sz="1100" i="0" u="none" strike="noStrike" cap="none" normalizeH="0" baseline="0" dirty="0" err="1">
                <a:ln>
                  <a:noFill/>
                </a:ln>
                <a:solidFill>
                  <a:schemeClr val="tx1"/>
                </a:solidFill>
                <a:effectLst/>
              </a:rPr>
              <a:t>logging</a:t>
            </a:r>
            <a:r>
              <a:rPr kumimoji="0" lang="da-DK" altLang="da-DK" sz="1100" i="0" u="none" strike="noStrike" cap="none" normalizeH="0" baseline="0" dirty="0">
                <a:ln>
                  <a:noFill/>
                </a:ln>
                <a:solidFill>
                  <a:schemeClr val="tx1"/>
                </a:solidFill>
                <a:effectLst/>
              </a:rPr>
              <a:t> af beslutning (on-</a:t>
            </a:r>
            <a:r>
              <a:rPr kumimoji="0" lang="da-DK" altLang="da-DK" sz="1100" i="0" u="none" strike="noStrike" cap="none" normalizeH="0" baseline="0" dirty="0" err="1">
                <a:ln>
                  <a:noFill/>
                </a:ln>
                <a:solidFill>
                  <a:schemeClr val="tx1"/>
                </a:solidFill>
                <a:effectLst/>
              </a:rPr>
              <a:t>prem</a:t>
            </a:r>
            <a:r>
              <a:rPr kumimoji="0" lang="da-DK" altLang="da-DK" sz="1100" i="0" u="none" strike="noStrike" cap="none" normalizeH="0" baseline="0" dirty="0">
                <a:ln>
                  <a:noFill/>
                </a:ln>
                <a:solidFill>
                  <a:schemeClr val="tx1"/>
                </a:solidFill>
                <a:effectLst/>
              </a:rPr>
              <a:t>/</a:t>
            </a:r>
            <a:r>
              <a:rPr kumimoji="0" lang="da-DK" altLang="da-DK" sz="1100" i="0" u="none" strike="noStrike" cap="none" normalizeH="0" baseline="0" dirty="0" err="1">
                <a:ln>
                  <a:noFill/>
                </a:ln>
                <a:solidFill>
                  <a:schemeClr val="tx1"/>
                </a:solidFill>
                <a:effectLst/>
              </a:rPr>
              <a:t>queue</a:t>
            </a:r>
            <a:r>
              <a:rPr kumimoji="0" lang="da-DK" altLang="da-DK" sz="1100" i="0" u="none" strike="noStrike" cap="none" normalizeH="0" baseline="0" dirty="0">
                <a:ln>
                  <a:noFill/>
                </a:ln>
                <a:solidFill>
                  <a:schemeClr val="tx1"/>
                </a:solidFill>
                <a:effectLst/>
              </a:rPr>
              <a:t>/</a:t>
            </a:r>
            <a:r>
              <a:rPr kumimoji="0" lang="da-DK" altLang="da-DK" sz="1100" i="0" u="none" strike="noStrike" cap="none" normalizeH="0" baseline="0" dirty="0" err="1">
                <a:ln>
                  <a:noFill/>
                </a:ln>
                <a:solidFill>
                  <a:schemeClr val="tx1"/>
                </a:solidFill>
                <a:effectLst/>
              </a:rPr>
              <a:t>offload</a:t>
            </a:r>
            <a:r>
              <a:rPr kumimoji="0" lang="da-DK" altLang="da-DK" sz="1100" i="0" u="none" strike="noStrike" cap="none" normalizeH="0" baseline="0" dirty="0">
                <a:ln>
                  <a:noFill/>
                </a:ln>
                <a:solidFill>
                  <a:schemeClr val="tx1"/>
                </a:solidFill>
                <a:effectLst/>
              </a:rPr>
              <a:t>), rolle/</a:t>
            </a:r>
            <a:r>
              <a:rPr kumimoji="0" lang="da-DK" altLang="da-DK" sz="1100" i="0" u="none" strike="noStrike" cap="none" normalizeH="0" baseline="0" dirty="0" err="1">
                <a:ln>
                  <a:noFill/>
                </a:ln>
                <a:solidFill>
                  <a:schemeClr val="tx1"/>
                </a:solidFill>
                <a:effectLst/>
              </a:rPr>
              <a:t>use</a:t>
            </a:r>
            <a:r>
              <a:rPr kumimoji="0" lang="da-DK" altLang="da-DK" sz="1100" i="0" u="none" strike="noStrike" cap="none" normalizeH="0" baseline="0" dirty="0">
                <a:ln>
                  <a:noFill/>
                </a:ln>
                <a:solidFill>
                  <a:schemeClr val="tx1"/>
                </a:solidFill>
                <a:effectLst/>
              </a:rPr>
              <a:t>-case og tekniske metadata (uden følsomt indhold).</a:t>
            </a:r>
          </a:p>
          <a:p>
            <a:pPr lvl="1" eaLnBrk="0" fontAlgn="base" hangingPunct="0">
              <a:spcBef>
                <a:spcPct val="0"/>
              </a:spcBef>
              <a:spcAft>
                <a:spcPct val="0"/>
              </a:spcAft>
            </a:pPr>
            <a:r>
              <a:rPr kumimoji="0" lang="da-DK" altLang="da-DK" sz="1100" i="0" u="none" strike="noStrike" cap="none" normalizeH="0" baseline="0" dirty="0" err="1">
                <a:ln>
                  <a:noFill/>
                </a:ln>
                <a:solidFill>
                  <a:schemeClr val="tx1"/>
                </a:solidFill>
                <a:effectLst/>
              </a:rPr>
              <a:t>Fail-closed</a:t>
            </a:r>
            <a:r>
              <a:rPr kumimoji="0" lang="da-DK" altLang="da-DK" sz="1100" i="0" u="none" strike="noStrike" cap="none" normalizeH="0" baseline="0" dirty="0">
                <a:ln>
                  <a:noFill/>
                </a:ln>
                <a:solidFill>
                  <a:schemeClr val="tx1"/>
                </a:solidFill>
                <a:effectLst/>
              </a:rPr>
              <a:t> + </a:t>
            </a:r>
            <a:r>
              <a:rPr kumimoji="0" lang="da-DK" altLang="da-DK" sz="1100" i="0" u="none" strike="noStrike" cap="none" normalizeH="0" baseline="0" dirty="0" err="1">
                <a:ln>
                  <a:noFill/>
                </a:ln>
                <a:solidFill>
                  <a:schemeClr val="tx1"/>
                </a:solidFill>
                <a:effectLst/>
              </a:rPr>
              <a:t>kill</a:t>
            </a:r>
            <a:r>
              <a:rPr kumimoji="0" lang="da-DK" altLang="da-DK" sz="1100" i="0" u="none" strike="noStrike" cap="none" normalizeH="0" baseline="0" dirty="0">
                <a:ln>
                  <a:noFill/>
                </a:ln>
                <a:solidFill>
                  <a:schemeClr val="tx1"/>
                </a:solidFill>
                <a:effectLst/>
              </a:rPr>
              <a:t> switch: ved fejl eller hændelser falder man tilbage til on-</a:t>
            </a:r>
            <a:r>
              <a:rPr kumimoji="0" lang="da-DK" altLang="da-DK" sz="1100" i="0" u="none" strike="noStrike" cap="none" normalizeH="0" baseline="0" dirty="0" err="1">
                <a:ln>
                  <a:noFill/>
                </a:ln>
                <a:solidFill>
                  <a:schemeClr val="tx1"/>
                </a:solidFill>
                <a:effectLst/>
              </a:rPr>
              <a:t>prem</a:t>
            </a:r>
            <a:r>
              <a:rPr kumimoji="0" lang="da-DK" altLang="da-DK" sz="1100" i="0" u="none" strike="noStrike" cap="none" normalizeH="0" baseline="0" dirty="0">
                <a:ln>
                  <a:noFill/>
                </a:ln>
                <a:solidFill>
                  <a:schemeClr val="tx1"/>
                </a:solidFill>
                <a:effectLst/>
              </a:rPr>
              <a:t>/</a:t>
            </a:r>
            <a:r>
              <a:rPr kumimoji="0" lang="da-DK" altLang="da-DK" sz="1100" i="0" u="none" strike="noStrike" cap="none" normalizeH="0" baseline="0" dirty="0" err="1">
                <a:ln>
                  <a:noFill/>
                </a:ln>
                <a:solidFill>
                  <a:schemeClr val="tx1"/>
                </a:solidFill>
                <a:effectLst/>
              </a:rPr>
              <a:t>queue</a:t>
            </a:r>
            <a:r>
              <a:rPr kumimoji="0" lang="da-DK" altLang="da-DK" sz="1100" i="0" u="none" strike="noStrike" cap="none" normalizeH="0" baseline="0" dirty="0">
                <a:ln>
                  <a:noFill/>
                </a:ln>
                <a:solidFill>
                  <a:schemeClr val="tx1"/>
                </a:solidFill>
                <a:effectLst/>
              </a:rPr>
              <a:t>, og </a:t>
            </a:r>
            <a:r>
              <a:rPr kumimoji="0" lang="da-DK" altLang="da-DK" sz="1100" i="0" u="none" strike="noStrike" cap="none" normalizeH="0" baseline="0" dirty="0" err="1">
                <a:ln>
                  <a:noFill/>
                </a:ln>
                <a:solidFill>
                  <a:schemeClr val="tx1"/>
                </a:solidFill>
                <a:effectLst/>
              </a:rPr>
              <a:t>offload</a:t>
            </a:r>
            <a:r>
              <a:rPr kumimoji="0" lang="da-DK" altLang="da-DK" sz="1100" i="0" u="none" strike="noStrike" cap="none" normalizeH="0" baseline="0" dirty="0">
                <a:ln>
                  <a:noFill/>
                </a:ln>
                <a:solidFill>
                  <a:schemeClr val="tx1"/>
                </a:solidFill>
                <a:effectLst/>
              </a:rPr>
              <a:t> kan stoppes centralt.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da-DK" altLang="da-DK" sz="11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a-DK" altLang="da-DK" sz="1100" b="1" i="0" u="none" strike="noStrike" cap="none" normalizeH="0" baseline="0" dirty="0">
                <a:ln>
                  <a:noFill/>
                </a:ln>
                <a:solidFill>
                  <a:schemeClr val="tx1"/>
                </a:solidFill>
                <a:effectLst/>
              </a:rPr>
              <a:t>Kort beslutningsregel</a:t>
            </a:r>
            <a:br>
              <a:rPr kumimoji="0" lang="da-DK" altLang="da-DK" sz="1100" i="0" u="none" strike="noStrike" cap="none" normalizeH="0" baseline="0" dirty="0">
                <a:ln>
                  <a:noFill/>
                </a:ln>
                <a:solidFill>
                  <a:schemeClr val="tx1"/>
                </a:solidFill>
                <a:effectLst/>
              </a:rPr>
            </a:br>
            <a:r>
              <a:rPr kumimoji="0" lang="da-DK" altLang="da-DK" sz="1100" i="0" u="none" strike="noStrike" cap="none" normalizeH="0" baseline="0" dirty="0" err="1">
                <a:ln>
                  <a:noFill/>
                </a:ln>
                <a:solidFill>
                  <a:schemeClr val="tx1"/>
                </a:solidFill>
                <a:effectLst/>
              </a:rPr>
              <a:t>Offload</a:t>
            </a:r>
            <a:r>
              <a:rPr kumimoji="0" lang="da-DK" altLang="da-DK" sz="1100" i="0" u="none" strike="noStrike" cap="none" normalizeH="0" baseline="0" dirty="0">
                <a:ln>
                  <a:noFill/>
                </a:ln>
                <a:solidFill>
                  <a:schemeClr val="tx1"/>
                </a:solidFill>
                <a:effectLst/>
              </a:rPr>
              <a:t> er kun tilladt når (a) data er </a:t>
            </a:r>
            <a:r>
              <a:rPr kumimoji="0" lang="da-DK" altLang="da-DK" sz="1100" i="1" u="none" strike="noStrike" cap="none" normalizeH="0" baseline="0" dirty="0">
                <a:ln>
                  <a:noFill/>
                </a:ln>
                <a:solidFill>
                  <a:schemeClr val="tx1"/>
                </a:solidFill>
                <a:effectLst/>
              </a:rPr>
              <a:t>ikke-følsomt og policy-godkendt</a:t>
            </a:r>
            <a:r>
              <a:rPr kumimoji="0" lang="da-DK" altLang="da-DK" sz="1100" i="0" u="none" strike="noStrike" cap="none" normalizeH="0" baseline="0" dirty="0">
                <a:ln>
                  <a:noFill/>
                </a:ln>
                <a:solidFill>
                  <a:schemeClr val="tx1"/>
                </a:solidFill>
                <a:effectLst/>
              </a:rPr>
              <a:t>, (b) on-</a:t>
            </a:r>
            <a:r>
              <a:rPr kumimoji="0" lang="da-DK" altLang="da-DK" sz="1100" i="0" u="none" strike="noStrike" cap="none" normalizeH="0" baseline="0" dirty="0" err="1">
                <a:ln>
                  <a:noFill/>
                </a:ln>
                <a:solidFill>
                  <a:schemeClr val="tx1"/>
                </a:solidFill>
                <a:effectLst/>
              </a:rPr>
              <a:t>prem</a:t>
            </a:r>
            <a:r>
              <a:rPr kumimoji="0" lang="da-DK" altLang="da-DK" sz="1100" i="0" u="none" strike="noStrike" cap="none" normalizeH="0" baseline="0" dirty="0">
                <a:ln>
                  <a:noFill/>
                </a:ln>
                <a:solidFill>
                  <a:schemeClr val="tx1"/>
                </a:solidFill>
                <a:effectLst/>
              </a:rPr>
              <a:t> kapacitet ikke er tilstrækkelig, og (c) rolle/</a:t>
            </a:r>
            <a:r>
              <a:rPr kumimoji="0" lang="da-DK" altLang="da-DK" sz="1100" i="0" u="none" strike="noStrike" cap="none" normalizeH="0" baseline="0" dirty="0" err="1">
                <a:ln>
                  <a:noFill/>
                </a:ln>
                <a:solidFill>
                  <a:schemeClr val="tx1"/>
                </a:solidFill>
                <a:effectLst/>
              </a:rPr>
              <a:t>use</a:t>
            </a:r>
            <a:r>
              <a:rPr kumimoji="0" lang="da-DK" altLang="da-DK" sz="1100" i="0" u="none" strike="noStrike" cap="none" normalizeH="0" baseline="0" dirty="0">
                <a:ln>
                  <a:noFill/>
                </a:ln>
                <a:solidFill>
                  <a:schemeClr val="tx1"/>
                </a:solidFill>
                <a:effectLst/>
              </a:rPr>
              <a:t>-case er godkendt – og kun via gateway med kontrollerne ovenfor.</a:t>
            </a:r>
          </a:p>
        </p:txBody>
      </p:sp>
    </p:spTree>
    <p:extLst>
      <p:ext uri="{BB962C8B-B14F-4D97-AF65-F5344CB8AC3E}">
        <p14:creationId xmlns:p14="http://schemas.microsoft.com/office/powerpoint/2010/main" val="26211774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40D129A-DDBE-2894-A5C4-8C3204A324E4}"/>
              </a:ext>
            </a:extLst>
          </p:cNvPr>
          <p:cNvSpPr>
            <a:spLocks noGrp="1"/>
          </p:cNvSpPr>
          <p:nvPr>
            <p:ph type="title"/>
          </p:nvPr>
        </p:nvSpPr>
        <p:spPr/>
        <p:txBody>
          <a:bodyPr/>
          <a:lstStyle/>
          <a:p>
            <a:r>
              <a:rPr lang="da-DK" sz="1800" b="1"/>
              <a:t>K-2.K-7 Identity &amp; Access Management</a:t>
            </a:r>
            <a:br>
              <a:rPr lang="da-DK" sz="1800"/>
            </a:br>
            <a:r>
              <a:rPr lang="da-DK" sz="1800"/>
              <a:t>Skal have dokumenteret erfaring med </a:t>
            </a:r>
            <a:r>
              <a:rPr lang="da-DK" sz="1800" err="1"/>
              <a:t>Keycloak</a:t>
            </a:r>
            <a:r>
              <a:rPr lang="da-DK" sz="1800"/>
              <a:t> eller lignende (OIDC, RBAC, </a:t>
            </a:r>
            <a:r>
              <a:rPr lang="da-DK" sz="1800" err="1"/>
              <a:t>realms</a:t>
            </a:r>
            <a:r>
              <a:rPr lang="da-DK" sz="1800"/>
              <a:t>, API‑sikring)</a:t>
            </a:r>
            <a:br>
              <a:rPr lang="da-DK" sz="1800"/>
            </a:br>
            <a:endParaRPr lang="da-DK" sz="1800"/>
          </a:p>
        </p:txBody>
      </p:sp>
      <p:sp>
        <p:nvSpPr>
          <p:cNvPr id="3" name="Pladsholder til tekst 2">
            <a:extLst>
              <a:ext uri="{FF2B5EF4-FFF2-40B4-BE49-F238E27FC236}">
                <a16:creationId xmlns:a16="http://schemas.microsoft.com/office/drawing/2014/main" id="{35BF5A97-CE26-0A5F-B454-B8B4C24AD02F}"/>
              </a:ext>
            </a:extLst>
          </p:cNvPr>
          <p:cNvSpPr>
            <a:spLocks noGrp="1"/>
          </p:cNvSpPr>
          <p:nvPr>
            <p:ph type="body" sz="quarter" idx="12"/>
          </p:nvPr>
        </p:nvSpPr>
        <p:spPr/>
        <p:txBody>
          <a:bodyPr/>
          <a:lstStyle/>
          <a:p>
            <a:r>
              <a:rPr lang="da-DK" dirty="0"/>
              <a:t>Identity &amp; Access Management</a:t>
            </a:r>
          </a:p>
        </p:txBody>
      </p:sp>
      <p:sp>
        <p:nvSpPr>
          <p:cNvPr id="4" name="Pladsholder til tekst 3">
            <a:extLst>
              <a:ext uri="{FF2B5EF4-FFF2-40B4-BE49-F238E27FC236}">
                <a16:creationId xmlns:a16="http://schemas.microsoft.com/office/drawing/2014/main" id="{AA95DF48-BADD-9AAC-2DDF-453D4455DCD2}"/>
              </a:ext>
            </a:extLst>
          </p:cNvPr>
          <p:cNvSpPr>
            <a:spLocks noGrp="1"/>
          </p:cNvSpPr>
          <p:nvPr>
            <p:ph type="body" sz="quarter" idx="13"/>
          </p:nvPr>
        </p:nvSpPr>
        <p:spPr/>
        <p:txBody>
          <a:bodyPr/>
          <a:lstStyle/>
          <a:p>
            <a:r>
              <a:rPr lang="da-DK"/>
              <a:t>ADC har solid, dokumenteret erfaring med etablering af </a:t>
            </a:r>
            <a:r>
              <a:rPr lang="da-DK" err="1"/>
              <a:t>identity</a:t>
            </a:r>
            <a:r>
              <a:rPr lang="da-DK"/>
              <a:t> &amp; </a:t>
            </a:r>
            <a:r>
              <a:rPr lang="da-DK" err="1"/>
              <a:t>access</a:t>
            </a:r>
            <a:r>
              <a:rPr lang="da-DK"/>
              <a:t>‑løsninger for AI‑ og dataplatforme baseret på standarder og teknologier svarende til </a:t>
            </a:r>
            <a:r>
              <a:rPr lang="da-DK" err="1"/>
              <a:t>Keycloak</a:t>
            </a:r>
            <a:r>
              <a:rPr lang="da-DK"/>
              <a:t>, herunder OIDC/OAuth2, rollebaseret adgangsstyring (RBAC), sikker API‑eksponering og logning/</a:t>
            </a:r>
            <a:r>
              <a:rPr lang="da-DK" err="1"/>
              <a:t>auditing</a:t>
            </a:r>
            <a:r>
              <a:rPr lang="da-DK"/>
              <a:t>. I projekter for større offentlige og sundhedsrelaterede organisationer har vi bl.a.:</a:t>
            </a:r>
          </a:p>
          <a:p>
            <a:endParaRPr lang="da-DK"/>
          </a:p>
          <a:p>
            <a:r>
              <a:rPr lang="da-DK"/>
              <a:t>designet løsninger med rollebaseret adgangskontrol, hvor adgang til lyd, transskriptioner og AI‑output styres efter RBAC‑principper og sikkerhedsgrupper, kombineret med detaljeret audit‑logning.   </a:t>
            </a:r>
          </a:p>
          <a:p>
            <a:r>
              <a:rPr lang="da-DK"/>
              <a:t>sikret API‑sikring mod fagsystemer via standardiserede REST/</a:t>
            </a:r>
            <a:r>
              <a:rPr lang="da-DK" err="1"/>
              <a:t>FHIR‑API’er</a:t>
            </a:r>
            <a:r>
              <a:rPr lang="da-DK"/>
              <a:t>, hvor autentifikation og autorisation håndteres med </a:t>
            </a:r>
            <a:r>
              <a:rPr lang="da-DK" err="1"/>
              <a:t>tokens</a:t>
            </a:r>
            <a:r>
              <a:rPr lang="da-DK"/>
              <a:t> og OAuth2/OIDC‑baserede mekanismer, samt et validerings‑/parserlag, der kontrollerer alle </a:t>
            </a:r>
            <a:r>
              <a:rPr lang="da-DK" err="1"/>
              <a:t>payloads</a:t>
            </a:r>
            <a:r>
              <a:rPr lang="da-DK"/>
              <a:t> før indskrivning i kernesystemer.   </a:t>
            </a:r>
          </a:p>
          <a:p>
            <a:r>
              <a:rPr lang="da-DK"/>
              <a:t>implementeret central identity‑ og adgangsstyring via </a:t>
            </a:r>
            <a:r>
              <a:rPr lang="da-DK" err="1"/>
              <a:t>enterprise</a:t>
            </a:r>
            <a:r>
              <a:rPr lang="da-DK"/>
              <a:t>‑IDP med MFA, SSO og betinget adgang, hvor alle brugerkonti styres centralt, og politikker for sessions, password‑rotation m.m. håndhæves, svarende til et </a:t>
            </a:r>
            <a:r>
              <a:rPr lang="da-DK" err="1"/>
              <a:t>Keycloak‑setup</a:t>
            </a:r>
            <a:r>
              <a:rPr lang="da-DK"/>
              <a:t> med </a:t>
            </a:r>
            <a:r>
              <a:rPr lang="da-DK" err="1"/>
              <a:t>realms</a:t>
            </a:r>
            <a:r>
              <a:rPr lang="da-DK"/>
              <a:t>, </a:t>
            </a:r>
            <a:r>
              <a:rPr lang="da-DK" err="1"/>
              <a:t>clients</a:t>
            </a:r>
            <a:r>
              <a:rPr lang="da-DK"/>
              <a:t> og </a:t>
            </a:r>
            <a:r>
              <a:rPr lang="da-DK" err="1"/>
              <a:t>policies</a:t>
            </a:r>
            <a:r>
              <a:rPr lang="da-DK"/>
              <a:t>.</a:t>
            </a:r>
          </a:p>
          <a:p>
            <a:endParaRPr lang="da-DK"/>
          </a:p>
          <a:p>
            <a:pPr marL="0" indent="0">
              <a:buNone/>
            </a:pPr>
            <a:r>
              <a:rPr lang="da-DK"/>
              <a:t>Denne erfaring med </a:t>
            </a:r>
            <a:r>
              <a:rPr lang="da-DK" err="1"/>
              <a:t>enterprise‑IDP’er</a:t>
            </a:r>
            <a:r>
              <a:rPr lang="da-DK"/>
              <a:t>, OIDC/OAuth2, RBAC, </a:t>
            </a:r>
            <a:r>
              <a:rPr lang="da-DK" err="1"/>
              <a:t>logging</a:t>
            </a:r>
            <a:r>
              <a:rPr lang="da-DK"/>
              <a:t> og sikker API‑beskyttelse er direkte overførbar til et </a:t>
            </a:r>
            <a:r>
              <a:rPr lang="da-DK" err="1"/>
              <a:t>Keycloak</a:t>
            </a:r>
            <a:r>
              <a:rPr lang="da-DK"/>
              <a:t>‑baseret miljø, hvor vi kan designe </a:t>
            </a:r>
            <a:r>
              <a:rPr lang="da-DK" err="1"/>
              <a:t>realms</a:t>
            </a:r>
            <a:r>
              <a:rPr lang="da-DK"/>
              <a:t>, klientkonfigurationer, rollemodeller og </a:t>
            </a:r>
            <a:r>
              <a:rPr lang="da-DK" err="1"/>
              <a:t>token</a:t>
            </a:r>
            <a:r>
              <a:rPr lang="da-DK"/>
              <a:t>‑/policy‑opsætning til at beskytte Forsvarsakademiets on‑</a:t>
            </a:r>
            <a:r>
              <a:rPr lang="da-DK" err="1"/>
              <a:t>prem</a:t>
            </a:r>
            <a:r>
              <a:rPr lang="da-DK"/>
              <a:t> LLM‑ og API‑lag.</a:t>
            </a:r>
          </a:p>
        </p:txBody>
      </p:sp>
      <p:sp>
        <p:nvSpPr>
          <p:cNvPr id="5" name="Pladsholder til sidefod 4">
            <a:extLst>
              <a:ext uri="{FF2B5EF4-FFF2-40B4-BE49-F238E27FC236}">
                <a16:creationId xmlns:a16="http://schemas.microsoft.com/office/drawing/2014/main" id="{36BAF60D-8ACE-B900-8DDD-2E76FDF96D3C}"/>
              </a:ext>
            </a:extLst>
          </p:cNvPr>
          <p:cNvSpPr>
            <a:spLocks noGrp="1"/>
          </p:cNvSpPr>
          <p:nvPr>
            <p:ph type="ftr" sz="quarter" idx="3"/>
          </p:nvPr>
        </p:nvSpPr>
        <p:spPr/>
        <p:txBody>
          <a:bodyPr/>
          <a:lstStyle/>
          <a:p>
            <a:endParaRPr lang="en-GB"/>
          </a:p>
        </p:txBody>
      </p:sp>
    </p:spTree>
    <p:extLst>
      <p:ext uri="{BB962C8B-B14F-4D97-AF65-F5344CB8AC3E}">
        <p14:creationId xmlns:p14="http://schemas.microsoft.com/office/powerpoint/2010/main" val="27430985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A8756F-329D-92DD-A67B-66E370BF5197}"/>
              </a:ext>
            </a:extLst>
          </p:cNvPr>
          <p:cNvSpPr>
            <a:spLocks noGrp="1"/>
          </p:cNvSpPr>
          <p:nvPr>
            <p:ph type="title"/>
          </p:nvPr>
        </p:nvSpPr>
        <p:spPr/>
        <p:txBody>
          <a:bodyPr/>
          <a:lstStyle/>
          <a:p>
            <a:r>
              <a:rPr lang="da-DK" sz="1800" b="1"/>
              <a:t>K-2.K-8 Integration &amp; API</a:t>
            </a:r>
            <a:br>
              <a:rPr lang="da-DK" sz="1800"/>
            </a:br>
            <a:r>
              <a:rPr lang="da-DK" sz="1800"/>
              <a:t>Skal have erfaring med opsætning og </a:t>
            </a:r>
            <a:r>
              <a:rPr lang="da-DK" sz="1800" err="1"/>
              <a:t>hardening</a:t>
            </a:r>
            <a:r>
              <a:rPr lang="da-DK" sz="1800"/>
              <a:t> af NGINX som </a:t>
            </a:r>
            <a:r>
              <a:rPr lang="da-DK" sz="1800" err="1"/>
              <a:t>reverse</a:t>
            </a:r>
            <a:r>
              <a:rPr lang="da-DK" sz="1800"/>
              <a:t> proxy/gateway</a:t>
            </a:r>
          </a:p>
        </p:txBody>
      </p:sp>
      <p:sp>
        <p:nvSpPr>
          <p:cNvPr id="3" name="Pladsholder til tekst 2">
            <a:extLst>
              <a:ext uri="{FF2B5EF4-FFF2-40B4-BE49-F238E27FC236}">
                <a16:creationId xmlns:a16="http://schemas.microsoft.com/office/drawing/2014/main" id="{E42BC184-EFC1-9903-4FE6-92089B66539A}"/>
              </a:ext>
            </a:extLst>
          </p:cNvPr>
          <p:cNvSpPr>
            <a:spLocks noGrp="1"/>
          </p:cNvSpPr>
          <p:nvPr>
            <p:ph type="body" sz="quarter" idx="12"/>
          </p:nvPr>
        </p:nvSpPr>
        <p:spPr/>
        <p:txBody>
          <a:bodyPr/>
          <a:lstStyle/>
          <a:p>
            <a:r>
              <a:rPr lang="da-DK" dirty="0"/>
              <a:t>Integration &amp; API</a:t>
            </a:r>
          </a:p>
        </p:txBody>
      </p:sp>
      <p:sp>
        <p:nvSpPr>
          <p:cNvPr id="4" name="Pladsholder til tekst 3">
            <a:extLst>
              <a:ext uri="{FF2B5EF4-FFF2-40B4-BE49-F238E27FC236}">
                <a16:creationId xmlns:a16="http://schemas.microsoft.com/office/drawing/2014/main" id="{B6DB27E2-0493-EBFE-C18B-76C796A96815}"/>
              </a:ext>
            </a:extLst>
          </p:cNvPr>
          <p:cNvSpPr>
            <a:spLocks noGrp="1"/>
          </p:cNvSpPr>
          <p:nvPr>
            <p:ph type="body" sz="quarter" idx="13"/>
          </p:nvPr>
        </p:nvSpPr>
        <p:spPr/>
        <p:txBody>
          <a:bodyPr/>
          <a:lstStyle/>
          <a:p>
            <a:pPr marL="0" indent="0">
              <a:buNone/>
            </a:pPr>
            <a:r>
              <a:rPr lang="da-DK" i="1"/>
              <a:t>ADC har erfaring med at designe, konfigurere og </a:t>
            </a:r>
            <a:r>
              <a:rPr lang="da-DK" i="1" err="1"/>
              <a:t>hardene</a:t>
            </a:r>
            <a:r>
              <a:rPr lang="da-DK" i="1"/>
              <a:t> NGINX‑baserede </a:t>
            </a:r>
            <a:r>
              <a:rPr lang="da-DK" i="1" err="1"/>
              <a:t>reverse</a:t>
            </a:r>
            <a:r>
              <a:rPr lang="da-DK" i="1"/>
              <a:t> </a:t>
            </a:r>
            <a:r>
              <a:rPr lang="da-DK" i="1" err="1"/>
              <a:t>proxies</a:t>
            </a:r>
            <a:r>
              <a:rPr lang="da-DK" i="1"/>
              <a:t>/gateways som front for AI‑ og dataplatforme i miljøer med skærpede sikkerhedskrav (sundhed, offentlig sektor, finans). I tidligere projekter har vi bl.a.:</a:t>
            </a:r>
          </a:p>
          <a:p>
            <a:endParaRPr lang="da-DK" i="1"/>
          </a:p>
          <a:p>
            <a:r>
              <a:rPr lang="da-DK" i="1"/>
              <a:t>anvendt NGINX som central gateway foran interne </a:t>
            </a:r>
            <a:r>
              <a:rPr lang="da-DK" i="1" err="1"/>
              <a:t>API’er</a:t>
            </a:r>
            <a:r>
              <a:rPr lang="da-DK" i="1"/>
              <a:t> og AI‑services, hvor NGINX håndterer TLS‑</a:t>
            </a:r>
            <a:r>
              <a:rPr lang="da-DK" i="1" err="1"/>
              <a:t>terminering</a:t>
            </a:r>
            <a:r>
              <a:rPr lang="da-DK" i="1"/>
              <a:t>, SNI‑routing og load </a:t>
            </a:r>
            <a:r>
              <a:rPr lang="da-DK" i="1" err="1"/>
              <a:t>balancing</a:t>
            </a:r>
            <a:r>
              <a:rPr lang="da-DK" i="1"/>
              <a:t> mellem interne services.</a:t>
            </a:r>
          </a:p>
          <a:p>
            <a:r>
              <a:rPr lang="da-DK" i="1"/>
              <a:t>gennemført </a:t>
            </a:r>
            <a:r>
              <a:rPr lang="da-DK" i="1" err="1"/>
              <a:t>hardening</a:t>
            </a:r>
            <a:r>
              <a:rPr lang="da-DK" i="1"/>
              <a:t> af NGINX‑opsætninger, herunder:</a:t>
            </a:r>
          </a:p>
          <a:p>
            <a:pPr lvl="1"/>
            <a:r>
              <a:rPr lang="da-DK" i="1"/>
              <a:t>stramme TLS‑profiler (moderne </a:t>
            </a:r>
            <a:r>
              <a:rPr lang="da-DK" i="1" err="1"/>
              <a:t>cipher</a:t>
            </a:r>
            <a:r>
              <a:rPr lang="da-DK" i="1"/>
              <a:t>‑suites, tvungen TLS 1.2+)</a:t>
            </a:r>
          </a:p>
          <a:p>
            <a:pPr lvl="1"/>
            <a:r>
              <a:rPr lang="da-DK" i="1"/>
              <a:t>HTTP‑sikkerhedshoveder (HSTS, X‑Frame‑Options, X‑Content‑Type‑Options, osv.)</a:t>
            </a:r>
          </a:p>
          <a:p>
            <a:pPr lvl="1"/>
            <a:r>
              <a:rPr lang="da-DK" i="1"/>
              <a:t>rate </a:t>
            </a:r>
            <a:r>
              <a:rPr lang="da-DK" i="1" err="1"/>
              <a:t>limiting</a:t>
            </a:r>
            <a:r>
              <a:rPr lang="da-DK" i="1"/>
              <a:t>, </a:t>
            </a:r>
            <a:r>
              <a:rPr lang="da-DK" i="1" err="1"/>
              <a:t>request</a:t>
            </a:r>
            <a:r>
              <a:rPr lang="da-DK" i="1"/>
              <a:t>‑</a:t>
            </a:r>
            <a:r>
              <a:rPr lang="da-DK" i="1" err="1"/>
              <a:t>size</a:t>
            </a:r>
            <a:r>
              <a:rPr lang="da-DK" i="1"/>
              <a:t>‑begrænsning og timeouts for at reducere angrebsflade.</a:t>
            </a:r>
          </a:p>
          <a:p>
            <a:r>
              <a:rPr lang="da-DK" i="1"/>
              <a:t>integreret NGINX med identity‑/</a:t>
            </a:r>
            <a:r>
              <a:rPr lang="da-DK" i="1" err="1"/>
              <a:t>access</a:t>
            </a:r>
            <a:r>
              <a:rPr lang="da-DK" i="1"/>
              <a:t>‑løsninger (OIDC/OAuth2) til verificering af </a:t>
            </a:r>
            <a:r>
              <a:rPr lang="da-DK" i="1" err="1"/>
              <a:t>tokens</a:t>
            </a:r>
            <a:r>
              <a:rPr lang="da-DK" i="1"/>
              <a:t> før trafik sendes videre til bagvedliggende </a:t>
            </a:r>
            <a:r>
              <a:rPr lang="da-DK" i="1" err="1"/>
              <a:t>API’er</a:t>
            </a:r>
            <a:r>
              <a:rPr lang="da-DK" i="1"/>
              <a:t>, samt brug af </a:t>
            </a:r>
            <a:r>
              <a:rPr lang="da-DK" i="1" err="1"/>
              <a:t>mTLS</a:t>
            </a:r>
            <a:r>
              <a:rPr lang="da-DK" i="1"/>
              <a:t> mellem NGINX og interne services for at beskytte øst‑vest‑trafik.</a:t>
            </a:r>
          </a:p>
          <a:p>
            <a:r>
              <a:rPr lang="da-DK" i="1"/>
              <a:t>etableret overvågning og </a:t>
            </a:r>
            <a:r>
              <a:rPr lang="da-DK" i="1" err="1"/>
              <a:t>logging</a:t>
            </a:r>
            <a:r>
              <a:rPr lang="da-DK" i="1"/>
              <a:t> via NGINX </a:t>
            </a:r>
            <a:r>
              <a:rPr lang="da-DK" i="1" err="1"/>
              <a:t>access</a:t>
            </a:r>
            <a:r>
              <a:rPr lang="da-DK" i="1"/>
              <a:t>/</a:t>
            </a:r>
            <a:r>
              <a:rPr lang="da-DK" i="1" err="1"/>
              <a:t>error</a:t>
            </a:r>
            <a:r>
              <a:rPr lang="da-DK" i="1"/>
              <a:t> logs koblet til centrale log‑ og SIEM‑løsninger, så alle kald til AI‑ og API‑</a:t>
            </a:r>
            <a:r>
              <a:rPr lang="da-DK" i="1" err="1"/>
              <a:t>endpoints</a:t>
            </a:r>
            <a:r>
              <a:rPr lang="da-DK" i="1"/>
              <a:t> kan auditeres og korreleres med sikkerhedshændelser.</a:t>
            </a:r>
          </a:p>
          <a:p>
            <a:endParaRPr lang="da-DK" i="1"/>
          </a:p>
          <a:p>
            <a:pPr marL="0" indent="0">
              <a:buNone/>
            </a:pPr>
            <a:r>
              <a:rPr lang="da-DK" i="1"/>
              <a:t>Denne erfaring er direkte anvendelig i Forsvarsakademiets kontekst, hvor NGINX skal fungere som hårdt sikret </a:t>
            </a:r>
            <a:r>
              <a:rPr lang="da-DK" i="1" err="1"/>
              <a:t>reverse</a:t>
            </a:r>
            <a:r>
              <a:rPr lang="da-DK" i="1"/>
              <a:t> proxy/gateway ind mod en on‑</a:t>
            </a:r>
            <a:r>
              <a:rPr lang="da-DK" i="1" err="1"/>
              <a:t>prem</a:t>
            </a:r>
            <a:r>
              <a:rPr lang="da-DK" i="1"/>
              <a:t> LLM‑platform; her kan vi designe og implementere en NGINX‑konfiguration, der understøtter krav til segmentering, kryptering, autentifikation/autorisation og detaljeret sporbarhed i et forsvars‑IT‑miljø.</a:t>
            </a:r>
          </a:p>
        </p:txBody>
      </p:sp>
      <p:sp>
        <p:nvSpPr>
          <p:cNvPr id="5" name="Pladsholder til sidefod 4">
            <a:extLst>
              <a:ext uri="{FF2B5EF4-FFF2-40B4-BE49-F238E27FC236}">
                <a16:creationId xmlns:a16="http://schemas.microsoft.com/office/drawing/2014/main" id="{C3ABB47E-0A8E-2B28-F218-283B6040191C}"/>
              </a:ext>
            </a:extLst>
          </p:cNvPr>
          <p:cNvSpPr>
            <a:spLocks noGrp="1"/>
          </p:cNvSpPr>
          <p:nvPr>
            <p:ph type="ftr" sz="quarter" idx="3"/>
          </p:nvPr>
        </p:nvSpPr>
        <p:spPr/>
        <p:txBody>
          <a:bodyPr/>
          <a:lstStyle/>
          <a:p>
            <a:endParaRPr lang="en-GB"/>
          </a:p>
        </p:txBody>
      </p:sp>
    </p:spTree>
    <p:extLst>
      <p:ext uri="{BB962C8B-B14F-4D97-AF65-F5344CB8AC3E}">
        <p14:creationId xmlns:p14="http://schemas.microsoft.com/office/powerpoint/2010/main" val="3599489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5BF0D-6555-C8B8-C6D8-7F0C65EB7B8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4FAD280-4CD1-E96B-601D-22132B6563F7}"/>
              </a:ext>
            </a:extLst>
          </p:cNvPr>
          <p:cNvSpPr>
            <a:spLocks noGrp="1"/>
          </p:cNvSpPr>
          <p:nvPr>
            <p:ph type="title"/>
          </p:nvPr>
        </p:nvSpPr>
        <p:spPr/>
        <p:txBody>
          <a:bodyPr/>
          <a:lstStyle/>
          <a:p>
            <a:r>
              <a:rPr lang="da-DK" sz="1800" b="1"/>
              <a:t>K-2.K-9 Dokumentation</a:t>
            </a:r>
            <a:br>
              <a:rPr lang="da-DK" sz="1800"/>
            </a:br>
            <a:r>
              <a:rPr lang="da-DK" sz="1800"/>
              <a:t>Skal have erfaring med at udarbejde arkitekturdokumentation, sikkerhedsdokumentation og driftsvejledninger</a:t>
            </a:r>
          </a:p>
        </p:txBody>
      </p:sp>
      <p:sp>
        <p:nvSpPr>
          <p:cNvPr id="3" name="Pladsholder til tekst 2">
            <a:extLst>
              <a:ext uri="{FF2B5EF4-FFF2-40B4-BE49-F238E27FC236}">
                <a16:creationId xmlns:a16="http://schemas.microsoft.com/office/drawing/2014/main" id="{02A2CC0B-E55F-758E-F42A-9941585F53A1}"/>
              </a:ext>
            </a:extLst>
          </p:cNvPr>
          <p:cNvSpPr>
            <a:spLocks noGrp="1"/>
          </p:cNvSpPr>
          <p:nvPr>
            <p:ph type="body" sz="quarter" idx="12"/>
          </p:nvPr>
        </p:nvSpPr>
        <p:spPr/>
        <p:txBody>
          <a:bodyPr/>
          <a:lstStyle/>
          <a:p>
            <a:r>
              <a:rPr lang="da-DK"/>
              <a:t>4. Krav k-9 Dokumentation</a:t>
            </a:r>
          </a:p>
        </p:txBody>
      </p:sp>
      <p:sp>
        <p:nvSpPr>
          <p:cNvPr id="4" name="Pladsholder til tekst 3">
            <a:extLst>
              <a:ext uri="{FF2B5EF4-FFF2-40B4-BE49-F238E27FC236}">
                <a16:creationId xmlns:a16="http://schemas.microsoft.com/office/drawing/2014/main" id="{3A2A5102-A94A-051F-35DC-C5D61254DFEA}"/>
              </a:ext>
            </a:extLst>
          </p:cNvPr>
          <p:cNvSpPr>
            <a:spLocks noGrp="1"/>
          </p:cNvSpPr>
          <p:nvPr>
            <p:ph type="body" sz="quarter" idx="13"/>
          </p:nvPr>
        </p:nvSpPr>
        <p:spPr>
          <a:xfrm>
            <a:off x="360363" y="1739899"/>
            <a:ext cx="11471275" cy="4581525"/>
          </a:xfrm>
        </p:spPr>
        <p:txBody>
          <a:bodyPr/>
          <a:lstStyle/>
          <a:p>
            <a:pPr marL="0" indent="0">
              <a:buNone/>
            </a:pPr>
            <a:r>
              <a:rPr lang="da-DK" dirty="0"/>
              <a:t>Vi udarbejder dokumentation efter et klart kvalitetskriterium: *Dokumentationen skal være så præcis og operationel, at en ny driftstekniker kan overtage og udføre de relevante opgaver korrekt uden afhængighed af leverandøren. Standardpakken omfatter:</a:t>
            </a:r>
          </a:p>
          <a:p>
            <a:pPr lvl="1"/>
            <a:r>
              <a:rPr lang="en-US" b="1" dirty="0"/>
              <a:t>ADD </a:t>
            </a:r>
            <a:r>
              <a:rPr lang="en-US" b="1" dirty="0" err="1"/>
              <a:t>og</a:t>
            </a:r>
            <a:r>
              <a:rPr lang="en-US" b="1" dirty="0"/>
              <a:t> ADR-log</a:t>
            </a:r>
            <a:r>
              <a:rPr lang="en-US" dirty="0"/>
              <a:t> (</a:t>
            </a:r>
            <a:r>
              <a:rPr lang="en-US" dirty="0" err="1"/>
              <a:t>beslutningsarkitektur</a:t>
            </a:r>
            <a:r>
              <a:rPr lang="en-US" dirty="0"/>
              <a:t>: </a:t>
            </a:r>
            <a:r>
              <a:rPr lang="en-US" dirty="0" err="1"/>
              <a:t>hvorfor</a:t>
            </a:r>
            <a:r>
              <a:rPr lang="en-US" dirty="0"/>
              <a:t> vi </a:t>
            </a:r>
            <a:r>
              <a:rPr lang="en-US" dirty="0" err="1"/>
              <a:t>valgte</a:t>
            </a:r>
            <a:r>
              <a:rPr lang="en-US" dirty="0"/>
              <a:t> X </a:t>
            </a:r>
            <a:r>
              <a:rPr lang="en-US" dirty="0" err="1"/>
              <a:t>fremfor</a:t>
            </a:r>
            <a:r>
              <a:rPr lang="en-US" dirty="0"/>
              <a:t> Y).</a:t>
            </a:r>
          </a:p>
          <a:p>
            <a:pPr lvl="1"/>
            <a:r>
              <a:rPr lang="en-US" b="1" dirty="0"/>
              <a:t>Security pack</a:t>
            </a:r>
            <a:r>
              <a:rPr lang="en-US" dirty="0"/>
              <a:t> (threat model, </a:t>
            </a:r>
            <a:r>
              <a:rPr lang="en-US" dirty="0" err="1"/>
              <a:t>risici</a:t>
            </a:r>
            <a:r>
              <a:rPr lang="en-US" dirty="0"/>
              <a:t>/mitigations, </a:t>
            </a:r>
            <a:r>
              <a:rPr lang="en-US" dirty="0" err="1"/>
              <a:t>kontrolmapping</a:t>
            </a:r>
            <a:r>
              <a:rPr lang="en-US" dirty="0"/>
              <a:t>).</a:t>
            </a:r>
          </a:p>
          <a:p>
            <a:pPr lvl="1"/>
            <a:r>
              <a:rPr lang="en-US" b="1" dirty="0"/>
              <a:t>Runbooks</a:t>
            </a:r>
            <a:r>
              <a:rPr lang="en-US" dirty="0"/>
              <a:t> (deploy/upgrade/rollback, monitoring, incident, backup/restore).</a:t>
            </a:r>
          </a:p>
          <a:p>
            <a:pPr lvl="1"/>
            <a:r>
              <a:rPr lang="en-US" b="1" dirty="0"/>
              <a:t>API docs</a:t>
            </a:r>
            <a:r>
              <a:rPr lang="en-US" dirty="0"/>
              <a:t> (</a:t>
            </a:r>
            <a:r>
              <a:rPr lang="en-US" dirty="0" err="1"/>
              <a:t>OpenAPI</a:t>
            </a:r>
            <a:r>
              <a:rPr lang="en-US" dirty="0"/>
              <a:t>) </a:t>
            </a:r>
            <a:r>
              <a:rPr lang="en-US" dirty="0" err="1"/>
              <a:t>og</a:t>
            </a:r>
            <a:r>
              <a:rPr lang="en-US" dirty="0"/>
              <a:t> </a:t>
            </a:r>
            <a:r>
              <a:rPr lang="en-US" dirty="0" err="1"/>
              <a:t>konfigurationsbeskrivelser</a:t>
            </a:r>
            <a:r>
              <a:rPr lang="en-US" dirty="0"/>
              <a:t>.</a:t>
            </a:r>
          </a:p>
          <a:p>
            <a:pPr lvl="1"/>
            <a:r>
              <a:rPr lang="en-US" b="1" dirty="0" err="1"/>
              <a:t>Træningsmaterialer</a:t>
            </a:r>
            <a:r>
              <a:rPr lang="en-US" dirty="0"/>
              <a:t> (slides </a:t>
            </a:r>
            <a:r>
              <a:rPr lang="en-US" dirty="0" err="1"/>
              <a:t>og</a:t>
            </a:r>
            <a:r>
              <a:rPr lang="en-US" dirty="0"/>
              <a:t> hands-on guides </a:t>
            </a:r>
            <a:r>
              <a:rPr lang="en-US" dirty="0" err="1"/>
              <a:t>tilpasset</a:t>
            </a:r>
            <a:r>
              <a:rPr lang="en-US" dirty="0"/>
              <a:t> </a:t>
            </a:r>
            <a:r>
              <a:rPr lang="en-US" dirty="0" err="1"/>
              <a:t>tre</a:t>
            </a:r>
            <a:r>
              <a:rPr lang="en-US" dirty="0"/>
              <a:t> </a:t>
            </a:r>
            <a:r>
              <a:rPr lang="en-US" dirty="0" err="1"/>
              <a:t>målgrupper</a:t>
            </a:r>
            <a:r>
              <a:rPr lang="en-US" dirty="0"/>
              <a:t>).</a:t>
            </a:r>
          </a:p>
          <a:p>
            <a:pPr lvl="1"/>
            <a:r>
              <a:rPr lang="en-US" dirty="0"/>
              <a:t>Al </a:t>
            </a:r>
            <a:r>
              <a:rPr lang="en-US" dirty="0" err="1"/>
              <a:t>dokumentation</a:t>
            </a:r>
            <a:r>
              <a:rPr lang="en-US" dirty="0"/>
              <a:t> er </a:t>
            </a:r>
            <a:r>
              <a:rPr lang="en-US" dirty="0" err="1"/>
              <a:t>versionsstyret</a:t>
            </a:r>
            <a:r>
              <a:rPr lang="en-US" dirty="0"/>
              <a:t> </a:t>
            </a:r>
            <a:r>
              <a:rPr lang="en-US" dirty="0" err="1"/>
              <a:t>og</a:t>
            </a:r>
            <a:r>
              <a:rPr lang="en-US" dirty="0"/>
              <a:t> </a:t>
            </a:r>
            <a:r>
              <a:rPr lang="en-US" dirty="0" err="1"/>
              <a:t>leveres</a:t>
            </a:r>
            <a:r>
              <a:rPr lang="en-US" dirty="0"/>
              <a:t> </a:t>
            </a:r>
            <a:r>
              <a:rPr lang="en-US" dirty="0" err="1"/>
              <a:t>i</a:t>
            </a:r>
            <a:r>
              <a:rPr lang="en-US" dirty="0"/>
              <a:t> et repository der </a:t>
            </a:r>
            <a:r>
              <a:rPr lang="en-US" dirty="0" err="1"/>
              <a:t>ejes</a:t>
            </a:r>
            <a:r>
              <a:rPr lang="en-US" dirty="0"/>
              <a:t> </a:t>
            </a:r>
            <a:r>
              <a:rPr lang="en-US" dirty="0" err="1"/>
              <a:t>af</a:t>
            </a:r>
            <a:r>
              <a:rPr lang="en-US" dirty="0"/>
              <a:t> </a:t>
            </a:r>
            <a:r>
              <a:rPr lang="en-US" dirty="0" err="1"/>
              <a:t>klienten</a:t>
            </a:r>
            <a:r>
              <a:rPr lang="en-US" dirty="0"/>
              <a:t>.</a:t>
            </a:r>
          </a:p>
          <a:p>
            <a:pPr marL="0" indent="0">
              <a:buNone/>
            </a:pPr>
            <a:endParaRPr lang="en-US" b="1" dirty="0"/>
          </a:p>
          <a:p>
            <a:pPr marL="0" indent="0">
              <a:spcBef>
                <a:spcPts val="0"/>
              </a:spcBef>
              <a:spcAft>
                <a:spcPts val="300"/>
              </a:spcAft>
              <a:buNone/>
            </a:pPr>
            <a:r>
              <a:rPr lang="en-US" b="1" dirty="0" err="1"/>
              <a:t>Konkrete</a:t>
            </a:r>
            <a:r>
              <a:rPr lang="en-US" b="1" dirty="0"/>
              <a:t> </a:t>
            </a:r>
            <a:r>
              <a:rPr lang="en-US" b="1" dirty="0" err="1"/>
              <a:t>leverancer</a:t>
            </a:r>
            <a:endParaRPr lang="en-US" dirty="0"/>
          </a:p>
          <a:p>
            <a:r>
              <a:rPr lang="en-US" dirty="0"/>
              <a:t>Architecture Design Document, </a:t>
            </a:r>
            <a:r>
              <a:rPr lang="en-US" dirty="0" err="1"/>
              <a:t>sikkerhedsreview</a:t>
            </a:r>
            <a:r>
              <a:rPr lang="en-US" dirty="0"/>
              <a:t> rapport, operational runbooks </a:t>
            </a:r>
            <a:r>
              <a:rPr lang="en-US" dirty="0" err="1"/>
              <a:t>i</a:t>
            </a:r>
            <a:r>
              <a:rPr lang="en-US" dirty="0"/>
              <a:t> Markdown/Wiki, API-</a:t>
            </a:r>
            <a:r>
              <a:rPr lang="en-US" dirty="0" err="1"/>
              <a:t>dokumentation</a:t>
            </a:r>
            <a:r>
              <a:rPr lang="en-US" dirty="0"/>
              <a:t> </a:t>
            </a:r>
            <a:r>
              <a:rPr lang="en-US" dirty="0" err="1"/>
              <a:t>i</a:t>
            </a:r>
            <a:r>
              <a:rPr lang="en-US" dirty="0"/>
              <a:t> </a:t>
            </a:r>
            <a:r>
              <a:rPr lang="en-US" dirty="0" err="1"/>
              <a:t>OpenAPI</a:t>
            </a:r>
            <a:r>
              <a:rPr lang="en-US" dirty="0"/>
              <a:t> spec, </a:t>
            </a:r>
            <a:r>
              <a:rPr lang="en-US" dirty="0" err="1"/>
              <a:t>træningsmaterialer</a:t>
            </a:r>
            <a:r>
              <a:rPr lang="en-US" dirty="0"/>
              <a:t>, </a:t>
            </a:r>
            <a:r>
              <a:rPr lang="en-US" dirty="0" err="1"/>
              <a:t>og</a:t>
            </a:r>
            <a:r>
              <a:rPr lang="en-US" dirty="0"/>
              <a:t> </a:t>
            </a:r>
            <a:r>
              <a:rPr lang="en-US" dirty="0" err="1"/>
              <a:t>fuld</a:t>
            </a:r>
            <a:r>
              <a:rPr lang="en-US" dirty="0"/>
              <a:t> </a:t>
            </a:r>
            <a:r>
              <a:rPr lang="en-US" dirty="0" err="1"/>
              <a:t>dokumentationspakke</a:t>
            </a:r>
            <a:r>
              <a:rPr lang="en-US" dirty="0"/>
              <a:t> </a:t>
            </a:r>
            <a:r>
              <a:rPr lang="en-US" dirty="0" err="1"/>
              <a:t>i</a:t>
            </a:r>
            <a:r>
              <a:rPr lang="en-US" dirty="0"/>
              <a:t> </a:t>
            </a:r>
            <a:r>
              <a:rPr lang="en-US" dirty="0" err="1"/>
              <a:t>klientejet</a:t>
            </a:r>
            <a:r>
              <a:rPr lang="en-US" dirty="0"/>
              <a:t> repository.</a:t>
            </a:r>
          </a:p>
          <a:p>
            <a:endParaRPr lang="en-US" dirty="0"/>
          </a:p>
          <a:p>
            <a:pPr marL="0" indent="0">
              <a:buNone/>
            </a:pPr>
            <a:r>
              <a:rPr lang="en-US" b="1" dirty="0" err="1"/>
              <a:t>Dokumenteret</a:t>
            </a:r>
            <a:r>
              <a:rPr lang="en-US" b="1" dirty="0"/>
              <a:t> </a:t>
            </a:r>
            <a:r>
              <a:rPr lang="en-US" b="1" dirty="0" err="1"/>
              <a:t>erfaring</a:t>
            </a:r>
            <a:endParaRPr lang="en-US" dirty="0"/>
          </a:p>
          <a:p>
            <a:r>
              <a:rPr lang="en-US" dirty="0"/>
              <a:t>En </a:t>
            </a:r>
            <a:r>
              <a:rPr lang="en-US" dirty="0" err="1"/>
              <a:t>dansk</a:t>
            </a:r>
            <a:r>
              <a:rPr lang="en-US" dirty="0"/>
              <a:t> </a:t>
            </a:r>
            <a:r>
              <a:rPr lang="en-US" dirty="0" err="1"/>
              <a:t>virksomhed</a:t>
            </a:r>
            <a:r>
              <a:rPr lang="en-US" dirty="0"/>
              <a:t> (intern AI-</a:t>
            </a:r>
            <a:r>
              <a:rPr lang="en-US" dirty="0" err="1"/>
              <a:t>assistent</a:t>
            </a:r>
            <a:r>
              <a:rPr lang="en-US" dirty="0"/>
              <a:t>): Fuld </a:t>
            </a:r>
            <a:r>
              <a:rPr lang="en-US" dirty="0" err="1"/>
              <a:t>dokumentationspakke</a:t>
            </a:r>
            <a:r>
              <a:rPr lang="en-US" dirty="0"/>
              <a:t> der </a:t>
            </a:r>
            <a:r>
              <a:rPr lang="en-US" dirty="0" err="1"/>
              <a:t>sætter</a:t>
            </a:r>
            <a:r>
              <a:rPr lang="en-US" dirty="0"/>
              <a:t> </a:t>
            </a:r>
            <a:r>
              <a:rPr lang="en-US" dirty="0" err="1"/>
              <a:t>organisationen</a:t>
            </a:r>
            <a:r>
              <a:rPr lang="en-US" dirty="0"/>
              <a:t> </a:t>
            </a:r>
            <a:r>
              <a:rPr lang="en-US" dirty="0" err="1"/>
              <a:t>i</a:t>
            </a:r>
            <a:r>
              <a:rPr lang="en-US" dirty="0"/>
              <a:t> stand </a:t>
            </a:r>
            <a:r>
              <a:rPr lang="en-US" dirty="0" err="1"/>
              <a:t>til</a:t>
            </a:r>
            <a:r>
              <a:rPr lang="en-US" dirty="0"/>
              <a:t> at </a:t>
            </a:r>
            <a:r>
              <a:rPr lang="en-US" dirty="0" err="1"/>
              <a:t>operere</a:t>
            </a:r>
            <a:r>
              <a:rPr lang="en-US" dirty="0"/>
              <a:t> </a:t>
            </a:r>
            <a:r>
              <a:rPr lang="en-US" dirty="0" err="1"/>
              <a:t>og</a:t>
            </a:r>
            <a:r>
              <a:rPr lang="en-US" dirty="0"/>
              <a:t> </a:t>
            </a:r>
            <a:r>
              <a:rPr lang="en-US" dirty="0" err="1"/>
              <a:t>videreudvikle</a:t>
            </a:r>
            <a:r>
              <a:rPr lang="en-US" dirty="0"/>
              <a:t> </a:t>
            </a:r>
            <a:r>
              <a:rPr lang="en-US" dirty="0" err="1"/>
              <a:t>platformen</a:t>
            </a:r>
            <a:r>
              <a:rPr lang="en-US" dirty="0"/>
              <a:t> </a:t>
            </a:r>
            <a:r>
              <a:rPr lang="en-US" dirty="0" err="1"/>
              <a:t>selvstændigt</a:t>
            </a:r>
            <a:r>
              <a:rPr lang="en-US" dirty="0"/>
              <a:t>  (</a:t>
            </a:r>
            <a:r>
              <a:rPr lang="en-US" dirty="0" err="1"/>
              <a:t>inklusiv</a:t>
            </a:r>
            <a:r>
              <a:rPr lang="en-US" dirty="0"/>
              <a:t> runbooks, </a:t>
            </a:r>
            <a:r>
              <a:rPr lang="en-US" dirty="0" err="1"/>
              <a:t>driftsvejledninger</a:t>
            </a:r>
            <a:r>
              <a:rPr lang="en-US" dirty="0"/>
              <a:t> </a:t>
            </a:r>
            <a:r>
              <a:rPr lang="en-US" dirty="0" err="1"/>
              <a:t>og</a:t>
            </a:r>
            <a:r>
              <a:rPr lang="en-US" dirty="0"/>
              <a:t> </a:t>
            </a:r>
            <a:r>
              <a:rPr lang="en-US" dirty="0" err="1"/>
              <a:t>træningsmaterialer</a:t>
            </a:r>
            <a:r>
              <a:rPr lang="en-US" dirty="0"/>
              <a:t>.)</a:t>
            </a:r>
          </a:p>
          <a:p>
            <a:r>
              <a:rPr lang="en-US" dirty="0"/>
              <a:t>En international </a:t>
            </a:r>
            <a:r>
              <a:rPr lang="en-US" dirty="0" err="1"/>
              <a:t>faglig</a:t>
            </a:r>
            <a:r>
              <a:rPr lang="en-US" dirty="0"/>
              <a:t> </a:t>
            </a:r>
            <a:r>
              <a:rPr lang="en-US" dirty="0" err="1"/>
              <a:t>organisation</a:t>
            </a:r>
            <a:r>
              <a:rPr lang="en-US" dirty="0"/>
              <a:t>: </a:t>
            </a:r>
            <a:r>
              <a:rPr lang="en-US" dirty="0" err="1"/>
              <a:t>Løbende</a:t>
            </a:r>
            <a:r>
              <a:rPr lang="en-US" dirty="0"/>
              <a:t> </a:t>
            </a:r>
            <a:r>
              <a:rPr lang="en-US" dirty="0" err="1"/>
              <a:t>dokumentation</a:t>
            </a:r>
            <a:r>
              <a:rPr lang="en-US" dirty="0"/>
              <a:t> </a:t>
            </a:r>
            <a:r>
              <a:rPr lang="en-US" dirty="0" err="1"/>
              <a:t>koblet</a:t>
            </a:r>
            <a:r>
              <a:rPr lang="en-US" dirty="0"/>
              <a:t> </a:t>
            </a:r>
            <a:r>
              <a:rPr lang="en-US" dirty="0" err="1"/>
              <a:t>til</a:t>
            </a:r>
            <a:r>
              <a:rPr lang="en-US" dirty="0"/>
              <a:t> </a:t>
            </a:r>
            <a:r>
              <a:rPr lang="en-US" dirty="0" err="1"/>
              <a:t>strategiske</a:t>
            </a:r>
            <a:r>
              <a:rPr lang="en-US" dirty="0"/>
              <a:t> </a:t>
            </a:r>
            <a:r>
              <a:rPr lang="en-US" dirty="0" err="1"/>
              <a:t>mål</a:t>
            </a:r>
            <a:r>
              <a:rPr lang="en-US" dirty="0"/>
              <a:t>, </a:t>
            </a:r>
            <a:r>
              <a:rPr lang="en-US" dirty="0" err="1"/>
              <a:t>inkl</a:t>
            </a:r>
            <a:r>
              <a:rPr lang="en-US" dirty="0"/>
              <a:t>. </a:t>
            </a:r>
            <a:r>
              <a:rPr lang="en-US" dirty="0" err="1"/>
              <a:t>OpenAPI</a:t>
            </a:r>
            <a:r>
              <a:rPr lang="en-US" dirty="0"/>
              <a:t> specs, prompt templates </a:t>
            </a:r>
            <a:r>
              <a:rPr lang="en-US" dirty="0" err="1"/>
              <a:t>i</a:t>
            </a:r>
            <a:r>
              <a:rPr lang="en-US" dirty="0"/>
              <a:t> </a:t>
            </a:r>
            <a:r>
              <a:rPr lang="en-US" dirty="0" err="1"/>
              <a:t>versionskontrol</a:t>
            </a:r>
            <a:r>
              <a:rPr lang="en-US" dirty="0"/>
              <a:t>, </a:t>
            </a:r>
            <a:r>
              <a:rPr lang="en-US" dirty="0" err="1"/>
              <a:t>og</a:t>
            </a:r>
            <a:r>
              <a:rPr lang="en-US" dirty="0"/>
              <a:t> </a:t>
            </a:r>
            <a:r>
              <a:rPr lang="en-US" dirty="0" err="1"/>
              <a:t>teknisk</a:t>
            </a:r>
            <a:r>
              <a:rPr lang="en-US" dirty="0"/>
              <a:t> </a:t>
            </a:r>
            <a:r>
              <a:rPr lang="en-US" dirty="0" err="1"/>
              <a:t>dokumentation</a:t>
            </a:r>
            <a:r>
              <a:rPr lang="en-US" dirty="0"/>
              <a:t> for multi-agent </a:t>
            </a:r>
            <a:r>
              <a:rPr lang="en-US" dirty="0" err="1"/>
              <a:t>arkitektur</a:t>
            </a:r>
            <a:r>
              <a:rPr lang="en-US" dirty="0"/>
              <a:t>.</a:t>
            </a:r>
          </a:p>
          <a:p>
            <a:r>
              <a:rPr lang="en-US" dirty="0"/>
              <a:t>En </a:t>
            </a:r>
            <a:r>
              <a:rPr lang="en-US" dirty="0" err="1"/>
              <a:t>offentlig</a:t>
            </a:r>
            <a:r>
              <a:rPr lang="en-US" dirty="0"/>
              <a:t> </a:t>
            </a:r>
            <a:r>
              <a:rPr lang="en-US" dirty="0" err="1"/>
              <a:t>hollandsk</a:t>
            </a:r>
            <a:r>
              <a:rPr lang="en-US" dirty="0"/>
              <a:t> </a:t>
            </a:r>
            <a:r>
              <a:rPr lang="en-US" dirty="0" err="1"/>
              <a:t>organisation</a:t>
            </a:r>
            <a:r>
              <a:rPr lang="en-US" dirty="0"/>
              <a:t>: AI Vision &amp; Roadmap </a:t>
            </a:r>
            <a:r>
              <a:rPr lang="en-US" dirty="0" err="1"/>
              <a:t>og</a:t>
            </a:r>
            <a:r>
              <a:rPr lang="en-US" dirty="0"/>
              <a:t> </a:t>
            </a:r>
            <a:r>
              <a:rPr lang="en-US" dirty="0" err="1"/>
              <a:t>tilhørende</a:t>
            </a:r>
            <a:r>
              <a:rPr lang="en-US" dirty="0"/>
              <a:t> </a:t>
            </a:r>
            <a:r>
              <a:rPr lang="en-US" dirty="0" err="1"/>
              <a:t>teknisk</a:t>
            </a:r>
            <a:r>
              <a:rPr lang="en-US" dirty="0"/>
              <a:t> </a:t>
            </a:r>
            <a:r>
              <a:rPr lang="en-US" dirty="0" err="1"/>
              <a:t>arkitekturbeskrivelse</a:t>
            </a:r>
            <a:r>
              <a:rPr lang="en-US" dirty="0"/>
              <a:t> leveret </a:t>
            </a:r>
            <a:r>
              <a:rPr lang="en-US" dirty="0" err="1"/>
              <a:t>i</a:t>
            </a:r>
            <a:r>
              <a:rPr lang="en-US" dirty="0"/>
              <a:t> format der </a:t>
            </a:r>
            <a:r>
              <a:rPr lang="en-US" dirty="0" err="1"/>
              <a:t>muliggør</a:t>
            </a:r>
            <a:r>
              <a:rPr lang="en-US" dirty="0"/>
              <a:t> intern </a:t>
            </a:r>
            <a:r>
              <a:rPr lang="en-US" dirty="0" err="1"/>
              <a:t>overtagelse</a:t>
            </a:r>
            <a:r>
              <a:rPr lang="en-US" dirty="0"/>
              <a:t> </a:t>
            </a:r>
            <a:r>
              <a:rPr lang="en-US" dirty="0" err="1"/>
              <a:t>og</a:t>
            </a:r>
            <a:r>
              <a:rPr lang="en-US" dirty="0"/>
              <a:t> </a:t>
            </a:r>
            <a:r>
              <a:rPr lang="en-US" dirty="0" err="1"/>
              <a:t>videreudvikling</a:t>
            </a:r>
            <a:r>
              <a:rPr lang="en-US" dirty="0"/>
              <a:t>.</a:t>
            </a:r>
          </a:p>
        </p:txBody>
      </p:sp>
      <p:sp>
        <p:nvSpPr>
          <p:cNvPr id="5" name="Pladsholder til sidefod 4">
            <a:extLst>
              <a:ext uri="{FF2B5EF4-FFF2-40B4-BE49-F238E27FC236}">
                <a16:creationId xmlns:a16="http://schemas.microsoft.com/office/drawing/2014/main" id="{51803321-4ED9-2FD5-0881-BC8D43ECAFD3}"/>
              </a:ext>
            </a:extLst>
          </p:cNvPr>
          <p:cNvSpPr>
            <a:spLocks noGrp="1"/>
          </p:cNvSpPr>
          <p:nvPr>
            <p:ph type="ftr" sz="quarter" idx="3"/>
          </p:nvPr>
        </p:nvSpPr>
        <p:spPr/>
        <p:txBody>
          <a:bodyPr/>
          <a:lstStyle/>
          <a:p>
            <a:endParaRPr lang="en-GB">
              <a:solidFill>
                <a:srgbClr val="B054AE"/>
              </a:solidFill>
            </a:endParaRPr>
          </a:p>
        </p:txBody>
      </p:sp>
    </p:spTree>
    <p:extLst>
      <p:ext uri="{BB962C8B-B14F-4D97-AF65-F5344CB8AC3E}">
        <p14:creationId xmlns:p14="http://schemas.microsoft.com/office/powerpoint/2010/main" val="3006659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93D1CB1-6CBC-C563-678E-A2F34D82F1B2}"/>
              </a:ext>
            </a:extLst>
          </p:cNvPr>
          <p:cNvSpPr>
            <a:spLocks noGrp="1"/>
          </p:cNvSpPr>
          <p:nvPr>
            <p:ph type="title"/>
          </p:nvPr>
        </p:nvSpPr>
        <p:spPr/>
        <p:txBody>
          <a:bodyPr/>
          <a:lstStyle/>
          <a:p>
            <a:r>
              <a:rPr lang="da-DK" sz="1800" b="1"/>
              <a:t>K-2.K-10 Implementering</a:t>
            </a:r>
            <a:br>
              <a:rPr lang="da-DK" sz="1800"/>
            </a:br>
            <a:r>
              <a:rPr lang="da-DK" sz="1800"/>
              <a:t>Skal kunne lave planlægning af organisatorisk implementering og brugeradoption</a:t>
            </a:r>
          </a:p>
        </p:txBody>
      </p:sp>
      <p:sp>
        <p:nvSpPr>
          <p:cNvPr id="3" name="Pladsholder til tekst 2">
            <a:extLst>
              <a:ext uri="{FF2B5EF4-FFF2-40B4-BE49-F238E27FC236}">
                <a16:creationId xmlns:a16="http://schemas.microsoft.com/office/drawing/2014/main" id="{21E487F6-FBE9-39C5-4B7B-166E8E4A201A}"/>
              </a:ext>
            </a:extLst>
          </p:cNvPr>
          <p:cNvSpPr>
            <a:spLocks noGrp="1"/>
          </p:cNvSpPr>
          <p:nvPr>
            <p:ph type="body" sz="quarter" idx="12"/>
          </p:nvPr>
        </p:nvSpPr>
        <p:spPr/>
        <p:txBody>
          <a:bodyPr/>
          <a:lstStyle/>
          <a:p>
            <a:r>
              <a:rPr lang="da-DK"/>
              <a:t>4. Krav K-10 Implementering</a:t>
            </a:r>
          </a:p>
        </p:txBody>
      </p:sp>
      <p:sp>
        <p:nvSpPr>
          <p:cNvPr id="4" name="Pladsholder til tekst 3">
            <a:extLst>
              <a:ext uri="{FF2B5EF4-FFF2-40B4-BE49-F238E27FC236}">
                <a16:creationId xmlns:a16="http://schemas.microsoft.com/office/drawing/2014/main" id="{C4FF089A-B517-16BF-67D4-AAEC1A4C0860}"/>
              </a:ext>
            </a:extLst>
          </p:cNvPr>
          <p:cNvSpPr>
            <a:spLocks noGrp="1"/>
          </p:cNvSpPr>
          <p:nvPr>
            <p:ph type="body" sz="quarter" idx="13"/>
          </p:nvPr>
        </p:nvSpPr>
        <p:spPr/>
        <p:txBody>
          <a:bodyPr/>
          <a:lstStyle/>
          <a:p>
            <a:pPr marL="0" indent="0">
              <a:spcBef>
                <a:spcPts val="0"/>
              </a:spcBef>
              <a:spcAft>
                <a:spcPts val="300"/>
              </a:spcAft>
              <a:buNone/>
            </a:pPr>
            <a:r>
              <a:rPr lang="da-DK" dirty="0"/>
              <a:t>Vi betragter adoption som en integreret del af release- og driftsdisciplinen – ikke som en selvstændig kommunikationsindsats. Hvis brugerne ikke kan anvende løsningen sikkert, korrekt og effektivt i praksis, er leverancen ikke fuldt realiseret. Vores implementeringsmodel:</a:t>
            </a:r>
            <a:endParaRPr lang="en-US" dirty="0"/>
          </a:p>
          <a:p>
            <a:pPr lvl="1">
              <a:spcBef>
                <a:spcPts val="0"/>
              </a:spcBef>
              <a:spcAft>
                <a:spcPts val="300"/>
              </a:spcAft>
            </a:pPr>
            <a:r>
              <a:rPr lang="en-US" b="1" dirty="0"/>
              <a:t>Co-creation med </a:t>
            </a:r>
            <a:r>
              <a:rPr lang="en-US" b="1" dirty="0" err="1"/>
              <a:t>brugergrupper</a:t>
            </a:r>
            <a:r>
              <a:rPr lang="en-US" b="1" dirty="0"/>
              <a:t>:</a:t>
            </a:r>
            <a:r>
              <a:rPr lang="en-US" dirty="0"/>
              <a:t> personas, user stories, </a:t>
            </a:r>
            <a:r>
              <a:rPr lang="en-US" dirty="0" err="1"/>
              <a:t>brugertest</a:t>
            </a:r>
            <a:r>
              <a:rPr lang="en-US" dirty="0"/>
              <a:t> </a:t>
            </a:r>
            <a:r>
              <a:rPr lang="en-US" dirty="0" err="1"/>
              <a:t>tidligt</a:t>
            </a:r>
            <a:r>
              <a:rPr lang="en-US" dirty="0"/>
              <a:t> </a:t>
            </a:r>
            <a:r>
              <a:rPr lang="en-US" dirty="0" err="1"/>
              <a:t>i</a:t>
            </a:r>
            <a:r>
              <a:rPr lang="en-US" dirty="0"/>
              <a:t> </a:t>
            </a:r>
            <a:r>
              <a:rPr lang="en-US" dirty="0" err="1"/>
              <a:t>forløbet</a:t>
            </a:r>
            <a:r>
              <a:rPr lang="en-US" dirty="0"/>
              <a:t>.</a:t>
            </a:r>
          </a:p>
          <a:p>
            <a:pPr lvl="1">
              <a:spcBef>
                <a:spcPts val="0"/>
              </a:spcBef>
              <a:spcAft>
                <a:spcPts val="300"/>
              </a:spcAft>
            </a:pPr>
            <a:r>
              <a:rPr lang="en-US" b="1" dirty="0" err="1"/>
              <a:t>Faseopdelt</a:t>
            </a:r>
            <a:r>
              <a:rPr lang="en-US" b="1" dirty="0"/>
              <a:t> rollout:</a:t>
            </a:r>
            <a:r>
              <a:rPr lang="en-US" dirty="0"/>
              <a:t> start med </a:t>
            </a:r>
            <a:r>
              <a:rPr lang="en-US" dirty="0" err="1"/>
              <a:t>høj</a:t>
            </a:r>
            <a:r>
              <a:rPr lang="en-US" dirty="0"/>
              <a:t> </a:t>
            </a:r>
            <a:r>
              <a:rPr lang="en-US" dirty="0" err="1"/>
              <a:t>værdi</a:t>
            </a:r>
            <a:r>
              <a:rPr lang="en-US" dirty="0"/>
              <a:t>/</a:t>
            </a:r>
            <a:r>
              <a:rPr lang="en-US" dirty="0" err="1"/>
              <a:t>lav</a:t>
            </a:r>
            <a:r>
              <a:rPr lang="en-US" dirty="0"/>
              <a:t> </a:t>
            </a:r>
            <a:r>
              <a:rPr lang="en-US" dirty="0" err="1"/>
              <a:t>risiko</a:t>
            </a:r>
            <a:r>
              <a:rPr lang="en-US" dirty="0"/>
              <a:t>, </a:t>
            </a:r>
            <a:r>
              <a:rPr lang="en-US" dirty="0" err="1"/>
              <a:t>udvid</a:t>
            </a:r>
            <a:r>
              <a:rPr lang="en-US" dirty="0"/>
              <a:t> </a:t>
            </a:r>
            <a:r>
              <a:rPr lang="en-US" dirty="0" err="1"/>
              <a:t>når</a:t>
            </a:r>
            <a:r>
              <a:rPr lang="en-US" dirty="0"/>
              <a:t> drift </a:t>
            </a:r>
            <a:r>
              <a:rPr lang="en-US" dirty="0" err="1"/>
              <a:t>og</a:t>
            </a:r>
            <a:r>
              <a:rPr lang="en-US" dirty="0"/>
              <a:t> governance er </a:t>
            </a:r>
            <a:r>
              <a:rPr lang="en-US" dirty="0" err="1"/>
              <a:t>klar</a:t>
            </a:r>
            <a:r>
              <a:rPr lang="en-US" dirty="0"/>
              <a:t>.</a:t>
            </a:r>
          </a:p>
          <a:p>
            <a:pPr lvl="1">
              <a:spcBef>
                <a:spcPts val="0"/>
              </a:spcBef>
              <a:spcAft>
                <a:spcPts val="300"/>
              </a:spcAft>
            </a:pPr>
            <a:r>
              <a:rPr lang="en-US" b="1" dirty="0" err="1"/>
              <a:t>Træning</a:t>
            </a:r>
            <a:r>
              <a:rPr lang="en-US" b="1" dirty="0"/>
              <a:t> </a:t>
            </a:r>
            <a:r>
              <a:rPr lang="en-US" b="1" dirty="0" err="1"/>
              <a:t>i</a:t>
            </a:r>
            <a:r>
              <a:rPr lang="en-US" b="1" dirty="0"/>
              <a:t> </a:t>
            </a:r>
            <a:r>
              <a:rPr lang="en-US" b="1" dirty="0" err="1"/>
              <a:t>tre</a:t>
            </a:r>
            <a:r>
              <a:rPr lang="en-US" b="1" dirty="0"/>
              <a:t> </a:t>
            </a:r>
            <a:r>
              <a:rPr lang="en-US" b="1" dirty="0" err="1"/>
              <a:t>spor</a:t>
            </a:r>
            <a:r>
              <a:rPr lang="en-US" b="1" dirty="0"/>
              <a:t>:</a:t>
            </a:r>
            <a:r>
              <a:rPr lang="en-US" dirty="0"/>
              <a:t> IT-drift, </a:t>
            </a:r>
            <a:r>
              <a:rPr lang="en-US" dirty="0" err="1"/>
              <a:t>slutbrugere</a:t>
            </a:r>
            <a:r>
              <a:rPr lang="en-US" dirty="0"/>
              <a:t> </a:t>
            </a:r>
            <a:r>
              <a:rPr lang="en-US" dirty="0" err="1"/>
              <a:t>og</a:t>
            </a:r>
            <a:r>
              <a:rPr lang="en-US" dirty="0"/>
              <a:t> AI/data-</a:t>
            </a:r>
            <a:r>
              <a:rPr lang="en-US" dirty="0" err="1"/>
              <a:t>ansvarlige</a:t>
            </a:r>
            <a:r>
              <a:rPr lang="en-US" dirty="0"/>
              <a:t>.</a:t>
            </a:r>
          </a:p>
          <a:p>
            <a:pPr lvl="1">
              <a:spcBef>
                <a:spcPts val="0"/>
              </a:spcBef>
              <a:spcAft>
                <a:spcPts val="300"/>
              </a:spcAft>
            </a:pPr>
            <a:r>
              <a:rPr lang="en-US" b="1" dirty="0" err="1"/>
              <a:t>Vidensoverførsel</a:t>
            </a:r>
            <a:r>
              <a:rPr lang="en-US" b="1" dirty="0"/>
              <a:t> </a:t>
            </a:r>
            <a:r>
              <a:rPr lang="en-US" b="1" dirty="0" err="1"/>
              <a:t>som</a:t>
            </a:r>
            <a:r>
              <a:rPr lang="en-US" b="1" dirty="0"/>
              <a:t> </a:t>
            </a:r>
            <a:r>
              <a:rPr lang="en-US" b="1" dirty="0" err="1"/>
              <a:t>mekanik</a:t>
            </a:r>
            <a:r>
              <a:rPr lang="en-US" b="1" dirty="0"/>
              <a:t>:</a:t>
            </a:r>
            <a:r>
              <a:rPr lang="en-US" dirty="0"/>
              <a:t> pairing, workshops, handover checklist — </a:t>
            </a:r>
            <a:r>
              <a:rPr lang="en-US" dirty="0" err="1"/>
              <a:t>ikke</a:t>
            </a:r>
            <a:r>
              <a:rPr lang="en-US" dirty="0"/>
              <a:t> </a:t>
            </a:r>
            <a:r>
              <a:rPr lang="en-US" dirty="0" err="1"/>
              <a:t>kun</a:t>
            </a:r>
            <a:r>
              <a:rPr lang="en-US" dirty="0"/>
              <a:t> </a:t>
            </a:r>
            <a:r>
              <a:rPr lang="en-US" dirty="0" err="1"/>
              <a:t>én</a:t>
            </a:r>
            <a:r>
              <a:rPr lang="en-US" dirty="0"/>
              <a:t> demonstration.</a:t>
            </a:r>
          </a:p>
          <a:p>
            <a:pPr lvl="1">
              <a:spcBef>
                <a:spcPts val="0"/>
              </a:spcBef>
              <a:spcAft>
                <a:spcPts val="300"/>
              </a:spcAft>
            </a:pPr>
            <a:r>
              <a:rPr lang="en-US" b="1" dirty="0"/>
              <a:t>Hypercare:</a:t>
            </a:r>
            <a:r>
              <a:rPr lang="en-US" dirty="0"/>
              <a:t> </a:t>
            </a:r>
            <a:r>
              <a:rPr lang="en-US" dirty="0" err="1"/>
              <a:t>stabiliseringsperiode</a:t>
            </a:r>
            <a:r>
              <a:rPr lang="en-US" dirty="0"/>
              <a:t> med triage, </a:t>
            </a:r>
            <a:r>
              <a:rPr lang="en-US" dirty="0" err="1"/>
              <a:t>løbende</a:t>
            </a:r>
            <a:r>
              <a:rPr lang="en-US" dirty="0"/>
              <a:t> </a:t>
            </a:r>
            <a:r>
              <a:rPr lang="en-US" dirty="0" err="1"/>
              <a:t>rettelser</a:t>
            </a:r>
            <a:r>
              <a:rPr lang="en-US" dirty="0"/>
              <a:t> </a:t>
            </a:r>
            <a:r>
              <a:rPr lang="en-US" dirty="0" err="1"/>
              <a:t>og</a:t>
            </a:r>
            <a:r>
              <a:rPr lang="en-US" dirty="0"/>
              <a:t> </a:t>
            </a:r>
            <a:r>
              <a:rPr lang="en-US" dirty="0" err="1"/>
              <a:t>eksplicitte</a:t>
            </a:r>
            <a:r>
              <a:rPr lang="en-US" dirty="0"/>
              <a:t> "exit criteria" (drift </a:t>
            </a:r>
            <a:r>
              <a:rPr lang="en-US" dirty="0" err="1"/>
              <a:t>kan</a:t>
            </a:r>
            <a:r>
              <a:rPr lang="en-US" dirty="0"/>
              <a:t> </a:t>
            </a:r>
            <a:r>
              <a:rPr lang="en-US" dirty="0" err="1"/>
              <a:t>selv</a:t>
            </a:r>
            <a:r>
              <a:rPr lang="en-US" dirty="0"/>
              <a:t>).</a:t>
            </a:r>
          </a:p>
          <a:p>
            <a:pPr marL="0" indent="0">
              <a:spcBef>
                <a:spcPts val="0"/>
              </a:spcBef>
              <a:spcAft>
                <a:spcPts val="300"/>
              </a:spcAft>
              <a:buNone/>
            </a:pPr>
            <a:endParaRPr lang="en-US" b="1" dirty="0"/>
          </a:p>
          <a:p>
            <a:pPr marL="0" indent="0">
              <a:spcBef>
                <a:spcPts val="0"/>
              </a:spcBef>
              <a:spcAft>
                <a:spcPts val="300"/>
              </a:spcAft>
              <a:buNone/>
            </a:pPr>
            <a:r>
              <a:rPr lang="en-US" b="1" dirty="0" err="1"/>
              <a:t>Konkrete</a:t>
            </a:r>
            <a:r>
              <a:rPr lang="en-US" b="1" dirty="0"/>
              <a:t> </a:t>
            </a:r>
            <a:r>
              <a:rPr lang="en-US" b="1" dirty="0" err="1"/>
              <a:t>leverancer</a:t>
            </a:r>
            <a:endParaRPr lang="en-US" dirty="0"/>
          </a:p>
          <a:p>
            <a:pPr lvl="1">
              <a:spcBef>
                <a:spcPts val="0"/>
              </a:spcBef>
              <a:spcAft>
                <a:spcPts val="300"/>
              </a:spcAft>
            </a:pPr>
            <a:r>
              <a:rPr lang="en-US" dirty="0" err="1"/>
              <a:t>Adoptionsplan</a:t>
            </a:r>
            <a:r>
              <a:rPr lang="en-US" dirty="0"/>
              <a:t> </a:t>
            </a:r>
            <a:r>
              <a:rPr lang="en-US" dirty="0" err="1"/>
              <a:t>og</a:t>
            </a:r>
            <a:r>
              <a:rPr lang="en-US" dirty="0"/>
              <a:t> </a:t>
            </a:r>
            <a:r>
              <a:rPr lang="en-US" dirty="0" err="1"/>
              <a:t>træningsplan</a:t>
            </a:r>
            <a:r>
              <a:rPr lang="en-US" dirty="0"/>
              <a:t>, </a:t>
            </a:r>
            <a:r>
              <a:rPr lang="en-US" dirty="0" err="1"/>
              <a:t>workshopagendaer</a:t>
            </a:r>
            <a:r>
              <a:rPr lang="en-US" dirty="0"/>
              <a:t> med </a:t>
            </a:r>
            <a:r>
              <a:rPr lang="en-US" dirty="0" err="1"/>
              <a:t>træningsmaterialer</a:t>
            </a:r>
            <a:r>
              <a:rPr lang="en-US" dirty="0"/>
              <a:t>, </a:t>
            </a:r>
            <a:r>
              <a:rPr lang="en-US" dirty="0" err="1"/>
              <a:t>hypercare</a:t>
            </a:r>
            <a:r>
              <a:rPr lang="en-US" dirty="0"/>
              <a:t> plan (scope, </a:t>
            </a:r>
            <a:r>
              <a:rPr lang="en-US" dirty="0" err="1"/>
              <a:t>responstider</a:t>
            </a:r>
            <a:r>
              <a:rPr lang="en-US" dirty="0"/>
              <a:t>, backlog, exit criteria) </a:t>
            </a:r>
            <a:r>
              <a:rPr lang="en-US" dirty="0" err="1"/>
              <a:t>og</a:t>
            </a:r>
            <a:r>
              <a:rPr lang="en-US" dirty="0"/>
              <a:t> </a:t>
            </a:r>
            <a:r>
              <a:rPr lang="en-US" dirty="0" err="1"/>
              <a:t>målepunkter</a:t>
            </a:r>
            <a:r>
              <a:rPr lang="en-US" dirty="0"/>
              <a:t> for adoption </a:t>
            </a:r>
            <a:r>
              <a:rPr lang="en-US" dirty="0" err="1"/>
              <a:t>og</a:t>
            </a:r>
            <a:r>
              <a:rPr lang="en-US" dirty="0"/>
              <a:t> </a:t>
            </a:r>
            <a:r>
              <a:rPr lang="en-US" dirty="0" err="1"/>
              <a:t>effekt</a:t>
            </a:r>
            <a:r>
              <a:rPr lang="en-US" dirty="0"/>
              <a:t>.</a:t>
            </a:r>
          </a:p>
          <a:p>
            <a:pPr marL="0" indent="0">
              <a:spcBef>
                <a:spcPts val="0"/>
              </a:spcBef>
              <a:spcAft>
                <a:spcPts val="300"/>
              </a:spcAft>
              <a:buNone/>
            </a:pPr>
            <a:endParaRPr lang="en-US" b="1" dirty="0"/>
          </a:p>
          <a:p>
            <a:pPr marL="0" indent="0">
              <a:spcBef>
                <a:spcPts val="0"/>
              </a:spcBef>
              <a:spcAft>
                <a:spcPts val="300"/>
              </a:spcAft>
              <a:buNone/>
            </a:pPr>
            <a:r>
              <a:rPr lang="en-US" b="1" dirty="0" err="1"/>
              <a:t>Dokumenteret</a:t>
            </a:r>
            <a:r>
              <a:rPr lang="en-US" b="1" dirty="0"/>
              <a:t> </a:t>
            </a:r>
            <a:r>
              <a:rPr lang="en-US" b="1" dirty="0" err="1"/>
              <a:t>erfaring</a:t>
            </a:r>
            <a:endParaRPr lang="en-US" dirty="0"/>
          </a:p>
          <a:p>
            <a:pPr lvl="1">
              <a:spcBef>
                <a:spcPts val="0"/>
              </a:spcBef>
              <a:spcAft>
                <a:spcPts val="300"/>
              </a:spcAft>
            </a:pPr>
            <a:r>
              <a:rPr lang="en-US" dirty="0"/>
              <a:t>En </a:t>
            </a:r>
            <a:r>
              <a:rPr lang="en-US" dirty="0" err="1"/>
              <a:t>humanitær</a:t>
            </a:r>
            <a:r>
              <a:rPr lang="en-US" dirty="0"/>
              <a:t> NGO </a:t>
            </a:r>
            <a:r>
              <a:rPr lang="en-US" dirty="0" err="1"/>
              <a:t>og</a:t>
            </a:r>
            <a:r>
              <a:rPr lang="en-US" dirty="0"/>
              <a:t> </a:t>
            </a:r>
            <a:r>
              <a:rPr lang="en-US" dirty="0" err="1"/>
              <a:t>en</a:t>
            </a:r>
            <a:r>
              <a:rPr lang="en-US" dirty="0"/>
              <a:t> </a:t>
            </a:r>
            <a:r>
              <a:rPr lang="en-US" dirty="0" err="1"/>
              <a:t>akademisk</a:t>
            </a:r>
            <a:r>
              <a:rPr lang="en-US" dirty="0"/>
              <a:t> institution (to </a:t>
            </a:r>
            <a:r>
              <a:rPr lang="en-US" dirty="0" err="1"/>
              <a:t>parallelle</a:t>
            </a:r>
            <a:r>
              <a:rPr lang="en-US" dirty="0"/>
              <a:t> </a:t>
            </a:r>
            <a:r>
              <a:rPr lang="en-US" dirty="0" err="1"/>
              <a:t>implementeringer</a:t>
            </a:r>
            <a:r>
              <a:rPr lang="en-US" dirty="0"/>
              <a:t>): Co-creation-</a:t>
            </a:r>
            <a:r>
              <a:rPr lang="en-US" dirty="0" err="1"/>
              <a:t>forløb</a:t>
            </a:r>
            <a:r>
              <a:rPr lang="en-US" dirty="0"/>
              <a:t> med interne AI-</a:t>
            </a:r>
            <a:r>
              <a:rPr lang="en-US" dirty="0" err="1"/>
              <a:t>ambassadører</a:t>
            </a:r>
            <a:r>
              <a:rPr lang="en-US" dirty="0"/>
              <a:t> </a:t>
            </a:r>
            <a:r>
              <a:rPr lang="en-US" dirty="0" err="1"/>
              <a:t>og</a:t>
            </a:r>
            <a:r>
              <a:rPr lang="en-US" dirty="0"/>
              <a:t> personas-</a:t>
            </a:r>
            <a:r>
              <a:rPr lang="en-US" dirty="0" err="1"/>
              <a:t>baseret</a:t>
            </a:r>
            <a:r>
              <a:rPr lang="en-US" dirty="0"/>
              <a:t> </a:t>
            </a:r>
            <a:r>
              <a:rPr lang="en-US" dirty="0" err="1"/>
              <a:t>brugerinvolvering</a:t>
            </a:r>
            <a:r>
              <a:rPr lang="en-US" dirty="0"/>
              <a:t>, der </a:t>
            </a:r>
            <a:r>
              <a:rPr lang="en-US" dirty="0" err="1"/>
              <a:t>bragte</a:t>
            </a:r>
            <a:r>
              <a:rPr lang="en-US" dirty="0"/>
              <a:t> </a:t>
            </a:r>
            <a:r>
              <a:rPr lang="en-US" dirty="0" err="1"/>
              <a:t>organisationer</a:t>
            </a:r>
            <a:r>
              <a:rPr lang="en-US" dirty="0"/>
              <a:t> </a:t>
            </a:r>
            <a:r>
              <a:rPr lang="en-US" dirty="0" err="1"/>
              <a:t>fra</a:t>
            </a:r>
            <a:r>
              <a:rPr lang="en-US" dirty="0"/>
              <a:t> AI-</a:t>
            </a:r>
            <a:r>
              <a:rPr lang="en-US" dirty="0" err="1"/>
              <a:t>nysgerrige</a:t>
            </a:r>
            <a:r>
              <a:rPr lang="en-US" dirty="0"/>
              <a:t> </a:t>
            </a:r>
            <a:r>
              <a:rPr lang="en-US" dirty="0" err="1"/>
              <a:t>til</a:t>
            </a:r>
            <a:r>
              <a:rPr lang="en-US" dirty="0"/>
              <a:t> AI-</a:t>
            </a:r>
            <a:r>
              <a:rPr lang="en-US" dirty="0" err="1"/>
              <a:t>innovatorer</a:t>
            </a:r>
            <a:r>
              <a:rPr lang="en-US" dirty="0"/>
              <a:t> </a:t>
            </a:r>
            <a:r>
              <a:rPr lang="en-US" dirty="0" err="1"/>
              <a:t>i</a:t>
            </a:r>
            <a:r>
              <a:rPr lang="en-US" dirty="0"/>
              <a:t> </a:t>
            </a:r>
            <a:r>
              <a:rPr lang="en-US" dirty="0" err="1"/>
              <a:t>løbet</a:t>
            </a:r>
            <a:r>
              <a:rPr lang="en-US" dirty="0"/>
              <a:t> </a:t>
            </a:r>
            <a:r>
              <a:rPr lang="en-US" dirty="0" err="1"/>
              <a:t>af</a:t>
            </a:r>
            <a:r>
              <a:rPr lang="en-US" dirty="0"/>
              <a:t> et </a:t>
            </a:r>
            <a:r>
              <a:rPr lang="en-US" dirty="0" err="1"/>
              <a:t>kort</a:t>
            </a:r>
            <a:r>
              <a:rPr lang="en-US" dirty="0"/>
              <a:t> </a:t>
            </a:r>
            <a:r>
              <a:rPr lang="en-US" dirty="0" err="1"/>
              <a:t>forløb</a:t>
            </a:r>
            <a:r>
              <a:rPr lang="en-US" dirty="0"/>
              <a:t>.</a:t>
            </a:r>
          </a:p>
          <a:p>
            <a:pPr lvl="1">
              <a:spcBef>
                <a:spcPts val="0"/>
              </a:spcBef>
              <a:spcAft>
                <a:spcPts val="300"/>
              </a:spcAft>
            </a:pPr>
            <a:r>
              <a:rPr lang="en-US" dirty="0"/>
              <a:t>En international </a:t>
            </a:r>
            <a:r>
              <a:rPr lang="en-US" dirty="0" err="1"/>
              <a:t>faglig</a:t>
            </a:r>
            <a:r>
              <a:rPr lang="en-US" dirty="0"/>
              <a:t> </a:t>
            </a:r>
            <a:r>
              <a:rPr lang="en-US" dirty="0" err="1"/>
              <a:t>organisation</a:t>
            </a:r>
            <a:r>
              <a:rPr lang="en-US" dirty="0"/>
              <a:t> </a:t>
            </a:r>
            <a:r>
              <a:rPr lang="en-US" dirty="0" err="1"/>
              <a:t>inden</a:t>
            </a:r>
            <a:r>
              <a:rPr lang="en-US" dirty="0"/>
              <a:t> for </a:t>
            </a:r>
            <a:r>
              <a:rPr lang="en-US" dirty="0" err="1"/>
              <a:t>sundhedsvidenskab</a:t>
            </a:r>
            <a:r>
              <a:rPr lang="en-US" dirty="0"/>
              <a:t>: AI-briefing </a:t>
            </a:r>
            <a:r>
              <a:rPr lang="en-US" dirty="0" err="1"/>
              <a:t>og</a:t>
            </a:r>
            <a:r>
              <a:rPr lang="en-US" dirty="0"/>
              <a:t> </a:t>
            </a:r>
            <a:r>
              <a:rPr lang="en-US" dirty="0" err="1"/>
              <a:t>strategitræning</a:t>
            </a:r>
            <a:r>
              <a:rPr lang="en-US" dirty="0"/>
              <a:t> for </a:t>
            </a:r>
            <a:r>
              <a:rPr lang="en-US" dirty="0" err="1"/>
              <a:t>organisationens</a:t>
            </a:r>
            <a:r>
              <a:rPr lang="en-US" dirty="0"/>
              <a:t> </a:t>
            </a:r>
            <a:r>
              <a:rPr lang="en-US" dirty="0" err="1"/>
              <a:t>topledelse</a:t>
            </a:r>
            <a:r>
              <a:rPr lang="en-US" dirty="0"/>
              <a:t> (ELT/SLT) der </a:t>
            </a:r>
            <a:r>
              <a:rPr lang="en-US" dirty="0" err="1"/>
              <a:t>satte</a:t>
            </a:r>
            <a:r>
              <a:rPr lang="en-US" dirty="0"/>
              <a:t> dem </a:t>
            </a:r>
            <a:r>
              <a:rPr lang="en-US" dirty="0" err="1"/>
              <a:t>i</a:t>
            </a:r>
            <a:r>
              <a:rPr lang="en-US" dirty="0"/>
              <a:t> stand </a:t>
            </a:r>
            <a:r>
              <a:rPr lang="en-US" dirty="0" err="1"/>
              <a:t>til</a:t>
            </a:r>
            <a:r>
              <a:rPr lang="en-US" dirty="0"/>
              <a:t> at </a:t>
            </a:r>
            <a:r>
              <a:rPr lang="en-US" dirty="0" err="1"/>
              <a:t>træffe</a:t>
            </a:r>
            <a:r>
              <a:rPr lang="en-US" dirty="0"/>
              <a:t> </a:t>
            </a:r>
            <a:r>
              <a:rPr lang="en-US" dirty="0" err="1"/>
              <a:t>kvalificerede</a:t>
            </a:r>
            <a:r>
              <a:rPr lang="en-US" dirty="0"/>
              <a:t> AI-</a:t>
            </a:r>
            <a:r>
              <a:rPr lang="en-US" dirty="0" err="1"/>
              <a:t>beslutninger</a:t>
            </a:r>
            <a:r>
              <a:rPr lang="en-US" dirty="0"/>
              <a:t> </a:t>
            </a:r>
            <a:r>
              <a:rPr lang="en-US" dirty="0" err="1"/>
              <a:t>og</a:t>
            </a:r>
            <a:r>
              <a:rPr lang="en-US" dirty="0"/>
              <a:t> </a:t>
            </a:r>
            <a:r>
              <a:rPr lang="en-US" dirty="0" err="1"/>
              <a:t>prioritere</a:t>
            </a:r>
            <a:r>
              <a:rPr lang="en-US" dirty="0"/>
              <a:t> </a:t>
            </a:r>
            <a:r>
              <a:rPr lang="en-US" dirty="0" err="1"/>
              <a:t>ressourcer</a:t>
            </a:r>
            <a:r>
              <a:rPr lang="en-US" dirty="0"/>
              <a:t>.</a:t>
            </a:r>
          </a:p>
          <a:p>
            <a:pPr lvl="1">
              <a:spcBef>
                <a:spcPts val="0"/>
              </a:spcBef>
              <a:spcAft>
                <a:spcPts val="300"/>
              </a:spcAft>
            </a:pPr>
            <a:r>
              <a:rPr lang="en-US" dirty="0"/>
              <a:t>En </a:t>
            </a:r>
            <a:r>
              <a:rPr lang="en-US" dirty="0" err="1"/>
              <a:t>dansk</a:t>
            </a:r>
            <a:r>
              <a:rPr lang="en-US" dirty="0"/>
              <a:t> </a:t>
            </a:r>
            <a:r>
              <a:rPr lang="en-US" dirty="0" err="1"/>
              <a:t>virksomhed</a:t>
            </a:r>
            <a:r>
              <a:rPr lang="en-US" dirty="0"/>
              <a:t> (intern AI-</a:t>
            </a:r>
            <a:r>
              <a:rPr lang="en-US" dirty="0" err="1"/>
              <a:t>assistent</a:t>
            </a:r>
            <a:r>
              <a:rPr lang="en-US" dirty="0"/>
              <a:t>): </a:t>
            </a:r>
            <a:r>
              <a:rPr lang="en-US" dirty="0" err="1"/>
              <a:t>Faseopdelt</a:t>
            </a:r>
            <a:r>
              <a:rPr lang="en-US" dirty="0"/>
              <a:t> rollout med "starting small, creating immediate value” (</a:t>
            </a:r>
            <a:r>
              <a:rPr lang="en-US" dirty="0" err="1"/>
              <a:t>en</a:t>
            </a:r>
            <a:r>
              <a:rPr lang="en-US" dirty="0"/>
              <a:t> </a:t>
            </a:r>
            <a:r>
              <a:rPr lang="en-US" dirty="0" err="1"/>
              <a:t>simpel</a:t>
            </a:r>
            <a:r>
              <a:rPr lang="en-US" dirty="0"/>
              <a:t> </a:t>
            </a:r>
            <a:r>
              <a:rPr lang="en-US" dirty="0" err="1"/>
              <a:t>høj</a:t>
            </a:r>
            <a:r>
              <a:rPr lang="en-US" dirty="0"/>
              <a:t>-impact use case </a:t>
            </a:r>
            <a:r>
              <a:rPr lang="en-US" dirty="0" err="1"/>
              <a:t>som</a:t>
            </a:r>
            <a:r>
              <a:rPr lang="en-US" dirty="0"/>
              <a:t> anker, </a:t>
            </a:r>
            <a:r>
              <a:rPr lang="en-US" dirty="0" err="1"/>
              <a:t>bygget</a:t>
            </a:r>
            <a:r>
              <a:rPr lang="en-US" dirty="0"/>
              <a:t> </a:t>
            </a:r>
            <a:r>
              <a:rPr lang="en-US" dirty="0" err="1"/>
              <a:t>på</a:t>
            </a:r>
            <a:r>
              <a:rPr lang="en-US" dirty="0"/>
              <a:t> et </a:t>
            </a:r>
            <a:r>
              <a:rPr lang="en-US" dirty="0" err="1"/>
              <a:t>skalerbart</a:t>
            </a:r>
            <a:r>
              <a:rPr lang="en-US" dirty="0"/>
              <a:t> fundament der </a:t>
            </a:r>
            <a:r>
              <a:rPr lang="en-US" dirty="0" err="1"/>
              <a:t>kan</a:t>
            </a:r>
            <a:r>
              <a:rPr lang="en-US" dirty="0"/>
              <a:t> </a:t>
            </a:r>
            <a:r>
              <a:rPr lang="en-US" dirty="0" err="1"/>
              <a:t>udvides</a:t>
            </a:r>
            <a:r>
              <a:rPr lang="en-US" dirty="0"/>
              <a:t>.)</a:t>
            </a:r>
          </a:p>
          <a:p>
            <a:pPr lvl="1">
              <a:spcBef>
                <a:spcPts val="0"/>
              </a:spcBef>
              <a:spcAft>
                <a:spcPts val="300"/>
              </a:spcAft>
            </a:pPr>
            <a:r>
              <a:rPr lang="en-US" dirty="0"/>
              <a:t>En </a:t>
            </a:r>
            <a:r>
              <a:rPr lang="en-US" dirty="0" err="1"/>
              <a:t>offentlig</a:t>
            </a:r>
            <a:r>
              <a:rPr lang="en-US" dirty="0"/>
              <a:t> </a:t>
            </a:r>
            <a:r>
              <a:rPr lang="en-US" dirty="0" err="1"/>
              <a:t>hollandsk</a:t>
            </a:r>
            <a:r>
              <a:rPr lang="en-US" dirty="0"/>
              <a:t> </a:t>
            </a:r>
            <a:r>
              <a:rPr lang="en-US" dirty="0" err="1"/>
              <a:t>organisation</a:t>
            </a:r>
            <a:r>
              <a:rPr lang="en-US" dirty="0"/>
              <a:t>: </a:t>
            </a:r>
            <a:r>
              <a:rPr lang="en-US" dirty="0" err="1"/>
              <a:t>Implementeringsdesign</a:t>
            </a:r>
            <a:r>
              <a:rPr lang="en-US" dirty="0"/>
              <a:t> </a:t>
            </a:r>
            <a:r>
              <a:rPr lang="en-US" dirty="0" err="1"/>
              <a:t>eksplicit</a:t>
            </a:r>
            <a:r>
              <a:rPr lang="en-US" dirty="0"/>
              <a:t> </a:t>
            </a:r>
            <a:r>
              <a:rPr lang="en-US" dirty="0" err="1"/>
              <a:t>bygget</a:t>
            </a:r>
            <a:r>
              <a:rPr lang="en-US" dirty="0"/>
              <a:t> </a:t>
            </a:r>
            <a:r>
              <a:rPr lang="en-US" dirty="0" err="1"/>
              <a:t>til</a:t>
            </a:r>
            <a:r>
              <a:rPr lang="en-US" dirty="0"/>
              <a:t> intern </a:t>
            </a:r>
            <a:r>
              <a:rPr lang="en-US" dirty="0" err="1"/>
              <a:t>overtagelse</a:t>
            </a:r>
            <a:r>
              <a:rPr lang="en-US" dirty="0"/>
              <a:t>, (</a:t>
            </a:r>
            <a:r>
              <a:rPr lang="en-US" dirty="0" err="1"/>
              <a:t>videre</a:t>
            </a:r>
            <a:r>
              <a:rPr lang="en-US" dirty="0"/>
              <a:t>)</a:t>
            </a:r>
            <a:r>
              <a:rPr lang="en-US" dirty="0" err="1"/>
              <a:t>udvikling</a:t>
            </a:r>
            <a:r>
              <a:rPr lang="en-US" dirty="0"/>
              <a:t> </a:t>
            </a:r>
            <a:r>
              <a:rPr lang="en-US" dirty="0" err="1"/>
              <a:t>og</a:t>
            </a:r>
            <a:r>
              <a:rPr lang="en-US" dirty="0"/>
              <a:t> </a:t>
            </a:r>
            <a:r>
              <a:rPr lang="en-US" dirty="0" err="1"/>
              <a:t>beheer</a:t>
            </a:r>
            <a:r>
              <a:rPr lang="en-US" dirty="0"/>
              <a:t> </a:t>
            </a:r>
            <a:r>
              <a:rPr lang="en-US" dirty="0" err="1"/>
              <a:t>overtages</a:t>
            </a:r>
            <a:r>
              <a:rPr lang="en-US" dirty="0"/>
              <a:t> </a:t>
            </a:r>
            <a:r>
              <a:rPr lang="en-US" dirty="0" err="1"/>
              <a:t>af</a:t>
            </a:r>
            <a:r>
              <a:rPr lang="en-US" dirty="0"/>
              <a:t> </a:t>
            </a:r>
            <a:r>
              <a:rPr lang="en-US" dirty="0" err="1"/>
              <a:t>klientens</a:t>
            </a:r>
            <a:r>
              <a:rPr lang="en-US" dirty="0"/>
              <a:t> </a:t>
            </a:r>
            <a:r>
              <a:rPr lang="en-US" dirty="0" err="1"/>
              <a:t>eget</a:t>
            </a:r>
            <a:r>
              <a:rPr lang="en-US" dirty="0"/>
              <a:t> </a:t>
            </a:r>
            <a:r>
              <a:rPr lang="en-US" dirty="0" err="1"/>
              <a:t>personale</a:t>
            </a:r>
            <a:r>
              <a:rPr lang="en-US" dirty="0"/>
              <a:t> </a:t>
            </a:r>
            <a:r>
              <a:rPr lang="en-US" dirty="0" err="1"/>
              <a:t>som</a:t>
            </a:r>
            <a:r>
              <a:rPr lang="en-US" dirty="0"/>
              <a:t> del </a:t>
            </a:r>
            <a:r>
              <a:rPr lang="en-US" dirty="0" err="1"/>
              <a:t>af</a:t>
            </a:r>
            <a:r>
              <a:rPr lang="en-US" dirty="0"/>
              <a:t> </a:t>
            </a:r>
            <a:r>
              <a:rPr lang="en-US" dirty="0" err="1"/>
              <a:t>leverancen</a:t>
            </a:r>
            <a:r>
              <a:rPr lang="en-US" dirty="0"/>
              <a:t>.</a:t>
            </a:r>
          </a:p>
        </p:txBody>
      </p:sp>
      <p:sp>
        <p:nvSpPr>
          <p:cNvPr id="5" name="Pladsholder til sidefod 4">
            <a:extLst>
              <a:ext uri="{FF2B5EF4-FFF2-40B4-BE49-F238E27FC236}">
                <a16:creationId xmlns:a16="http://schemas.microsoft.com/office/drawing/2014/main" id="{F363A9B6-E2E2-25FF-7CA6-6FA6FEF95940}"/>
              </a:ext>
            </a:extLst>
          </p:cNvPr>
          <p:cNvSpPr>
            <a:spLocks noGrp="1"/>
          </p:cNvSpPr>
          <p:nvPr>
            <p:ph type="ftr" sz="quarter" idx="3"/>
          </p:nvPr>
        </p:nvSpPr>
        <p:spPr/>
        <p:txBody>
          <a:bodyPr/>
          <a:lstStyle/>
          <a:p>
            <a:endParaRPr lang="en-GB">
              <a:solidFill>
                <a:srgbClr val="B054AE"/>
              </a:solidFill>
            </a:endParaRPr>
          </a:p>
        </p:txBody>
      </p:sp>
    </p:spTree>
    <p:extLst>
      <p:ext uri="{BB962C8B-B14F-4D97-AF65-F5344CB8AC3E}">
        <p14:creationId xmlns:p14="http://schemas.microsoft.com/office/powerpoint/2010/main" val="17640771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80C56DD-90E0-3BB8-BC9F-184C517BAAE9}"/>
              </a:ext>
            </a:extLst>
          </p:cNvPr>
          <p:cNvSpPr>
            <a:spLocks noGrp="1"/>
          </p:cNvSpPr>
          <p:nvPr>
            <p:ph type="title"/>
          </p:nvPr>
        </p:nvSpPr>
        <p:spPr/>
        <p:txBody>
          <a:bodyPr/>
          <a:lstStyle/>
          <a:p>
            <a:r>
              <a:rPr lang="en-US" sz="1800"/>
              <a:t>K3</a:t>
            </a:r>
            <a:endParaRPr lang="da-DK" sz="1800"/>
          </a:p>
        </p:txBody>
      </p:sp>
      <p:sp>
        <p:nvSpPr>
          <p:cNvPr id="3" name="Pladsholder til tekst 2">
            <a:extLst>
              <a:ext uri="{FF2B5EF4-FFF2-40B4-BE49-F238E27FC236}">
                <a16:creationId xmlns:a16="http://schemas.microsoft.com/office/drawing/2014/main" id="{3F8D44DF-FB15-46A4-06C5-DD8740436CFB}"/>
              </a:ext>
            </a:extLst>
          </p:cNvPr>
          <p:cNvSpPr>
            <a:spLocks noGrp="1"/>
          </p:cNvSpPr>
          <p:nvPr>
            <p:ph type="body" sz="quarter" idx="12"/>
          </p:nvPr>
        </p:nvSpPr>
        <p:spPr/>
        <p:txBody>
          <a:bodyPr/>
          <a:lstStyle/>
          <a:p>
            <a:r>
              <a:rPr lang="en-US" dirty="0"/>
              <a:t>4. Krav</a:t>
            </a:r>
            <a:endParaRPr lang="da-DK" dirty="0"/>
          </a:p>
        </p:txBody>
      </p:sp>
      <p:sp>
        <p:nvSpPr>
          <p:cNvPr id="4" name="Pladsholder til tekst 3">
            <a:extLst>
              <a:ext uri="{FF2B5EF4-FFF2-40B4-BE49-F238E27FC236}">
                <a16:creationId xmlns:a16="http://schemas.microsoft.com/office/drawing/2014/main" id="{ADFE5A68-B313-2463-A256-4C0B7A847587}"/>
              </a:ext>
            </a:extLst>
          </p:cNvPr>
          <p:cNvSpPr>
            <a:spLocks noGrp="1"/>
          </p:cNvSpPr>
          <p:nvPr>
            <p:ph type="body" sz="quarter" idx="13"/>
          </p:nvPr>
        </p:nvSpPr>
        <p:spPr/>
        <p:txBody>
          <a:bodyPr/>
          <a:lstStyle/>
          <a:p>
            <a:pPr marL="216000" lvl="1" indent="0">
              <a:buNone/>
            </a:pPr>
            <a:r>
              <a:rPr lang="da-DK" b="1" dirty="0"/>
              <a:t>Motivation for tilbudte kompetencer </a:t>
            </a:r>
          </a:p>
          <a:p>
            <a:pPr lvl="1"/>
            <a:r>
              <a:rPr lang="da-DK" dirty="0"/>
              <a:t>Se leverandørens besvarelse i Bilag 2 tilbudsliste under afsnit ”Timekøb” --&gt; ”Motivation for tilbudte konsulenter”.</a:t>
            </a:r>
          </a:p>
          <a:p>
            <a:pPr marL="216000" lvl="1" indent="0">
              <a:buNone/>
            </a:pPr>
            <a:r>
              <a:rPr lang="da-DK" b="1" dirty="0"/>
              <a:t>Tilbudte CV’er </a:t>
            </a:r>
          </a:p>
          <a:p>
            <a:pPr lvl="1"/>
            <a:r>
              <a:rPr lang="da-DK" dirty="0"/>
              <a:t>Se leverandørens tilbudte konsulenter / </a:t>
            </a:r>
            <a:r>
              <a:rPr lang="da-DK" dirty="0" err="1"/>
              <a:t>CVer</a:t>
            </a:r>
            <a:r>
              <a:rPr lang="da-DK" dirty="0"/>
              <a:t> i Bilag 2 tilbudsliste under afsnit ”Leverandørens tilbudte kompetencer til timekøb”, hvor de tilbudte CV’er indgår i pristabellen</a:t>
            </a:r>
          </a:p>
          <a:p>
            <a:pPr lvl="1"/>
            <a:r>
              <a:rPr lang="da-DK" dirty="0"/>
              <a:t>Se derudover CV’erne ved at downloade leverandørens tilbud, og se de tilbudte </a:t>
            </a:r>
            <a:r>
              <a:rPr lang="da-DK" dirty="0" err="1"/>
              <a:t>CVer</a:t>
            </a:r>
            <a:r>
              <a:rPr lang="da-DK" dirty="0"/>
              <a:t> under mappen ”Leverandørens tilbudte kompetencer til timekøb”.</a:t>
            </a:r>
          </a:p>
          <a:p>
            <a:endParaRPr lang="da-DK" dirty="0"/>
          </a:p>
          <a:p>
            <a:endParaRPr lang="da-DK" dirty="0"/>
          </a:p>
          <a:p>
            <a:endParaRPr lang="da-DK" dirty="0"/>
          </a:p>
          <a:p>
            <a:r>
              <a:rPr lang="da-DK" dirty="0"/>
              <a:t>ADC:</a:t>
            </a:r>
          </a:p>
          <a:p>
            <a:pPr lvl="1"/>
            <a:r>
              <a:rPr lang="da-DK" dirty="0"/>
              <a:t>Lasse, Kristian, Martin, Jacob</a:t>
            </a:r>
          </a:p>
          <a:p>
            <a:pPr lvl="1"/>
            <a:endParaRPr lang="da-DK" dirty="0"/>
          </a:p>
          <a:p>
            <a:pPr marL="216000" lvl="1" indent="0">
              <a:buNone/>
            </a:pPr>
            <a:r>
              <a:rPr lang="da-DK" dirty="0"/>
              <a:t>Freelance</a:t>
            </a:r>
          </a:p>
          <a:p>
            <a:pPr lvl="1"/>
            <a:r>
              <a:rPr lang="da-DK" dirty="0"/>
              <a:t>Troels, Martin Kjær </a:t>
            </a:r>
          </a:p>
        </p:txBody>
      </p:sp>
      <p:sp>
        <p:nvSpPr>
          <p:cNvPr id="5" name="Pladsholder til sidefod 4">
            <a:extLst>
              <a:ext uri="{FF2B5EF4-FFF2-40B4-BE49-F238E27FC236}">
                <a16:creationId xmlns:a16="http://schemas.microsoft.com/office/drawing/2014/main" id="{31FC2E1A-1620-9D6F-EFE2-350E39CF595B}"/>
              </a:ext>
            </a:extLst>
          </p:cNvPr>
          <p:cNvSpPr>
            <a:spLocks noGrp="1"/>
          </p:cNvSpPr>
          <p:nvPr>
            <p:ph type="ftr" sz="quarter" idx="3"/>
          </p:nvPr>
        </p:nvSpPr>
        <p:spPr/>
        <p:txBody>
          <a:bodyPr/>
          <a:lstStyle/>
          <a:p>
            <a:endParaRPr lang="en-GB"/>
          </a:p>
        </p:txBody>
      </p:sp>
    </p:spTree>
    <p:extLst>
      <p:ext uri="{BB962C8B-B14F-4D97-AF65-F5344CB8AC3E}">
        <p14:creationId xmlns:p14="http://schemas.microsoft.com/office/powerpoint/2010/main" val="23272184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F6017-232C-3C66-55D7-8279C771E1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A271AD-91E7-7B68-8C9C-0F1720A1E729}"/>
              </a:ext>
            </a:extLst>
          </p:cNvPr>
          <p:cNvSpPr>
            <a:spLocks noGrp="1"/>
          </p:cNvSpPr>
          <p:nvPr>
            <p:ph type="title"/>
          </p:nvPr>
        </p:nvSpPr>
        <p:spPr>
          <a:xfrm>
            <a:off x="360363" y="536576"/>
            <a:ext cx="11486659" cy="661988"/>
          </a:xfrm>
        </p:spPr>
        <p:txBody>
          <a:bodyPr/>
          <a:lstStyle/>
          <a:p>
            <a:r>
              <a:rPr lang="da-DK" sz="1800" dirty="0"/>
              <a:t>K3 ADC kerneteam &amp; specialister</a:t>
            </a:r>
          </a:p>
        </p:txBody>
      </p:sp>
      <p:sp>
        <p:nvSpPr>
          <p:cNvPr id="3" name="Text Placeholder 2">
            <a:extLst>
              <a:ext uri="{FF2B5EF4-FFF2-40B4-BE49-F238E27FC236}">
                <a16:creationId xmlns:a16="http://schemas.microsoft.com/office/drawing/2014/main" id="{C8446F9E-4667-2B1F-C8BC-5AFEA99443FD}"/>
              </a:ext>
            </a:extLst>
          </p:cNvPr>
          <p:cNvSpPr>
            <a:spLocks noGrp="1"/>
          </p:cNvSpPr>
          <p:nvPr>
            <p:ph type="body" sz="quarter" idx="12"/>
          </p:nvPr>
        </p:nvSpPr>
        <p:spPr/>
        <p:txBody>
          <a:bodyPr/>
          <a:lstStyle/>
          <a:p>
            <a:r>
              <a:rPr lang="da-DK" dirty="0"/>
              <a:t>6. ADC kerneteam &amp; specialister</a:t>
            </a:r>
          </a:p>
        </p:txBody>
      </p:sp>
      <p:grpSp>
        <p:nvGrpSpPr>
          <p:cNvPr id="16" name="Group 15">
            <a:extLst>
              <a:ext uri="{FF2B5EF4-FFF2-40B4-BE49-F238E27FC236}">
                <a16:creationId xmlns:a16="http://schemas.microsoft.com/office/drawing/2014/main" id="{8948BD3A-10D1-ECE8-C739-2207AE6E46C4}"/>
              </a:ext>
            </a:extLst>
          </p:cNvPr>
          <p:cNvGrpSpPr/>
          <p:nvPr/>
        </p:nvGrpSpPr>
        <p:grpSpPr>
          <a:xfrm>
            <a:off x="2679375" y="1516833"/>
            <a:ext cx="2244126" cy="4590764"/>
            <a:chOff x="2672858" y="1557338"/>
            <a:chExt cx="2244126" cy="4590764"/>
          </a:xfrm>
        </p:grpSpPr>
        <p:sp>
          <p:nvSpPr>
            <p:cNvPr id="22" name="Rectangle 21">
              <a:extLst>
                <a:ext uri="{FF2B5EF4-FFF2-40B4-BE49-F238E27FC236}">
                  <a16:creationId xmlns:a16="http://schemas.microsoft.com/office/drawing/2014/main" id="{ED64B20C-0747-C14C-FAB3-A038A7115D28}"/>
                </a:ext>
              </a:extLst>
            </p:cNvPr>
            <p:cNvSpPr/>
            <p:nvPr/>
          </p:nvSpPr>
          <p:spPr bwMode="gray">
            <a:xfrm>
              <a:off x="2672858" y="4207627"/>
              <a:ext cx="2244126" cy="1940475"/>
            </a:xfrm>
            <a:prstGeom prst="rect">
              <a:avLst/>
            </a:prstGeom>
            <a:solidFill>
              <a:srgbClr val="E9F4F8">
                <a:alpha val="40164"/>
              </a:srgbClr>
            </a:solidFill>
          </p:spPr>
          <p:txBody>
            <a:bodyPr vert="horz" lIns="144000" tIns="108000" rIns="108000" bIns="10800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da-DK" sz="900" b="0" i="0" u="none" strike="noStrike" kern="1200" cap="none" spc="0" normalizeH="0" baseline="0" noProof="0" dirty="0">
                  <a:ln>
                    <a:noFill/>
                  </a:ln>
                  <a:solidFill>
                    <a:srgbClr val="1F4953"/>
                  </a:solidFill>
                  <a:effectLst/>
                  <a:uLnTx/>
                  <a:uFillTx/>
                  <a:latin typeface="Calibri Light"/>
                  <a:ea typeface="+mn-ea"/>
                  <a:cs typeface="+mn-cs"/>
                </a:rPr>
                <a:t>Lasse er projektleder med solid erfaring i at drive store digitaliserings- og AI-programmer fra idé til implementering. </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da-DK" sz="900" b="0" i="0" u="none" strike="noStrike" kern="1200" cap="none" spc="0" normalizeH="0" baseline="0" noProof="0" dirty="0">
                  <a:ln>
                    <a:noFill/>
                  </a:ln>
                  <a:solidFill>
                    <a:srgbClr val="1F4953"/>
                  </a:solidFill>
                  <a:effectLst/>
                  <a:uLnTx/>
                  <a:uFillTx/>
                  <a:latin typeface="Calibri Light"/>
                  <a:ea typeface="+mn-ea"/>
                  <a:cs typeface="+mn-cs"/>
                </a:rPr>
                <a:t>Han er stærk i interessenthåndtering og i at sikre, at </a:t>
              </a:r>
              <a:r>
                <a:rPr kumimoji="0" lang="da-DK" sz="900" b="0" i="0" u="none" strike="noStrike" kern="1200" cap="none" spc="0" normalizeH="0" baseline="0" noProof="0" dirty="0" err="1">
                  <a:ln>
                    <a:noFill/>
                  </a:ln>
                  <a:solidFill>
                    <a:srgbClr val="1F4953"/>
                  </a:solidFill>
                  <a:effectLst/>
                  <a:uLnTx/>
                  <a:uFillTx/>
                  <a:latin typeface="Calibri Light"/>
                  <a:ea typeface="+mn-ea"/>
                  <a:cs typeface="+mn-cs"/>
                </a:rPr>
                <a:t>governance</a:t>
              </a:r>
              <a:r>
                <a:rPr kumimoji="0" lang="da-DK" sz="900" b="0" i="0" u="none" strike="noStrike" kern="1200" cap="none" spc="0" normalizeH="0" baseline="0" noProof="0" dirty="0">
                  <a:ln>
                    <a:noFill/>
                  </a:ln>
                  <a:solidFill>
                    <a:srgbClr val="1F4953"/>
                  </a:solidFill>
                  <a:effectLst/>
                  <a:uLnTx/>
                  <a:uFillTx/>
                  <a:latin typeface="Calibri Light"/>
                  <a:ea typeface="+mn-ea"/>
                  <a:cs typeface="+mn-cs"/>
                </a:rPr>
                <a:t>, compliance og forretningsværdi hænger sammen. </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da-DK" sz="900" b="0" i="0" u="none" strike="noStrike" kern="1200" cap="none" spc="0" normalizeH="0" baseline="0" noProof="0" dirty="0">
                  <a:ln>
                    <a:noFill/>
                  </a:ln>
                  <a:solidFill>
                    <a:srgbClr val="1F4953"/>
                  </a:solidFill>
                  <a:effectLst/>
                  <a:uLnTx/>
                  <a:uFillTx/>
                  <a:latin typeface="Calibri Light"/>
                  <a:ea typeface="+mn-ea"/>
                  <a:cs typeface="+mn-cs"/>
                </a:rPr>
                <a:t>Lasse skaber fremdrift ved at omsætte komplekse behov til klare planer og leverancer.</a:t>
              </a:r>
              <a:endParaRPr kumimoji="0" lang="da-DK" sz="800" b="0" i="0" u="none" strike="noStrike" kern="1200" cap="none" spc="0" normalizeH="0" baseline="0" noProof="0" dirty="0">
                <a:ln>
                  <a:noFill/>
                </a:ln>
                <a:solidFill>
                  <a:srgbClr val="C00000"/>
                </a:solidFill>
                <a:effectLst/>
                <a:uLnTx/>
                <a:uFillTx/>
                <a:latin typeface="Calibri Light"/>
                <a:ea typeface="+mn-ea"/>
                <a:cs typeface="Arial"/>
              </a:endParaRPr>
            </a:p>
          </p:txBody>
        </p:sp>
        <p:sp>
          <p:nvSpPr>
            <p:cNvPr id="23" name="Rectangle 22">
              <a:extLst>
                <a:ext uri="{FF2B5EF4-FFF2-40B4-BE49-F238E27FC236}">
                  <a16:creationId xmlns:a16="http://schemas.microsoft.com/office/drawing/2014/main" id="{3FD86E0E-9EA2-B5FB-F144-EACA384D09FA}"/>
                </a:ext>
              </a:extLst>
            </p:cNvPr>
            <p:cNvSpPr/>
            <p:nvPr/>
          </p:nvSpPr>
          <p:spPr bwMode="gray">
            <a:xfrm>
              <a:off x="2672858" y="2593048"/>
              <a:ext cx="2244126" cy="1541923"/>
            </a:xfrm>
            <a:prstGeom prst="rect">
              <a:avLst/>
            </a:prstGeom>
            <a:solidFill>
              <a:srgbClr val="E9F4F8"/>
            </a:solidFill>
          </p:spPr>
          <p:txBody>
            <a:bodyPr vert="horz" lIns="36000" tIns="36000" rIns="36000" bIns="3600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da-DK" sz="900" b="0" i="0" u="none" strike="noStrike" kern="1200" cap="none" spc="0" normalizeH="0" baseline="0" noProof="0" dirty="0">
                  <a:ln>
                    <a:noFill/>
                  </a:ln>
                  <a:solidFill>
                    <a:srgbClr val="1F4953"/>
                  </a:solidFill>
                  <a:effectLst/>
                  <a:uLnTx/>
                  <a:uFillTx/>
                  <a:latin typeface="Calibri Light"/>
                  <a:ea typeface="+mn-ea"/>
                  <a:cs typeface="+mn-cs"/>
                </a:rPr>
                <a:t>Relevante kompetencer</a:t>
              </a:r>
            </a:p>
            <a:p>
              <a:pPr marL="87313" marR="0" lvl="0" indent="-8731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a-DK" sz="900" b="0" i="0" u="none" strike="noStrike" kern="1200" cap="none" spc="0" normalizeH="0" baseline="0" noProof="0" dirty="0">
                  <a:ln>
                    <a:noFill/>
                  </a:ln>
                  <a:solidFill>
                    <a:srgbClr val="1F4953"/>
                  </a:solidFill>
                  <a:effectLst/>
                  <a:uLnTx/>
                  <a:uFillTx/>
                  <a:latin typeface="Calibri Light"/>
                  <a:ea typeface="+mn-ea"/>
                  <a:cs typeface="+mn-cs"/>
                </a:rPr>
                <a:t>Implementering i compliance-tunge miljøer (</a:t>
              </a:r>
              <a:r>
                <a:rPr kumimoji="0" lang="da-DK" sz="900" b="0" i="0" u="none" strike="noStrike" kern="1200" cap="none" spc="0" normalizeH="0" baseline="0" noProof="0" dirty="0" err="1">
                  <a:ln>
                    <a:noFill/>
                  </a:ln>
                  <a:solidFill>
                    <a:srgbClr val="1F4953"/>
                  </a:solidFill>
                  <a:effectLst/>
                  <a:uLnTx/>
                  <a:uFillTx/>
                  <a:latin typeface="Calibri Light"/>
                  <a:ea typeface="+mn-ea"/>
                  <a:cs typeface="+mn-cs"/>
                </a:rPr>
                <a:t>governance</a:t>
              </a:r>
              <a:r>
                <a:rPr kumimoji="0" lang="da-DK" sz="900" b="0" i="0" u="none" strike="noStrike" kern="1200" cap="none" spc="0" normalizeH="0" baseline="0" noProof="0" dirty="0">
                  <a:ln>
                    <a:noFill/>
                  </a:ln>
                  <a:solidFill>
                    <a:srgbClr val="1F4953"/>
                  </a:solidFill>
                  <a:effectLst/>
                  <a:uLnTx/>
                  <a:uFillTx/>
                  <a:latin typeface="Calibri Light"/>
                  <a:ea typeface="+mn-ea"/>
                  <a:cs typeface="+mn-cs"/>
                </a:rPr>
                <a:t>, kontrolspor, dokumentation)</a:t>
              </a:r>
            </a:p>
            <a:p>
              <a:pPr marL="87313" marR="0" lvl="0" indent="-8731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a-DK" sz="900" b="0" i="0" u="none" strike="noStrike" kern="1200" cap="none" spc="0" normalizeH="0" baseline="0" noProof="0" dirty="0">
                  <a:ln>
                    <a:noFill/>
                  </a:ln>
                  <a:solidFill>
                    <a:srgbClr val="1F4953"/>
                  </a:solidFill>
                  <a:effectLst/>
                  <a:uLnTx/>
                  <a:uFillTx/>
                  <a:latin typeface="Calibri Light"/>
                  <a:ea typeface="+mn-ea"/>
                  <a:cs typeface="+mn-cs"/>
                </a:rPr>
                <a:t>Brobygning mellem forretning, udvikling og arkitektur (krav → løsning)</a:t>
              </a:r>
            </a:p>
            <a:p>
              <a:pPr marL="87313" marR="0" lvl="0" indent="-8731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a-DK" sz="900" b="0" i="0" u="none" strike="noStrike" kern="1200" cap="none" spc="0" normalizeH="0" baseline="0" noProof="0" dirty="0">
                  <a:ln>
                    <a:noFill/>
                  </a:ln>
                  <a:solidFill>
                    <a:srgbClr val="1F4953"/>
                  </a:solidFill>
                  <a:effectLst/>
                  <a:uLnTx/>
                  <a:uFillTx/>
                  <a:latin typeface="Calibri Light"/>
                  <a:ea typeface="+mn-ea"/>
                  <a:cs typeface="+mn-cs"/>
                </a:rPr>
                <a:t>Leverancestyring og værdirealisering (</a:t>
              </a:r>
              <a:r>
                <a:rPr kumimoji="0" lang="da-DK" sz="900" b="0" i="0" u="none" strike="noStrike" kern="1200" cap="none" spc="0" normalizeH="0" baseline="0" noProof="0" dirty="0" err="1">
                  <a:ln>
                    <a:noFill/>
                  </a:ln>
                  <a:solidFill>
                    <a:srgbClr val="1F4953"/>
                  </a:solidFill>
                  <a:effectLst/>
                  <a:uLnTx/>
                  <a:uFillTx/>
                  <a:latin typeface="Calibri Light"/>
                  <a:ea typeface="+mn-ea"/>
                  <a:cs typeface="+mn-cs"/>
                </a:rPr>
                <a:t>scope</a:t>
              </a:r>
              <a:r>
                <a:rPr kumimoji="0" lang="da-DK" sz="900" b="0" i="0" u="none" strike="noStrike" kern="1200" cap="none" spc="0" normalizeH="0" baseline="0" noProof="0" dirty="0">
                  <a:ln>
                    <a:noFill/>
                  </a:ln>
                  <a:solidFill>
                    <a:srgbClr val="1F4953"/>
                  </a:solidFill>
                  <a:effectLst/>
                  <a:uLnTx/>
                  <a:uFillTx/>
                  <a:latin typeface="Calibri Light"/>
                  <a:ea typeface="+mn-ea"/>
                  <a:cs typeface="+mn-cs"/>
                </a:rPr>
                <a:t>, risiko, kvalitet, plan)</a:t>
              </a:r>
            </a:p>
          </p:txBody>
        </p:sp>
        <p:sp>
          <p:nvSpPr>
            <p:cNvPr id="25" name="Rectangle 24">
              <a:extLst>
                <a:ext uri="{FF2B5EF4-FFF2-40B4-BE49-F238E27FC236}">
                  <a16:creationId xmlns:a16="http://schemas.microsoft.com/office/drawing/2014/main" id="{516B1D59-AB99-FB57-9CA8-D17F984F0201}"/>
                </a:ext>
              </a:extLst>
            </p:cNvPr>
            <p:cNvSpPr/>
            <p:nvPr/>
          </p:nvSpPr>
          <p:spPr bwMode="gray">
            <a:xfrm>
              <a:off x="2672858" y="1557338"/>
              <a:ext cx="2241854" cy="981951"/>
            </a:xfrm>
            <a:prstGeom prst="rect">
              <a:avLst/>
            </a:prstGeom>
            <a:solidFill>
              <a:schemeClr val="accent3"/>
            </a:solidFill>
            <a:ln>
              <a:noFill/>
            </a:ln>
          </p:spPr>
          <p:txBody>
            <a:bodyPr vert="horz" lIns="90000" tIns="46800" rIns="90000" bIns="4680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6000" marR="0" lvl="0" indent="-216000" algn="l" defTabSz="914400" rtl="0" eaLnBrk="1" fontAlgn="auto" latinLnBrk="0" hangingPunct="1">
                <a:lnSpc>
                  <a:spcPct val="100000"/>
                </a:lnSpc>
                <a:spcBef>
                  <a:spcPts val="600"/>
                </a:spcBef>
                <a:spcAft>
                  <a:spcPct val="0"/>
                </a:spcAft>
                <a:buClrTx/>
                <a:buSzTx/>
                <a:buFont typeface="Arial" pitchFamily="34" charset="0"/>
                <a:buChar char="•"/>
                <a:tabLst/>
                <a:defRPr/>
              </a:pPr>
              <a:endParaRPr kumimoji="0" lang="da-DK" sz="1100" b="1" i="0" u="none" strike="noStrike" kern="1200" cap="none" spc="0" normalizeH="0" baseline="0" noProof="0">
                <a:ln>
                  <a:noFill/>
                </a:ln>
                <a:solidFill>
                  <a:srgbClr val="C00000"/>
                </a:solidFill>
                <a:effectLst/>
                <a:uLnTx/>
                <a:uFillTx/>
                <a:latin typeface="Calibri Light"/>
                <a:ea typeface="+mn-ea"/>
                <a:cs typeface="Arial"/>
              </a:endParaRPr>
            </a:p>
            <a:p>
              <a:pPr marL="216000" marR="0" lvl="0" indent="-216000" algn="l" defTabSz="914400" rtl="0" eaLnBrk="1" fontAlgn="auto" latinLnBrk="0" hangingPunct="1">
                <a:lnSpc>
                  <a:spcPct val="100000"/>
                </a:lnSpc>
                <a:spcBef>
                  <a:spcPts val="600"/>
                </a:spcBef>
                <a:spcAft>
                  <a:spcPct val="0"/>
                </a:spcAft>
                <a:buClrTx/>
                <a:buSzTx/>
                <a:buFont typeface="Arial" pitchFamily="34" charset="0"/>
                <a:buChar char="•"/>
                <a:tabLst/>
                <a:defRPr/>
              </a:pPr>
              <a:endParaRPr kumimoji="0" lang="da-DK" sz="1100" b="1" i="0" u="none" strike="noStrike" kern="1200" cap="none" spc="0" normalizeH="0" baseline="0" noProof="0">
                <a:ln>
                  <a:noFill/>
                </a:ln>
                <a:solidFill>
                  <a:srgbClr val="C00000"/>
                </a:solidFill>
                <a:effectLst/>
                <a:uLnTx/>
                <a:uFillTx/>
                <a:latin typeface="Calibri Light"/>
                <a:ea typeface="+mn-ea"/>
                <a:cs typeface="Arial"/>
              </a:endParaRPr>
            </a:p>
            <a:p>
              <a:pPr marL="216000" marR="0" lvl="0" indent="-216000" algn="l" defTabSz="914400" rtl="0" eaLnBrk="1" fontAlgn="auto" latinLnBrk="0" hangingPunct="1">
                <a:lnSpc>
                  <a:spcPct val="100000"/>
                </a:lnSpc>
                <a:spcBef>
                  <a:spcPts val="600"/>
                </a:spcBef>
                <a:spcAft>
                  <a:spcPct val="0"/>
                </a:spcAft>
                <a:buClrTx/>
                <a:buSzTx/>
                <a:buFont typeface="Arial" pitchFamily="34" charset="0"/>
                <a:buChar char="•"/>
                <a:tabLst/>
                <a:defRPr/>
              </a:pPr>
              <a:endParaRPr kumimoji="0" lang="da-DK" sz="1100" b="1" i="0" u="none" strike="noStrike" kern="1200" cap="none" spc="0" normalizeH="0" baseline="0" noProof="0">
                <a:ln>
                  <a:noFill/>
                </a:ln>
                <a:solidFill>
                  <a:srgbClr val="C00000"/>
                </a:solidFill>
                <a:effectLst/>
                <a:uLnTx/>
                <a:uFillTx/>
                <a:latin typeface="Calibri Light"/>
                <a:ea typeface="+mn-ea"/>
                <a:cs typeface="Arial"/>
              </a:endParaRPr>
            </a:p>
          </p:txBody>
        </p:sp>
      </p:grpSp>
      <p:grpSp>
        <p:nvGrpSpPr>
          <p:cNvPr id="4" name="Group 3">
            <a:extLst>
              <a:ext uri="{FF2B5EF4-FFF2-40B4-BE49-F238E27FC236}">
                <a16:creationId xmlns:a16="http://schemas.microsoft.com/office/drawing/2014/main" id="{95B13FA1-3CC5-F84A-797D-D2FCEF2FC23C}"/>
              </a:ext>
            </a:extLst>
          </p:cNvPr>
          <p:cNvGrpSpPr/>
          <p:nvPr/>
        </p:nvGrpSpPr>
        <p:grpSpPr>
          <a:xfrm>
            <a:off x="4989825" y="1522170"/>
            <a:ext cx="2244126" cy="4590765"/>
            <a:chOff x="368925" y="1558110"/>
            <a:chExt cx="2244126" cy="4590765"/>
          </a:xfrm>
        </p:grpSpPr>
        <p:sp>
          <p:nvSpPr>
            <p:cNvPr id="38" name="Rectangle 37">
              <a:extLst>
                <a:ext uri="{FF2B5EF4-FFF2-40B4-BE49-F238E27FC236}">
                  <a16:creationId xmlns:a16="http://schemas.microsoft.com/office/drawing/2014/main" id="{35BEE531-F4BC-74B8-7CAF-91770247137F}"/>
                </a:ext>
              </a:extLst>
            </p:cNvPr>
            <p:cNvSpPr/>
            <p:nvPr/>
          </p:nvSpPr>
          <p:spPr bwMode="gray">
            <a:xfrm>
              <a:off x="368925" y="4203062"/>
              <a:ext cx="2244126" cy="1945813"/>
            </a:xfrm>
            <a:prstGeom prst="rect">
              <a:avLst/>
            </a:prstGeom>
            <a:solidFill>
              <a:srgbClr val="E9F4F8">
                <a:alpha val="40164"/>
              </a:srgbClr>
            </a:solidFill>
          </p:spPr>
          <p:txBody>
            <a:bodyPr vert="horz" lIns="144000" tIns="108000" rIns="72000" bIns="10800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da-DK" sz="900" b="0" i="0" u="none" strike="noStrike" kern="1200" cap="none" spc="0" normalizeH="0" baseline="0" noProof="0" dirty="0">
                  <a:ln>
                    <a:noFill/>
                  </a:ln>
                  <a:solidFill>
                    <a:srgbClr val="1F4953"/>
                  </a:solidFill>
                  <a:effectLst/>
                  <a:uLnTx/>
                  <a:uFillTx/>
                  <a:latin typeface="Calibri Light"/>
                  <a:ea typeface="+mn-ea"/>
                  <a:cs typeface="+mn-cs"/>
                </a:rPr>
                <a:t>Martin er Principal </a:t>
              </a:r>
              <a:r>
                <a:rPr kumimoji="0" lang="da-DK" sz="900" b="0" i="0" u="none" strike="noStrike" kern="1200" cap="none" spc="0" normalizeH="0" baseline="0" noProof="0" dirty="0" err="1">
                  <a:ln>
                    <a:noFill/>
                  </a:ln>
                  <a:solidFill>
                    <a:srgbClr val="1F4953"/>
                  </a:solidFill>
                  <a:effectLst/>
                  <a:uLnTx/>
                  <a:uFillTx/>
                  <a:latin typeface="Calibri Light"/>
                  <a:ea typeface="+mn-ea"/>
                  <a:cs typeface="+mn-cs"/>
                </a:rPr>
                <a:t>Cybersecurity</a:t>
              </a:r>
              <a:r>
                <a:rPr kumimoji="0" lang="da-DK" sz="900" b="0" i="0" u="none" strike="noStrike" kern="1200" cap="none" spc="0" normalizeH="0" baseline="0" noProof="0" dirty="0">
                  <a:ln>
                    <a:noFill/>
                  </a:ln>
                  <a:solidFill>
                    <a:srgbClr val="1F4953"/>
                  </a:solidFill>
                  <a:effectLst/>
                  <a:uLnTx/>
                  <a:uFillTx/>
                  <a:latin typeface="Calibri Light"/>
                  <a:ea typeface="+mn-ea"/>
                  <a:cs typeface="+mn-cs"/>
                </a:rPr>
                <a:t> Advisor og arkitekt med +20 års erfaring i at designe moderne, robust sikkerhed i komplekse miljøer. </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da-DK" sz="900" b="0" i="0" u="none" strike="noStrike" kern="1200" cap="none" spc="0" normalizeH="0" baseline="0" noProof="0" dirty="0">
                  <a:ln>
                    <a:noFill/>
                  </a:ln>
                  <a:solidFill>
                    <a:srgbClr val="1F4953"/>
                  </a:solidFill>
                  <a:effectLst/>
                  <a:uLnTx/>
                  <a:uFillTx/>
                  <a:latin typeface="Calibri Light"/>
                  <a:ea typeface="+mn-ea"/>
                  <a:cs typeface="+mn-cs"/>
                </a:rPr>
                <a:t>Han arbejder med ledelse og tekniske teams om at omsætte risici til konkrete kontroller og </a:t>
              </a:r>
              <a:r>
                <a:rPr kumimoji="0" lang="da-DK" sz="900" b="0" i="0" u="none" strike="noStrike" kern="1200" cap="none" spc="0" normalizeH="0" baseline="0" noProof="0" dirty="0" err="1">
                  <a:ln>
                    <a:noFill/>
                  </a:ln>
                  <a:solidFill>
                    <a:srgbClr val="1F4953"/>
                  </a:solidFill>
                  <a:effectLst/>
                  <a:uLnTx/>
                  <a:uFillTx/>
                  <a:latin typeface="Calibri Light"/>
                  <a:ea typeface="+mn-ea"/>
                  <a:cs typeface="+mn-cs"/>
                </a:rPr>
                <a:t>implementerbare</a:t>
              </a:r>
              <a:r>
                <a:rPr kumimoji="0" lang="da-DK" sz="900" b="0" i="0" u="none" strike="noStrike" kern="1200" cap="none" spc="0" normalizeH="0" baseline="0" noProof="0" dirty="0">
                  <a:ln>
                    <a:noFill/>
                  </a:ln>
                  <a:solidFill>
                    <a:srgbClr val="1F4953"/>
                  </a:solidFill>
                  <a:effectLst/>
                  <a:uLnTx/>
                  <a:uFillTx/>
                  <a:latin typeface="Calibri Light"/>
                  <a:ea typeface="+mn-ea"/>
                  <a:cs typeface="+mn-cs"/>
                </a:rPr>
                <a:t> </a:t>
              </a:r>
              <a:r>
                <a:rPr kumimoji="0" lang="da-DK" sz="900" b="0" i="0" u="none" strike="noStrike" kern="1200" cap="none" spc="0" normalizeH="0" baseline="0" noProof="0" dirty="0" err="1">
                  <a:ln>
                    <a:noFill/>
                  </a:ln>
                  <a:solidFill>
                    <a:srgbClr val="1F4953"/>
                  </a:solidFill>
                  <a:effectLst/>
                  <a:uLnTx/>
                  <a:uFillTx/>
                  <a:latin typeface="Calibri Light"/>
                  <a:ea typeface="+mn-ea"/>
                  <a:cs typeface="+mn-cs"/>
                </a:rPr>
                <a:t>roadmaps</a:t>
              </a:r>
              <a:r>
                <a:rPr kumimoji="0" lang="da-DK" sz="900" b="0" i="0" u="none" strike="noStrike" kern="1200" cap="none" spc="0" normalizeH="0" baseline="0" noProof="0" dirty="0">
                  <a:ln>
                    <a:noFill/>
                  </a:ln>
                  <a:solidFill>
                    <a:srgbClr val="1F4953"/>
                  </a:solidFill>
                  <a:effectLst/>
                  <a:uLnTx/>
                  <a:uFillTx/>
                  <a:latin typeface="Calibri Light"/>
                  <a:ea typeface="+mn-ea"/>
                  <a:cs typeface="+mn-cs"/>
                </a:rPr>
                <a:t>. </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da-DK" sz="900" b="0" i="0" u="none" strike="noStrike" kern="1200" cap="none" spc="0" normalizeH="0" baseline="0" noProof="0" dirty="0">
                  <a:ln>
                    <a:noFill/>
                  </a:ln>
                  <a:solidFill>
                    <a:srgbClr val="1F4953"/>
                  </a:solidFill>
                  <a:effectLst/>
                  <a:uLnTx/>
                  <a:uFillTx/>
                  <a:latin typeface="Calibri Light"/>
                  <a:ea typeface="+mn-ea"/>
                  <a:cs typeface="+mn-cs"/>
                </a:rPr>
                <a:t>Martin har stærk profil inden for Zero Trust, identitet og sikker </a:t>
              </a:r>
              <a:r>
                <a:rPr kumimoji="0" lang="da-DK" sz="900" b="0" i="0" u="none" strike="noStrike" kern="1200" cap="none" spc="0" normalizeH="0" baseline="0" noProof="0" dirty="0" err="1">
                  <a:ln>
                    <a:noFill/>
                  </a:ln>
                  <a:solidFill>
                    <a:srgbClr val="1F4953"/>
                  </a:solidFill>
                  <a:effectLst/>
                  <a:uLnTx/>
                  <a:uFillTx/>
                  <a:latin typeface="Calibri Light"/>
                  <a:ea typeface="+mn-ea"/>
                  <a:cs typeface="+mn-cs"/>
                </a:rPr>
                <a:t>governance</a:t>
              </a:r>
              <a:r>
                <a:rPr kumimoji="0" lang="da-DK" sz="900" b="0" i="0" u="none" strike="noStrike" kern="1200" cap="none" spc="0" normalizeH="0" baseline="0" noProof="0" dirty="0">
                  <a:ln>
                    <a:noFill/>
                  </a:ln>
                  <a:solidFill>
                    <a:srgbClr val="1F4953"/>
                  </a:solidFill>
                  <a:effectLst/>
                  <a:uLnTx/>
                  <a:uFillTx/>
                  <a:latin typeface="Calibri Light"/>
                  <a:ea typeface="+mn-ea"/>
                  <a:cs typeface="+mn-cs"/>
                </a:rPr>
                <a:t>.</a:t>
              </a:r>
              <a:endParaRPr kumimoji="0" lang="da-DK" sz="900" b="0" i="0" u="none" strike="noStrike" kern="1200" cap="none" spc="0" normalizeH="0" baseline="0" noProof="0" dirty="0">
                <a:ln>
                  <a:noFill/>
                </a:ln>
                <a:solidFill>
                  <a:srgbClr val="C00000"/>
                </a:solidFill>
                <a:effectLst/>
                <a:uLnTx/>
                <a:uFillTx/>
                <a:latin typeface="Calibri Light"/>
                <a:ea typeface="+mn-ea"/>
                <a:cs typeface="Arial"/>
              </a:endParaRPr>
            </a:p>
          </p:txBody>
        </p:sp>
        <p:sp>
          <p:nvSpPr>
            <p:cNvPr id="39" name="Rectangle 38">
              <a:extLst>
                <a:ext uri="{FF2B5EF4-FFF2-40B4-BE49-F238E27FC236}">
                  <a16:creationId xmlns:a16="http://schemas.microsoft.com/office/drawing/2014/main" id="{8AA8773D-4AFE-1EE8-9DDA-A838AB1BE371}"/>
                </a:ext>
              </a:extLst>
            </p:cNvPr>
            <p:cNvSpPr/>
            <p:nvPr/>
          </p:nvSpPr>
          <p:spPr bwMode="gray">
            <a:xfrm>
              <a:off x="368925" y="2575229"/>
              <a:ext cx="2244126" cy="1555177"/>
            </a:xfrm>
            <a:prstGeom prst="rect">
              <a:avLst/>
            </a:prstGeom>
            <a:solidFill>
              <a:srgbClr val="E9F4F8"/>
            </a:solidFill>
          </p:spPr>
          <p:txBody>
            <a:bodyPr vert="horz" lIns="36000" tIns="36000" rIns="36000" bIns="3600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da-DK" sz="900" b="0" i="0" u="none" strike="noStrike" kern="1200" cap="none" spc="0" normalizeH="0" baseline="0" noProof="0" dirty="0">
                  <a:ln>
                    <a:noFill/>
                  </a:ln>
                  <a:solidFill>
                    <a:srgbClr val="1F4953"/>
                  </a:solidFill>
                  <a:effectLst/>
                  <a:uLnTx/>
                  <a:uFillTx/>
                  <a:latin typeface="Calibri Light"/>
                  <a:ea typeface="+mn-ea"/>
                  <a:cs typeface="Arial"/>
                </a:rPr>
                <a:t>Relevante kompetencer</a:t>
              </a:r>
            </a:p>
            <a:p>
              <a:pPr marL="87313" marR="0" lvl="0" indent="-8731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a-DK" sz="900" b="0" i="0" u="none" strike="noStrike" kern="1200" cap="none" spc="0" normalizeH="0" baseline="0" noProof="0" dirty="0">
                  <a:ln>
                    <a:noFill/>
                  </a:ln>
                  <a:solidFill>
                    <a:srgbClr val="1F4953"/>
                  </a:solidFill>
                  <a:effectLst/>
                  <a:uLnTx/>
                  <a:uFillTx/>
                  <a:latin typeface="Calibri Light"/>
                  <a:ea typeface="+mn-ea"/>
                  <a:cs typeface="Arial"/>
                </a:rPr>
                <a:t>Zero Trust sikkerhedsarkitektur (inkl. ZTNA) og referencearkitekturer</a:t>
              </a:r>
            </a:p>
            <a:p>
              <a:pPr marL="87313" marR="0" lvl="0" indent="-8731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a-DK" sz="900" b="0" i="0" u="none" strike="noStrike" kern="1200" cap="none" spc="0" normalizeH="0" baseline="0" noProof="0" dirty="0">
                  <a:ln>
                    <a:noFill/>
                  </a:ln>
                  <a:solidFill>
                    <a:srgbClr val="1F4953"/>
                  </a:solidFill>
                  <a:effectLst/>
                  <a:uLnTx/>
                  <a:uFillTx/>
                  <a:latin typeface="Calibri Light"/>
                  <a:ea typeface="+mn-ea"/>
                  <a:cs typeface="Arial"/>
                </a:rPr>
                <a:t>Identitet &amp; adgangsstyring (IAM/IGA/EAM)</a:t>
              </a:r>
            </a:p>
            <a:p>
              <a:pPr marL="87313" marR="0" lvl="0" indent="-8731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a-DK" sz="900" b="0" i="0" u="none" strike="noStrike" kern="1200" cap="none" spc="0" normalizeH="0" baseline="0" noProof="0" dirty="0">
                  <a:ln>
                    <a:noFill/>
                  </a:ln>
                  <a:solidFill>
                    <a:srgbClr val="1F4953"/>
                  </a:solidFill>
                  <a:effectLst/>
                  <a:uLnTx/>
                  <a:uFillTx/>
                  <a:latin typeface="Calibri Light"/>
                  <a:ea typeface="+mn-ea"/>
                  <a:cs typeface="Arial"/>
                </a:rPr>
                <a:t>Data </a:t>
              </a:r>
              <a:r>
                <a:rPr kumimoji="0" lang="da-DK" sz="900" b="0" i="0" u="none" strike="noStrike" kern="1200" cap="none" spc="0" normalizeH="0" baseline="0" noProof="0" dirty="0" err="1">
                  <a:ln>
                    <a:noFill/>
                  </a:ln>
                  <a:solidFill>
                    <a:srgbClr val="1F4953"/>
                  </a:solidFill>
                  <a:effectLst/>
                  <a:uLnTx/>
                  <a:uFillTx/>
                  <a:latin typeface="Calibri Light"/>
                  <a:ea typeface="+mn-ea"/>
                  <a:cs typeface="Arial"/>
                </a:rPr>
                <a:t>protection</a:t>
              </a:r>
              <a:r>
                <a:rPr kumimoji="0" lang="da-DK" sz="900" b="0" i="0" u="none" strike="noStrike" kern="1200" cap="none" spc="0" normalizeH="0" baseline="0" noProof="0" dirty="0">
                  <a:ln>
                    <a:noFill/>
                  </a:ln>
                  <a:solidFill>
                    <a:srgbClr val="1F4953"/>
                  </a:solidFill>
                  <a:effectLst/>
                  <a:uLnTx/>
                  <a:uFillTx/>
                  <a:latin typeface="Calibri Light"/>
                  <a:ea typeface="+mn-ea"/>
                  <a:cs typeface="Arial"/>
                </a:rPr>
                <a:t>, klassifikation og </a:t>
              </a:r>
              <a:r>
                <a:rPr kumimoji="0" lang="da-DK" sz="900" b="0" i="0" u="none" strike="noStrike" kern="1200" cap="none" spc="0" normalizeH="0" baseline="0" noProof="0" dirty="0" err="1">
                  <a:ln>
                    <a:noFill/>
                  </a:ln>
                  <a:solidFill>
                    <a:srgbClr val="1F4953"/>
                  </a:solidFill>
                  <a:effectLst/>
                  <a:uLnTx/>
                  <a:uFillTx/>
                  <a:latin typeface="Calibri Light"/>
                  <a:ea typeface="+mn-ea"/>
                  <a:cs typeface="Arial"/>
                </a:rPr>
                <a:t>privacy</a:t>
              </a:r>
              <a:r>
                <a:rPr kumimoji="0" lang="da-DK" sz="900" b="0" i="0" u="none" strike="noStrike" kern="1200" cap="none" spc="0" normalizeH="0" baseline="0" noProof="0" dirty="0">
                  <a:ln>
                    <a:noFill/>
                  </a:ln>
                  <a:solidFill>
                    <a:srgbClr val="1F4953"/>
                  </a:solidFill>
                  <a:effectLst/>
                  <a:uLnTx/>
                  <a:uFillTx/>
                  <a:latin typeface="Calibri Light"/>
                  <a:ea typeface="+mn-ea"/>
                  <a:cs typeface="Arial"/>
                </a:rPr>
                <a:t>-by-design</a:t>
              </a:r>
            </a:p>
            <a:p>
              <a:pPr marL="87313" marR="0" lvl="0" indent="-8731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a-DK" sz="900" b="0" i="0" u="none" strike="noStrike" kern="1200" cap="none" spc="0" normalizeH="0" baseline="0" noProof="0" dirty="0">
                  <a:ln>
                    <a:noFill/>
                  </a:ln>
                  <a:solidFill>
                    <a:srgbClr val="1F4953"/>
                  </a:solidFill>
                  <a:effectLst/>
                  <a:uLnTx/>
                  <a:uFillTx/>
                  <a:latin typeface="Calibri Light"/>
                  <a:ea typeface="+mn-ea"/>
                  <a:cs typeface="Arial"/>
                </a:rPr>
                <a:t>Risikovurderinger og </a:t>
              </a:r>
              <a:r>
                <a:rPr kumimoji="0" lang="da-DK" sz="900" b="0" i="0" u="none" strike="noStrike" kern="1200" cap="none" spc="0" normalizeH="0" baseline="0" noProof="0" dirty="0" err="1">
                  <a:ln>
                    <a:noFill/>
                  </a:ln>
                  <a:solidFill>
                    <a:srgbClr val="1F4953"/>
                  </a:solidFill>
                  <a:effectLst/>
                  <a:uLnTx/>
                  <a:uFillTx/>
                  <a:latin typeface="Calibri Light"/>
                  <a:ea typeface="+mn-ea"/>
                  <a:cs typeface="Arial"/>
                </a:rPr>
                <a:t>threat</a:t>
              </a:r>
              <a:r>
                <a:rPr kumimoji="0" lang="da-DK" sz="900" b="0" i="0" u="none" strike="noStrike" kern="1200" cap="none" spc="0" normalizeH="0" baseline="0" noProof="0" dirty="0">
                  <a:ln>
                    <a:noFill/>
                  </a:ln>
                  <a:solidFill>
                    <a:srgbClr val="1F4953"/>
                  </a:solidFill>
                  <a:effectLst/>
                  <a:uLnTx/>
                  <a:uFillTx/>
                  <a:latin typeface="Calibri Light"/>
                  <a:ea typeface="+mn-ea"/>
                  <a:cs typeface="Arial"/>
                </a:rPr>
                <a:t> </a:t>
              </a:r>
              <a:r>
                <a:rPr kumimoji="0" lang="da-DK" sz="900" b="0" i="0" u="none" strike="noStrike" kern="1200" cap="none" spc="0" normalizeH="0" baseline="0" noProof="0" dirty="0" err="1">
                  <a:ln>
                    <a:noFill/>
                  </a:ln>
                  <a:solidFill>
                    <a:srgbClr val="1F4953"/>
                  </a:solidFill>
                  <a:effectLst/>
                  <a:uLnTx/>
                  <a:uFillTx/>
                  <a:latin typeface="Calibri Light"/>
                  <a:ea typeface="+mn-ea"/>
                  <a:cs typeface="Arial"/>
                </a:rPr>
                <a:t>modelling</a:t>
              </a:r>
              <a:endParaRPr kumimoji="0" lang="da-DK" sz="900" b="0" i="0" u="none" strike="noStrike" kern="1200" cap="none" spc="0" normalizeH="0" baseline="0" noProof="0" dirty="0">
                <a:ln>
                  <a:noFill/>
                </a:ln>
                <a:solidFill>
                  <a:srgbClr val="1F4953"/>
                </a:solidFill>
                <a:effectLst/>
                <a:uLnTx/>
                <a:uFillTx/>
                <a:latin typeface="Calibri Light"/>
                <a:ea typeface="+mn-ea"/>
                <a:cs typeface="Arial"/>
              </a:endParaRPr>
            </a:p>
            <a:p>
              <a:pPr marL="87313" marR="0" lvl="0" indent="-8731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a-DK" sz="900" b="0" i="0" u="none" strike="noStrike" kern="1200" cap="none" spc="0" normalizeH="0" baseline="0" noProof="0" dirty="0">
                  <a:ln>
                    <a:noFill/>
                  </a:ln>
                  <a:solidFill>
                    <a:srgbClr val="1F4953"/>
                  </a:solidFill>
                  <a:effectLst/>
                  <a:uLnTx/>
                  <a:uFillTx/>
                  <a:latin typeface="Calibri Light"/>
                  <a:ea typeface="+mn-ea"/>
                  <a:cs typeface="Arial"/>
                </a:rPr>
                <a:t>Incident </a:t>
              </a:r>
              <a:r>
                <a:rPr kumimoji="0" lang="da-DK" sz="900" b="0" i="0" u="none" strike="noStrike" kern="1200" cap="none" spc="0" normalizeH="0" baseline="0" noProof="0" dirty="0" err="1">
                  <a:ln>
                    <a:noFill/>
                  </a:ln>
                  <a:solidFill>
                    <a:srgbClr val="1F4953"/>
                  </a:solidFill>
                  <a:effectLst/>
                  <a:uLnTx/>
                  <a:uFillTx/>
                  <a:latin typeface="Calibri Light"/>
                  <a:ea typeface="+mn-ea"/>
                  <a:cs typeface="Arial"/>
                </a:rPr>
                <a:t>response</a:t>
              </a:r>
              <a:r>
                <a:rPr kumimoji="0" lang="da-DK" sz="900" b="0" i="0" u="none" strike="noStrike" kern="1200" cap="none" spc="0" normalizeH="0" baseline="0" noProof="0" dirty="0">
                  <a:ln>
                    <a:noFill/>
                  </a:ln>
                  <a:solidFill>
                    <a:srgbClr val="1F4953"/>
                  </a:solidFill>
                  <a:effectLst/>
                  <a:uLnTx/>
                  <a:uFillTx/>
                  <a:latin typeface="Calibri Light"/>
                  <a:ea typeface="+mn-ea"/>
                  <a:cs typeface="Arial"/>
                </a:rPr>
                <a:t> og sikkerhedsprogram</a:t>
              </a:r>
            </a:p>
          </p:txBody>
        </p:sp>
        <p:sp>
          <p:nvSpPr>
            <p:cNvPr id="41" name="Rectangle 40">
              <a:extLst>
                <a:ext uri="{FF2B5EF4-FFF2-40B4-BE49-F238E27FC236}">
                  <a16:creationId xmlns:a16="http://schemas.microsoft.com/office/drawing/2014/main" id="{42898695-FE9A-A739-31BC-0739B55B73C2}"/>
                </a:ext>
              </a:extLst>
            </p:cNvPr>
            <p:cNvSpPr/>
            <p:nvPr/>
          </p:nvSpPr>
          <p:spPr bwMode="gray">
            <a:xfrm>
              <a:off x="368925" y="1558110"/>
              <a:ext cx="2241854" cy="981951"/>
            </a:xfrm>
            <a:prstGeom prst="rect">
              <a:avLst/>
            </a:prstGeom>
            <a:solidFill>
              <a:schemeClr val="accent3"/>
            </a:solidFill>
            <a:ln>
              <a:noFill/>
            </a:ln>
          </p:spPr>
          <p:txBody>
            <a:bodyPr vert="horz" lIns="90000" tIns="46800" rIns="90000" bIns="4680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6000" marR="0" lvl="0" indent="-216000" algn="l" defTabSz="914400" rtl="0" eaLnBrk="1" fontAlgn="auto" latinLnBrk="0" hangingPunct="1">
                <a:lnSpc>
                  <a:spcPct val="100000"/>
                </a:lnSpc>
                <a:spcBef>
                  <a:spcPts val="600"/>
                </a:spcBef>
                <a:spcAft>
                  <a:spcPct val="0"/>
                </a:spcAft>
                <a:buClrTx/>
                <a:buSzTx/>
                <a:buFont typeface="Arial" pitchFamily="34" charset="0"/>
                <a:buChar char="•"/>
                <a:tabLst/>
                <a:defRPr/>
              </a:pPr>
              <a:endParaRPr kumimoji="0" lang="da-DK" sz="1100" b="1" i="0" u="none" strike="noStrike" kern="1200" cap="none" spc="0" normalizeH="0" baseline="0" noProof="0">
                <a:ln>
                  <a:noFill/>
                </a:ln>
                <a:solidFill>
                  <a:srgbClr val="C00000"/>
                </a:solidFill>
                <a:effectLst/>
                <a:uLnTx/>
                <a:uFillTx/>
                <a:latin typeface="Calibri Light"/>
                <a:ea typeface="+mn-ea"/>
                <a:cs typeface="Arial"/>
              </a:endParaRPr>
            </a:p>
            <a:p>
              <a:pPr marL="216000" marR="0" lvl="0" indent="-216000" algn="l" defTabSz="914400" rtl="0" eaLnBrk="1" fontAlgn="auto" latinLnBrk="0" hangingPunct="1">
                <a:lnSpc>
                  <a:spcPct val="100000"/>
                </a:lnSpc>
                <a:spcBef>
                  <a:spcPts val="600"/>
                </a:spcBef>
                <a:spcAft>
                  <a:spcPct val="0"/>
                </a:spcAft>
                <a:buClrTx/>
                <a:buSzTx/>
                <a:buFont typeface="Arial" pitchFamily="34" charset="0"/>
                <a:buChar char="•"/>
                <a:tabLst/>
                <a:defRPr/>
              </a:pPr>
              <a:endParaRPr kumimoji="0" lang="da-DK" sz="1100" b="1" i="0" u="none" strike="noStrike" kern="1200" cap="none" spc="0" normalizeH="0" baseline="0" noProof="0">
                <a:ln>
                  <a:noFill/>
                </a:ln>
                <a:solidFill>
                  <a:srgbClr val="C00000"/>
                </a:solidFill>
                <a:effectLst/>
                <a:uLnTx/>
                <a:uFillTx/>
                <a:latin typeface="Calibri Light"/>
                <a:ea typeface="+mn-ea"/>
                <a:cs typeface="Arial"/>
              </a:endParaRPr>
            </a:p>
            <a:p>
              <a:pPr marL="216000" marR="0" lvl="0" indent="-216000" algn="l" defTabSz="914400" rtl="0" eaLnBrk="1" fontAlgn="auto" latinLnBrk="0" hangingPunct="1">
                <a:lnSpc>
                  <a:spcPct val="100000"/>
                </a:lnSpc>
                <a:spcBef>
                  <a:spcPts val="600"/>
                </a:spcBef>
                <a:spcAft>
                  <a:spcPct val="0"/>
                </a:spcAft>
                <a:buClrTx/>
                <a:buSzTx/>
                <a:buFont typeface="Arial" pitchFamily="34" charset="0"/>
                <a:buChar char="•"/>
                <a:tabLst/>
                <a:defRPr/>
              </a:pPr>
              <a:endParaRPr kumimoji="0" lang="da-DK" sz="1100" b="1" i="0" u="none" strike="noStrike" kern="1200" cap="none" spc="0" normalizeH="0" baseline="0" noProof="0">
                <a:ln>
                  <a:noFill/>
                </a:ln>
                <a:solidFill>
                  <a:srgbClr val="C00000"/>
                </a:solidFill>
                <a:effectLst/>
                <a:uLnTx/>
                <a:uFillTx/>
                <a:latin typeface="Calibri Light"/>
                <a:ea typeface="+mn-ea"/>
                <a:cs typeface="Arial"/>
              </a:endParaRPr>
            </a:p>
          </p:txBody>
        </p:sp>
      </p:grpSp>
      <p:grpSp>
        <p:nvGrpSpPr>
          <p:cNvPr id="21" name="Group 20">
            <a:extLst>
              <a:ext uri="{FF2B5EF4-FFF2-40B4-BE49-F238E27FC236}">
                <a16:creationId xmlns:a16="http://schemas.microsoft.com/office/drawing/2014/main" id="{304B56E3-E5DF-1DF0-2FEB-B865AB603512}"/>
              </a:ext>
            </a:extLst>
          </p:cNvPr>
          <p:cNvGrpSpPr/>
          <p:nvPr/>
        </p:nvGrpSpPr>
        <p:grpSpPr>
          <a:xfrm>
            <a:off x="368925" y="1517605"/>
            <a:ext cx="2244126" cy="4590765"/>
            <a:chOff x="4978082" y="1557338"/>
            <a:chExt cx="2244126" cy="4590765"/>
          </a:xfrm>
        </p:grpSpPr>
        <p:sp>
          <p:nvSpPr>
            <p:cNvPr id="30" name="Rectangle 29">
              <a:extLst>
                <a:ext uri="{FF2B5EF4-FFF2-40B4-BE49-F238E27FC236}">
                  <a16:creationId xmlns:a16="http://schemas.microsoft.com/office/drawing/2014/main" id="{B20548E8-EF79-8688-F8CA-9463CAD63F0E}"/>
                </a:ext>
              </a:extLst>
            </p:cNvPr>
            <p:cNvSpPr/>
            <p:nvPr/>
          </p:nvSpPr>
          <p:spPr bwMode="gray">
            <a:xfrm>
              <a:off x="4978082" y="4207627"/>
              <a:ext cx="2244126" cy="1940476"/>
            </a:xfrm>
            <a:prstGeom prst="rect">
              <a:avLst/>
            </a:prstGeom>
            <a:solidFill>
              <a:srgbClr val="E9F4F8">
                <a:alpha val="40164"/>
              </a:srgbClr>
            </a:solidFill>
          </p:spPr>
          <p:txBody>
            <a:bodyPr vert="horz" lIns="144000" tIns="108000" rIns="108000" bIns="10800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ts val="1300"/>
                </a:lnSpc>
                <a:spcBef>
                  <a:spcPts val="600"/>
                </a:spcBef>
                <a:spcAft>
                  <a:spcPts val="0"/>
                </a:spcAft>
                <a:buClrTx/>
                <a:buSzTx/>
                <a:buFontTx/>
                <a:buNone/>
                <a:tabLst/>
                <a:defRPr/>
              </a:pPr>
              <a:r>
                <a:rPr kumimoji="0" lang="da-DK" sz="900" b="0" i="0" u="none" strike="noStrike" kern="1200" cap="none" spc="0" normalizeH="0" baseline="0" noProof="0" dirty="0">
                  <a:ln>
                    <a:noFill/>
                  </a:ln>
                  <a:solidFill>
                    <a:srgbClr val="1F4953"/>
                  </a:solidFill>
                  <a:effectLst/>
                  <a:uLnTx/>
                  <a:uFillTx/>
                  <a:latin typeface="Calibri Light"/>
                  <a:ea typeface="+mn-ea"/>
                  <a:cs typeface="Arial"/>
                </a:rPr>
                <a:t>Emilie er Principal Data </a:t>
              </a:r>
              <a:r>
                <a:rPr kumimoji="0" lang="da-DK" sz="900" b="0" i="0" u="none" strike="noStrike" kern="1200" cap="none" spc="0" normalizeH="0" baseline="0" noProof="0" dirty="0" err="1">
                  <a:ln>
                    <a:noFill/>
                  </a:ln>
                  <a:solidFill>
                    <a:srgbClr val="1F4953"/>
                  </a:solidFill>
                  <a:effectLst/>
                  <a:uLnTx/>
                  <a:uFillTx/>
                  <a:latin typeface="Calibri Light"/>
                  <a:ea typeface="+mn-ea"/>
                  <a:cs typeface="Arial"/>
                </a:rPr>
                <a:t>Scientist</a:t>
              </a:r>
              <a:r>
                <a:rPr kumimoji="0" lang="da-DK" sz="900" b="0" i="0" u="none" strike="noStrike" kern="1200" cap="none" spc="0" normalizeH="0" baseline="0" noProof="0" dirty="0">
                  <a:ln>
                    <a:noFill/>
                  </a:ln>
                  <a:solidFill>
                    <a:srgbClr val="1F4953"/>
                  </a:solidFill>
                  <a:effectLst/>
                  <a:uLnTx/>
                  <a:uFillTx/>
                  <a:latin typeface="Calibri Light"/>
                  <a:ea typeface="+mn-ea"/>
                  <a:cs typeface="Arial"/>
                </a:rPr>
                <a:t> med +7 års erfaring i at udvikle og integrere AI- og analytics-løsninger i store organisationer. Hun har ledet udvikling og adoption af AI-platforme og leveret produktionsklare løsninger med fokus på robusthed, sikkerhed og vedligehold. Emilie arbejder tæt med forretning og IT om at omsætte behov til målbare løsninger.</a:t>
              </a:r>
            </a:p>
          </p:txBody>
        </p:sp>
        <p:sp>
          <p:nvSpPr>
            <p:cNvPr id="31" name="Rectangle 30">
              <a:extLst>
                <a:ext uri="{FF2B5EF4-FFF2-40B4-BE49-F238E27FC236}">
                  <a16:creationId xmlns:a16="http://schemas.microsoft.com/office/drawing/2014/main" id="{356297A3-DAC8-E4A2-6BBB-93DBABA4C4DE}"/>
                </a:ext>
              </a:extLst>
            </p:cNvPr>
            <p:cNvSpPr/>
            <p:nvPr/>
          </p:nvSpPr>
          <p:spPr bwMode="gray">
            <a:xfrm>
              <a:off x="4978082" y="2593048"/>
              <a:ext cx="2244126" cy="1541151"/>
            </a:xfrm>
            <a:prstGeom prst="rect">
              <a:avLst/>
            </a:prstGeom>
            <a:solidFill>
              <a:srgbClr val="E9F4F8"/>
            </a:solidFill>
          </p:spPr>
          <p:txBody>
            <a:bodyPr vert="horz" lIns="36000" tIns="36000" rIns="36000" bIns="3600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da-DK" sz="900" b="0" i="0" u="none" strike="noStrike" kern="1200" cap="none" spc="0" normalizeH="0" baseline="0" noProof="0" dirty="0">
                  <a:ln>
                    <a:noFill/>
                  </a:ln>
                  <a:solidFill>
                    <a:srgbClr val="1F4953"/>
                  </a:solidFill>
                  <a:effectLst/>
                  <a:uLnTx/>
                  <a:uFillTx/>
                  <a:latin typeface="Calibri Light"/>
                  <a:ea typeface="+mn-ea"/>
                  <a:cs typeface="+mn-cs"/>
                </a:rPr>
                <a:t>Relevante kompetencer</a:t>
              </a:r>
            </a:p>
            <a:p>
              <a:pPr marL="93663" marR="0" lvl="0" indent="-936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a-DK" sz="900" b="0" i="0" u="none" strike="noStrike" kern="1200" cap="none" spc="0" normalizeH="0" baseline="0" noProof="0" dirty="0">
                  <a:ln>
                    <a:noFill/>
                  </a:ln>
                  <a:solidFill>
                    <a:srgbClr val="1F4953"/>
                  </a:solidFill>
                  <a:effectLst/>
                  <a:uLnTx/>
                  <a:uFillTx/>
                  <a:latin typeface="Calibri Light"/>
                  <a:ea typeface="+mn-ea"/>
                  <a:cs typeface="+mn-cs"/>
                </a:rPr>
                <a:t>LLM/RAG-løsninger, NLP og informationsudtræk</a:t>
              </a:r>
            </a:p>
            <a:p>
              <a:pPr marL="93663" marR="0" lvl="0" indent="-936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a-DK" sz="900" b="0" i="0" u="none" strike="noStrike" kern="1200" cap="none" spc="0" normalizeH="0" baseline="0" noProof="0" dirty="0">
                  <a:ln>
                    <a:noFill/>
                  </a:ln>
                  <a:solidFill>
                    <a:srgbClr val="1F4953"/>
                  </a:solidFill>
                  <a:effectLst/>
                  <a:uLnTx/>
                  <a:uFillTx/>
                  <a:latin typeface="Calibri Light"/>
                  <a:ea typeface="+mn-ea"/>
                  <a:cs typeface="+mn-cs"/>
                </a:rPr>
                <a:t>End-to-end data science </a:t>
              </a:r>
            </a:p>
            <a:p>
              <a:pPr marL="93663" marR="0" lvl="0" indent="-936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a-DK" sz="900" b="0" i="0" u="none" strike="noStrike" kern="1200" cap="none" spc="0" normalizeH="0" baseline="0" noProof="0" dirty="0">
                  <a:ln>
                    <a:noFill/>
                  </a:ln>
                  <a:solidFill>
                    <a:srgbClr val="1F4953"/>
                  </a:solidFill>
                  <a:effectLst/>
                  <a:uLnTx/>
                  <a:uFillTx/>
                  <a:latin typeface="Calibri Light"/>
                  <a:ea typeface="+mn-ea"/>
                  <a:cs typeface="+mn-cs"/>
                </a:rPr>
                <a:t>Data- og platformarkitektur (pipelines, databaser, CI/CD, </a:t>
              </a:r>
              <a:r>
                <a:rPr kumimoji="0" lang="da-DK" sz="900" b="0" i="0" u="none" strike="noStrike" kern="1200" cap="none" spc="0" normalizeH="0" baseline="0" noProof="0" dirty="0" err="1">
                  <a:ln>
                    <a:noFill/>
                  </a:ln>
                  <a:solidFill>
                    <a:srgbClr val="1F4953"/>
                  </a:solidFill>
                  <a:effectLst/>
                  <a:uLnTx/>
                  <a:uFillTx/>
                  <a:latin typeface="Calibri Light"/>
                  <a:ea typeface="+mn-ea"/>
                  <a:cs typeface="+mn-cs"/>
                </a:rPr>
                <a:t>API’er</a:t>
              </a:r>
              <a:r>
                <a:rPr kumimoji="0" lang="da-DK" sz="900" b="0" i="0" u="none" strike="noStrike" kern="1200" cap="none" spc="0" normalizeH="0" baseline="0" noProof="0" dirty="0">
                  <a:ln>
                    <a:noFill/>
                  </a:ln>
                  <a:solidFill>
                    <a:srgbClr val="1F4953"/>
                  </a:solidFill>
                  <a:effectLst/>
                  <a:uLnTx/>
                  <a:uFillTx/>
                  <a:latin typeface="Calibri Light"/>
                  <a:ea typeface="+mn-ea"/>
                  <a:cs typeface="+mn-cs"/>
                </a:rPr>
                <a:t>)</a:t>
              </a:r>
            </a:p>
            <a:p>
              <a:pPr marL="93663" marR="0" lvl="0" indent="-936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a-DK" sz="900" b="0" i="0" u="none" strike="noStrike" kern="1200" cap="none" spc="0" normalizeH="0" baseline="0" noProof="0" dirty="0">
                  <a:ln>
                    <a:noFill/>
                  </a:ln>
                  <a:solidFill>
                    <a:srgbClr val="1F4953"/>
                  </a:solidFill>
                  <a:effectLst/>
                  <a:uLnTx/>
                  <a:uFillTx/>
                  <a:latin typeface="Calibri Light"/>
                  <a:ea typeface="+mn-ea"/>
                  <a:cs typeface="+mn-cs"/>
                </a:rPr>
                <a:t>Brugeradoption, stakeholder alignment og produktledelse i agile teams</a:t>
              </a:r>
            </a:p>
          </p:txBody>
        </p:sp>
        <p:sp>
          <p:nvSpPr>
            <p:cNvPr id="33" name="Rectangle 32">
              <a:extLst>
                <a:ext uri="{FF2B5EF4-FFF2-40B4-BE49-F238E27FC236}">
                  <a16:creationId xmlns:a16="http://schemas.microsoft.com/office/drawing/2014/main" id="{95A438AF-D2D2-412A-0B0B-D1734F92B27C}"/>
                </a:ext>
              </a:extLst>
            </p:cNvPr>
            <p:cNvSpPr/>
            <p:nvPr/>
          </p:nvSpPr>
          <p:spPr bwMode="gray">
            <a:xfrm>
              <a:off x="4978082" y="1557338"/>
              <a:ext cx="2241854" cy="981951"/>
            </a:xfrm>
            <a:prstGeom prst="rect">
              <a:avLst/>
            </a:prstGeom>
            <a:solidFill>
              <a:schemeClr val="accent3"/>
            </a:solidFill>
            <a:ln>
              <a:noFill/>
            </a:ln>
          </p:spPr>
          <p:txBody>
            <a:bodyPr vert="horz" lIns="90000" tIns="46800" rIns="90000" bIns="4680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6000" marR="0" lvl="0" indent="-216000" algn="l" defTabSz="914400" rtl="0" eaLnBrk="1" fontAlgn="auto" latinLnBrk="0" hangingPunct="1">
                <a:lnSpc>
                  <a:spcPct val="100000"/>
                </a:lnSpc>
                <a:spcBef>
                  <a:spcPts val="600"/>
                </a:spcBef>
                <a:spcAft>
                  <a:spcPct val="0"/>
                </a:spcAft>
                <a:buClrTx/>
                <a:buSzTx/>
                <a:buFont typeface="Arial" pitchFamily="34" charset="0"/>
                <a:buChar char="•"/>
                <a:tabLst/>
                <a:defRPr/>
              </a:pPr>
              <a:endParaRPr kumimoji="0" lang="da-DK" sz="1100" b="1" i="0" u="none" strike="noStrike" kern="1200" cap="none" spc="0" normalizeH="0" baseline="0" noProof="0">
                <a:ln>
                  <a:noFill/>
                </a:ln>
                <a:solidFill>
                  <a:srgbClr val="C00000"/>
                </a:solidFill>
                <a:effectLst/>
                <a:uLnTx/>
                <a:uFillTx/>
                <a:latin typeface="Calibri Light"/>
                <a:ea typeface="+mn-ea"/>
                <a:cs typeface="Arial"/>
              </a:endParaRPr>
            </a:p>
            <a:p>
              <a:pPr marL="216000" marR="0" lvl="0" indent="-216000" algn="l" defTabSz="914400" rtl="0" eaLnBrk="1" fontAlgn="auto" latinLnBrk="0" hangingPunct="1">
                <a:lnSpc>
                  <a:spcPct val="100000"/>
                </a:lnSpc>
                <a:spcBef>
                  <a:spcPts val="600"/>
                </a:spcBef>
                <a:spcAft>
                  <a:spcPct val="0"/>
                </a:spcAft>
                <a:buClrTx/>
                <a:buSzTx/>
                <a:buFont typeface="Arial" pitchFamily="34" charset="0"/>
                <a:buChar char="•"/>
                <a:tabLst/>
                <a:defRPr/>
              </a:pPr>
              <a:endParaRPr kumimoji="0" lang="da-DK" sz="1100" b="1" i="0" u="none" strike="noStrike" kern="1200" cap="none" spc="0" normalizeH="0" baseline="0" noProof="0">
                <a:ln>
                  <a:noFill/>
                </a:ln>
                <a:solidFill>
                  <a:srgbClr val="C00000"/>
                </a:solidFill>
                <a:effectLst/>
                <a:uLnTx/>
                <a:uFillTx/>
                <a:latin typeface="Calibri Light"/>
                <a:ea typeface="+mn-ea"/>
                <a:cs typeface="Arial"/>
              </a:endParaRPr>
            </a:p>
            <a:p>
              <a:pPr marL="216000" marR="0" lvl="0" indent="-216000" algn="l" defTabSz="914400" rtl="0" eaLnBrk="1" fontAlgn="auto" latinLnBrk="0" hangingPunct="1">
                <a:lnSpc>
                  <a:spcPct val="100000"/>
                </a:lnSpc>
                <a:spcBef>
                  <a:spcPts val="600"/>
                </a:spcBef>
                <a:spcAft>
                  <a:spcPct val="0"/>
                </a:spcAft>
                <a:buClrTx/>
                <a:buSzTx/>
                <a:buFont typeface="Arial" pitchFamily="34" charset="0"/>
                <a:buChar char="•"/>
                <a:tabLst/>
                <a:defRPr/>
              </a:pPr>
              <a:endParaRPr kumimoji="0" lang="da-DK" sz="1100" b="1" i="0" u="none" strike="noStrike" kern="1200" cap="none" spc="0" normalizeH="0" baseline="0" noProof="0">
                <a:ln>
                  <a:noFill/>
                </a:ln>
                <a:solidFill>
                  <a:srgbClr val="C00000"/>
                </a:solidFill>
                <a:effectLst/>
                <a:uLnTx/>
                <a:uFillTx/>
                <a:latin typeface="Calibri Light"/>
                <a:ea typeface="+mn-ea"/>
                <a:cs typeface="Arial"/>
              </a:endParaRPr>
            </a:p>
          </p:txBody>
        </p:sp>
      </p:grpSp>
      <p:sp>
        <p:nvSpPr>
          <p:cNvPr id="46" name="Footer Placeholder 3">
            <a:extLst>
              <a:ext uri="{FF2B5EF4-FFF2-40B4-BE49-F238E27FC236}">
                <a16:creationId xmlns:a16="http://schemas.microsoft.com/office/drawing/2014/main" id="{2C5AD798-0ECF-44B5-79DC-420939DA74D7}"/>
              </a:ext>
            </a:extLst>
          </p:cNvPr>
          <p:cNvSpPr txBox="1">
            <a:spLocks/>
          </p:cNvSpPr>
          <p:nvPr/>
        </p:nvSpPr>
        <p:spPr>
          <a:xfrm>
            <a:off x="656231" y="6321424"/>
            <a:ext cx="11054535" cy="367612"/>
          </a:xfrm>
          <a:prstGeom prst="rect">
            <a:avLst/>
          </a:prstGeom>
        </p:spPr>
        <p:txBody>
          <a:bodyPr anchor="ctr"/>
          <a:lstStyle>
            <a:defPPr>
              <a:defRPr lang="en-US"/>
            </a:defPPr>
            <a:lvl1pPr marL="0" algn="l"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1000" b="1" i="1" u="none" strike="noStrike" kern="1200" cap="none" spc="0" normalizeH="0" baseline="0" noProof="0" dirty="0">
                <a:ln>
                  <a:noFill/>
                </a:ln>
                <a:solidFill>
                  <a:srgbClr val="1F4953"/>
                </a:solidFill>
                <a:effectLst/>
                <a:uLnTx/>
                <a:uFillTx/>
                <a:latin typeface="Calibri Light"/>
                <a:ea typeface="+mn-ea"/>
                <a:cs typeface="Arial"/>
              </a:rPr>
              <a:t>Bemærk: </a:t>
            </a:r>
            <a:r>
              <a:rPr kumimoji="0" lang="da-DK" sz="1000" b="0" i="1" u="none" strike="noStrike" kern="1200" cap="none" spc="0" normalizeH="0" baseline="0" noProof="0" dirty="0">
                <a:ln>
                  <a:noFill/>
                </a:ln>
                <a:solidFill>
                  <a:srgbClr val="1F4953"/>
                </a:solidFill>
                <a:effectLst/>
                <a:uLnTx/>
                <a:uFillTx/>
                <a:latin typeface="Calibri Light"/>
                <a:ea typeface="+mn-ea"/>
                <a:cs typeface="Arial"/>
              </a:rPr>
              <a:t>De foreslåede profiler er vejledende og kan ændres afhængigt af tilgængelighed ved projektgodkendelse. Eventuelle erstatninger vil have tilsvarende ekspertise og kvalifikationer. </a:t>
            </a:r>
            <a:br>
              <a:rPr kumimoji="0" lang="da-DK" sz="1000" b="0" i="1" u="none" strike="noStrike" kern="1200" cap="none" spc="0" normalizeH="0" baseline="0" noProof="0" dirty="0">
                <a:ln>
                  <a:noFill/>
                </a:ln>
                <a:solidFill>
                  <a:srgbClr val="1F4953"/>
                </a:solidFill>
                <a:effectLst/>
                <a:uLnTx/>
                <a:uFillTx/>
                <a:latin typeface="Calibri Light"/>
                <a:ea typeface="+mn-ea"/>
                <a:cs typeface="Arial"/>
              </a:rPr>
            </a:br>
            <a:r>
              <a:rPr kumimoji="0" lang="da-DK" sz="1000" b="0" i="1" u="none" strike="noStrike" kern="1200" cap="none" spc="0" normalizeH="0" baseline="0" noProof="0" dirty="0">
                <a:ln>
                  <a:noFill/>
                </a:ln>
                <a:solidFill>
                  <a:srgbClr val="1F4953"/>
                </a:solidFill>
                <a:effectLst/>
                <a:uLnTx/>
                <a:uFillTx/>
                <a:latin typeface="Calibri Light"/>
                <a:ea typeface="+mn-ea"/>
                <a:cs typeface="Arial"/>
              </a:rPr>
              <a:t>Uddybende CV’er findes i bilaget.</a:t>
            </a:r>
          </a:p>
        </p:txBody>
      </p:sp>
      <p:grpSp>
        <p:nvGrpSpPr>
          <p:cNvPr id="5" name="Group 4">
            <a:extLst>
              <a:ext uri="{FF2B5EF4-FFF2-40B4-BE49-F238E27FC236}">
                <a16:creationId xmlns:a16="http://schemas.microsoft.com/office/drawing/2014/main" id="{92FA3CCC-5817-1D8C-E961-7893F1C1AF7B}"/>
              </a:ext>
            </a:extLst>
          </p:cNvPr>
          <p:cNvGrpSpPr/>
          <p:nvPr/>
        </p:nvGrpSpPr>
        <p:grpSpPr>
          <a:xfrm>
            <a:off x="7310692" y="1522170"/>
            <a:ext cx="2244126" cy="4590764"/>
            <a:chOff x="9605168" y="1558110"/>
            <a:chExt cx="2244126" cy="4590764"/>
          </a:xfrm>
        </p:grpSpPr>
        <p:sp>
          <p:nvSpPr>
            <p:cNvPr id="8" name="Rectangle 7">
              <a:extLst>
                <a:ext uri="{FF2B5EF4-FFF2-40B4-BE49-F238E27FC236}">
                  <a16:creationId xmlns:a16="http://schemas.microsoft.com/office/drawing/2014/main" id="{753D4214-1514-474E-072F-ACDCE5FA1B25}"/>
                </a:ext>
              </a:extLst>
            </p:cNvPr>
            <p:cNvSpPr/>
            <p:nvPr/>
          </p:nvSpPr>
          <p:spPr bwMode="gray">
            <a:xfrm>
              <a:off x="9605168" y="4203061"/>
              <a:ext cx="2244126" cy="1945813"/>
            </a:xfrm>
            <a:prstGeom prst="rect">
              <a:avLst/>
            </a:prstGeom>
            <a:solidFill>
              <a:srgbClr val="E9F4F8">
                <a:alpha val="40164"/>
              </a:srgbClr>
            </a:solidFill>
          </p:spPr>
          <p:txBody>
            <a:bodyPr vert="horz" lIns="144000" tIns="108000" rIns="108000" bIns="10800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ct val="0"/>
                </a:spcAft>
                <a:buClrTx/>
                <a:buSzTx/>
                <a:buFontTx/>
                <a:buNone/>
                <a:tabLst/>
                <a:defRPr/>
              </a:pPr>
              <a:r>
                <a:rPr kumimoji="0" lang="da-DK" sz="900" b="0" i="0" u="none" strike="noStrike" kern="1200" cap="none" spc="0" normalizeH="0" baseline="0" noProof="0" dirty="0">
                  <a:ln>
                    <a:noFill/>
                  </a:ln>
                  <a:solidFill>
                    <a:srgbClr val="1F4953"/>
                  </a:solidFill>
                  <a:effectLst/>
                  <a:uLnTx/>
                  <a:uFillTx/>
                  <a:latin typeface="Calibri Light"/>
                  <a:ea typeface="+mn-ea"/>
                  <a:cs typeface="+mn-cs"/>
                </a:rPr>
                <a:t>Troels er </a:t>
              </a:r>
              <a:r>
                <a:rPr kumimoji="0" lang="da-DK" sz="900" b="0" i="0" u="none" strike="noStrike" kern="1200" cap="none" spc="0" normalizeH="0" baseline="0" noProof="0" dirty="0" err="1">
                  <a:ln>
                    <a:noFill/>
                  </a:ln>
                  <a:solidFill>
                    <a:srgbClr val="1F4953"/>
                  </a:solidFill>
                  <a:effectLst/>
                  <a:uLnTx/>
                  <a:uFillTx/>
                  <a:latin typeface="Calibri Light"/>
                  <a:ea typeface="+mn-ea"/>
                  <a:cs typeface="+mn-cs"/>
                </a:rPr>
                <a:t>Cybersecurity</a:t>
              </a:r>
              <a:r>
                <a:rPr kumimoji="0" lang="da-DK" sz="900" b="0" i="0" u="none" strike="noStrike" kern="1200" cap="none" spc="0" normalizeH="0" baseline="0" noProof="0" dirty="0">
                  <a:ln>
                    <a:noFill/>
                  </a:ln>
                  <a:solidFill>
                    <a:srgbClr val="1F4953"/>
                  </a:solidFill>
                  <a:effectLst/>
                  <a:uLnTx/>
                  <a:uFillTx/>
                  <a:latin typeface="Calibri Light"/>
                  <a:ea typeface="+mn-ea"/>
                  <a:cs typeface="+mn-cs"/>
                </a:rPr>
                <a:t> Operations Principal med +20 års erfaring i operationel </a:t>
              </a:r>
              <a:r>
                <a:rPr kumimoji="0" lang="da-DK" sz="900" b="0" i="0" u="none" strike="noStrike" kern="1200" cap="none" spc="0" normalizeH="0" baseline="0" noProof="0" dirty="0" err="1">
                  <a:ln>
                    <a:noFill/>
                  </a:ln>
                  <a:solidFill>
                    <a:srgbClr val="1F4953"/>
                  </a:solidFill>
                  <a:effectLst/>
                  <a:uLnTx/>
                  <a:uFillTx/>
                  <a:latin typeface="Calibri Light"/>
                  <a:ea typeface="+mn-ea"/>
                  <a:cs typeface="+mn-cs"/>
                </a:rPr>
                <a:t>cybersikkerhed</a:t>
              </a:r>
              <a:r>
                <a:rPr kumimoji="0" lang="da-DK" sz="900" b="0" i="0" u="none" strike="noStrike" kern="1200" cap="none" spc="0" normalizeH="0" baseline="0" noProof="0" dirty="0">
                  <a:ln>
                    <a:noFill/>
                  </a:ln>
                  <a:solidFill>
                    <a:srgbClr val="1F4953"/>
                  </a:solidFill>
                  <a:effectLst/>
                  <a:uLnTx/>
                  <a:uFillTx/>
                  <a:latin typeface="Calibri Light"/>
                  <a:ea typeface="+mn-ea"/>
                  <a:cs typeface="+mn-cs"/>
                </a:rPr>
                <a:t>, detektion og respons. </a:t>
              </a:r>
            </a:p>
            <a:p>
              <a:pPr marL="0" marR="0" lvl="0" indent="0" algn="l" defTabSz="914400" rtl="0" eaLnBrk="1" fontAlgn="auto" latinLnBrk="0" hangingPunct="1">
                <a:lnSpc>
                  <a:spcPct val="100000"/>
                </a:lnSpc>
                <a:spcBef>
                  <a:spcPts val="0"/>
                </a:spcBef>
                <a:spcAft>
                  <a:spcPct val="0"/>
                </a:spcAft>
                <a:buClrTx/>
                <a:buSzTx/>
                <a:buFontTx/>
                <a:buNone/>
                <a:tabLst/>
                <a:defRPr/>
              </a:pPr>
              <a:endParaRPr kumimoji="0" lang="da-DK" sz="900" b="0" i="0" u="none" strike="noStrike" kern="1200" cap="none" spc="0" normalizeH="0" baseline="0" noProof="0" dirty="0">
                <a:ln>
                  <a:noFill/>
                </a:ln>
                <a:solidFill>
                  <a:srgbClr val="1F4953"/>
                </a:solidFill>
                <a:effectLst/>
                <a:uLnTx/>
                <a:uFillTx/>
                <a:latin typeface="Calibri Light"/>
                <a:ea typeface="+mn-ea"/>
                <a:cs typeface="+mn-cs"/>
              </a:endParaRPr>
            </a:p>
            <a:p>
              <a:pPr marL="0" marR="0" lvl="0" indent="0" algn="l" defTabSz="914400" rtl="0" eaLnBrk="1" fontAlgn="auto" latinLnBrk="0" hangingPunct="1">
                <a:lnSpc>
                  <a:spcPct val="100000"/>
                </a:lnSpc>
                <a:spcBef>
                  <a:spcPts val="0"/>
                </a:spcBef>
                <a:spcAft>
                  <a:spcPct val="0"/>
                </a:spcAft>
                <a:buClrTx/>
                <a:buSzTx/>
                <a:buFontTx/>
                <a:buNone/>
                <a:tabLst/>
                <a:defRPr/>
              </a:pPr>
              <a:r>
                <a:rPr kumimoji="0" lang="da-DK" sz="900" b="0" i="0" u="none" strike="noStrike" kern="1200" cap="none" spc="0" normalizeH="0" baseline="0" noProof="0" dirty="0">
                  <a:ln>
                    <a:noFill/>
                  </a:ln>
                  <a:solidFill>
                    <a:srgbClr val="1F4953"/>
                  </a:solidFill>
                  <a:effectLst/>
                  <a:uLnTx/>
                  <a:uFillTx/>
                  <a:latin typeface="Calibri Light"/>
                  <a:ea typeface="+mn-ea"/>
                  <a:cs typeface="+mn-cs"/>
                </a:rPr>
                <a:t>Han sikrer, at sikkerhedskontroller ikke kun er “design”, men også fungerer i drift via </a:t>
              </a:r>
              <a:r>
                <a:rPr kumimoji="0" lang="da-DK" sz="900" b="0" i="0" u="none" strike="noStrike" kern="1200" cap="none" spc="0" normalizeH="0" baseline="0" noProof="0" dirty="0" err="1">
                  <a:ln>
                    <a:noFill/>
                  </a:ln>
                  <a:solidFill>
                    <a:srgbClr val="1F4953"/>
                  </a:solidFill>
                  <a:effectLst/>
                  <a:uLnTx/>
                  <a:uFillTx/>
                  <a:latin typeface="Calibri Light"/>
                  <a:ea typeface="+mn-ea"/>
                  <a:cs typeface="+mn-cs"/>
                </a:rPr>
                <a:t>logging</a:t>
              </a:r>
              <a:r>
                <a:rPr kumimoji="0" lang="da-DK" sz="900" b="0" i="0" u="none" strike="noStrike" kern="1200" cap="none" spc="0" normalizeH="0" baseline="0" noProof="0" dirty="0">
                  <a:ln>
                    <a:noFill/>
                  </a:ln>
                  <a:solidFill>
                    <a:srgbClr val="1F4953"/>
                  </a:solidFill>
                  <a:effectLst/>
                  <a:uLnTx/>
                  <a:uFillTx/>
                  <a:latin typeface="Calibri Light"/>
                  <a:ea typeface="+mn-ea"/>
                  <a:cs typeface="+mn-cs"/>
                </a:rPr>
                <a:t>, alarmer, </a:t>
              </a:r>
              <a:r>
                <a:rPr kumimoji="0" lang="da-DK" sz="900" b="0" i="0" u="none" strike="noStrike" kern="1200" cap="none" spc="0" normalizeH="0" baseline="0" noProof="0" dirty="0" err="1">
                  <a:ln>
                    <a:noFill/>
                  </a:ln>
                  <a:solidFill>
                    <a:srgbClr val="1F4953"/>
                  </a:solidFill>
                  <a:effectLst/>
                  <a:uLnTx/>
                  <a:uFillTx/>
                  <a:latin typeface="Calibri Light"/>
                  <a:ea typeface="+mn-ea"/>
                  <a:cs typeface="+mn-cs"/>
                </a:rPr>
                <a:t>hardening</a:t>
              </a:r>
              <a:r>
                <a:rPr kumimoji="0" lang="da-DK" sz="900" b="0" i="0" u="none" strike="noStrike" kern="1200" cap="none" spc="0" normalizeH="0" baseline="0" noProof="0" dirty="0">
                  <a:ln>
                    <a:noFill/>
                  </a:ln>
                  <a:solidFill>
                    <a:srgbClr val="1F4953"/>
                  </a:solidFill>
                  <a:effectLst/>
                  <a:uLnTx/>
                  <a:uFillTx/>
                  <a:latin typeface="Calibri Light"/>
                  <a:ea typeface="+mn-ea"/>
                  <a:cs typeface="+mn-cs"/>
                </a:rPr>
                <a:t> og processer. </a:t>
              </a:r>
            </a:p>
            <a:p>
              <a:pPr marL="0" marR="0" lvl="0" indent="0" algn="l" defTabSz="914400" rtl="0" eaLnBrk="1" fontAlgn="auto" latinLnBrk="0" hangingPunct="1">
                <a:lnSpc>
                  <a:spcPct val="100000"/>
                </a:lnSpc>
                <a:spcBef>
                  <a:spcPts val="0"/>
                </a:spcBef>
                <a:spcAft>
                  <a:spcPct val="0"/>
                </a:spcAft>
                <a:buClrTx/>
                <a:buSzTx/>
                <a:buFontTx/>
                <a:buNone/>
                <a:tabLst/>
                <a:defRPr/>
              </a:pPr>
              <a:endParaRPr kumimoji="0" lang="da-DK" sz="900" b="0" i="0" u="none" strike="noStrike" kern="1200" cap="none" spc="0" normalizeH="0" baseline="0" noProof="0" dirty="0">
                <a:ln>
                  <a:noFill/>
                </a:ln>
                <a:solidFill>
                  <a:srgbClr val="1F4953"/>
                </a:solidFill>
                <a:effectLst/>
                <a:uLnTx/>
                <a:uFillTx/>
                <a:latin typeface="Calibri Light"/>
                <a:ea typeface="+mn-ea"/>
                <a:cs typeface="+mn-cs"/>
              </a:endParaRPr>
            </a:p>
            <a:p>
              <a:pPr marL="0" marR="0" lvl="0" indent="0" algn="l" defTabSz="914400" rtl="0" eaLnBrk="1" fontAlgn="auto" latinLnBrk="0" hangingPunct="1">
                <a:lnSpc>
                  <a:spcPct val="100000"/>
                </a:lnSpc>
                <a:spcBef>
                  <a:spcPts val="0"/>
                </a:spcBef>
                <a:spcAft>
                  <a:spcPct val="0"/>
                </a:spcAft>
                <a:buClrTx/>
                <a:buSzTx/>
                <a:buFontTx/>
                <a:buNone/>
                <a:tabLst/>
                <a:defRPr/>
              </a:pPr>
              <a:r>
                <a:rPr kumimoji="0" lang="da-DK" sz="900" b="0" i="0" u="none" strike="noStrike" kern="1200" cap="none" spc="0" normalizeH="0" baseline="0" noProof="0" dirty="0">
                  <a:ln>
                    <a:noFill/>
                  </a:ln>
                  <a:solidFill>
                    <a:srgbClr val="1F4953"/>
                  </a:solidFill>
                  <a:effectLst/>
                  <a:uLnTx/>
                  <a:uFillTx/>
                  <a:latin typeface="Calibri Light"/>
                  <a:ea typeface="+mn-ea"/>
                  <a:cs typeface="+mn-cs"/>
                </a:rPr>
                <a:t>Troels har særlig styrke i at operationalisere sikkerhed i både cloud og on-</a:t>
              </a:r>
              <a:r>
                <a:rPr kumimoji="0" lang="da-DK" sz="900" b="0" i="0" u="none" strike="noStrike" kern="1200" cap="none" spc="0" normalizeH="0" baseline="0" noProof="0" dirty="0" err="1">
                  <a:ln>
                    <a:noFill/>
                  </a:ln>
                  <a:solidFill>
                    <a:srgbClr val="1F4953"/>
                  </a:solidFill>
                  <a:effectLst/>
                  <a:uLnTx/>
                  <a:uFillTx/>
                  <a:latin typeface="Calibri Light"/>
                  <a:ea typeface="+mn-ea"/>
                  <a:cs typeface="+mn-cs"/>
                </a:rPr>
                <a:t>prem</a:t>
              </a:r>
              <a:r>
                <a:rPr kumimoji="0" lang="da-DK" sz="900" b="0" i="0" u="none" strike="noStrike" kern="1200" cap="none" spc="0" normalizeH="0" baseline="0" noProof="0" dirty="0">
                  <a:ln>
                    <a:noFill/>
                  </a:ln>
                  <a:solidFill>
                    <a:srgbClr val="1F4953"/>
                  </a:solidFill>
                  <a:effectLst/>
                  <a:uLnTx/>
                  <a:uFillTx/>
                  <a:latin typeface="Calibri Light"/>
                  <a:ea typeface="+mn-ea"/>
                  <a:cs typeface="+mn-cs"/>
                </a:rPr>
                <a:t> miljøer.</a:t>
              </a:r>
            </a:p>
          </p:txBody>
        </p:sp>
        <p:sp>
          <p:nvSpPr>
            <p:cNvPr id="13" name="Rectangle 12">
              <a:extLst>
                <a:ext uri="{FF2B5EF4-FFF2-40B4-BE49-F238E27FC236}">
                  <a16:creationId xmlns:a16="http://schemas.microsoft.com/office/drawing/2014/main" id="{E08DDF3B-BF38-A935-F9CE-1CC8BE90B129}"/>
                </a:ext>
              </a:extLst>
            </p:cNvPr>
            <p:cNvSpPr/>
            <p:nvPr/>
          </p:nvSpPr>
          <p:spPr bwMode="gray">
            <a:xfrm>
              <a:off x="9605168" y="2584470"/>
              <a:ext cx="2244126" cy="1555436"/>
            </a:xfrm>
            <a:prstGeom prst="rect">
              <a:avLst/>
            </a:prstGeom>
            <a:solidFill>
              <a:srgbClr val="E9F4F8"/>
            </a:solidFill>
          </p:spPr>
          <p:txBody>
            <a:bodyPr vert="horz" lIns="36000" tIns="36000" rIns="36000" bIns="3600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da-DK" sz="900" b="0" i="0" u="none" strike="noStrike" kern="1200" cap="none" spc="0" normalizeH="0" baseline="0" noProof="0" dirty="0">
                  <a:ln>
                    <a:noFill/>
                  </a:ln>
                  <a:solidFill>
                    <a:srgbClr val="1F4953"/>
                  </a:solidFill>
                  <a:effectLst/>
                  <a:uLnTx/>
                  <a:uFillTx/>
                  <a:latin typeface="Calibri Light"/>
                  <a:ea typeface="+mn-ea"/>
                  <a:cs typeface="Arial"/>
                </a:rPr>
                <a:t>Relevante kompetencer</a:t>
              </a:r>
              <a:endParaRPr kumimoji="0" lang="da-DK" sz="900" b="0" i="0" u="none" strike="noStrike" kern="1200" cap="none" spc="0" normalizeH="0" baseline="0" noProof="0" dirty="0">
                <a:ln>
                  <a:noFill/>
                </a:ln>
                <a:solidFill>
                  <a:srgbClr val="1F4953"/>
                </a:solidFill>
                <a:effectLst/>
                <a:uLnTx/>
                <a:uFillTx/>
                <a:latin typeface="Calibri Light"/>
                <a:ea typeface="+mn-ea"/>
                <a:cs typeface="+mn-cs"/>
              </a:endParaRPr>
            </a:p>
            <a:p>
              <a:pPr marL="87313" marR="0" lvl="0" indent="-8731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a-DK" sz="900" b="0" i="0" u="none" strike="noStrike" kern="1200" cap="none" spc="0" normalizeH="0" baseline="0" noProof="0" dirty="0" err="1">
                  <a:ln>
                    <a:noFill/>
                  </a:ln>
                  <a:solidFill>
                    <a:srgbClr val="1F4953"/>
                  </a:solidFill>
                  <a:effectLst/>
                  <a:uLnTx/>
                  <a:uFillTx/>
                  <a:latin typeface="Calibri Light"/>
                  <a:ea typeface="+mn-ea"/>
                  <a:cs typeface="+mn-cs"/>
                </a:rPr>
                <a:t>SecOps</a:t>
              </a:r>
              <a:r>
                <a:rPr kumimoji="0" lang="da-DK" sz="900" b="0" i="0" u="none" strike="noStrike" kern="1200" cap="none" spc="0" normalizeH="0" baseline="0" noProof="0" dirty="0">
                  <a:ln>
                    <a:noFill/>
                  </a:ln>
                  <a:solidFill>
                    <a:srgbClr val="1F4953"/>
                  </a:solidFill>
                  <a:effectLst/>
                  <a:uLnTx/>
                  <a:uFillTx/>
                  <a:latin typeface="Calibri Light"/>
                  <a:ea typeface="+mn-ea"/>
                  <a:cs typeface="+mn-cs"/>
                </a:rPr>
                <a:t>: </a:t>
              </a:r>
              <a:r>
                <a:rPr kumimoji="0" lang="da-DK" sz="900" b="0" i="0" u="none" strike="noStrike" kern="1200" cap="none" spc="0" normalizeH="0" baseline="0" noProof="0" dirty="0" err="1">
                  <a:ln>
                    <a:noFill/>
                  </a:ln>
                  <a:solidFill>
                    <a:srgbClr val="1F4953"/>
                  </a:solidFill>
                  <a:effectLst/>
                  <a:uLnTx/>
                  <a:uFillTx/>
                  <a:latin typeface="Calibri Light"/>
                  <a:ea typeface="+mn-ea"/>
                  <a:cs typeface="+mn-cs"/>
                </a:rPr>
                <a:t>detection</a:t>
              </a:r>
              <a:r>
                <a:rPr kumimoji="0" lang="da-DK" sz="900" b="0" i="0" u="none" strike="noStrike" kern="1200" cap="none" spc="0" normalizeH="0" baseline="0" noProof="0" dirty="0">
                  <a:ln>
                    <a:noFill/>
                  </a:ln>
                  <a:solidFill>
                    <a:srgbClr val="1F4953"/>
                  </a:solidFill>
                  <a:effectLst/>
                  <a:uLnTx/>
                  <a:uFillTx/>
                  <a:latin typeface="Calibri Light"/>
                  <a:ea typeface="+mn-ea"/>
                  <a:cs typeface="+mn-cs"/>
                </a:rPr>
                <a:t> &amp; </a:t>
              </a:r>
              <a:r>
                <a:rPr kumimoji="0" lang="da-DK" sz="900" b="0" i="0" u="none" strike="noStrike" kern="1200" cap="none" spc="0" normalizeH="0" baseline="0" noProof="0" dirty="0" err="1">
                  <a:ln>
                    <a:noFill/>
                  </a:ln>
                  <a:solidFill>
                    <a:srgbClr val="1F4953"/>
                  </a:solidFill>
                  <a:effectLst/>
                  <a:uLnTx/>
                  <a:uFillTx/>
                  <a:latin typeface="Calibri Light"/>
                  <a:ea typeface="+mn-ea"/>
                  <a:cs typeface="+mn-cs"/>
                </a:rPr>
                <a:t>response</a:t>
              </a:r>
              <a:r>
                <a:rPr kumimoji="0" lang="da-DK" sz="900" b="0" i="0" u="none" strike="noStrike" kern="1200" cap="none" spc="0" normalizeH="0" baseline="0" noProof="0" dirty="0">
                  <a:ln>
                    <a:noFill/>
                  </a:ln>
                  <a:solidFill>
                    <a:srgbClr val="1F4953"/>
                  </a:solidFill>
                  <a:effectLst/>
                  <a:uLnTx/>
                  <a:uFillTx/>
                  <a:latin typeface="Calibri Light"/>
                  <a:ea typeface="+mn-ea"/>
                  <a:cs typeface="+mn-cs"/>
                </a:rPr>
                <a:t>, driftssikkerhed og modenhed (SOC/SIEM/SOAR)</a:t>
              </a:r>
            </a:p>
            <a:p>
              <a:pPr marL="87313" marR="0" lvl="0" indent="-8731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a-DK" sz="900" b="0" i="0" u="none" strike="noStrike" kern="1200" cap="none" spc="0" normalizeH="0" baseline="0" noProof="0" dirty="0" err="1">
                  <a:ln>
                    <a:noFill/>
                  </a:ln>
                  <a:solidFill>
                    <a:srgbClr val="1F4953"/>
                  </a:solidFill>
                  <a:effectLst/>
                  <a:uLnTx/>
                  <a:uFillTx/>
                  <a:latin typeface="Calibri Light"/>
                  <a:ea typeface="+mn-ea"/>
                  <a:cs typeface="+mn-cs"/>
                </a:rPr>
                <a:t>Hardening</a:t>
              </a:r>
              <a:r>
                <a:rPr kumimoji="0" lang="da-DK" sz="900" b="0" i="0" u="none" strike="noStrike" kern="1200" cap="none" spc="0" normalizeH="0" baseline="0" noProof="0" dirty="0">
                  <a:ln>
                    <a:noFill/>
                  </a:ln>
                  <a:solidFill>
                    <a:srgbClr val="1F4953"/>
                  </a:solidFill>
                  <a:effectLst/>
                  <a:uLnTx/>
                  <a:uFillTx/>
                  <a:latin typeface="Calibri Light"/>
                  <a:ea typeface="+mn-ea"/>
                  <a:cs typeface="+mn-cs"/>
                </a:rPr>
                <a:t> og sikker konfiguration af cloud- og on-</a:t>
              </a:r>
              <a:r>
                <a:rPr kumimoji="0" lang="da-DK" sz="900" b="0" i="0" u="none" strike="noStrike" kern="1200" cap="none" spc="0" normalizeH="0" baseline="0" noProof="0" dirty="0" err="1">
                  <a:ln>
                    <a:noFill/>
                  </a:ln>
                  <a:solidFill>
                    <a:srgbClr val="1F4953"/>
                  </a:solidFill>
                  <a:effectLst/>
                  <a:uLnTx/>
                  <a:uFillTx/>
                  <a:latin typeface="Calibri Light"/>
                  <a:ea typeface="+mn-ea"/>
                  <a:cs typeface="+mn-cs"/>
                </a:rPr>
                <a:t>prem</a:t>
              </a:r>
              <a:r>
                <a:rPr kumimoji="0" lang="da-DK" sz="900" b="0" i="0" u="none" strike="noStrike" kern="1200" cap="none" spc="0" normalizeH="0" baseline="0" noProof="0" dirty="0">
                  <a:ln>
                    <a:noFill/>
                  </a:ln>
                  <a:solidFill>
                    <a:srgbClr val="1F4953"/>
                  </a:solidFill>
                  <a:effectLst/>
                  <a:uLnTx/>
                  <a:uFillTx/>
                  <a:latin typeface="Calibri Light"/>
                  <a:ea typeface="+mn-ea"/>
                  <a:cs typeface="+mn-cs"/>
                </a:rPr>
                <a:t> miljøer</a:t>
              </a:r>
            </a:p>
            <a:p>
              <a:pPr marL="87313" marR="0" lvl="0" indent="-8731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a-DK" sz="900" b="0" i="0" u="none" strike="noStrike" kern="1200" cap="none" spc="0" normalizeH="0" baseline="0" noProof="0" dirty="0" err="1">
                  <a:ln>
                    <a:noFill/>
                  </a:ln>
                  <a:solidFill>
                    <a:srgbClr val="1F4953"/>
                  </a:solidFill>
                  <a:effectLst/>
                  <a:uLnTx/>
                  <a:uFillTx/>
                  <a:latin typeface="Calibri Light"/>
                  <a:ea typeface="+mn-ea"/>
                  <a:cs typeface="+mn-cs"/>
                </a:rPr>
                <a:t>Logging</a:t>
              </a:r>
              <a:r>
                <a:rPr kumimoji="0" lang="da-DK" sz="900" b="0" i="0" u="none" strike="noStrike" kern="1200" cap="none" spc="0" normalizeH="0" baseline="0" noProof="0" dirty="0">
                  <a:ln>
                    <a:noFill/>
                  </a:ln>
                  <a:solidFill>
                    <a:srgbClr val="1F4953"/>
                  </a:solidFill>
                  <a:effectLst/>
                  <a:uLnTx/>
                  <a:uFillTx/>
                  <a:latin typeface="Calibri Light"/>
                  <a:ea typeface="+mn-ea"/>
                  <a:cs typeface="+mn-cs"/>
                </a:rPr>
                <a:t>/telemetri, alarmering og </a:t>
              </a:r>
              <a:r>
                <a:rPr kumimoji="0" lang="da-DK" sz="900" b="0" i="0" u="none" strike="noStrike" kern="1200" cap="none" spc="0" normalizeH="0" baseline="0" noProof="0" dirty="0" err="1">
                  <a:ln>
                    <a:noFill/>
                  </a:ln>
                  <a:solidFill>
                    <a:srgbClr val="1F4953"/>
                  </a:solidFill>
                  <a:effectLst/>
                  <a:uLnTx/>
                  <a:uFillTx/>
                  <a:latin typeface="Calibri Light"/>
                  <a:ea typeface="+mn-ea"/>
                  <a:cs typeface="+mn-cs"/>
                </a:rPr>
                <a:t>auditability</a:t>
              </a:r>
              <a:r>
                <a:rPr kumimoji="0" lang="da-DK" sz="900" b="0" i="0" u="none" strike="noStrike" kern="1200" cap="none" spc="0" normalizeH="0" baseline="0" noProof="0" dirty="0">
                  <a:ln>
                    <a:noFill/>
                  </a:ln>
                  <a:solidFill>
                    <a:srgbClr val="1F4953"/>
                  </a:solidFill>
                  <a:effectLst/>
                  <a:uLnTx/>
                  <a:uFillTx/>
                  <a:latin typeface="Calibri Light"/>
                  <a:ea typeface="+mn-ea"/>
                  <a:cs typeface="+mn-cs"/>
                </a:rPr>
                <a:t> (sporbarhed og kontrolspor)</a:t>
              </a:r>
            </a:p>
            <a:p>
              <a:pPr marL="87313" marR="0" lvl="0" indent="-8731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a-DK" sz="900" b="0" i="0" u="none" strike="noStrike" kern="1200" cap="none" spc="0" normalizeH="0" baseline="0" noProof="0" dirty="0" err="1">
                  <a:ln>
                    <a:noFill/>
                  </a:ln>
                  <a:solidFill>
                    <a:srgbClr val="1F4953"/>
                  </a:solidFill>
                  <a:effectLst/>
                  <a:uLnTx/>
                  <a:uFillTx/>
                  <a:latin typeface="Calibri Light"/>
                  <a:ea typeface="+mn-ea"/>
                  <a:cs typeface="+mn-cs"/>
                </a:rPr>
                <a:t>Threat</a:t>
              </a:r>
              <a:r>
                <a:rPr kumimoji="0" lang="da-DK" sz="900" b="0" i="0" u="none" strike="noStrike" kern="1200" cap="none" spc="0" normalizeH="0" baseline="0" noProof="0" dirty="0">
                  <a:ln>
                    <a:noFill/>
                  </a:ln>
                  <a:solidFill>
                    <a:srgbClr val="1F4953"/>
                  </a:solidFill>
                  <a:effectLst/>
                  <a:uLnTx/>
                  <a:uFillTx/>
                  <a:latin typeface="Calibri Light"/>
                  <a:ea typeface="+mn-ea"/>
                  <a:cs typeface="+mn-cs"/>
                </a:rPr>
                <a:t> </a:t>
              </a:r>
              <a:r>
                <a:rPr kumimoji="0" lang="da-DK" sz="900" b="0" i="0" u="none" strike="noStrike" kern="1200" cap="none" spc="0" normalizeH="0" baseline="0" noProof="0" dirty="0" err="1">
                  <a:ln>
                    <a:noFill/>
                  </a:ln>
                  <a:solidFill>
                    <a:srgbClr val="1F4953"/>
                  </a:solidFill>
                  <a:effectLst/>
                  <a:uLnTx/>
                  <a:uFillTx/>
                  <a:latin typeface="Calibri Light"/>
                  <a:ea typeface="+mn-ea"/>
                  <a:cs typeface="+mn-cs"/>
                </a:rPr>
                <a:t>modelling</a:t>
              </a:r>
              <a:r>
                <a:rPr kumimoji="0" lang="da-DK" sz="900" b="0" i="0" u="none" strike="noStrike" kern="1200" cap="none" spc="0" normalizeH="0" baseline="0" noProof="0" dirty="0">
                  <a:ln>
                    <a:noFill/>
                  </a:ln>
                  <a:solidFill>
                    <a:srgbClr val="1F4953"/>
                  </a:solidFill>
                  <a:effectLst/>
                  <a:uLnTx/>
                  <a:uFillTx/>
                  <a:latin typeface="Calibri Light"/>
                  <a:ea typeface="+mn-ea"/>
                  <a:cs typeface="+mn-cs"/>
                </a:rPr>
                <a:t>, </a:t>
              </a:r>
              <a:r>
                <a:rPr kumimoji="0" lang="da-DK" sz="900" b="0" i="0" u="none" strike="noStrike" kern="1200" cap="none" spc="0" normalizeH="0" baseline="0" noProof="0" dirty="0" err="1">
                  <a:ln>
                    <a:noFill/>
                  </a:ln>
                  <a:solidFill>
                    <a:srgbClr val="1F4953"/>
                  </a:solidFill>
                  <a:effectLst/>
                  <a:uLnTx/>
                  <a:uFillTx/>
                  <a:latin typeface="Calibri Light"/>
                  <a:ea typeface="+mn-ea"/>
                  <a:cs typeface="+mn-cs"/>
                </a:rPr>
                <a:t>attack</a:t>
              </a:r>
              <a:r>
                <a:rPr kumimoji="0" lang="da-DK" sz="900" b="0" i="0" u="none" strike="noStrike" kern="1200" cap="none" spc="0" normalizeH="0" baseline="0" noProof="0" dirty="0">
                  <a:ln>
                    <a:noFill/>
                  </a:ln>
                  <a:solidFill>
                    <a:srgbClr val="1F4953"/>
                  </a:solidFill>
                  <a:effectLst/>
                  <a:uLnTx/>
                  <a:uFillTx/>
                  <a:latin typeface="Calibri Light"/>
                  <a:ea typeface="+mn-ea"/>
                  <a:cs typeface="+mn-cs"/>
                </a:rPr>
                <a:t> </a:t>
              </a:r>
              <a:r>
                <a:rPr kumimoji="0" lang="da-DK" sz="900" b="0" i="0" u="none" strike="noStrike" kern="1200" cap="none" spc="0" normalizeH="0" baseline="0" noProof="0" dirty="0" err="1">
                  <a:ln>
                    <a:noFill/>
                  </a:ln>
                  <a:solidFill>
                    <a:srgbClr val="1F4953"/>
                  </a:solidFill>
                  <a:effectLst/>
                  <a:uLnTx/>
                  <a:uFillTx/>
                  <a:latin typeface="Calibri Light"/>
                  <a:ea typeface="+mn-ea"/>
                  <a:cs typeface="+mn-cs"/>
                </a:rPr>
                <a:t>surface</a:t>
              </a:r>
              <a:r>
                <a:rPr kumimoji="0" lang="da-DK" sz="900" b="0" i="0" u="none" strike="noStrike" kern="1200" cap="none" spc="0" normalizeH="0" baseline="0" noProof="0" dirty="0">
                  <a:ln>
                    <a:noFill/>
                  </a:ln>
                  <a:solidFill>
                    <a:srgbClr val="1F4953"/>
                  </a:solidFill>
                  <a:effectLst/>
                  <a:uLnTx/>
                  <a:uFillTx/>
                  <a:latin typeface="Calibri Light"/>
                  <a:ea typeface="+mn-ea"/>
                  <a:cs typeface="+mn-cs"/>
                </a:rPr>
                <a:t> management og kontinuerlig forbedring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900" b="0" i="0" u="none" strike="noStrike" kern="1200" cap="none" spc="0" normalizeH="0" baseline="0" noProof="0" dirty="0">
                <a:ln>
                  <a:noFill/>
                </a:ln>
                <a:solidFill>
                  <a:srgbClr val="1F4953"/>
                </a:solidFill>
                <a:effectLst/>
                <a:uLnTx/>
                <a:uFillTx/>
                <a:latin typeface="Calibri Light"/>
                <a:ea typeface="+mn-ea"/>
                <a:cs typeface="Arial"/>
              </a:endParaRPr>
            </a:p>
          </p:txBody>
        </p:sp>
        <p:sp>
          <p:nvSpPr>
            <p:cNvPr id="32" name="Rectangle 31">
              <a:extLst>
                <a:ext uri="{FF2B5EF4-FFF2-40B4-BE49-F238E27FC236}">
                  <a16:creationId xmlns:a16="http://schemas.microsoft.com/office/drawing/2014/main" id="{AB4D906C-4796-BBC5-6194-1A4AD336FD8A}"/>
                </a:ext>
              </a:extLst>
            </p:cNvPr>
            <p:cNvSpPr/>
            <p:nvPr/>
          </p:nvSpPr>
          <p:spPr bwMode="gray">
            <a:xfrm>
              <a:off x="9605168" y="1558110"/>
              <a:ext cx="2241854" cy="981951"/>
            </a:xfrm>
            <a:prstGeom prst="rect">
              <a:avLst/>
            </a:prstGeom>
            <a:solidFill>
              <a:schemeClr val="accent3"/>
            </a:solidFill>
            <a:ln>
              <a:noFill/>
            </a:ln>
          </p:spPr>
          <p:txBody>
            <a:bodyPr vert="horz" lIns="90000" tIns="46800" rIns="90000" bIns="4680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6000" marR="0" lvl="0" indent="-216000" algn="l" defTabSz="914400" rtl="0" eaLnBrk="1" fontAlgn="auto" latinLnBrk="0" hangingPunct="1">
                <a:lnSpc>
                  <a:spcPct val="100000"/>
                </a:lnSpc>
                <a:spcBef>
                  <a:spcPts val="600"/>
                </a:spcBef>
                <a:spcAft>
                  <a:spcPct val="0"/>
                </a:spcAft>
                <a:buClrTx/>
                <a:buSzTx/>
                <a:buFont typeface="Arial" pitchFamily="34" charset="0"/>
                <a:buChar char="•"/>
                <a:tabLst/>
                <a:defRPr/>
              </a:pPr>
              <a:endParaRPr kumimoji="0" lang="da-DK" sz="1100" b="1" i="0" u="none" strike="noStrike" kern="1200" cap="none" spc="0" normalizeH="0" baseline="0" noProof="0">
                <a:ln>
                  <a:noFill/>
                </a:ln>
                <a:solidFill>
                  <a:srgbClr val="FFFFFF"/>
                </a:solidFill>
                <a:effectLst/>
                <a:uLnTx/>
                <a:uFillTx/>
                <a:latin typeface="Calibri Light"/>
                <a:ea typeface="+mn-ea"/>
                <a:cs typeface="Arial"/>
              </a:endParaRPr>
            </a:p>
            <a:p>
              <a:pPr marL="216000" marR="0" lvl="0" indent="-216000" algn="l" defTabSz="914400" rtl="0" eaLnBrk="1" fontAlgn="auto" latinLnBrk="0" hangingPunct="1">
                <a:lnSpc>
                  <a:spcPct val="100000"/>
                </a:lnSpc>
                <a:spcBef>
                  <a:spcPts val="600"/>
                </a:spcBef>
                <a:spcAft>
                  <a:spcPct val="0"/>
                </a:spcAft>
                <a:buClrTx/>
                <a:buSzTx/>
                <a:buFont typeface="Arial" pitchFamily="34" charset="0"/>
                <a:buChar char="•"/>
                <a:tabLst/>
                <a:defRPr/>
              </a:pPr>
              <a:endParaRPr kumimoji="0" lang="da-DK" sz="1100" b="1" i="0" u="none" strike="noStrike" kern="1200" cap="none" spc="0" normalizeH="0" baseline="0" noProof="0">
                <a:ln>
                  <a:noFill/>
                </a:ln>
                <a:solidFill>
                  <a:srgbClr val="FFFFFF"/>
                </a:solidFill>
                <a:effectLst/>
                <a:uLnTx/>
                <a:uFillTx/>
                <a:latin typeface="Calibri Light"/>
                <a:ea typeface="+mn-ea"/>
                <a:cs typeface="Arial"/>
              </a:endParaRPr>
            </a:p>
            <a:p>
              <a:pPr marL="216000" marR="0" lvl="0" indent="-216000" algn="l" defTabSz="914400" rtl="0" eaLnBrk="1" fontAlgn="auto" latinLnBrk="0" hangingPunct="1">
                <a:lnSpc>
                  <a:spcPct val="100000"/>
                </a:lnSpc>
                <a:spcBef>
                  <a:spcPts val="600"/>
                </a:spcBef>
                <a:spcAft>
                  <a:spcPct val="0"/>
                </a:spcAft>
                <a:buClrTx/>
                <a:buSzTx/>
                <a:buFont typeface="Arial" pitchFamily="34" charset="0"/>
                <a:buChar char="•"/>
                <a:tabLst/>
                <a:defRPr/>
              </a:pPr>
              <a:endParaRPr kumimoji="0" lang="da-DK" sz="1100" b="1" i="0" u="none" strike="noStrike" kern="1200" cap="none" spc="0" normalizeH="0" baseline="0" noProof="0">
                <a:ln>
                  <a:noFill/>
                </a:ln>
                <a:solidFill>
                  <a:srgbClr val="FFFFFF"/>
                </a:solidFill>
                <a:effectLst/>
                <a:uLnTx/>
                <a:uFillTx/>
                <a:latin typeface="Calibri Light"/>
                <a:ea typeface="+mn-ea"/>
                <a:cs typeface="Arial"/>
              </a:endParaRPr>
            </a:p>
          </p:txBody>
        </p:sp>
      </p:grpSp>
      <p:grpSp>
        <p:nvGrpSpPr>
          <p:cNvPr id="72" name="Group 71">
            <a:extLst>
              <a:ext uri="{FF2B5EF4-FFF2-40B4-BE49-F238E27FC236}">
                <a16:creationId xmlns:a16="http://schemas.microsoft.com/office/drawing/2014/main" id="{AA0CE006-85EE-1001-E049-D92AC1ADCBA5}"/>
              </a:ext>
            </a:extLst>
          </p:cNvPr>
          <p:cNvGrpSpPr/>
          <p:nvPr/>
        </p:nvGrpSpPr>
        <p:grpSpPr>
          <a:xfrm>
            <a:off x="9635955" y="1513488"/>
            <a:ext cx="2262367" cy="4599446"/>
            <a:chOff x="5006121" y="1475148"/>
            <a:chExt cx="2262367" cy="4599446"/>
          </a:xfrm>
        </p:grpSpPr>
        <p:sp>
          <p:nvSpPr>
            <p:cNvPr id="73" name="Rectangle 72">
              <a:extLst>
                <a:ext uri="{FF2B5EF4-FFF2-40B4-BE49-F238E27FC236}">
                  <a16:creationId xmlns:a16="http://schemas.microsoft.com/office/drawing/2014/main" id="{F580B7DE-2928-44A8-74ED-1ABCDA39202B}"/>
                </a:ext>
              </a:extLst>
            </p:cNvPr>
            <p:cNvSpPr/>
            <p:nvPr/>
          </p:nvSpPr>
          <p:spPr bwMode="gray">
            <a:xfrm>
              <a:off x="5006121" y="4118567"/>
              <a:ext cx="2244126" cy="1956027"/>
            </a:xfrm>
            <a:prstGeom prst="rect">
              <a:avLst/>
            </a:prstGeom>
            <a:solidFill>
              <a:srgbClr val="E9F4F8">
                <a:alpha val="40164"/>
              </a:srgbClr>
            </a:solidFill>
          </p:spPr>
          <p:txBody>
            <a:bodyPr vert="horz" lIns="144000" tIns="108000" rIns="108000" bIns="10800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da-DK" sz="900" b="0" i="0" u="none" strike="noStrike" kern="1200" cap="none" spc="0" normalizeH="0" baseline="0" noProof="0" dirty="0">
                  <a:ln>
                    <a:noFill/>
                  </a:ln>
                  <a:solidFill>
                    <a:srgbClr val="1F4953"/>
                  </a:solidFill>
                  <a:effectLst/>
                  <a:uLnTx/>
                  <a:uFillTx/>
                  <a:latin typeface="Calibri Light"/>
                  <a:ea typeface="+mn-ea"/>
                  <a:cs typeface="+mn-cs"/>
                </a:rPr>
                <a:t>Kristian er AI Solutions </a:t>
              </a:r>
              <a:r>
                <a:rPr kumimoji="0" lang="da-DK" sz="900" b="0" i="0" u="none" strike="noStrike" kern="1200" cap="none" spc="0" normalizeH="0" baseline="0" noProof="0" dirty="0" err="1">
                  <a:ln>
                    <a:noFill/>
                  </a:ln>
                  <a:solidFill>
                    <a:srgbClr val="1F4953"/>
                  </a:solidFill>
                  <a:effectLst/>
                  <a:uLnTx/>
                  <a:uFillTx/>
                  <a:latin typeface="Calibri Light"/>
                  <a:ea typeface="+mn-ea"/>
                  <a:cs typeface="+mn-cs"/>
                </a:rPr>
                <a:t>Engineer</a:t>
              </a:r>
              <a:r>
                <a:rPr kumimoji="0" lang="da-DK" sz="900" b="0" i="0" u="none" strike="noStrike" kern="1200" cap="none" spc="0" normalizeH="0" baseline="0" noProof="0" dirty="0">
                  <a:ln>
                    <a:noFill/>
                  </a:ln>
                  <a:solidFill>
                    <a:srgbClr val="1F4953"/>
                  </a:solidFill>
                  <a:effectLst/>
                  <a:uLnTx/>
                  <a:uFillTx/>
                  <a:latin typeface="Calibri Light"/>
                  <a:ea typeface="+mn-ea"/>
                  <a:cs typeface="+mn-cs"/>
                </a:rPr>
                <a:t> og senior konsulent, der leverer praktiske AI-løsninger, som effektiviserer arbejdsgange og skaber målbare resultater.</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da-DK" sz="900" b="0" i="0" u="none" strike="noStrike" kern="1200" cap="none" spc="0" normalizeH="0" baseline="0" noProof="0" dirty="0">
                  <a:ln>
                    <a:noFill/>
                  </a:ln>
                  <a:solidFill>
                    <a:srgbClr val="1F4953"/>
                  </a:solidFill>
                  <a:effectLst/>
                  <a:uLnTx/>
                  <a:uFillTx/>
                  <a:latin typeface="Calibri Light"/>
                  <a:ea typeface="+mn-ea"/>
                  <a:cs typeface="+mn-cs"/>
                </a:rPr>
                <a:t>Han har implementeret RAG- og agentbaserede løsninger til dokument- og kontraktarbejde samt værktøjer til transskription og informationsudtræk. </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da-DK" sz="900" b="0" i="0" u="none" strike="noStrike" kern="1200" cap="none" spc="0" normalizeH="0" baseline="0" noProof="0" dirty="0">
                  <a:ln>
                    <a:noFill/>
                  </a:ln>
                  <a:solidFill>
                    <a:srgbClr val="1F4953"/>
                  </a:solidFill>
                  <a:effectLst/>
                  <a:uLnTx/>
                  <a:uFillTx/>
                  <a:latin typeface="Calibri Light"/>
                  <a:ea typeface="+mn-ea"/>
                  <a:cs typeface="+mn-cs"/>
                </a:rPr>
                <a:t>Kristian er kendt for hurtig eksekvering, brugervenligt design og fokus på robuste løsninger, der er lette at integrere.</a:t>
              </a:r>
            </a:p>
            <a:p>
              <a:pPr marL="0" marR="0" lvl="0" indent="0" algn="l" defTabSz="914400" rtl="0" eaLnBrk="1" fontAlgn="auto" latinLnBrk="0" hangingPunct="1">
                <a:lnSpc>
                  <a:spcPts val="1300"/>
                </a:lnSpc>
                <a:spcBef>
                  <a:spcPts val="600"/>
                </a:spcBef>
                <a:spcAft>
                  <a:spcPts val="0"/>
                </a:spcAft>
                <a:buClrTx/>
                <a:buSzTx/>
                <a:buFontTx/>
                <a:buNone/>
                <a:tabLst/>
                <a:defRPr/>
              </a:pPr>
              <a:endParaRPr kumimoji="0" lang="da-DK" sz="900" b="0" i="0" u="none" strike="noStrike" kern="1200" cap="none" spc="0" normalizeH="0" baseline="0" noProof="0" dirty="0">
                <a:ln>
                  <a:noFill/>
                </a:ln>
                <a:solidFill>
                  <a:srgbClr val="1F4953"/>
                </a:solidFill>
                <a:effectLst/>
                <a:uLnTx/>
                <a:uFillTx/>
                <a:latin typeface="Calibri Light"/>
                <a:ea typeface="+mn-ea"/>
                <a:cs typeface="Arial"/>
              </a:endParaRPr>
            </a:p>
          </p:txBody>
        </p:sp>
        <p:sp>
          <p:nvSpPr>
            <p:cNvPr id="74" name="Rectangle 73">
              <a:extLst>
                <a:ext uri="{FF2B5EF4-FFF2-40B4-BE49-F238E27FC236}">
                  <a16:creationId xmlns:a16="http://schemas.microsoft.com/office/drawing/2014/main" id="{40B310BC-FD7D-A957-7702-D2A9E6141274}"/>
                </a:ext>
              </a:extLst>
            </p:cNvPr>
            <p:cNvSpPr/>
            <p:nvPr/>
          </p:nvSpPr>
          <p:spPr bwMode="gray">
            <a:xfrm>
              <a:off x="5006121" y="2519540"/>
              <a:ext cx="2244126" cy="1536586"/>
            </a:xfrm>
            <a:prstGeom prst="rect">
              <a:avLst/>
            </a:prstGeom>
            <a:solidFill>
              <a:srgbClr val="E9F4F8"/>
            </a:solidFill>
          </p:spPr>
          <p:txBody>
            <a:bodyPr vert="horz" lIns="36000" tIns="36000" rIns="36000" bIns="3600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da-DK" sz="900" b="0" i="0" u="none" strike="noStrike" kern="1200" cap="none" spc="0" normalizeH="0" baseline="0" noProof="0" dirty="0">
                  <a:ln>
                    <a:noFill/>
                  </a:ln>
                  <a:solidFill>
                    <a:srgbClr val="1F4953"/>
                  </a:solidFill>
                  <a:effectLst/>
                  <a:uLnTx/>
                  <a:uFillTx/>
                  <a:latin typeface="Calibri Light"/>
                  <a:ea typeface="+mn-ea"/>
                  <a:cs typeface="Arial"/>
                </a:rPr>
                <a:t>Relevante kompetencer</a:t>
              </a:r>
            </a:p>
            <a:p>
              <a:pPr marL="87313" marR="0" lvl="0" indent="-87313" algn="l" defTabSz="914400" rtl="0" eaLnBrk="1" fontAlgn="auto" latinLnBrk="0" hangingPunct="1">
                <a:lnSpc>
                  <a:spcPct val="100000"/>
                </a:lnSpc>
                <a:spcBef>
                  <a:spcPts val="300"/>
                </a:spcBef>
                <a:spcAft>
                  <a:spcPct val="0"/>
                </a:spcAft>
                <a:buClrTx/>
                <a:buSzTx/>
                <a:buFont typeface="Arial" panose="020B0604020202020204" pitchFamily="34" charset="0"/>
                <a:buChar char="•"/>
                <a:tabLst/>
                <a:defRPr/>
              </a:pPr>
              <a:r>
                <a:rPr kumimoji="0" lang="da-DK" sz="900" b="0" i="0" u="none" strike="noStrike" kern="1200" cap="none" spc="0" normalizeH="0" baseline="0" noProof="0" dirty="0">
                  <a:ln>
                    <a:noFill/>
                  </a:ln>
                  <a:solidFill>
                    <a:srgbClr val="1F4953"/>
                  </a:solidFill>
                  <a:effectLst/>
                  <a:uLnTx/>
                  <a:uFillTx/>
                  <a:latin typeface="Calibri Light"/>
                  <a:ea typeface="+mn-ea"/>
                  <a:cs typeface="Arial"/>
                </a:rPr>
                <a:t>Implementering af </a:t>
              </a:r>
              <a:r>
                <a:rPr kumimoji="0" lang="da-DK" sz="900" b="0" i="0" u="none" strike="noStrike" kern="1200" cap="none" spc="0" normalizeH="0" baseline="0" noProof="0" dirty="0" err="1">
                  <a:ln>
                    <a:noFill/>
                  </a:ln>
                  <a:solidFill>
                    <a:srgbClr val="1F4953"/>
                  </a:solidFill>
                  <a:effectLst/>
                  <a:uLnTx/>
                  <a:uFillTx/>
                  <a:latin typeface="Calibri Light"/>
                  <a:ea typeface="+mn-ea"/>
                  <a:cs typeface="Arial"/>
                </a:rPr>
                <a:t>GenAI</a:t>
              </a:r>
              <a:r>
                <a:rPr kumimoji="0" lang="da-DK" sz="900" b="0" i="0" u="none" strike="noStrike" kern="1200" cap="none" spc="0" normalizeH="0" baseline="0" noProof="0" dirty="0">
                  <a:ln>
                    <a:noFill/>
                  </a:ln>
                  <a:solidFill>
                    <a:srgbClr val="1F4953"/>
                  </a:solidFill>
                  <a:effectLst/>
                  <a:uLnTx/>
                  <a:uFillTx/>
                  <a:latin typeface="Calibri Light"/>
                  <a:ea typeface="+mn-ea"/>
                  <a:cs typeface="Arial"/>
                </a:rPr>
                <a:t>-løsninger til sagsbehandling og </a:t>
              </a:r>
              <a:r>
                <a:rPr kumimoji="0" lang="da-DK" sz="900" b="0" i="0" u="none" strike="noStrike" kern="1200" cap="none" spc="0" normalizeH="0" baseline="0" noProof="0" dirty="0" err="1">
                  <a:ln>
                    <a:noFill/>
                  </a:ln>
                  <a:solidFill>
                    <a:srgbClr val="1F4953"/>
                  </a:solidFill>
                  <a:effectLst/>
                  <a:uLnTx/>
                  <a:uFillTx/>
                  <a:latin typeface="Calibri Light"/>
                  <a:ea typeface="+mn-ea"/>
                  <a:cs typeface="Arial"/>
                </a:rPr>
                <a:t>operational</a:t>
              </a:r>
              <a:r>
                <a:rPr kumimoji="0" lang="da-DK" sz="900" b="0" i="0" u="none" strike="noStrike" kern="1200" cap="none" spc="0" normalizeH="0" baseline="0" noProof="0" dirty="0">
                  <a:ln>
                    <a:noFill/>
                  </a:ln>
                  <a:solidFill>
                    <a:srgbClr val="1F4953"/>
                  </a:solidFill>
                  <a:effectLst/>
                  <a:uLnTx/>
                  <a:uFillTx/>
                  <a:latin typeface="Calibri Light"/>
                  <a:ea typeface="+mn-ea"/>
                  <a:cs typeface="Arial"/>
                </a:rPr>
                <a:t> effektivitet (RAG, agents)</a:t>
              </a:r>
            </a:p>
            <a:p>
              <a:pPr marL="87313" marR="0" lvl="0" indent="-87313" algn="l" defTabSz="914400" rtl="0" eaLnBrk="1" fontAlgn="auto" latinLnBrk="0" hangingPunct="1">
                <a:lnSpc>
                  <a:spcPct val="100000"/>
                </a:lnSpc>
                <a:spcBef>
                  <a:spcPts val="300"/>
                </a:spcBef>
                <a:spcAft>
                  <a:spcPct val="0"/>
                </a:spcAft>
                <a:buClrTx/>
                <a:buSzTx/>
                <a:buFont typeface="Arial" panose="020B0604020202020204" pitchFamily="34" charset="0"/>
                <a:buChar char="•"/>
                <a:tabLst/>
                <a:defRPr/>
              </a:pPr>
              <a:r>
                <a:rPr kumimoji="0" lang="da-DK" sz="900" b="0" i="0" u="none" strike="noStrike" kern="1200" cap="none" spc="0" normalizeH="0" baseline="0" noProof="0" dirty="0">
                  <a:ln>
                    <a:noFill/>
                  </a:ln>
                  <a:solidFill>
                    <a:srgbClr val="1F4953"/>
                  </a:solidFill>
                  <a:effectLst/>
                  <a:uLnTx/>
                  <a:uFillTx/>
                  <a:latin typeface="Calibri Light"/>
                  <a:ea typeface="+mn-ea"/>
                  <a:cs typeface="Arial"/>
                </a:rPr>
                <a:t>Dokument- og kontraktanalyse (udtræk, klassifikation, summering) med høj præcision</a:t>
              </a:r>
            </a:p>
            <a:p>
              <a:pPr marL="87313" marR="0" lvl="0" indent="-87313" algn="l" defTabSz="914400" rtl="0" eaLnBrk="1" fontAlgn="auto" latinLnBrk="0" hangingPunct="1">
                <a:lnSpc>
                  <a:spcPct val="100000"/>
                </a:lnSpc>
                <a:spcBef>
                  <a:spcPts val="300"/>
                </a:spcBef>
                <a:spcAft>
                  <a:spcPct val="0"/>
                </a:spcAft>
                <a:buClrTx/>
                <a:buSzTx/>
                <a:buFont typeface="Arial" panose="020B0604020202020204" pitchFamily="34" charset="0"/>
                <a:buChar char="•"/>
                <a:tabLst/>
                <a:defRPr/>
              </a:pPr>
              <a:r>
                <a:rPr kumimoji="0" lang="da-DK" sz="900" b="0" i="0" u="none" strike="noStrike" kern="1200" cap="none" spc="0" normalizeH="0" baseline="0" noProof="0" dirty="0">
                  <a:ln>
                    <a:noFill/>
                  </a:ln>
                  <a:solidFill>
                    <a:srgbClr val="1F4953"/>
                  </a:solidFill>
                  <a:effectLst/>
                  <a:uLnTx/>
                  <a:uFillTx/>
                  <a:latin typeface="Calibri Light"/>
                  <a:ea typeface="+mn-ea"/>
                  <a:cs typeface="Arial"/>
                </a:rPr>
                <a:t>End-to-end produktudvikling: </a:t>
              </a:r>
              <a:r>
                <a:rPr kumimoji="0" lang="da-DK" sz="900" b="0" i="0" u="none" strike="noStrike" kern="1200" cap="none" spc="0" normalizeH="0" baseline="0" noProof="0" dirty="0" err="1">
                  <a:ln>
                    <a:noFill/>
                  </a:ln>
                  <a:solidFill>
                    <a:srgbClr val="1F4953"/>
                  </a:solidFill>
                  <a:effectLst/>
                  <a:uLnTx/>
                  <a:uFillTx/>
                  <a:latin typeface="Calibri Light"/>
                  <a:ea typeface="+mn-ea"/>
                  <a:cs typeface="Arial"/>
                </a:rPr>
                <a:t>API’er</a:t>
              </a:r>
              <a:r>
                <a:rPr kumimoji="0" lang="da-DK" sz="900" b="0" i="0" u="none" strike="noStrike" kern="1200" cap="none" spc="0" normalizeH="0" baseline="0" noProof="0" dirty="0">
                  <a:ln>
                    <a:noFill/>
                  </a:ln>
                  <a:solidFill>
                    <a:srgbClr val="1F4953"/>
                  </a:solidFill>
                  <a:effectLst/>
                  <a:uLnTx/>
                  <a:uFillTx/>
                  <a:latin typeface="Calibri Light"/>
                  <a:ea typeface="+mn-ea"/>
                  <a:cs typeface="Arial"/>
                </a:rPr>
                <a:t>, </a:t>
              </a:r>
              <a:r>
                <a:rPr kumimoji="0" lang="da-DK" sz="900" b="0" i="0" u="none" strike="noStrike" kern="1200" cap="none" spc="0" normalizeH="0" baseline="0" noProof="0" dirty="0" err="1">
                  <a:ln>
                    <a:noFill/>
                  </a:ln>
                  <a:solidFill>
                    <a:srgbClr val="1F4953"/>
                  </a:solidFill>
                  <a:effectLst/>
                  <a:uLnTx/>
                  <a:uFillTx/>
                  <a:latin typeface="Calibri Light"/>
                  <a:ea typeface="+mn-ea"/>
                  <a:cs typeface="Arial"/>
                </a:rPr>
                <a:t>microservices</a:t>
              </a:r>
              <a:r>
                <a:rPr kumimoji="0" lang="da-DK" sz="900" b="0" i="0" u="none" strike="noStrike" kern="1200" cap="none" spc="0" normalizeH="0" baseline="0" noProof="0" dirty="0">
                  <a:ln>
                    <a:noFill/>
                  </a:ln>
                  <a:solidFill>
                    <a:srgbClr val="1F4953"/>
                  </a:solidFill>
                  <a:effectLst/>
                  <a:uLnTx/>
                  <a:uFillTx/>
                  <a:latin typeface="Calibri Light"/>
                  <a:ea typeface="+mn-ea"/>
                  <a:cs typeface="Arial"/>
                </a:rPr>
                <a:t> og integration til eksisterende systemer</a:t>
              </a:r>
            </a:p>
          </p:txBody>
        </p:sp>
        <p:sp>
          <p:nvSpPr>
            <p:cNvPr id="75" name="Rectangle 74">
              <a:extLst>
                <a:ext uri="{FF2B5EF4-FFF2-40B4-BE49-F238E27FC236}">
                  <a16:creationId xmlns:a16="http://schemas.microsoft.com/office/drawing/2014/main" id="{C7DAC524-2A93-BDAC-CE68-4BD356A5D7E0}"/>
                </a:ext>
              </a:extLst>
            </p:cNvPr>
            <p:cNvSpPr/>
            <p:nvPr/>
          </p:nvSpPr>
          <p:spPr bwMode="gray">
            <a:xfrm>
              <a:off x="5026634" y="1475148"/>
              <a:ext cx="2241854" cy="981951"/>
            </a:xfrm>
            <a:prstGeom prst="rect">
              <a:avLst/>
            </a:prstGeom>
            <a:solidFill>
              <a:schemeClr val="accent3"/>
            </a:solidFill>
            <a:ln>
              <a:noFill/>
            </a:ln>
          </p:spPr>
          <p:txBody>
            <a:bodyPr vert="horz" lIns="90000" tIns="46800" rIns="90000" bIns="4680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6000" marR="0" lvl="0" indent="-216000" algn="l" defTabSz="914400" rtl="0" eaLnBrk="1" fontAlgn="auto" latinLnBrk="0" hangingPunct="1">
                <a:lnSpc>
                  <a:spcPct val="100000"/>
                </a:lnSpc>
                <a:spcBef>
                  <a:spcPts val="600"/>
                </a:spcBef>
                <a:spcAft>
                  <a:spcPct val="0"/>
                </a:spcAft>
                <a:buClrTx/>
                <a:buSzTx/>
                <a:buFont typeface="Arial" pitchFamily="34" charset="0"/>
                <a:buChar char="•"/>
                <a:tabLst/>
                <a:defRPr/>
              </a:pPr>
              <a:endParaRPr kumimoji="0" lang="da-DK" sz="1100" b="1" i="0" u="none" strike="noStrike" kern="1200" cap="none" spc="0" normalizeH="0" baseline="0" noProof="0">
                <a:ln>
                  <a:noFill/>
                </a:ln>
                <a:solidFill>
                  <a:srgbClr val="FFFFFF"/>
                </a:solidFill>
                <a:effectLst/>
                <a:uLnTx/>
                <a:uFillTx/>
                <a:latin typeface="Calibri Light"/>
                <a:ea typeface="+mn-ea"/>
                <a:cs typeface="Arial"/>
              </a:endParaRPr>
            </a:p>
            <a:p>
              <a:pPr marL="216000" marR="0" lvl="0" indent="-216000" algn="l" defTabSz="914400" rtl="0" eaLnBrk="1" fontAlgn="auto" latinLnBrk="0" hangingPunct="1">
                <a:lnSpc>
                  <a:spcPct val="100000"/>
                </a:lnSpc>
                <a:spcBef>
                  <a:spcPts val="600"/>
                </a:spcBef>
                <a:spcAft>
                  <a:spcPct val="0"/>
                </a:spcAft>
                <a:buClrTx/>
                <a:buSzTx/>
                <a:buFont typeface="Arial" pitchFamily="34" charset="0"/>
                <a:buChar char="•"/>
                <a:tabLst/>
                <a:defRPr/>
              </a:pPr>
              <a:endParaRPr kumimoji="0" lang="da-DK" sz="1100" b="1" i="0" u="none" strike="noStrike" kern="1200" cap="none" spc="0" normalizeH="0" baseline="0" noProof="0">
                <a:ln>
                  <a:noFill/>
                </a:ln>
                <a:solidFill>
                  <a:srgbClr val="FFFFFF"/>
                </a:solidFill>
                <a:effectLst/>
                <a:uLnTx/>
                <a:uFillTx/>
                <a:latin typeface="Calibri Light"/>
                <a:ea typeface="+mn-ea"/>
                <a:cs typeface="Arial"/>
              </a:endParaRPr>
            </a:p>
            <a:p>
              <a:pPr marL="216000" marR="0" lvl="0" indent="-216000" algn="l" defTabSz="914400" rtl="0" eaLnBrk="1" fontAlgn="auto" latinLnBrk="0" hangingPunct="1">
                <a:lnSpc>
                  <a:spcPct val="100000"/>
                </a:lnSpc>
                <a:spcBef>
                  <a:spcPts val="600"/>
                </a:spcBef>
                <a:spcAft>
                  <a:spcPct val="0"/>
                </a:spcAft>
                <a:buClrTx/>
                <a:buSzTx/>
                <a:buFont typeface="Arial" pitchFamily="34" charset="0"/>
                <a:buChar char="•"/>
                <a:tabLst/>
                <a:defRPr/>
              </a:pPr>
              <a:endParaRPr kumimoji="0" lang="da-DK" sz="1100" b="1" i="0" u="none" strike="noStrike" kern="1200" cap="none" spc="0" normalizeH="0" baseline="0" noProof="0">
                <a:ln>
                  <a:noFill/>
                </a:ln>
                <a:solidFill>
                  <a:srgbClr val="FFFFFF"/>
                </a:solidFill>
                <a:effectLst/>
                <a:uLnTx/>
                <a:uFillTx/>
                <a:latin typeface="Calibri Light"/>
                <a:ea typeface="+mn-ea"/>
                <a:cs typeface="Arial"/>
              </a:endParaRPr>
            </a:p>
          </p:txBody>
        </p:sp>
        <p:sp>
          <p:nvSpPr>
            <p:cNvPr id="76" name="TextBox 75">
              <a:extLst>
                <a:ext uri="{FF2B5EF4-FFF2-40B4-BE49-F238E27FC236}">
                  <a16:creationId xmlns:a16="http://schemas.microsoft.com/office/drawing/2014/main" id="{166C2567-A664-2477-5DF2-77B3330322B8}"/>
                </a:ext>
              </a:extLst>
            </p:cNvPr>
            <p:cNvSpPr txBox="1"/>
            <p:nvPr/>
          </p:nvSpPr>
          <p:spPr>
            <a:xfrm>
              <a:off x="5850635" y="1777059"/>
              <a:ext cx="1324841" cy="227940"/>
            </a:xfrm>
            <a:prstGeom prst="rect">
              <a:avLst/>
            </a:prstGeom>
            <a:noFill/>
          </p:spPr>
          <p:txBody>
            <a:bodyPr wrap="square" l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ts val="1300"/>
                </a:lnSpc>
                <a:spcBef>
                  <a:spcPts val="600"/>
                </a:spcBef>
                <a:spcAft>
                  <a:spcPts val="0"/>
                </a:spcAft>
                <a:buClrTx/>
                <a:buSzTx/>
                <a:buFontTx/>
                <a:buNone/>
                <a:tabLst/>
                <a:defRPr/>
              </a:pPr>
              <a:r>
                <a:rPr kumimoji="0" lang="da-DK" sz="1050" b="0" i="0" u="none" strike="noStrike" kern="1200" cap="none" spc="0" normalizeH="0" baseline="0" noProof="0">
                  <a:ln>
                    <a:noFill/>
                  </a:ln>
                  <a:solidFill>
                    <a:srgbClr val="FFFFFF"/>
                  </a:solidFill>
                  <a:effectLst/>
                  <a:uLnTx/>
                  <a:uFillTx/>
                  <a:latin typeface="Calibri Light"/>
                  <a:ea typeface="+mn-ea"/>
                  <a:cs typeface="Arial"/>
                </a:rPr>
                <a:t>Kristian Ernst</a:t>
              </a:r>
            </a:p>
          </p:txBody>
        </p:sp>
        <p:pic>
          <p:nvPicPr>
            <p:cNvPr id="77" name="Picture Placeholder 44">
              <a:extLst>
                <a:ext uri="{FF2B5EF4-FFF2-40B4-BE49-F238E27FC236}">
                  <a16:creationId xmlns:a16="http://schemas.microsoft.com/office/drawing/2014/main" id="{E30FF996-69BC-4200-248B-DBF2152850CA}"/>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07214" y="1771667"/>
              <a:ext cx="547200" cy="545713"/>
            </a:xfrm>
            <a:prstGeom prst="ellipse">
              <a:avLst/>
            </a:prstGeom>
          </p:spPr>
        </p:pic>
        <p:sp>
          <p:nvSpPr>
            <p:cNvPr id="78" name="TextBox 77">
              <a:extLst>
                <a:ext uri="{FF2B5EF4-FFF2-40B4-BE49-F238E27FC236}">
                  <a16:creationId xmlns:a16="http://schemas.microsoft.com/office/drawing/2014/main" id="{493B4D87-F68C-22EA-A23C-1EB30ECF200B}"/>
                </a:ext>
              </a:extLst>
            </p:cNvPr>
            <p:cNvSpPr txBox="1"/>
            <p:nvPr/>
          </p:nvSpPr>
          <p:spPr bwMode="gray">
            <a:xfrm>
              <a:off x="5850635" y="1997111"/>
              <a:ext cx="1201118" cy="369898"/>
            </a:xfrm>
            <a:prstGeom prst="rect">
              <a:avLst/>
            </a:prstGeom>
            <a:noFill/>
          </p:spPr>
          <p:txBody>
            <a:bodyPr wrap="non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900" b="0" i="0" u="none" strike="noStrike" kern="1200" cap="none" spc="0" normalizeH="0" baseline="0" noProof="0" dirty="0">
                  <a:ln>
                    <a:noFill/>
                  </a:ln>
                  <a:solidFill>
                    <a:srgbClr val="FFFFFF"/>
                  </a:solidFill>
                  <a:effectLst/>
                  <a:uLnTx/>
                  <a:uFillTx/>
                  <a:latin typeface="Calibri Light"/>
                  <a:ea typeface="+mn-ea"/>
                  <a:cs typeface="Arial"/>
                </a:rPr>
                <a:t>Senior Konsulent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900" b="0" i="0" u="none" strike="noStrike" kern="1200" cap="none" spc="0" normalizeH="0" baseline="0" noProof="0" dirty="0">
                  <a:ln>
                    <a:noFill/>
                  </a:ln>
                  <a:solidFill>
                    <a:srgbClr val="FFFFFF"/>
                  </a:solidFill>
                  <a:effectLst/>
                  <a:uLnTx/>
                  <a:uFillTx/>
                  <a:latin typeface="Calibri Light"/>
                  <a:ea typeface="+mn-ea"/>
                  <a:cs typeface="Arial"/>
                </a:rPr>
                <a:t>AI Specialist /AI </a:t>
              </a:r>
              <a:r>
                <a:rPr kumimoji="0" lang="da-DK" sz="900" b="0" i="0" u="none" strike="noStrike" kern="1200" cap="none" spc="0" normalizeH="0" baseline="0" noProof="0" dirty="0" err="1">
                  <a:ln>
                    <a:noFill/>
                  </a:ln>
                  <a:solidFill>
                    <a:srgbClr val="FFFFFF"/>
                  </a:solidFill>
                  <a:effectLst/>
                  <a:uLnTx/>
                  <a:uFillTx/>
                  <a:latin typeface="Calibri Light"/>
                  <a:ea typeface="+mn-ea"/>
                  <a:cs typeface="Arial"/>
                </a:rPr>
                <a:t>Engineer</a:t>
              </a:r>
              <a:endParaRPr kumimoji="0" lang="da-DK" sz="900" b="0" i="0" u="none" strike="noStrike" kern="1200" cap="none" spc="0" normalizeH="0" baseline="0" noProof="0" dirty="0">
                <a:ln>
                  <a:noFill/>
                </a:ln>
                <a:solidFill>
                  <a:srgbClr val="FFFFFF"/>
                </a:solidFill>
                <a:effectLst/>
                <a:uLnTx/>
                <a:uFillTx/>
                <a:latin typeface="Calibri Light"/>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900" b="0" i="0" u="none" strike="noStrike" kern="1200" cap="none" spc="0" normalizeH="0" baseline="0" noProof="0" dirty="0">
                  <a:ln>
                    <a:noFill/>
                  </a:ln>
                  <a:solidFill>
                    <a:srgbClr val="FFFFFF"/>
                  </a:solidFill>
                  <a:effectLst/>
                  <a:uLnTx/>
                  <a:uFillTx/>
                  <a:latin typeface="Calibri Light"/>
                  <a:ea typeface="+mn-ea"/>
                  <a:cs typeface="+mn-cs"/>
                </a:rPr>
                <a:t>Integration Arkitekt </a:t>
              </a:r>
            </a:p>
          </p:txBody>
        </p:sp>
      </p:grpSp>
      <p:pic>
        <p:nvPicPr>
          <p:cNvPr id="11" name="Picture Placeholder 44" descr="A person standing in front of a glass door&#10;&#10;Description automatically generated with low confidence">
            <a:extLst>
              <a:ext uri="{FF2B5EF4-FFF2-40B4-BE49-F238E27FC236}">
                <a16:creationId xmlns:a16="http://schemas.microsoft.com/office/drawing/2014/main" id="{6D82A7EB-80E0-E6D5-FC7D-C784A7B192AB}"/>
              </a:ext>
            </a:extLst>
          </p:cNvPr>
          <p:cNvPicPr>
            <a:picLocks noChangeAspect="1"/>
          </p:cNvPicPr>
          <p:nvPr/>
        </p:nvPicPr>
        <p:blipFill rotWithShape="1">
          <a:blip r:embed="rId4"/>
          <a:srcRect l="27765" t="7249" r="20444" b="46610"/>
          <a:stretch/>
        </p:blipFill>
        <p:spPr>
          <a:xfrm>
            <a:off x="463384" y="1778566"/>
            <a:ext cx="574370" cy="574370"/>
          </a:xfrm>
          <a:prstGeom prst="ellipse">
            <a:avLst/>
          </a:prstGeom>
        </p:spPr>
      </p:pic>
      <p:sp>
        <p:nvSpPr>
          <p:cNvPr id="12" name="Text Placeholder 6">
            <a:extLst>
              <a:ext uri="{FF2B5EF4-FFF2-40B4-BE49-F238E27FC236}">
                <a16:creationId xmlns:a16="http://schemas.microsoft.com/office/drawing/2014/main" id="{2EA22D2D-AF9B-FAF3-60F6-38D11771B69F}"/>
              </a:ext>
            </a:extLst>
          </p:cNvPr>
          <p:cNvSpPr txBox="1">
            <a:spLocks/>
          </p:cNvSpPr>
          <p:nvPr/>
        </p:nvSpPr>
        <p:spPr>
          <a:xfrm>
            <a:off x="1090220" y="1879197"/>
            <a:ext cx="1528227" cy="196201"/>
          </a:xfrm>
          <a:prstGeom prst="rect">
            <a:avLst/>
          </a:prstGeom>
        </p:spPr>
        <p:txBody>
          <a:bodyPr/>
          <a:lstStyle>
            <a:lvl1pPr marL="216000" indent="-216000" algn="l" defTabSz="914400" rtl="0" eaLnBrk="1" latinLnBrk="0" hangingPunct="1">
              <a:lnSpc>
                <a:spcPct val="100000"/>
              </a:lnSpc>
              <a:spcBef>
                <a:spcPts val="600"/>
              </a:spcBef>
              <a:buSzPct val="100000"/>
              <a:buFont typeface="Arial" panose="020B0604020202020204" pitchFamily="34" charset="0"/>
              <a:buChar char="•"/>
              <a:defRPr lang="en-US" sz="1200" b="0" i="0" kern="1200" spc="0" dirty="0" smtClean="0">
                <a:solidFill>
                  <a:schemeClr val="tx1"/>
                </a:solidFill>
                <a:latin typeface="+mn-lt"/>
                <a:ea typeface="+mn-ea"/>
                <a:cs typeface="Calibri" panose="020F0502020204030204" pitchFamily="34" charset="0"/>
              </a:defRPr>
            </a:lvl1pPr>
            <a:lvl2pPr marL="432000" indent="-216000" algn="l" defTabSz="914400" rtl="0" eaLnBrk="1" latinLnBrk="0" hangingPunct="1">
              <a:lnSpc>
                <a:spcPct val="100000"/>
              </a:lnSpc>
              <a:spcBef>
                <a:spcPts val="600"/>
              </a:spcBef>
              <a:buFont typeface="Arial" panose="020B0604020202020204" pitchFamily="34" charset="0"/>
              <a:buChar char="•"/>
              <a:defRPr sz="1200" b="0" i="0" kern="1200" spc="0">
                <a:solidFill>
                  <a:schemeClr val="tx1"/>
                </a:solidFill>
                <a:latin typeface="+mn-lt"/>
                <a:ea typeface="+mn-ea"/>
                <a:cs typeface="Calibri" panose="020F0502020204030204" pitchFamily="34" charset="0"/>
              </a:defRPr>
            </a:lvl2pPr>
            <a:lvl3pPr marL="648000" indent="-216000" algn="l" defTabSz="914400" rtl="0" eaLnBrk="1" latinLnBrk="0" hangingPunct="1">
              <a:lnSpc>
                <a:spcPct val="100000"/>
              </a:lnSpc>
              <a:spcBef>
                <a:spcPts val="600"/>
              </a:spcBef>
              <a:buFont typeface="Arial" panose="020B0604020202020204" pitchFamily="34" charset="0"/>
              <a:buChar char="•"/>
              <a:defRPr sz="1200" kern="1200" spc="0">
                <a:solidFill>
                  <a:schemeClr val="tx1"/>
                </a:solidFill>
                <a:latin typeface="+mn-lt"/>
                <a:ea typeface="+mn-ea"/>
                <a:cs typeface="+mn-cs"/>
              </a:defRPr>
            </a:lvl3pPr>
            <a:lvl4pPr marL="864000" indent="-216000" algn="l" defTabSz="914400" rtl="0" eaLnBrk="1" latinLnBrk="0" hangingPunct="1">
              <a:lnSpc>
                <a:spcPct val="100000"/>
              </a:lnSpc>
              <a:spcBef>
                <a:spcPts val="600"/>
              </a:spcBef>
              <a:buFont typeface="Arial" panose="020B0604020202020204" pitchFamily="34" charset="0"/>
              <a:buChar char="•"/>
              <a:defRPr sz="1200" kern="1200" cap="none" spc="0" baseline="0">
                <a:solidFill>
                  <a:schemeClr val="tx1"/>
                </a:solidFill>
                <a:latin typeface="+mn-lt"/>
                <a:ea typeface="+mn-ea"/>
                <a:cs typeface="+mn-cs"/>
              </a:defRPr>
            </a:lvl4pPr>
            <a:lvl5pPr marL="1080000" indent="-216000" algn="l" defTabSz="914400" rtl="0" eaLnBrk="1" latinLnBrk="0" hangingPunct="1">
              <a:lnSpc>
                <a:spcPct val="100000"/>
              </a:lnSpc>
              <a:spcBef>
                <a:spcPts val="600"/>
              </a:spcBef>
              <a:buFont typeface="Arial" panose="020B0604020202020204" pitchFamily="34" charset="0"/>
              <a:buChar char="•"/>
              <a:defRPr sz="1200" b="0" i="0" kern="1200" spc="0">
                <a:solidFill>
                  <a:schemeClr val="tx1"/>
                </a:solidFill>
                <a:latin typeface="+mn-lt"/>
                <a:ea typeface="+mn-ea"/>
                <a:cs typeface="Calibri Light" panose="020F0302020204030204" pitchFamily="34" charset="0"/>
              </a:defRPr>
            </a:lvl5pPr>
            <a:lvl6pPr marL="0" indent="0" algn="l" defTabSz="914400" rtl="0" eaLnBrk="1" latinLnBrk="0" hangingPunct="1">
              <a:lnSpc>
                <a:spcPct val="150000"/>
              </a:lnSpc>
              <a:spcBef>
                <a:spcPts val="600"/>
              </a:spcBef>
              <a:buFont typeface="Arial" panose="020B0604020202020204"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5"/>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ts val="0"/>
              </a:spcBef>
              <a:spcAft>
                <a:spcPts val="600"/>
              </a:spcAft>
              <a:buFont typeface="Arial" panose="020B0604020202020204" pitchFamily="34" charset="0"/>
              <a:buNone/>
              <a:defRPr sz="1200" kern="1200">
                <a:solidFill>
                  <a:schemeClr val="tx1"/>
                </a:solidFill>
                <a:latin typeface="Gotham-Light" pitchFamily="50" charset="0"/>
                <a:ea typeface="+mn-ea"/>
                <a:cs typeface="Gotham-Light" pitchFamily="50" charset="0"/>
              </a:defRPr>
            </a:lvl9pPr>
          </a:lstStyle>
          <a:p>
            <a:pPr marL="0" marR="0" lvl="0" indent="0" algn="l" defTabSz="914400" rtl="0" eaLnBrk="1" fontAlgn="auto" latinLnBrk="0" hangingPunct="1">
              <a:lnSpc>
                <a:spcPct val="100000"/>
              </a:lnSpc>
              <a:spcBef>
                <a:spcPts val="600"/>
              </a:spcBef>
              <a:spcAft>
                <a:spcPts val="0"/>
              </a:spcAft>
              <a:buClrTx/>
              <a:buSzPct val="100000"/>
              <a:buFont typeface="Arial" panose="020B0604020202020204" pitchFamily="34" charset="0"/>
              <a:buNone/>
              <a:tabLst/>
              <a:defRPr/>
            </a:pPr>
            <a:r>
              <a:rPr kumimoji="0" lang="en-GB" sz="900" b="0" i="0" u="none" strike="noStrike" kern="1200" cap="none" spc="0" normalizeH="0" baseline="0" noProof="0" dirty="0">
                <a:ln>
                  <a:noFill/>
                </a:ln>
                <a:solidFill>
                  <a:srgbClr val="FFFFFF"/>
                </a:solidFill>
                <a:effectLst/>
                <a:uLnTx/>
                <a:uFillTx/>
                <a:latin typeface="Calibri Light"/>
                <a:ea typeface="+mn-ea"/>
                <a:cs typeface="Calibri" panose="020F0502020204030204" pitchFamily="34" charset="0"/>
              </a:rPr>
              <a:t>Emilie Lundbye Dalsgaard</a:t>
            </a:r>
          </a:p>
        </p:txBody>
      </p:sp>
      <p:sp>
        <p:nvSpPr>
          <p:cNvPr id="14" name="Text Placeholder 7">
            <a:extLst>
              <a:ext uri="{FF2B5EF4-FFF2-40B4-BE49-F238E27FC236}">
                <a16:creationId xmlns:a16="http://schemas.microsoft.com/office/drawing/2014/main" id="{5F36B982-BF26-5FB9-2758-7E9ABFBE4A5D}"/>
              </a:ext>
            </a:extLst>
          </p:cNvPr>
          <p:cNvSpPr txBox="1">
            <a:spLocks/>
          </p:cNvSpPr>
          <p:nvPr/>
        </p:nvSpPr>
        <p:spPr>
          <a:xfrm>
            <a:off x="1085814" y="2069767"/>
            <a:ext cx="1711567" cy="237962"/>
          </a:xfrm>
          <a:prstGeom prst="rect">
            <a:avLst/>
          </a:prstGeom>
        </p:spPr>
        <p:txBody>
          <a:bodyPr/>
          <a:lstStyle>
            <a:lvl1pPr marL="216000" indent="-216000" algn="l" defTabSz="914400" rtl="0" eaLnBrk="1" latinLnBrk="0" hangingPunct="1">
              <a:lnSpc>
                <a:spcPct val="100000"/>
              </a:lnSpc>
              <a:spcBef>
                <a:spcPts val="600"/>
              </a:spcBef>
              <a:buSzPct val="100000"/>
              <a:buFont typeface="Arial" panose="020B0604020202020204" pitchFamily="34" charset="0"/>
              <a:buChar char="•"/>
              <a:defRPr lang="en-US" sz="1200" b="0" i="0" kern="1200" spc="0" dirty="0" smtClean="0">
                <a:solidFill>
                  <a:schemeClr val="tx1"/>
                </a:solidFill>
                <a:latin typeface="+mn-lt"/>
                <a:ea typeface="+mn-ea"/>
                <a:cs typeface="Calibri" panose="020F0502020204030204" pitchFamily="34" charset="0"/>
              </a:defRPr>
            </a:lvl1pPr>
            <a:lvl2pPr marL="432000" indent="-216000" algn="l" defTabSz="914400" rtl="0" eaLnBrk="1" latinLnBrk="0" hangingPunct="1">
              <a:lnSpc>
                <a:spcPct val="100000"/>
              </a:lnSpc>
              <a:spcBef>
                <a:spcPts val="600"/>
              </a:spcBef>
              <a:buFont typeface="Arial" panose="020B0604020202020204" pitchFamily="34" charset="0"/>
              <a:buChar char="•"/>
              <a:defRPr sz="1200" b="0" i="0" kern="1200" spc="0">
                <a:solidFill>
                  <a:schemeClr val="tx1"/>
                </a:solidFill>
                <a:latin typeface="+mn-lt"/>
                <a:ea typeface="+mn-ea"/>
                <a:cs typeface="Calibri" panose="020F0502020204030204" pitchFamily="34" charset="0"/>
              </a:defRPr>
            </a:lvl2pPr>
            <a:lvl3pPr marL="648000" indent="-216000" algn="l" defTabSz="914400" rtl="0" eaLnBrk="1" latinLnBrk="0" hangingPunct="1">
              <a:lnSpc>
                <a:spcPct val="100000"/>
              </a:lnSpc>
              <a:spcBef>
                <a:spcPts val="600"/>
              </a:spcBef>
              <a:buFont typeface="Arial" panose="020B0604020202020204" pitchFamily="34" charset="0"/>
              <a:buChar char="•"/>
              <a:defRPr sz="1200" kern="1200" spc="0">
                <a:solidFill>
                  <a:schemeClr val="tx1"/>
                </a:solidFill>
                <a:latin typeface="+mn-lt"/>
                <a:ea typeface="+mn-ea"/>
                <a:cs typeface="+mn-cs"/>
              </a:defRPr>
            </a:lvl3pPr>
            <a:lvl4pPr marL="864000" indent="-216000" algn="l" defTabSz="914400" rtl="0" eaLnBrk="1" latinLnBrk="0" hangingPunct="1">
              <a:lnSpc>
                <a:spcPct val="100000"/>
              </a:lnSpc>
              <a:spcBef>
                <a:spcPts val="600"/>
              </a:spcBef>
              <a:buFont typeface="Arial" panose="020B0604020202020204" pitchFamily="34" charset="0"/>
              <a:buChar char="•"/>
              <a:defRPr sz="1200" kern="1200" cap="none" spc="0" baseline="0">
                <a:solidFill>
                  <a:schemeClr val="tx1"/>
                </a:solidFill>
                <a:latin typeface="+mn-lt"/>
                <a:ea typeface="+mn-ea"/>
                <a:cs typeface="+mn-cs"/>
              </a:defRPr>
            </a:lvl4pPr>
            <a:lvl5pPr marL="1080000" indent="-216000" algn="l" defTabSz="914400" rtl="0" eaLnBrk="1" latinLnBrk="0" hangingPunct="1">
              <a:lnSpc>
                <a:spcPct val="100000"/>
              </a:lnSpc>
              <a:spcBef>
                <a:spcPts val="600"/>
              </a:spcBef>
              <a:buFont typeface="Arial" panose="020B0604020202020204" pitchFamily="34" charset="0"/>
              <a:buChar char="•"/>
              <a:defRPr sz="1200" b="0" i="0" kern="1200" spc="0">
                <a:solidFill>
                  <a:schemeClr val="tx1"/>
                </a:solidFill>
                <a:latin typeface="+mn-lt"/>
                <a:ea typeface="+mn-ea"/>
                <a:cs typeface="Calibri Light" panose="020F0302020204030204" pitchFamily="34" charset="0"/>
              </a:defRPr>
            </a:lvl5pPr>
            <a:lvl6pPr marL="0" indent="0" algn="l" defTabSz="914400" rtl="0" eaLnBrk="1" latinLnBrk="0" hangingPunct="1">
              <a:lnSpc>
                <a:spcPct val="150000"/>
              </a:lnSpc>
              <a:spcBef>
                <a:spcPts val="600"/>
              </a:spcBef>
              <a:buFont typeface="Arial" panose="020B0604020202020204"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5"/>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ts val="0"/>
              </a:spcBef>
              <a:spcAft>
                <a:spcPts val="600"/>
              </a:spcAft>
              <a:buFont typeface="Arial" panose="020B0604020202020204" pitchFamily="34" charset="0"/>
              <a:buNone/>
              <a:defRPr sz="1200" kern="1200">
                <a:solidFill>
                  <a:schemeClr val="tx1"/>
                </a:solidFill>
                <a:latin typeface="Gotham-Light" pitchFamily="50" charset="0"/>
                <a:ea typeface="+mn-ea"/>
                <a:cs typeface="Gotham-Light" pitchFamily="50" charset="0"/>
              </a:defRPr>
            </a:lvl9pPr>
          </a:lstStyle>
          <a:p>
            <a:pPr marL="0" marR="0" lvl="0" indent="0" algn="l" defTabSz="914400" rtl="0" eaLnBrk="1" fontAlgn="auto" latinLnBrk="0" hangingPunct="1">
              <a:lnSpc>
                <a:spcPct val="100000"/>
              </a:lnSpc>
              <a:spcBef>
                <a:spcPts val="600"/>
              </a:spcBef>
              <a:spcAft>
                <a:spcPts val="0"/>
              </a:spcAft>
              <a:buClrTx/>
              <a:buSzPct val="100000"/>
              <a:buFont typeface="Arial" panose="020B0604020202020204" pitchFamily="34" charset="0"/>
              <a:buNone/>
              <a:tabLst/>
              <a:defRPr/>
            </a:pPr>
            <a:r>
              <a:rPr kumimoji="0" lang="en-GB" sz="900" b="0" i="0" u="none" strike="noStrike" kern="1200" cap="none" spc="0" normalizeH="0" baseline="0" noProof="0" dirty="0">
                <a:ln>
                  <a:noFill/>
                </a:ln>
                <a:solidFill>
                  <a:srgbClr val="FFFFFF"/>
                </a:solidFill>
                <a:effectLst/>
                <a:uLnTx/>
                <a:uFillTx/>
                <a:latin typeface="Calibri Light"/>
                <a:ea typeface="+mn-ea"/>
                <a:cs typeface="Calibri" panose="020F0502020204030204" pitchFamily="34" charset="0"/>
              </a:rPr>
              <a:t>Principal Data Scientist</a:t>
            </a:r>
          </a:p>
        </p:txBody>
      </p:sp>
      <p:pic>
        <p:nvPicPr>
          <p:cNvPr id="15" name="Picture Placeholder 43" descr="A person in a blue suit&#10;&#10;Description automatically generated">
            <a:extLst>
              <a:ext uri="{FF2B5EF4-FFF2-40B4-BE49-F238E27FC236}">
                <a16:creationId xmlns:a16="http://schemas.microsoft.com/office/drawing/2014/main" id="{37375437-6C0F-DFDB-79D2-539A1C2E8EBF}"/>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a:xfrm>
            <a:off x="2765135" y="1764413"/>
            <a:ext cx="601142" cy="601142"/>
          </a:xfrm>
          <a:prstGeom prst="ellipse">
            <a:avLst/>
          </a:prstGeom>
        </p:spPr>
      </p:pic>
      <p:sp>
        <p:nvSpPr>
          <p:cNvPr id="17" name="Text Placeholder 7">
            <a:extLst>
              <a:ext uri="{FF2B5EF4-FFF2-40B4-BE49-F238E27FC236}">
                <a16:creationId xmlns:a16="http://schemas.microsoft.com/office/drawing/2014/main" id="{C65CBE98-21CB-4876-62CB-469F653448F4}"/>
              </a:ext>
            </a:extLst>
          </p:cNvPr>
          <p:cNvSpPr txBox="1">
            <a:spLocks/>
          </p:cNvSpPr>
          <p:nvPr/>
        </p:nvSpPr>
        <p:spPr>
          <a:xfrm>
            <a:off x="3506684" y="1882504"/>
            <a:ext cx="1217278" cy="250141"/>
          </a:xfrm>
          <a:prstGeom prst="rect">
            <a:avLst/>
          </a:prstGeom>
        </p:spPr>
        <p:txBody>
          <a:bodyPr/>
          <a:lstStyle>
            <a:lvl1pPr marL="216000" indent="-216000" algn="l" defTabSz="914400" rtl="0" eaLnBrk="1" latinLnBrk="0" hangingPunct="1">
              <a:lnSpc>
                <a:spcPct val="100000"/>
              </a:lnSpc>
              <a:spcBef>
                <a:spcPts val="600"/>
              </a:spcBef>
              <a:buSzPct val="100000"/>
              <a:buFont typeface="Arial" panose="020B0604020202020204" pitchFamily="34" charset="0"/>
              <a:buChar char="•"/>
              <a:defRPr lang="en-US" sz="1200" b="0" i="0" kern="1200" spc="0" dirty="0" smtClean="0">
                <a:solidFill>
                  <a:schemeClr val="tx1"/>
                </a:solidFill>
                <a:latin typeface="+mn-lt"/>
                <a:ea typeface="+mn-ea"/>
                <a:cs typeface="Calibri" panose="020F0502020204030204" pitchFamily="34" charset="0"/>
              </a:defRPr>
            </a:lvl1pPr>
            <a:lvl2pPr marL="432000" indent="-216000" algn="l" defTabSz="914400" rtl="0" eaLnBrk="1" latinLnBrk="0" hangingPunct="1">
              <a:lnSpc>
                <a:spcPct val="100000"/>
              </a:lnSpc>
              <a:spcBef>
                <a:spcPts val="600"/>
              </a:spcBef>
              <a:buFont typeface="Arial" panose="020B0604020202020204" pitchFamily="34" charset="0"/>
              <a:buChar char="•"/>
              <a:defRPr sz="1200" b="0" i="0" kern="1200" spc="0">
                <a:solidFill>
                  <a:schemeClr val="tx1"/>
                </a:solidFill>
                <a:latin typeface="+mn-lt"/>
                <a:ea typeface="+mn-ea"/>
                <a:cs typeface="Calibri" panose="020F0502020204030204" pitchFamily="34" charset="0"/>
              </a:defRPr>
            </a:lvl2pPr>
            <a:lvl3pPr marL="648000" indent="-216000" algn="l" defTabSz="914400" rtl="0" eaLnBrk="1" latinLnBrk="0" hangingPunct="1">
              <a:lnSpc>
                <a:spcPct val="100000"/>
              </a:lnSpc>
              <a:spcBef>
                <a:spcPts val="600"/>
              </a:spcBef>
              <a:buFont typeface="Arial" panose="020B0604020202020204" pitchFamily="34" charset="0"/>
              <a:buChar char="•"/>
              <a:defRPr sz="1200" kern="1200" spc="0">
                <a:solidFill>
                  <a:schemeClr val="tx1"/>
                </a:solidFill>
                <a:latin typeface="+mn-lt"/>
                <a:ea typeface="+mn-ea"/>
                <a:cs typeface="+mn-cs"/>
              </a:defRPr>
            </a:lvl3pPr>
            <a:lvl4pPr marL="864000" indent="-216000" algn="l" defTabSz="914400" rtl="0" eaLnBrk="1" latinLnBrk="0" hangingPunct="1">
              <a:lnSpc>
                <a:spcPct val="100000"/>
              </a:lnSpc>
              <a:spcBef>
                <a:spcPts val="600"/>
              </a:spcBef>
              <a:buFont typeface="Arial" panose="020B0604020202020204" pitchFamily="34" charset="0"/>
              <a:buChar char="•"/>
              <a:defRPr sz="1200" kern="1200" cap="none" spc="0" baseline="0">
                <a:solidFill>
                  <a:schemeClr val="tx1"/>
                </a:solidFill>
                <a:latin typeface="+mn-lt"/>
                <a:ea typeface="+mn-ea"/>
                <a:cs typeface="+mn-cs"/>
              </a:defRPr>
            </a:lvl4pPr>
            <a:lvl5pPr marL="1080000" indent="-216000" algn="l" defTabSz="914400" rtl="0" eaLnBrk="1" latinLnBrk="0" hangingPunct="1">
              <a:lnSpc>
                <a:spcPct val="100000"/>
              </a:lnSpc>
              <a:spcBef>
                <a:spcPts val="600"/>
              </a:spcBef>
              <a:buFont typeface="Arial" panose="020B0604020202020204" pitchFamily="34" charset="0"/>
              <a:buChar char="•"/>
              <a:defRPr sz="1200" b="0" i="0" kern="1200" spc="0">
                <a:solidFill>
                  <a:schemeClr val="tx1"/>
                </a:solidFill>
                <a:latin typeface="+mn-lt"/>
                <a:ea typeface="+mn-ea"/>
                <a:cs typeface="Calibri Light" panose="020F0302020204030204" pitchFamily="34" charset="0"/>
              </a:defRPr>
            </a:lvl5pPr>
            <a:lvl6pPr marL="0" indent="0" algn="l" defTabSz="914400" rtl="0" eaLnBrk="1" latinLnBrk="0" hangingPunct="1">
              <a:lnSpc>
                <a:spcPct val="150000"/>
              </a:lnSpc>
              <a:spcBef>
                <a:spcPts val="600"/>
              </a:spcBef>
              <a:buFont typeface="Arial" panose="020B0604020202020204"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5"/>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ts val="0"/>
              </a:spcBef>
              <a:spcAft>
                <a:spcPts val="600"/>
              </a:spcAft>
              <a:buFont typeface="Arial" panose="020B0604020202020204" pitchFamily="34" charset="0"/>
              <a:buNone/>
              <a:defRPr sz="1200" kern="1200">
                <a:solidFill>
                  <a:schemeClr val="tx1"/>
                </a:solidFill>
                <a:latin typeface="Gotham-Light" pitchFamily="50" charset="0"/>
                <a:ea typeface="+mn-ea"/>
                <a:cs typeface="Gotham-Light" pitchFamily="50" charset="0"/>
              </a:defRPr>
            </a:lvl9pPr>
          </a:lstStyle>
          <a:p>
            <a:pPr marL="0" marR="0" lvl="0" indent="0" algn="l" defTabSz="914400" rtl="0" eaLnBrk="1" fontAlgn="auto" latinLnBrk="0" hangingPunct="1">
              <a:lnSpc>
                <a:spcPct val="100000"/>
              </a:lnSpc>
              <a:spcBef>
                <a:spcPts val="600"/>
              </a:spcBef>
              <a:spcAft>
                <a:spcPts val="0"/>
              </a:spcAft>
              <a:buClrTx/>
              <a:buSzPct val="100000"/>
              <a:buFont typeface="Arial" panose="020B0604020202020204" pitchFamily="34" charset="0"/>
              <a:buNone/>
              <a:tabLst/>
              <a:defRPr/>
            </a:pPr>
            <a:r>
              <a:rPr kumimoji="0" lang="en-GB" sz="900" b="0" i="0" u="none" strike="noStrike" kern="1200" cap="none" spc="0" normalizeH="0" baseline="0" noProof="0" dirty="0">
                <a:ln>
                  <a:noFill/>
                </a:ln>
                <a:solidFill>
                  <a:srgbClr val="FFFFFF"/>
                </a:solidFill>
                <a:effectLst/>
                <a:uLnTx/>
                <a:uFillTx/>
                <a:latin typeface="Calibri Light"/>
                <a:ea typeface="+mn-ea"/>
                <a:cs typeface="Calibri" panose="020F0502020204030204" pitchFamily="34" charset="0"/>
              </a:rPr>
              <a:t>Lasse Hachem</a:t>
            </a:r>
          </a:p>
        </p:txBody>
      </p:sp>
      <p:sp>
        <p:nvSpPr>
          <p:cNvPr id="18" name="Text Placeholder 8">
            <a:extLst>
              <a:ext uri="{FF2B5EF4-FFF2-40B4-BE49-F238E27FC236}">
                <a16:creationId xmlns:a16="http://schemas.microsoft.com/office/drawing/2014/main" id="{4AB1F213-91B2-179A-6ED5-E6BCE334AC1A}"/>
              </a:ext>
            </a:extLst>
          </p:cNvPr>
          <p:cNvSpPr txBox="1">
            <a:spLocks/>
          </p:cNvSpPr>
          <p:nvPr/>
        </p:nvSpPr>
        <p:spPr>
          <a:xfrm>
            <a:off x="3517468" y="2049390"/>
            <a:ext cx="1309763" cy="303546"/>
          </a:xfrm>
          <a:prstGeom prst="rect">
            <a:avLst/>
          </a:prstGeom>
        </p:spPr>
        <p:txBody>
          <a:bodyPr/>
          <a:lstStyle>
            <a:lvl1pPr marL="216000" indent="-216000" algn="l" defTabSz="914400" rtl="0" eaLnBrk="1" latinLnBrk="0" hangingPunct="1">
              <a:lnSpc>
                <a:spcPct val="100000"/>
              </a:lnSpc>
              <a:spcBef>
                <a:spcPts val="600"/>
              </a:spcBef>
              <a:buSzPct val="100000"/>
              <a:buFont typeface="Arial" panose="020B0604020202020204" pitchFamily="34" charset="0"/>
              <a:buChar char="•"/>
              <a:defRPr lang="en-US" sz="1200" b="0" i="0" kern="1200" spc="0" dirty="0" smtClean="0">
                <a:solidFill>
                  <a:schemeClr val="tx1"/>
                </a:solidFill>
                <a:latin typeface="+mn-lt"/>
                <a:ea typeface="+mn-ea"/>
                <a:cs typeface="Calibri" panose="020F0502020204030204" pitchFamily="34" charset="0"/>
              </a:defRPr>
            </a:lvl1pPr>
            <a:lvl2pPr marL="432000" indent="-216000" algn="l" defTabSz="914400" rtl="0" eaLnBrk="1" latinLnBrk="0" hangingPunct="1">
              <a:lnSpc>
                <a:spcPct val="100000"/>
              </a:lnSpc>
              <a:spcBef>
                <a:spcPts val="600"/>
              </a:spcBef>
              <a:buFont typeface="Arial" panose="020B0604020202020204" pitchFamily="34" charset="0"/>
              <a:buChar char="•"/>
              <a:defRPr sz="1200" b="0" i="0" kern="1200" spc="0">
                <a:solidFill>
                  <a:schemeClr val="tx1"/>
                </a:solidFill>
                <a:latin typeface="+mn-lt"/>
                <a:ea typeface="+mn-ea"/>
                <a:cs typeface="Calibri" panose="020F0502020204030204" pitchFamily="34" charset="0"/>
              </a:defRPr>
            </a:lvl2pPr>
            <a:lvl3pPr marL="648000" indent="-216000" algn="l" defTabSz="914400" rtl="0" eaLnBrk="1" latinLnBrk="0" hangingPunct="1">
              <a:lnSpc>
                <a:spcPct val="100000"/>
              </a:lnSpc>
              <a:spcBef>
                <a:spcPts val="600"/>
              </a:spcBef>
              <a:buFont typeface="Arial" panose="020B0604020202020204" pitchFamily="34" charset="0"/>
              <a:buChar char="•"/>
              <a:defRPr sz="1200" kern="1200" spc="0">
                <a:solidFill>
                  <a:schemeClr val="tx1"/>
                </a:solidFill>
                <a:latin typeface="+mn-lt"/>
                <a:ea typeface="+mn-ea"/>
                <a:cs typeface="+mn-cs"/>
              </a:defRPr>
            </a:lvl3pPr>
            <a:lvl4pPr marL="864000" indent="-216000" algn="l" defTabSz="914400" rtl="0" eaLnBrk="1" latinLnBrk="0" hangingPunct="1">
              <a:lnSpc>
                <a:spcPct val="100000"/>
              </a:lnSpc>
              <a:spcBef>
                <a:spcPts val="600"/>
              </a:spcBef>
              <a:buFont typeface="Arial" panose="020B0604020202020204" pitchFamily="34" charset="0"/>
              <a:buChar char="•"/>
              <a:defRPr sz="1200" kern="1200" cap="none" spc="0" baseline="0">
                <a:solidFill>
                  <a:schemeClr val="tx1"/>
                </a:solidFill>
                <a:latin typeface="+mn-lt"/>
                <a:ea typeface="+mn-ea"/>
                <a:cs typeface="+mn-cs"/>
              </a:defRPr>
            </a:lvl4pPr>
            <a:lvl5pPr marL="1080000" indent="-216000" algn="l" defTabSz="914400" rtl="0" eaLnBrk="1" latinLnBrk="0" hangingPunct="1">
              <a:lnSpc>
                <a:spcPct val="100000"/>
              </a:lnSpc>
              <a:spcBef>
                <a:spcPts val="600"/>
              </a:spcBef>
              <a:buFont typeface="Arial" panose="020B0604020202020204" pitchFamily="34" charset="0"/>
              <a:buChar char="•"/>
              <a:defRPr sz="1200" b="0" i="0" kern="1200" spc="0">
                <a:solidFill>
                  <a:schemeClr val="tx1"/>
                </a:solidFill>
                <a:latin typeface="+mn-lt"/>
                <a:ea typeface="+mn-ea"/>
                <a:cs typeface="Calibri Light" panose="020F0302020204030204" pitchFamily="34" charset="0"/>
              </a:defRPr>
            </a:lvl5pPr>
            <a:lvl6pPr marL="0" indent="0" algn="l" defTabSz="914400" rtl="0" eaLnBrk="1" latinLnBrk="0" hangingPunct="1">
              <a:lnSpc>
                <a:spcPct val="150000"/>
              </a:lnSpc>
              <a:spcBef>
                <a:spcPts val="600"/>
              </a:spcBef>
              <a:buFont typeface="Arial" panose="020B0604020202020204"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5"/>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ts val="0"/>
              </a:spcBef>
              <a:spcAft>
                <a:spcPts val="600"/>
              </a:spcAft>
              <a:buFont typeface="Arial" panose="020B0604020202020204" pitchFamily="34" charset="0"/>
              <a:buNone/>
              <a:defRPr sz="1200" kern="1200">
                <a:solidFill>
                  <a:schemeClr val="tx1"/>
                </a:solidFill>
                <a:latin typeface="Gotham-Light" pitchFamily="50" charset="0"/>
                <a:ea typeface="+mn-ea"/>
                <a:cs typeface="Gotham-Light" pitchFamily="50" charset="0"/>
              </a:defRPr>
            </a:lvl9pPr>
          </a:lstStyle>
          <a:p>
            <a:pPr marL="0" marR="0" lvl="0" indent="0" algn="l" defTabSz="914400" rtl="0" eaLnBrk="1" fontAlgn="auto" latinLnBrk="0" hangingPunct="1">
              <a:lnSpc>
                <a:spcPct val="100000"/>
              </a:lnSpc>
              <a:spcBef>
                <a:spcPts val="600"/>
              </a:spcBef>
              <a:spcAft>
                <a:spcPts val="0"/>
              </a:spcAft>
              <a:buClrTx/>
              <a:buSzPct val="100000"/>
              <a:buFont typeface="Arial" panose="020B0604020202020204" pitchFamily="34" charset="0"/>
              <a:buNone/>
              <a:tabLst/>
              <a:defRPr/>
            </a:pPr>
            <a:r>
              <a:rPr kumimoji="0" lang="en-GB" sz="900" b="0" i="0" u="none" strike="noStrike" kern="1200" cap="none" spc="0" normalizeH="0" baseline="0" noProof="0" dirty="0">
                <a:ln>
                  <a:noFill/>
                </a:ln>
                <a:solidFill>
                  <a:srgbClr val="FFFFFF"/>
                </a:solidFill>
                <a:effectLst/>
                <a:uLnTx/>
                <a:uFillTx/>
                <a:latin typeface="Calibri Light"/>
                <a:ea typeface="+mn-ea"/>
                <a:cs typeface="Gotham-Book"/>
              </a:rPr>
              <a:t>Senior Data Engineering </a:t>
            </a:r>
            <a:r>
              <a:rPr kumimoji="0" lang="en-US" sz="900" b="0" i="0" u="none" strike="noStrike" kern="1200" cap="none" spc="0" normalizeH="0" baseline="0" noProof="0" dirty="0">
                <a:ln>
                  <a:noFill/>
                </a:ln>
                <a:solidFill>
                  <a:srgbClr val="FFFFFF"/>
                </a:solidFill>
                <a:effectLst/>
                <a:uLnTx/>
                <a:uFillTx/>
                <a:latin typeface="Calibri Light"/>
                <a:ea typeface="+mn-ea"/>
                <a:cs typeface="Gotham-Book"/>
              </a:rPr>
              <a:t>manager</a:t>
            </a:r>
            <a:endParaRPr kumimoji="0" lang="en-GB" sz="900" b="0" i="0" u="none" strike="noStrike" kern="1200" cap="none" spc="0" normalizeH="0" baseline="0" noProof="0" dirty="0">
              <a:ln>
                <a:noFill/>
              </a:ln>
              <a:solidFill>
                <a:srgbClr val="FFFFFF"/>
              </a:solidFill>
              <a:effectLst/>
              <a:uLnTx/>
              <a:uFillTx/>
              <a:latin typeface="Calibri Light"/>
              <a:ea typeface="+mn-ea"/>
              <a:cs typeface="Gotham-Book"/>
            </a:endParaRPr>
          </a:p>
        </p:txBody>
      </p:sp>
      <p:pic>
        <p:nvPicPr>
          <p:cNvPr id="19" name="Picture Placeholder 1" descr="A person with a beard and mustache&#10;&#10;AI-generated content may be incorrect.">
            <a:extLst>
              <a:ext uri="{FF2B5EF4-FFF2-40B4-BE49-F238E27FC236}">
                <a16:creationId xmlns:a16="http://schemas.microsoft.com/office/drawing/2014/main" id="{A8885449-E372-F49F-B4B3-BC240B6BC084}"/>
              </a:ext>
            </a:extLst>
          </p:cNvPr>
          <p:cNvPicPr>
            <a:picLocks noChangeAspect="1"/>
          </p:cNvPicPr>
          <p:nvPr/>
        </p:nvPicPr>
        <p:blipFill>
          <a:blip r:embed="rId7"/>
          <a:srcRect/>
          <a:stretch/>
        </p:blipFill>
        <p:spPr>
          <a:xfrm>
            <a:off x="7399691" y="1826947"/>
            <a:ext cx="547400" cy="547400"/>
          </a:xfrm>
          <a:prstGeom prst="ellipse">
            <a:avLst/>
          </a:prstGeom>
          <a:solidFill>
            <a:srgbClr val="F1F1ED"/>
          </a:solidFill>
        </p:spPr>
      </p:pic>
      <p:sp>
        <p:nvSpPr>
          <p:cNvPr id="20" name="Text Placeholder 7">
            <a:extLst>
              <a:ext uri="{FF2B5EF4-FFF2-40B4-BE49-F238E27FC236}">
                <a16:creationId xmlns:a16="http://schemas.microsoft.com/office/drawing/2014/main" id="{F48B731C-CE2D-7DE8-6CF3-AD518DB3CA21}"/>
              </a:ext>
            </a:extLst>
          </p:cNvPr>
          <p:cNvSpPr txBox="1">
            <a:spLocks/>
          </p:cNvSpPr>
          <p:nvPr/>
        </p:nvSpPr>
        <p:spPr>
          <a:xfrm>
            <a:off x="7947091" y="1873445"/>
            <a:ext cx="1137759" cy="251436"/>
          </a:xfrm>
          <a:prstGeom prst="rect">
            <a:avLst/>
          </a:prstGeom>
        </p:spPr>
        <p:txBody>
          <a:bodyPr/>
          <a:lstStyle>
            <a:lvl1pPr marL="216000" indent="-216000" algn="l" defTabSz="914400" rtl="0" eaLnBrk="1" latinLnBrk="0" hangingPunct="1">
              <a:lnSpc>
                <a:spcPct val="100000"/>
              </a:lnSpc>
              <a:spcBef>
                <a:spcPts val="600"/>
              </a:spcBef>
              <a:buSzPct val="100000"/>
              <a:buFont typeface="Arial" panose="020B0604020202020204" pitchFamily="34" charset="0"/>
              <a:buChar char="•"/>
              <a:defRPr lang="en-US" sz="1200" b="0" i="0" kern="1200" spc="0" dirty="0" smtClean="0">
                <a:solidFill>
                  <a:schemeClr val="tx1"/>
                </a:solidFill>
                <a:latin typeface="+mn-lt"/>
                <a:ea typeface="+mn-ea"/>
                <a:cs typeface="Calibri" panose="020F0502020204030204" pitchFamily="34" charset="0"/>
              </a:defRPr>
            </a:lvl1pPr>
            <a:lvl2pPr marL="432000" indent="-216000" algn="l" defTabSz="914400" rtl="0" eaLnBrk="1" latinLnBrk="0" hangingPunct="1">
              <a:lnSpc>
                <a:spcPct val="100000"/>
              </a:lnSpc>
              <a:spcBef>
                <a:spcPts val="600"/>
              </a:spcBef>
              <a:buFont typeface="Arial" panose="020B0604020202020204" pitchFamily="34" charset="0"/>
              <a:buChar char="•"/>
              <a:defRPr sz="1200" b="0" i="0" kern="1200" spc="0">
                <a:solidFill>
                  <a:schemeClr val="tx1"/>
                </a:solidFill>
                <a:latin typeface="+mn-lt"/>
                <a:ea typeface="+mn-ea"/>
                <a:cs typeface="Calibri" panose="020F0502020204030204" pitchFamily="34" charset="0"/>
              </a:defRPr>
            </a:lvl2pPr>
            <a:lvl3pPr marL="648000" indent="-216000" algn="l" defTabSz="914400" rtl="0" eaLnBrk="1" latinLnBrk="0" hangingPunct="1">
              <a:lnSpc>
                <a:spcPct val="100000"/>
              </a:lnSpc>
              <a:spcBef>
                <a:spcPts val="600"/>
              </a:spcBef>
              <a:buFont typeface="Arial" panose="020B0604020202020204" pitchFamily="34" charset="0"/>
              <a:buChar char="•"/>
              <a:defRPr sz="1200" kern="1200" spc="0">
                <a:solidFill>
                  <a:schemeClr val="tx1"/>
                </a:solidFill>
                <a:latin typeface="+mn-lt"/>
                <a:ea typeface="+mn-ea"/>
                <a:cs typeface="+mn-cs"/>
              </a:defRPr>
            </a:lvl3pPr>
            <a:lvl4pPr marL="864000" indent="-216000" algn="l" defTabSz="914400" rtl="0" eaLnBrk="1" latinLnBrk="0" hangingPunct="1">
              <a:lnSpc>
                <a:spcPct val="100000"/>
              </a:lnSpc>
              <a:spcBef>
                <a:spcPts val="600"/>
              </a:spcBef>
              <a:buFont typeface="Arial" panose="020B0604020202020204" pitchFamily="34" charset="0"/>
              <a:buChar char="•"/>
              <a:defRPr sz="1200" kern="1200" cap="none" spc="0" baseline="0">
                <a:solidFill>
                  <a:schemeClr val="tx1"/>
                </a:solidFill>
                <a:latin typeface="+mn-lt"/>
                <a:ea typeface="+mn-ea"/>
                <a:cs typeface="+mn-cs"/>
              </a:defRPr>
            </a:lvl4pPr>
            <a:lvl5pPr marL="1080000" indent="-216000" algn="l" defTabSz="914400" rtl="0" eaLnBrk="1" latinLnBrk="0" hangingPunct="1">
              <a:lnSpc>
                <a:spcPct val="100000"/>
              </a:lnSpc>
              <a:spcBef>
                <a:spcPts val="600"/>
              </a:spcBef>
              <a:buFont typeface="Arial" panose="020B0604020202020204" pitchFamily="34" charset="0"/>
              <a:buChar char="•"/>
              <a:defRPr sz="1200" b="0" i="0" kern="1200" spc="0">
                <a:solidFill>
                  <a:schemeClr val="tx1"/>
                </a:solidFill>
                <a:latin typeface="+mn-lt"/>
                <a:ea typeface="+mn-ea"/>
                <a:cs typeface="Calibri Light" panose="020F0302020204030204" pitchFamily="34" charset="0"/>
              </a:defRPr>
            </a:lvl5pPr>
            <a:lvl6pPr marL="0" indent="0" algn="l" defTabSz="914400" rtl="0" eaLnBrk="1" latinLnBrk="0" hangingPunct="1">
              <a:lnSpc>
                <a:spcPct val="150000"/>
              </a:lnSpc>
              <a:spcBef>
                <a:spcPts val="600"/>
              </a:spcBef>
              <a:buFont typeface="Arial" panose="020B0604020202020204"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5"/>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ts val="0"/>
              </a:spcBef>
              <a:spcAft>
                <a:spcPts val="600"/>
              </a:spcAft>
              <a:buFont typeface="Arial" panose="020B0604020202020204" pitchFamily="34" charset="0"/>
              <a:buNone/>
              <a:defRPr sz="1200" kern="1200">
                <a:solidFill>
                  <a:schemeClr val="tx1"/>
                </a:solidFill>
                <a:latin typeface="Gotham-Light" pitchFamily="50" charset="0"/>
                <a:ea typeface="+mn-ea"/>
                <a:cs typeface="Gotham-Light" pitchFamily="50" charset="0"/>
              </a:defRPr>
            </a:lvl9pPr>
          </a:lstStyle>
          <a:p>
            <a:pPr marL="0" marR="0" lvl="0" indent="0" algn="l" defTabSz="914400" rtl="0" eaLnBrk="1" fontAlgn="auto" latinLnBrk="0" hangingPunct="1">
              <a:lnSpc>
                <a:spcPct val="100000"/>
              </a:lnSpc>
              <a:spcBef>
                <a:spcPts val="600"/>
              </a:spcBef>
              <a:spcAft>
                <a:spcPts val="0"/>
              </a:spcAft>
              <a:buClrTx/>
              <a:buSzPct val="100000"/>
              <a:buFont typeface="Arial" panose="020B0604020202020204" pitchFamily="34" charset="0"/>
              <a:buNone/>
              <a:tabLst/>
              <a:defRPr/>
            </a:pPr>
            <a:r>
              <a:rPr kumimoji="0" lang="en-GB" sz="900" b="0" i="0" u="none" strike="noStrike" kern="1200" cap="none" spc="0" normalizeH="0" baseline="0" noProof="0" dirty="0">
                <a:ln>
                  <a:noFill/>
                </a:ln>
                <a:solidFill>
                  <a:srgbClr val="FFFFFF"/>
                </a:solidFill>
                <a:effectLst/>
                <a:uLnTx/>
                <a:uFillTx/>
                <a:latin typeface="Calibri Light"/>
                <a:ea typeface="+mn-ea"/>
                <a:cs typeface="Calibri"/>
              </a:rPr>
              <a:t>Troels Langkjær</a:t>
            </a:r>
            <a:endParaRPr kumimoji="0" lang="en-GB" sz="900" b="0" i="0" u="none" strike="noStrike" kern="1200" cap="none" spc="0" normalizeH="0" baseline="0" noProof="0" dirty="0">
              <a:ln>
                <a:noFill/>
              </a:ln>
              <a:solidFill>
                <a:srgbClr val="1F4953"/>
              </a:solidFill>
              <a:effectLst/>
              <a:uLnTx/>
              <a:uFillTx/>
              <a:latin typeface="Calibri Light"/>
              <a:ea typeface="+mn-ea"/>
              <a:cs typeface="Calibri" panose="020F0502020204030204" pitchFamily="34" charset="0"/>
            </a:endParaRPr>
          </a:p>
        </p:txBody>
      </p:sp>
      <p:sp>
        <p:nvSpPr>
          <p:cNvPr id="24" name="Text Placeholder 8">
            <a:extLst>
              <a:ext uri="{FF2B5EF4-FFF2-40B4-BE49-F238E27FC236}">
                <a16:creationId xmlns:a16="http://schemas.microsoft.com/office/drawing/2014/main" id="{92DCC841-E02C-373F-AB5A-93D0CE29C532}"/>
              </a:ext>
            </a:extLst>
          </p:cNvPr>
          <p:cNvSpPr txBox="1">
            <a:spLocks/>
          </p:cNvSpPr>
          <p:nvPr/>
        </p:nvSpPr>
        <p:spPr>
          <a:xfrm>
            <a:off x="7947091" y="2052921"/>
            <a:ext cx="1565534" cy="251436"/>
          </a:xfrm>
          <a:prstGeom prst="rect">
            <a:avLst/>
          </a:prstGeom>
        </p:spPr>
        <p:txBody>
          <a:bodyPr/>
          <a:lstStyle>
            <a:lvl1pPr marL="216000" indent="-216000" algn="l" defTabSz="914400" rtl="0" eaLnBrk="1" latinLnBrk="0" hangingPunct="1">
              <a:lnSpc>
                <a:spcPct val="100000"/>
              </a:lnSpc>
              <a:spcBef>
                <a:spcPts val="600"/>
              </a:spcBef>
              <a:buSzPct val="100000"/>
              <a:buFont typeface="Arial" panose="020B0604020202020204" pitchFamily="34" charset="0"/>
              <a:buChar char="•"/>
              <a:defRPr lang="en-US" sz="1200" b="0" i="0" kern="1200" spc="0" dirty="0" smtClean="0">
                <a:solidFill>
                  <a:schemeClr val="tx1"/>
                </a:solidFill>
                <a:latin typeface="+mn-lt"/>
                <a:ea typeface="+mn-ea"/>
                <a:cs typeface="Calibri" panose="020F0502020204030204" pitchFamily="34" charset="0"/>
              </a:defRPr>
            </a:lvl1pPr>
            <a:lvl2pPr marL="432000" indent="-216000" algn="l" defTabSz="914400" rtl="0" eaLnBrk="1" latinLnBrk="0" hangingPunct="1">
              <a:lnSpc>
                <a:spcPct val="100000"/>
              </a:lnSpc>
              <a:spcBef>
                <a:spcPts val="600"/>
              </a:spcBef>
              <a:buFont typeface="Arial" panose="020B0604020202020204" pitchFamily="34" charset="0"/>
              <a:buChar char="•"/>
              <a:defRPr sz="1200" b="0" i="0" kern="1200" spc="0">
                <a:solidFill>
                  <a:schemeClr val="tx1"/>
                </a:solidFill>
                <a:latin typeface="+mn-lt"/>
                <a:ea typeface="+mn-ea"/>
                <a:cs typeface="Calibri" panose="020F0502020204030204" pitchFamily="34" charset="0"/>
              </a:defRPr>
            </a:lvl2pPr>
            <a:lvl3pPr marL="648000" indent="-216000" algn="l" defTabSz="914400" rtl="0" eaLnBrk="1" latinLnBrk="0" hangingPunct="1">
              <a:lnSpc>
                <a:spcPct val="100000"/>
              </a:lnSpc>
              <a:spcBef>
                <a:spcPts val="600"/>
              </a:spcBef>
              <a:buFont typeface="Arial" panose="020B0604020202020204" pitchFamily="34" charset="0"/>
              <a:buChar char="•"/>
              <a:defRPr sz="1200" kern="1200" spc="0">
                <a:solidFill>
                  <a:schemeClr val="tx1"/>
                </a:solidFill>
                <a:latin typeface="+mn-lt"/>
                <a:ea typeface="+mn-ea"/>
                <a:cs typeface="+mn-cs"/>
              </a:defRPr>
            </a:lvl3pPr>
            <a:lvl4pPr marL="864000" indent="-216000" algn="l" defTabSz="914400" rtl="0" eaLnBrk="1" latinLnBrk="0" hangingPunct="1">
              <a:lnSpc>
                <a:spcPct val="100000"/>
              </a:lnSpc>
              <a:spcBef>
                <a:spcPts val="600"/>
              </a:spcBef>
              <a:buFont typeface="Arial" panose="020B0604020202020204" pitchFamily="34" charset="0"/>
              <a:buChar char="•"/>
              <a:defRPr sz="1200" kern="1200" cap="none" spc="0" baseline="0">
                <a:solidFill>
                  <a:schemeClr val="tx1"/>
                </a:solidFill>
                <a:latin typeface="+mn-lt"/>
                <a:ea typeface="+mn-ea"/>
                <a:cs typeface="+mn-cs"/>
              </a:defRPr>
            </a:lvl4pPr>
            <a:lvl5pPr marL="1080000" indent="-216000" algn="l" defTabSz="914400" rtl="0" eaLnBrk="1" latinLnBrk="0" hangingPunct="1">
              <a:lnSpc>
                <a:spcPct val="100000"/>
              </a:lnSpc>
              <a:spcBef>
                <a:spcPts val="600"/>
              </a:spcBef>
              <a:buFont typeface="Arial" panose="020B0604020202020204" pitchFamily="34" charset="0"/>
              <a:buChar char="•"/>
              <a:defRPr sz="1200" b="0" i="0" kern="1200" spc="0">
                <a:solidFill>
                  <a:schemeClr val="tx1"/>
                </a:solidFill>
                <a:latin typeface="+mn-lt"/>
                <a:ea typeface="+mn-ea"/>
                <a:cs typeface="Calibri Light" panose="020F0302020204030204" pitchFamily="34" charset="0"/>
              </a:defRPr>
            </a:lvl5pPr>
            <a:lvl6pPr marL="0" indent="0" algn="l" defTabSz="914400" rtl="0" eaLnBrk="1" latinLnBrk="0" hangingPunct="1">
              <a:lnSpc>
                <a:spcPct val="150000"/>
              </a:lnSpc>
              <a:spcBef>
                <a:spcPts val="600"/>
              </a:spcBef>
              <a:buFont typeface="Arial" panose="020B0604020202020204"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5"/>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ts val="0"/>
              </a:spcBef>
              <a:spcAft>
                <a:spcPts val="600"/>
              </a:spcAft>
              <a:buFont typeface="Arial" panose="020B0604020202020204" pitchFamily="34" charset="0"/>
              <a:buNone/>
              <a:defRPr sz="1200" kern="1200">
                <a:solidFill>
                  <a:schemeClr val="tx1"/>
                </a:solidFill>
                <a:latin typeface="Gotham-Light" pitchFamily="50" charset="0"/>
                <a:ea typeface="+mn-ea"/>
                <a:cs typeface="Gotham-Light" pitchFamily="50" charset="0"/>
              </a:defRPr>
            </a:lvl9pPr>
          </a:lstStyle>
          <a:p>
            <a:pPr marL="0" marR="0" lvl="0" indent="0" algn="l" defTabSz="914400" rtl="0" eaLnBrk="1" fontAlgn="auto" latinLnBrk="0" hangingPunct="1">
              <a:lnSpc>
                <a:spcPct val="100000"/>
              </a:lnSpc>
              <a:spcBef>
                <a:spcPts val="600"/>
              </a:spcBef>
              <a:spcAft>
                <a:spcPts val="0"/>
              </a:spcAft>
              <a:buClrTx/>
              <a:buSzPct val="100000"/>
              <a:buFont typeface="Arial" panose="020B0604020202020204" pitchFamily="34" charset="0"/>
              <a:buNone/>
              <a:tabLst/>
              <a:defRPr/>
            </a:pPr>
            <a:r>
              <a:rPr kumimoji="0" lang="en-GB" sz="900" b="0" i="0" u="none" strike="noStrike" kern="1200" cap="none" spc="0" normalizeH="0" baseline="0" noProof="0" dirty="0">
                <a:ln>
                  <a:noFill/>
                </a:ln>
                <a:solidFill>
                  <a:srgbClr val="FFFFFF"/>
                </a:solidFill>
                <a:effectLst/>
                <a:uLnTx/>
                <a:uFillTx/>
                <a:latin typeface="Calibri Light"/>
                <a:ea typeface="+mn-ea"/>
                <a:cs typeface="Calibri"/>
              </a:rPr>
              <a:t>Cybersecurity Operations Principal</a:t>
            </a:r>
            <a:endParaRPr kumimoji="0" lang="en-GB" sz="900" b="0" i="0" u="none" strike="noStrike" kern="1200" cap="none" spc="0" normalizeH="0" baseline="0" noProof="0" dirty="0">
              <a:ln>
                <a:noFill/>
              </a:ln>
              <a:solidFill>
                <a:srgbClr val="FFFFFF"/>
              </a:solidFill>
              <a:effectLst/>
              <a:uLnTx/>
              <a:uFillTx/>
              <a:latin typeface="Calibri Light"/>
              <a:ea typeface="+mn-ea"/>
              <a:cs typeface="Calibri" panose="020F0502020204030204" pitchFamily="34" charset="0"/>
            </a:endParaRPr>
          </a:p>
        </p:txBody>
      </p:sp>
      <p:pic>
        <p:nvPicPr>
          <p:cNvPr id="29" name="Pladsholder til billede 45" descr="Et billede, der indeholder Ansigt, person, Pande, Hage&#10;&#10;AI-genereret indhold kan være ukorrekt.">
            <a:extLst>
              <a:ext uri="{FF2B5EF4-FFF2-40B4-BE49-F238E27FC236}">
                <a16:creationId xmlns:a16="http://schemas.microsoft.com/office/drawing/2014/main" id="{6C84C1C2-6D80-0D50-A177-0E4E9329B81C}"/>
              </a:ext>
            </a:extLst>
          </p:cNvPr>
          <p:cNvPicPr>
            <a:picLocks noChangeAspect="1"/>
          </p:cNvPicPr>
          <p:nvPr/>
        </p:nvPicPr>
        <p:blipFill>
          <a:blip r:embed="rId8"/>
          <a:srcRect t="3426" b="11378"/>
          <a:stretch>
            <a:fillRect/>
          </a:stretch>
        </p:blipFill>
        <p:spPr>
          <a:xfrm>
            <a:off x="5076611" y="1797232"/>
            <a:ext cx="547400" cy="553087"/>
          </a:xfrm>
          <a:prstGeom prst="ellipse">
            <a:avLst/>
          </a:prstGeom>
          <a:solidFill>
            <a:srgbClr val="F1F1ED"/>
          </a:solidFill>
        </p:spPr>
      </p:pic>
      <p:sp>
        <p:nvSpPr>
          <p:cNvPr id="47" name="Pladsholder til tekst 7">
            <a:extLst>
              <a:ext uri="{FF2B5EF4-FFF2-40B4-BE49-F238E27FC236}">
                <a16:creationId xmlns:a16="http://schemas.microsoft.com/office/drawing/2014/main" id="{576AFBFC-076C-1F9B-6EE2-E52F42854278}"/>
              </a:ext>
            </a:extLst>
          </p:cNvPr>
          <p:cNvSpPr txBox="1">
            <a:spLocks/>
          </p:cNvSpPr>
          <p:nvPr/>
        </p:nvSpPr>
        <p:spPr>
          <a:xfrm>
            <a:off x="5655739" y="1868463"/>
            <a:ext cx="2304000" cy="180000"/>
          </a:xfrm>
          <a:prstGeom prst="rect">
            <a:avLst/>
          </a:prstGeom>
        </p:spPr>
        <p:txBody>
          <a:bodyPr/>
          <a:lstStyle>
            <a:lvl1pPr marL="216000" indent="-216000" algn="l" defTabSz="914400" rtl="0" eaLnBrk="1" latinLnBrk="0" hangingPunct="1">
              <a:lnSpc>
                <a:spcPct val="100000"/>
              </a:lnSpc>
              <a:spcBef>
                <a:spcPts val="600"/>
              </a:spcBef>
              <a:buSzPct val="100000"/>
              <a:buFont typeface="Arial" panose="020B0604020202020204" pitchFamily="34" charset="0"/>
              <a:buChar char="•"/>
              <a:defRPr lang="en-US" sz="1200" b="0" i="0" kern="1200" spc="0" dirty="0" smtClean="0">
                <a:solidFill>
                  <a:schemeClr val="tx1"/>
                </a:solidFill>
                <a:latin typeface="+mn-lt"/>
                <a:ea typeface="+mn-ea"/>
                <a:cs typeface="Calibri" panose="020F0502020204030204" pitchFamily="34" charset="0"/>
              </a:defRPr>
            </a:lvl1pPr>
            <a:lvl2pPr marL="432000" indent="-216000" algn="l" defTabSz="914400" rtl="0" eaLnBrk="1" latinLnBrk="0" hangingPunct="1">
              <a:lnSpc>
                <a:spcPct val="100000"/>
              </a:lnSpc>
              <a:spcBef>
                <a:spcPts val="600"/>
              </a:spcBef>
              <a:buFont typeface="Arial" panose="020B0604020202020204" pitchFamily="34" charset="0"/>
              <a:buChar char="•"/>
              <a:defRPr sz="1200" b="0" i="0" kern="1200" spc="0">
                <a:solidFill>
                  <a:schemeClr val="tx1"/>
                </a:solidFill>
                <a:latin typeface="+mn-lt"/>
                <a:ea typeface="+mn-ea"/>
                <a:cs typeface="Calibri" panose="020F0502020204030204" pitchFamily="34" charset="0"/>
              </a:defRPr>
            </a:lvl2pPr>
            <a:lvl3pPr marL="648000" indent="-216000" algn="l" defTabSz="914400" rtl="0" eaLnBrk="1" latinLnBrk="0" hangingPunct="1">
              <a:lnSpc>
                <a:spcPct val="100000"/>
              </a:lnSpc>
              <a:spcBef>
                <a:spcPts val="600"/>
              </a:spcBef>
              <a:buFont typeface="Arial" panose="020B0604020202020204" pitchFamily="34" charset="0"/>
              <a:buChar char="•"/>
              <a:defRPr sz="1200" kern="1200" spc="0">
                <a:solidFill>
                  <a:schemeClr val="tx1"/>
                </a:solidFill>
                <a:latin typeface="+mn-lt"/>
                <a:ea typeface="+mn-ea"/>
                <a:cs typeface="+mn-cs"/>
              </a:defRPr>
            </a:lvl3pPr>
            <a:lvl4pPr marL="864000" indent="-216000" algn="l" defTabSz="914400" rtl="0" eaLnBrk="1" latinLnBrk="0" hangingPunct="1">
              <a:lnSpc>
                <a:spcPct val="100000"/>
              </a:lnSpc>
              <a:spcBef>
                <a:spcPts val="600"/>
              </a:spcBef>
              <a:buFont typeface="Arial" panose="020B0604020202020204" pitchFamily="34" charset="0"/>
              <a:buChar char="•"/>
              <a:defRPr sz="1200" kern="1200" cap="none" spc="0" baseline="0">
                <a:solidFill>
                  <a:schemeClr val="tx1"/>
                </a:solidFill>
                <a:latin typeface="+mn-lt"/>
                <a:ea typeface="+mn-ea"/>
                <a:cs typeface="+mn-cs"/>
              </a:defRPr>
            </a:lvl4pPr>
            <a:lvl5pPr marL="1080000" indent="-216000" algn="l" defTabSz="914400" rtl="0" eaLnBrk="1" latinLnBrk="0" hangingPunct="1">
              <a:lnSpc>
                <a:spcPct val="100000"/>
              </a:lnSpc>
              <a:spcBef>
                <a:spcPts val="600"/>
              </a:spcBef>
              <a:buFont typeface="Arial" panose="020B0604020202020204" pitchFamily="34" charset="0"/>
              <a:buChar char="•"/>
              <a:defRPr sz="1200" b="0" i="0" kern="1200" spc="0">
                <a:solidFill>
                  <a:schemeClr val="tx1"/>
                </a:solidFill>
                <a:latin typeface="+mn-lt"/>
                <a:ea typeface="+mn-ea"/>
                <a:cs typeface="Calibri Light" panose="020F0302020204030204" pitchFamily="34" charset="0"/>
              </a:defRPr>
            </a:lvl5pPr>
            <a:lvl6pPr marL="0" indent="0" algn="l" defTabSz="914400" rtl="0" eaLnBrk="1" latinLnBrk="0" hangingPunct="1">
              <a:lnSpc>
                <a:spcPct val="150000"/>
              </a:lnSpc>
              <a:spcBef>
                <a:spcPts val="600"/>
              </a:spcBef>
              <a:buFont typeface="Arial" panose="020B0604020202020204"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5"/>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ts val="0"/>
              </a:spcBef>
              <a:spcAft>
                <a:spcPts val="600"/>
              </a:spcAft>
              <a:buFont typeface="Arial" panose="020B0604020202020204" pitchFamily="34" charset="0"/>
              <a:buNone/>
              <a:defRPr sz="1200" kern="1200">
                <a:solidFill>
                  <a:schemeClr val="tx1"/>
                </a:solidFill>
                <a:latin typeface="Gotham-Light" pitchFamily="50" charset="0"/>
                <a:ea typeface="+mn-ea"/>
                <a:cs typeface="Gotham-Light" pitchFamily="50" charset="0"/>
              </a:defRPr>
            </a:lvl9pPr>
          </a:lstStyle>
          <a:p>
            <a:pPr marL="0" marR="0" lvl="0" indent="0" algn="l" defTabSz="914400" rtl="0" eaLnBrk="1" fontAlgn="auto" latinLnBrk="0" hangingPunct="1">
              <a:lnSpc>
                <a:spcPct val="100000"/>
              </a:lnSpc>
              <a:spcBef>
                <a:spcPts val="600"/>
              </a:spcBef>
              <a:spcAft>
                <a:spcPts val="0"/>
              </a:spcAft>
              <a:buClrTx/>
              <a:buSzPct val="100000"/>
              <a:buFont typeface="Arial" panose="020B0604020202020204" pitchFamily="34" charset="0"/>
              <a:buNone/>
              <a:tabLst/>
              <a:defRPr/>
            </a:pPr>
            <a:r>
              <a:rPr kumimoji="0" lang="da-DK" sz="900" b="0" i="0" u="none" strike="noStrike" kern="1200" cap="none" spc="0" normalizeH="0" baseline="0" noProof="0" dirty="0">
                <a:ln>
                  <a:noFill/>
                </a:ln>
                <a:solidFill>
                  <a:srgbClr val="FFFFFF"/>
                </a:solidFill>
                <a:effectLst/>
                <a:uLnTx/>
                <a:uFillTx/>
                <a:latin typeface="Calibri Light"/>
                <a:ea typeface="+mn-ea"/>
                <a:cs typeface="Calibri" panose="020F0502020204030204" pitchFamily="34" charset="0"/>
              </a:rPr>
              <a:t>Martin </a:t>
            </a:r>
            <a:r>
              <a:rPr kumimoji="0" lang="da-DK" sz="900" b="0" i="0" u="none" strike="noStrike" kern="1200" cap="none" spc="0" normalizeH="0" baseline="0" noProof="0" dirty="0" err="1">
                <a:ln>
                  <a:noFill/>
                </a:ln>
                <a:solidFill>
                  <a:srgbClr val="FFFFFF"/>
                </a:solidFill>
                <a:effectLst/>
                <a:uLnTx/>
                <a:uFillTx/>
                <a:latin typeface="Calibri Light"/>
                <a:ea typeface="+mn-ea"/>
                <a:cs typeface="Calibri" panose="020F0502020204030204" pitchFamily="34" charset="0"/>
              </a:rPr>
              <a:t>Kiaer</a:t>
            </a:r>
            <a:endParaRPr kumimoji="0" lang="da-DK" sz="900" b="0" i="0" u="none" strike="noStrike" kern="1200" cap="none" spc="0" normalizeH="0" baseline="0" noProof="0" dirty="0">
              <a:ln>
                <a:noFill/>
              </a:ln>
              <a:solidFill>
                <a:srgbClr val="FFFFFF"/>
              </a:solidFill>
              <a:effectLst/>
              <a:uLnTx/>
              <a:uFillTx/>
              <a:latin typeface="Calibri Light"/>
              <a:ea typeface="+mn-ea"/>
              <a:cs typeface="Calibri" panose="020F0502020204030204" pitchFamily="34" charset="0"/>
            </a:endParaRPr>
          </a:p>
        </p:txBody>
      </p:sp>
      <p:sp>
        <p:nvSpPr>
          <p:cNvPr id="48" name="Pladsholder til tekst 8">
            <a:extLst>
              <a:ext uri="{FF2B5EF4-FFF2-40B4-BE49-F238E27FC236}">
                <a16:creationId xmlns:a16="http://schemas.microsoft.com/office/drawing/2014/main" id="{0B2A2664-9ACB-9C72-5B39-6E72B1CE2E62}"/>
              </a:ext>
            </a:extLst>
          </p:cNvPr>
          <p:cNvSpPr txBox="1">
            <a:spLocks/>
          </p:cNvSpPr>
          <p:nvPr/>
        </p:nvSpPr>
        <p:spPr>
          <a:xfrm>
            <a:off x="5627227" y="2042645"/>
            <a:ext cx="2304000" cy="496644"/>
          </a:xfrm>
          <a:prstGeom prst="rect">
            <a:avLst/>
          </a:prstGeom>
        </p:spPr>
        <p:txBody>
          <a:bodyPr/>
          <a:lstStyle>
            <a:lvl1pPr marL="216000" indent="-216000" algn="l" defTabSz="914400" rtl="0" eaLnBrk="1" latinLnBrk="0" hangingPunct="1">
              <a:lnSpc>
                <a:spcPct val="100000"/>
              </a:lnSpc>
              <a:spcBef>
                <a:spcPts val="600"/>
              </a:spcBef>
              <a:buSzPct val="100000"/>
              <a:buFont typeface="Arial" panose="020B0604020202020204" pitchFamily="34" charset="0"/>
              <a:buChar char="•"/>
              <a:defRPr lang="en-US" sz="1200" b="0" i="0" kern="1200" spc="0" dirty="0" smtClean="0">
                <a:solidFill>
                  <a:schemeClr val="tx1"/>
                </a:solidFill>
                <a:latin typeface="+mn-lt"/>
                <a:ea typeface="+mn-ea"/>
                <a:cs typeface="Calibri" panose="020F0502020204030204" pitchFamily="34" charset="0"/>
              </a:defRPr>
            </a:lvl1pPr>
            <a:lvl2pPr marL="432000" indent="-216000" algn="l" defTabSz="914400" rtl="0" eaLnBrk="1" latinLnBrk="0" hangingPunct="1">
              <a:lnSpc>
                <a:spcPct val="100000"/>
              </a:lnSpc>
              <a:spcBef>
                <a:spcPts val="600"/>
              </a:spcBef>
              <a:buFont typeface="Arial" panose="020B0604020202020204" pitchFamily="34" charset="0"/>
              <a:buChar char="•"/>
              <a:defRPr sz="1200" b="0" i="0" kern="1200" spc="0">
                <a:solidFill>
                  <a:schemeClr val="tx1"/>
                </a:solidFill>
                <a:latin typeface="+mn-lt"/>
                <a:ea typeface="+mn-ea"/>
                <a:cs typeface="Calibri" panose="020F0502020204030204" pitchFamily="34" charset="0"/>
              </a:defRPr>
            </a:lvl2pPr>
            <a:lvl3pPr marL="648000" indent="-216000" algn="l" defTabSz="914400" rtl="0" eaLnBrk="1" latinLnBrk="0" hangingPunct="1">
              <a:lnSpc>
                <a:spcPct val="100000"/>
              </a:lnSpc>
              <a:spcBef>
                <a:spcPts val="600"/>
              </a:spcBef>
              <a:buFont typeface="Arial" panose="020B0604020202020204" pitchFamily="34" charset="0"/>
              <a:buChar char="•"/>
              <a:defRPr sz="1200" kern="1200" spc="0">
                <a:solidFill>
                  <a:schemeClr val="tx1"/>
                </a:solidFill>
                <a:latin typeface="+mn-lt"/>
                <a:ea typeface="+mn-ea"/>
                <a:cs typeface="+mn-cs"/>
              </a:defRPr>
            </a:lvl3pPr>
            <a:lvl4pPr marL="864000" indent="-216000" algn="l" defTabSz="914400" rtl="0" eaLnBrk="1" latinLnBrk="0" hangingPunct="1">
              <a:lnSpc>
                <a:spcPct val="100000"/>
              </a:lnSpc>
              <a:spcBef>
                <a:spcPts val="600"/>
              </a:spcBef>
              <a:buFont typeface="Arial" panose="020B0604020202020204" pitchFamily="34" charset="0"/>
              <a:buChar char="•"/>
              <a:defRPr sz="1200" kern="1200" cap="none" spc="0" baseline="0">
                <a:solidFill>
                  <a:schemeClr val="tx1"/>
                </a:solidFill>
                <a:latin typeface="+mn-lt"/>
                <a:ea typeface="+mn-ea"/>
                <a:cs typeface="+mn-cs"/>
              </a:defRPr>
            </a:lvl4pPr>
            <a:lvl5pPr marL="1080000" indent="-216000" algn="l" defTabSz="914400" rtl="0" eaLnBrk="1" latinLnBrk="0" hangingPunct="1">
              <a:lnSpc>
                <a:spcPct val="100000"/>
              </a:lnSpc>
              <a:spcBef>
                <a:spcPts val="600"/>
              </a:spcBef>
              <a:buFont typeface="Arial" panose="020B0604020202020204" pitchFamily="34" charset="0"/>
              <a:buChar char="•"/>
              <a:defRPr sz="1200" b="0" i="0" kern="1200" spc="0">
                <a:solidFill>
                  <a:schemeClr val="tx1"/>
                </a:solidFill>
                <a:latin typeface="+mn-lt"/>
                <a:ea typeface="+mn-ea"/>
                <a:cs typeface="Calibri Light" panose="020F0302020204030204" pitchFamily="34" charset="0"/>
              </a:defRPr>
            </a:lvl5pPr>
            <a:lvl6pPr marL="0" indent="0" algn="l" defTabSz="914400" rtl="0" eaLnBrk="1" latinLnBrk="0" hangingPunct="1">
              <a:lnSpc>
                <a:spcPct val="150000"/>
              </a:lnSpc>
              <a:spcBef>
                <a:spcPts val="600"/>
              </a:spcBef>
              <a:buFont typeface="Arial" panose="020B0604020202020204"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5"/>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ts val="0"/>
              </a:spcBef>
              <a:spcAft>
                <a:spcPts val="600"/>
              </a:spcAft>
              <a:buFont typeface="Arial" panose="020B0604020202020204" pitchFamily="34" charset="0"/>
              <a:buNone/>
              <a:defRPr sz="1200" kern="1200">
                <a:solidFill>
                  <a:schemeClr val="tx1"/>
                </a:solidFill>
                <a:latin typeface="Gotham-Light" pitchFamily="50" charset="0"/>
                <a:ea typeface="+mn-ea"/>
                <a:cs typeface="Gotham-Light" pitchFamily="50" charset="0"/>
              </a:defRPr>
            </a:lvl9pPr>
          </a:lstStyle>
          <a:p>
            <a:pPr marL="0" marR="0" lvl="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0" lang="en-US" sz="900" b="0" i="0" u="none" strike="noStrike" kern="1200" cap="none" spc="0" normalizeH="0" baseline="0" noProof="0" dirty="0">
                <a:ln>
                  <a:noFill/>
                </a:ln>
                <a:solidFill>
                  <a:srgbClr val="FFFFFF"/>
                </a:solidFill>
                <a:effectLst/>
                <a:uLnTx/>
                <a:uFillTx/>
                <a:latin typeface="Calibri Light"/>
                <a:ea typeface="+mn-ea"/>
                <a:cs typeface="Calibri" panose="020F0502020204030204" pitchFamily="34" charset="0"/>
              </a:rPr>
              <a:t>Principal Cybersecurity Advisor </a:t>
            </a:r>
          </a:p>
          <a:p>
            <a:pPr marL="0" marR="0" lvl="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0" lang="en-US" sz="900" b="0" i="0" u="none" strike="noStrike" kern="1200" cap="none" spc="0" normalizeH="0" baseline="0" noProof="0" dirty="0">
                <a:ln>
                  <a:noFill/>
                </a:ln>
                <a:solidFill>
                  <a:srgbClr val="FFFFFF"/>
                </a:solidFill>
                <a:effectLst/>
                <a:uLnTx/>
                <a:uFillTx/>
                <a:latin typeface="Calibri Light"/>
                <a:ea typeface="+mn-ea"/>
                <a:cs typeface="Calibri" panose="020F0502020204030204" pitchFamily="34" charset="0"/>
              </a:rPr>
              <a:t>and Architect</a:t>
            </a:r>
          </a:p>
        </p:txBody>
      </p:sp>
      <p:sp>
        <p:nvSpPr>
          <p:cNvPr id="6" name="Tekstfelt 5">
            <a:extLst>
              <a:ext uri="{FF2B5EF4-FFF2-40B4-BE49-F238E27FC236}">
                <a16:creationId xmlns:a16="http://schemas.microsoft.com/office/drawing/2014/main" id="{709929BC-DDBF-6FDD-061F-CB1AF034A4FB}"/>
              </a:ext>
            </a:extLst>
          </p:cNvPr>
          <p:cNvSpPr txBox="1"/>
          <p:nvPr/>
        </p:nvSpPr>
        <p:spPr bwMode="gray">
          <a:xfrm>
            <a:off x="344979" y="911038"/>
            <a:ext cx="11502044" cy="442035"/>
          </a:xfrm>
          <a:prstGeom prst="rect">
            <a:avLst/>
          </a:prstGeom>
          <a:noFill/>
        </p:spPr>
        <p:txBody>
          <a:bodyPr wrap="square" lIns="36000" tIns="36000" rIns="36000" bIns="36000" rtlCol="0">
            <a:spAutoFit/>
          </a:bodyPr>
          <a:lstStyle/>
          <a:p>
            <a:pPr algn="l">
              <a:spcBef>
                <a:spcPts val="600"/>
              </a:spcBef>
            </a:pPr>
            <a:r>
              <a:rPr lang="da-DK" sz="1200" dirty="0"/>
              <a:t>De tilbudte konsulenter er sammensat som et tværfagligt kerneteam, der tilsammen dækker hele opgaven fra sikker arkitektur og compliance til implementering og drift af en on-</a:t>
            </a:r>
            <a:r>
              <a:rPr lang="da-DK" sz="1200" dirty="0" err="1"/>
              <a:t>prem</a:t>
            </a:r>
            <a:r>
              <a:rPr lang="da-DK" sz="1200" dirty="0"/>
              <a:t> LLM-platform. Teamet kombinerer dyb erfaring med </a:t>
            </a:r>
            <a:r>
              <a:rPr lang="da-DK" sz="1200" dirty="0" err="1"/>
              <a:t>GenAI</a:t>
            </a:r>
            <a:r>
              <a:rPr lang="da-DK" sz="1200" dirty="0"/>
              <a:t>/LLM og RAG, data- og integrationsarkitektur, samt Zero Trust, </a:t>
            </a:r>
            <a:r>
              <a:rPr lang="da-DK" sz="1200" dirty="0" err="1"/>
              <a:t>SecOps</a:t>
            </a:r>
            <a:r>
              <a:rPr lang="da-DK" sz="1200" dirty="0"/>
              <a:t> og operationalisering i compliance-tunge miljøer.</a:t>
            </a:r>
          </a:p>
        </p:txBody>
      </p:sp>
    </p:spTree>
    <p:extLst>
      <p:ext uri="{BB962C8B-B14F-4D97-AF65-F5344CB8AC3E}">
        <p14:creationId xmlns:p14="http://schemas.microsoft.com/office/powerpoint/2010/main" val="1405310334"/>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F7B92DD-4327-25A7-4EC8-278665B9BD1F}"/>
              </a:ext>
            </a:extLst>
          </p:cNvPr>
          <p:cNvSpPr>
            <a:spLocks noGrp="1"/>
          </p:cNvSpPr>
          <p:nvPr>
            <p:ph type="title"/>
          </p:nvPr>
        </p:nvSpPr>
        <p:spPr/>
        <p:txBody>
          <a:bodyPr/>
          <a:lstStyle/>
          <a:p>
            <a:r>
              <a:rPr lang="da-DK" sz="1800" b="1"/>
              <a:t>K-4.K-1 Projektledelse og leverancestyring</a:t>
            </a:r>
            <a:br>
              <a:rPr lang="da-DK" sz="1800"/>
            </a:br>
            <a:r>
              <a:rPr lang="da-DK" sz="1800"/>
              <a:t>Leverandøren skal arbejde efter en struktureret projektmodel med klare faser, leverancer og milepæle</a:t>
            </a:r>
          </a:p>
        </p:txBody>
      </p:sp>
      <p:sp>
        <p:nvSpPr>
          <p:cNvPr id="3" name="Pladsholder til tekst 2">
            <a:extLst>
              <a:ext uri="{FF2B5EF4-FFF2-40B4-BE49-F238E27FC236}">
                <a16:creationId xmlns:a16="http://schemas.microsoft.com/office/drawing/2014/main" id="{DF85838B-303F-893D-2258-5DCF5CB19617}"/>
              </a:ext>
            </a:extLst>
          </p:cNvPr>
          <p:cNvSpPr>
            <a:spLocks noGrp="1"/>
          </p:cNvSpPr>
          <p:nvPr>
            <p:ph type="body" sz="quarter" idx="12"/>
          </p:nvPr>
        </p:nvSpPr>
        <p:spPr/>
        <p:txBody>
          <a:bodyPr/>
          <a:lstStyle/>
          <a:p>
            <a:r>
              <a:rPr lang="en-US" dirty="0"/>
              <a:t>5. </a:t>
            </a:r>
            <a:r>
              <a:rPr lang="da-DK" dirty="0"/>
              <a:t>Projektledelse og leverancestyring</a:t>
            </a:r>
          </a:p>
        </p:txBody>
      </p:sp>
      <p:sp>
        <p:nvSpPr>
          <p:cNvPr id="4" name="Pladsholder til tekst 3">
            <a:extLst>
              <a:ext uri="{FF2B5EF4-FFF2-40B4-BE49-F238E27FC236}">
                <a16:creationId xmlns:a16="http://schemas.microsoft.com/office/drawing/2014/main" id="{13597455-9017-4A38-B301-A3833695178C}"/>
              </a:ext>
            </a:extLst>
          </p:cNvPr>
          <p:cNvSpPr>
            <a:spLocks noGrp="1"/>
          </p:cNvSpPr>
          <p:nvPr>
            <p:ph type="body" sz="quarter" idx="13"/>
          </p:nvPr>
        </p:nvSpPr>
        <p:spPr/>
        <p:txBody>
          <a:bodyPr/>
          <a:lstStyle/>
          <a:p>
            <a:pPr marL="0" indent="0">
              <a:buNone/>
            </a:pPr>
            <a:r>
              <a:rPr lang="da-DK" sz="1000"/>
              <a:t>Vi arbejder efter en struktureret, hybrid projektmodel, der kombinerer PRINCE2‑inspireret faseopdeling og </a:t>
            </a:r>
            <a:r>
              <a:rPr lang="da-DK" sz="1000" err="1"/>
              <a:t>governance</a:t>
            </a:r>
            <a:r>
              <a:rPr lang="da-DK" sz="1000"/>
              <a:t> med agile arbejdsformer (</a:t>
            </a:r>
            <a:r>
              <a:rPr lang="da-DK" sz="1000" err="1"/>
              <a:t>Scrum</a:t>
            </a:r>
            <a:r>
              <a:rPr lang="da-DK" sz="1000"/>
              <a:t>‑elementer) i udviklings- og implementeringsforløbet. Modellen tilpasses den konkrete opgave, men er altid kendetegnet ved klare faser, leverancer og milepæle – samt specifik håndtering af LLM- og AI‑sikkerhed på tværs af hele livscyklussen. Projektet inddeles typisk i følgende hovedfaser:</a:t>
            </a:r>
          </a:p>
          <a:p>
            <a:pPr marL="0" indent="0">
              <a:buNone/>
            </a:pPr>
            <a:endParaRPr lang="da-DK" sz="1000"/>
          </a:p>
          <a:p>
            <a:pPr marL="176213" indent="-176213">
              <a:spcBef>
                <a:spcPts val="0"/>
              </a:spcBef>
              <a:buFont typeface="+mj-lt"/>
              <a:buAutoNum type="arabicPeriod"/>
            </a:pPr>
            <a:r>
              <a:rPr lang="da-DK" sz="1000" b="1"/>
              <a:t>Opstarts- og analysefase</a:t>
            </a:r>
          </a:p>
          <a:p>
            <a:pPr marL="176213" indent="0">
              <a:spcBef>
                <a:spcPts val="0"/>
              </a:spcBef>
              <a:buNone/>
            </a:pPr>
            <a:r>
              <a:rPr lang="da-DK" sz="1000"/>
              <a:t>Vi afklarer mål, </a:t>
            </a:r>
            <a:r>
              <a:rPr lang="da-DK" sz="1000" err="1"/>
              <a:t>scope</a:t>
            </a:r>
            <a:r>
              <a:rPr lang="da-DK" sz="1000"/>
              <a:t>, succeskriterier, interessenter og rammebetingelser (inkl. sikkerheds- og compliancekrav). Der udarbejdes en detaljeret projekt- og leveranceplan med milepæle, samt en overordnet risiko- og trusselsvurdering med fokus på AI‑specifikke risici (fx </a:t>
            </a:r>
            <a:r>
              <a:rPr lang="da-DK" sz="1000" err="1"/>
              <a:t>overreliance</a:t>
            </a:r>
            <a:r>
              <a:rPr lang="da-DK" sz="1000"/>
              <a:t>, </a:t>
            </a:r>
            <a:r>
              <a:rPr lang="da-DK" sz="1000" err="1"/>
              <a:t>harmful</a:t>
            </a:r>
            <a:r>
              <a:rPr lang="da-DK" sz="1000"/>
              <a:t> content, data leakage og prompt‑angreb).</a:t>
            </a:r>
          </a:p>
          <a:p>
            <a:pPr marL="176213" indent="0">
              <a:spcBef>
                <a:spcPts val="0"/>
              </a:spcBef>
              <a:buNone/>
            </a:pPr>
            <a:endParaRPr lang="da-DK" sz="1000"/>
          </a:p>
          <a:p>
            <a:pPr marL="176213" indent="-176213">
              <a:spcBef>
                <a:spcPts val="0"/>
              </a:spcBef>
              <a:buFont typeface="+mj-lt"/>
              <a:buAutoNum type="arabicPeriod" startAt="2"/>
            </a:pPr>
            <a:r>
              <a:rPr lang="da-DK" sz="1000" b="1"/>
              <a:t>Design- og planlægningsfase</a:t>
            </a:r>
          </a:p>
          <a:p>
            <a:pPr marL="176213" indent="0">
              <a:spcBef>
                <a:spcPts val="0"/>
              </a:spcBef>
              <a:buNone/>
            </a:pPr>
            <a:r>
              <a:rPr lang="da-DK" sz="1000"/>
              <a:t>Krav og </a:t>
            </a:r>
            <a:r>
              <a:rPr lang="da-DK" sz="1000" err="1"/>
              <a:t>use</a:t>
            </a:r>
            <a:r>
              <a:rPr lang="da-DK" sz="1000"/>
              <a:t> cases konkretiseres og prioriteres i en </a:t>
            </a:r>
            <a:r>
              <a:rPr lang="da-DK" sz="1000" err="1"/>
              <a:t>backlog</a:t>
            </a:r>
            <a:r>
              <a:rPr lang="da-DK" sz="1000"/>
              <a:t>. Vi designer løsnings- og LLM-arkitektur efter principperne om </a:t>
            </a:r>
            <a:r>
              <a:rPr lang="da-DK" sz="1000" err="1"/>
              <a:t>defense</a:t>
            </a:r>
            <a:r>
              <a:rPr lang="da-DK" sz="1000"/>
              <a:t>‑in‑</a:t>
            </a:r>
            <a:r>
              <a:rPr lang="da-DK" sz="1000" err="1"/>
              <a:t>depth</a:t>
            </a:r>
            <a:r>
              <a:rPr lang="da-DK" sz="1000"/>
              <a:t> og </a:t>
            </a:r>
            <a:r>
              <a:rPr lang="da-DK" sz="1000" err="1"/>
              <a:t>multi‑layered</a:t>
            </a:r>
            <a:r>
              <a:rPr lang="da-DK" sz="1000"/>
              <a:t> sikkerhed (autentifikation/autorisation, </a:t>
            </a:r>
            <a:r>
              <a:rPr lang="da-DK" sz="1000" err="1"/>
              <a:t>meta</a:t>
            </a:r>
            <a:r>
              <a:rPr lang="da-DK" sz="1000"/>
              <a:t>‑prompts og </a:t>
            </a:r>
            <a:r>
              <a:rPr lang="da-DK" sz="1000" err="1"/>
              <a:t>grounding</a:t>
            </a:r>
            <a:r>
              <a:rPr lang="da-DK" sz="1000"/>
              <a:t>, </a:t>
            </a:r>
            <a:r>
              <a:rPr lang="da-DK" sz="1000" err="1"/>
              <a:t>safety</a:t>
            </a:r>
            <a:r>
              <a:rPr lang="da-DK" sz="1000"/>
              <a:t>‑systemer, data‑ og platformsikkerhed). Her fastlægges også metoder og kontroller til at håndtere AI‑</a:t>
            </a:r>
            <a:r>
              <a:rPr lang="da-DK" sz="1000" err="1"/>
              <a:t>usage</a:t>
            </a:r>
            <a:r>
              <a:rPr lang="da-DK" sz="1000"/>
              <a:t>‑, application‑ og platform‑trusler.</a:t>
            </a:r>
          </a:p>
          <a:p>
            <a:pPr marL="176213" indent="0">
              <a:spcBef>
                <a:spcPts val="0"/>
              </a:spcBef>
              <a:buNone/>
            </a:pPr>
            <a:endParaRPr lang="da-DK" sz="1000"/>
          </a:p>
          <a:p>
            <a:pPr marL="176213" indent="-176213">
              <a:spcBef>
                <a:spcPts val="0"/>
              </a:spcBef>
              <a:buFont typeface="+mj-lt"/>
              <a:buAutoNum type="arabicPeriod" startAt="3"/>
            </a:pPr>
            <a:r>
              <a:rPr lang="da-DK" sz="1000" b="1"/>
              <a:t>Udviklings- og implementeringsfase</a:t>
            </a:r>
          </a:p>
          <a:p>
            <a:pPr marL="176213" indent="0">
              <a:spcBef>
                <a:spcPts val="0"/>
              </a:spcBef>
              <a:buNone/>
            </a:pPr>
            <a:r>
              <a:rPr lang="da-DK" sz="1000"/>
              <a:t>Leverancer gennemføres iterativt i korte sprint med brug af </a:t>
            </a:r>
            <a:r>
              <a:rPr lang="da-DK" sz="1000" err="1"/>
              <a:t>Scrum</a:t>
            </a:r>
            <a:r>
              <a:rPr lang="da-DK" sz="1000"/>
              <a:t>-elementer (sprintplanlægning, daglige stand‑ups, </a:t>
            </a:r>
            <a:r>
              <a:rPr lang="da-DK" sz="1000" err="1"/>
              <a:t>reviews</a:t>
            </a:r>
            <a:r>
              <a:rPr lang="da-DK" sz="1000"/>
              <a:t> og </a:t>
            </a:r>
            <a:r>
              <a:rPr lang="da-DK" sz="1000" err="1"/>
              <a:t>retrospektiver</a:t>
            </a:r>
            <a:r>
              <a:rPr lang="da-DK" sz="1000"/>
              <a:t>). Hver iteration resulterer i konkrete, demonstrerbare leverancer (funktionalitet, konfigurerede LLM‑komponenter, sikkerhedskontroller, monitorering m.v.). Vi arbejder efter </a:t>
            </a:r>
            <a:r>
              <a:rPr lang="da-DK" sz="1000" err="1"/>
              <a:t>secure</a:t>
            </a:r>
            <a:r>
              <a:rPr lang="da-DK" sz="1000"/>
              <a:t> SDLC-principper, herunder </a:t>
            </a:r>
            <a:r>
              <a:rPr lang="da-DK" sz="1000" err="1"/>
              <a:t>code</a:t>
            </a:r>
            <a:r>
              <a:rPr lang="da-DK" sz="1000"/>
              <a:t> </a:t>
            </a:r>
            <a:r>
              <a:rPr lang="da-DK" sz="1000" err="1"/>
              <a:t>review</a:t>
            </a:r>
            <a:r>
              <a:rPr lang="da-DK" sz="1000"/>
              <a:t>, test af sikkerhedskontroller og håndtering af ændringer i en kontrolleret </a:t>
            </a:r>
            <a:r>
              <a:rPr lang="da-DK" sz="1000" err="1"/>
              <a:t>change</a:t>
            </a:r>
            <a:r>
              <a:rPr lang="da-DK" sz="1000"/>
              <a:t>‑proces.</a:t>
            </a:r>
          </a:p>
          <a:p>
            <a:pPr marL="0" indent="0">
              <a:spcBef>
                <a:spcPts val="0"/>
              </a:spcBef>
              <a:buNone/>
            </a:pPr>
            <a:endParaRPr lang="da-DK" sz="1000"/>
          </a:p>
          <a:p>
            <a:pPr marL="176213" indent="-176213">
              <a:spcBef>
                <a:spcPts val="0"/>
              </a:spcBef>
              <a:buFont typeface="+mj-lt"/>
              <a:buAutoNum type="arabicPeriod" startAt="4"/>
            </a:pPr>
            <a:r>
              <a:rPr lang="da-DK" sz="1000" b="1"/>
              <a:t>Test- og acceptfase</a:t>
            </a:r>
          </a:p>
          <a:p>
            <a:pPr marL="176213" indent="0">
              <a:spcBef>
                <a:spcPts val="0"/>
              </a:spcBef>
              <a:buNone/>
            </a:pPr>
            <a:r>
              <a:rPr lang="da-DK" sz="1000"/>
              <a:t>Vi gennemfører system-, integrations-, sikkerheds- og brugertest baseret på en aftalt teststrategi med eksplicit fokus på AI‑sikkerhed: test for prompt </a:t>
            </a:r>
            <a:r>
              <a:rPr lang="da-DK" sz="1000" err="1"/>
              <a:t>injection</a:t>
            </a:r>
            <a:r>
              <a:rPr lang="da-DK" sz="1000"/>
              <a:t>, </a:t>
            </a:r>
            <a:r>
              <a:rPr lang="da-DK" sz="1000" err="1"/>
              <a:t>jailbreaks</a:t>
            </a:r>
            <a:r>
              <a:rPr lang="da-DK" sz="1000"/>
              <a:t>, utilsigtet læk af data, skadelig output og robusthed over for data‑ og modelangreb, hvor det er relevant. Der opstilles klare exit‑kriterier for både funktionalitet, sikkerhed og kvalitet, før endelig accept.</a:t>
            </a:r>
          </a:p>
          <a:p>
            <a:pPr marL="0" indent="0">
              <a:spcBef>
                <a:spcPts val="0"/>
              </a:spcBef>
              <a:buNone/>
            </a:pPr>
            <a:endParaRPr lang="da-DK" sz="1000"/>
          </a:p>
          <a:p>
            <a:pPr marL="176213" indent="-176213">
              <a:spcBef>
                <a:spcPts val="0"/>
              </a:spcBef>
              <a:buFont typeface="+mj-lt"/>
              <a:buAutoNum type="arabicPeriod" startAt="5"/>
            </a:pPr>
            <a:r>
              <a:rPr lang="da-DK" sz="1000" b="1"/>
              <a:t>Overdragelses- og forankringsfase</a:t>
            </a:r>
          </a:p>
          <a:p>
            <a:pPr marL="176213" indent="0">
              <a:spcBef>
                <a:spcPts val="0"/>
              </a:spcBef>
              <a:buNone/>
            </a:pPr>
            <a:r>
              <a:rPr lang="da-DK" sz="1000"/>
              <a:t>Løsningen overdrages til drift, inkl. teknisk dokumentation, sikkerhedskonfigurationer, monitorerings- og logningsopsætning samt driftsprocedurer. Vi gennemfører uddannelse og træning i både brug og sikker forvaltning af LLM‑arkitekturen, så organisationen kan anvende løsningen trygt og effektivt.</a:t>
            </a:r>
          </a:p>
          <a:p>
            <a:pPr marL="0" indent="0">
              <a:spcBef>
                <a:spcPts val="0"/>
              </a:spcBef>
              <a:buNone/>
            </a:pPr>
            <a:endParaRPr lang="da-DK" sz="1000"/>
          </a:p>
          <a:p>
            <a:pPr marL="0" indent="0">
              <a:spcBef>
                <a:spcPts val="0"/>
              </a:spcBef>
              <a:buNone/>
            </a:pPr>
            <a:r>
              <a:rPr lang="da-DK" sz="1000"/>
              <a:t>På tværs af alle faser arbejder vi med klare milepæle, beslutningsporte og styringsdokumenter (projektplan, risikolog, issue‑ og ændringslog, sikkerheds- og trussellog, statusrapportering) samt faste fora til opfølgning (styregruppe, statusmøder). Leverancestyring sker via en prioriteret </a:t>
            </a:r>
            <a:r>
              <a:rPr lang="da-DK" sz="1000" err="1"/>
              <a:t>backlog</a:t>
            </a:r>
            <a:r>
              <a:rPr lang="da-DK" sz="1000"/>
              <a:t> koblet til milepæle og sikkerhedskrav, så ændringer kan håndteres fleksibelt uden at kompromittere tid, økonomi, kvalitet eller sikkerhed. Denne kombination af hybrid agile, PRINCE2‑principper og </a:t>
            </a:r>
            <a:r>
              <a:rPr lang="da-DK" sz="1000" err="1"/>
              <a:t>Scrum</a:t>
            </a:r>
            <a:r>
              <a:rPr lang="da-DK" sz="1000"/>
              <a:t>‑elementer giver både forudsigelighed for kunden og den nødvendige fleksibilitet til at håndtere nye operative eller sikkerhedsmæssige behov undervejs.</a:t>
            </a:r>
          </a:p>
        </p:txBody>
      </p:sp>
      <p:sp>
        <p:nvSpPr>
          <p:cNvPr id="5" name="Pladsholder til sidefod 4">
            <a:extLst>
              <a:ext uri="{FF2B5EF4-FFF2-40B4-BE49-F238E27FC236}">
                <a16:creationId xmlns:a16="http://schemas.microsoft.com/office/drawing/2014/main" id="{0E60CFD2-8ADA-AFDF-C8BA-690AFBD38EBC}"/>
              </a:ext>
            </a:extLst>
          </p:cNvPr>
          <p:cNvSpPr>
            <a:spLocks noGrp="1"/>
          </p:cNvSpPr>
          <p:nvPr>
            <p:ph type="ftr" sz="quarter" idx="3"/>
          </p:nvPr>
        </p:nvSpPr>
        <p:spPr/>
        <p:txBody>
          <a:bodyPr/>
          <a:lstStyle/>
          <a:p>
            <a:endParaRPr lang="en-GB"/>
          </a:p>
        </p:txBody>
      </p:sp>
    </p:spTree>
    <p:extLst>
      <p:ext uri="{BB962C8B-B14F-4D97-AF65-F5344CB8AC3E}">
        <p14:creationId xmlns:p14="http://schemas.microsoft.com/office/powerpoint/2010/main" val="35983282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6CB296-79F2-1AA3-EDE4-D38FB8B209E0}"/>
              </a:ext>
            </a:extLst>
          </p:cNvPr>
          <p:cNvSpPr>
            <a:spLocks noGrp="1"/>
          </p:cNvSpPr>
          <p:nvPr>
            <p:ph type="title"/>
          </p:nvPr>
        </p:nvSpPr>
        <p:spPr/>
        <p:txBody>
          <a:bodyPr/>
          <a:lstStyle/>
          <a:p>
            <a:r>
              <a:rPr lang="da-DK" sz="1800" b="1"/>
              <a:t>K-4.K-2 Samarbejdsform 1</a:t>
            </a:r>
            <a:br>
              <a:rPr lang="da-DK" sz="1800" dirty="0"/>
            </a:br>
            <a:r>
              <a:rPr lang="da-DK" sz="1800" dirty="0"/>
              <a:t>Leverandøren skal kunne indgå i et tæt og transparent samarbejde med kunden, herunder faste statusmøder og løbende koordinering</a:t>
            </a:r>
            <a:endParaRPr lang="da-DK" sz="1800"/>
          </a:p>
        </p:txBody>
      </p:sp>
      <p:sp>
        <p:nvSpPr>
          <p:cNvPr id="3" name="Pladsholder til tekst 2">
            <a:extLst>
              <a:ext uri="{FF2B5EF4-FFF2-40B4-BE49-F238E27FC236}">
                <a16:creationId xmlns:a16="http://schemas.microsoft.com/office/drawing/2014/main" id="{3F9682E9-BCF2-3928-8AF5-6F413D6894AC}"/>
              </a:ext>
            </a:extLst>
          </p:cNvPr>
          <p:cNvSpPr>
            <a:spLocks noGrp="1"/>
          </p:cNvSpPr>
          <p:nvPr>
            <p:ph type="body" sz="quarter" idx="12"/>
          </p:nvPr>
        </p:nvSpPr>
        <p:spPr/>
        <p:txBody>
          <a:bodyPr/>
          <a:lstStyle/>
          <a:p>
            <a:r>
              <a:rPr lang="en-US" dirty="0"/>
              <a:t>5. </a:t>
            </a:r>
            <a:r>
              <a:rPr lang="da-DK" dirty="0"/>
              <a:t>Projektledelse og leverancestyring</a:t>
            </a:r>
          </a:p>
        </p:txBody>
      </p:sp>
      <p:sp>
        <p:nvSpPr>
          <p:cNvPr id="4" name="Pladsholder til tekst 3">
            <a:extLst>
              <a:ext uri="{FF2B5EF4-FFF2-40B4-BE49-F238E27FC236}">
                <a16:creationId xmlns:a16="http://schemas.microsoft.com/office/drawing/2014/main" id="{91723416-E529-97B5-8C8D-968DE26E41F7}"/>
              </a:ext>
            </a:extLst>
          </p:cNvPr>
          <p:cNvSpPr>
            <a:spLocks noGrp="1"/>
          </p:cNvSpPr>
          <p:nvPr>
            <p:ph type="body" sz="quarter" idx="13"/>
          </p:nvPr>
        </p:nvSpPr>
        <p:spPr/>
        <p:txBody>
          <a:bodyPr/>
          <a:lstStyle/>
          <a:p>
            <a:pPr marL="0" indent="0">
              <a:buNone/>
            </a:pPr>
            <a:r>
              <a:rPr lang="da-DK" dirty="0"/>
              <a:t>Vi lægger vægt på et tæt, transparent og kontinuerligt samarbejde med kunden gennem hele projektforløbet. Samarbejdet er organiseret, så både fremdrift, risici og AI‑specifikke sikkerhedshensyn håndteres i fællesskab og uden overraskelser. Vores samarbejdsform omfatter typisk:</a:t>
            </a:r>
          </a:p>
          <a:p>
            <a:endParaRPr lang="da-DK" dirty="0"/>
          </a:p>
          <a:p>
            <a:r>
              <a:rPr lang="da-DK" b="1" dirty="0"/>
              <a:t>Faste statusmøder </a:t>
            </a:r>
            <a:r>
              <a:rPr lang="da-DK" dirty="0"/>
              <a:t>(fx hver 1–2 uge) mellem projektleder fra leverandøren og kundens projektleder, hvor vi:</a:t>
            </a:r>
          </a:p>
          <a:p>
            <a:pPr lvl="1">
              <a:spcBef>
                <a:spcPts val="0"/>
              </a:spcBef>
            </a:pPr>
            <a:r>
              <a:rPr lang="da-DK" dirty="0"/>
              <a:t>dokumenteres med referat, beslutninger og actions.</a:t>
            </a:r>
          </a:p>
          <a:p>
            <a:pPr lvl="1">
              <a:spcBef>
                <a:spcPts val="0"/>
              </a:spcBef>
            </a:pPr>
            <a:r>
              <a:rPr lang="da-DK" dirty="0"/>
              <a:t>gennemgår fremdrift op mod plan og milepæle</a:t>
            </a:r>
          </a:p>
          <a:p>
            <a:pPr lvl="1">
              <a:spcBef>
                <a:spcPts val="0"/>
              </a:spcBef>
            </a:pPr>
            <a:r>
              <a:rPr lang="da-DK" dirty="0"/>
              <a:t>opdaterer status på leverancer, herunder sikkerhedsrelaterede aktiviteter</a:t>
            </a:r>
          </a:p>
          <a:p>
            <a:pPr lvl="1">
              <a:spcBef>
                <a:spcPts val="0"/>
              </a:spcBef>
            </a:pPr>
            <a:r>
              <a:rPr lang="da-DK" dirty="0"/>
              <a:t>drøfter risici, issues og beslutningsbehov – også ift. AI‑usage‑ og sikkerhedsrisici (fx output‑kvalitet, dataanvendelse, adgangsstyring)</a:t>
            </a:r>
          </a:p>
          <a:p>
            <a:pPr lvl="1">
              <a:spcBef>
                <a:spcPts val="0"/>
              </a:spcBef>
            </a:pPr>
            <a:r>
              <a:rPr lang="da-DK" dirty="0"/>
              <a:t>Alle møder </a:t>
            </a:r>
          </a:p>
          <a:p>
            <a:r>
              <a:rPr lang="da-DK" b="1" dirty="0"/>
              <a:t>Styregruppemøde</a:t>
            </a:r>
            <a:r>
              <a:rPr lang="da-DK" dirty="0"/>
              <a:t>r ved centrale milepæle og efter behov, hvor projektets overordnede retning, prioriteringer, økonomi og væsentlige risici besluttes på ledelsesniveau. AI‑ og datasikkerhed indgår som fast punkt, så </a:t>
            </a:r>
            <a:r>
              <a:rPr lang="da-DK" dirty="0" err="1"/>
              <a:t>governance</a:t>
            </a:r>
            <a:r>
              <a:rPr lang="da-DK" dirty="0"/>
              <a:t> er forankret i ledelsen.</a:t>
            </a:r>
          </a:p>
          <a:p>
            <a:r>
              <a:rPr lang="da-DK" b="1" dirty="0"/>
              <a:t>Løbende koordinering i hverdagen, </a:t>
            </a:r>
            <a:r>
              <a:rPr lang="da-DK" dirty="0"/>
              <a:t>fx gennem korte ad hoc‑møder og samarbejde i fælles digitale kanaler (Teams, mail mv.), så tekniske afklaringer, sikkerhedsmæssige spørgsmål og operativ feedback kan håndteres hurtigt og sporbar.</a:t>
            </a:r>
          </a:p>
          <a:p>
            <a:r>
              <a:rPr lang="da-DK" b="1" dirty="0"/>
              <a:t>Fuld gennemsigtighed i plan, </a:t>
            </a:r>
            <a:r>
              <a:rPr lang="da-DK" dirty="0" err="1"/>
              <a:t>backlog</a:t>
            </a:r>
            <a:r>
              <a:rPr lang="da-DK" dirty="0"/>
              <a:t> og risici, ved at kunden har adgang til opdateret projektplan, prioriteret </a:t>
            </a:r>
            <a:r>
              <a:rPr lang="da-DK" dirty="0" err="1"/>
              <a:t>backlog</a:t>
            </a:r>
            <a:r>
              <a:rPr lang="da-DK" dirty="0"/>
              <a:t>, risikolog, sikkerheds-/trussellog og ændringslog. Det er altid tydeligt, hvad der arbejdes på, hvilke kontroller der implementeres, og hvornår næste leverancer forventes.</a:t>
            </a:r>
          </a:p>
          <a:p>
            <a:r>
              <a:rPr lang="da-DK" b="1" dirty="0"/>
              <a:t>Tæt involvering af kundens nøglepersoner</a:t>
            </a:r>
            <a:r>
              <a:rPr lang="da-DK" dirty="0"/>
              <a:t>, både fra forretning/brugere, it/drift og sikkerhed/compliance. De inddrages i kravafklaring, design, </a:t>
            </a:r>
            <a:r>
              <a:rPr lang="da-DK" dirty="0" err="1"/>
              <a:t>review</a:t>
            </a:r>
            <a:r>
              <a:rPr lang="da-DK" dirty="0"/>
              <a:t> af leverancer og test/accept, herunder vurdering af sikkerheds- og </a:t>
            </a:r>
            <a:r>
              <a:rPr lang="da-DK" dirty="0" err="1"/>
              <a:t>governance</a:t>
            </a:r>
            <a:r>
              <a:rPr lang="da-DK" dirty="0"/>
              <a:t>‑mekanismer for LLM‑arkitekturen.</a:t>
            </a:r>
          </a:p>
          <a:p>
            <a:endParaRPr lang="da-DK" dirty="0"/>
          </a:p>
          <a:p>
            <a:pPr marL="0" indent="0">
              <a:buNone/>
            </a:pPr>
            <a:r>
              <a:rPr lang="da-DK" dirty="0"/>
              <a:t>Denne samarbejdsform sikrer, at kunden har løbende indsigt og reel indflydelse på projektets prioriteringer, herunder hvilke sikkerhedsforanstaltninger der prioriteres hvornår, og at vi som leverandør kan reagere hurtigt og koordineret, hvis nye operative eller sikkerhedsmæssige krav opstår undervejs.</a:t>
            </a:r>
          </a:p>
        </p:txBody>
      </p:sp>
      <p:sp>
        <p:nvSpPr>
          <p:cNvPr id="5" name="Pladsholder til sidefod 4">
            <a:extLst>
              <a:ext uri="{FF2B5EF4-FFF2-40B4-BE49-F238E27FC236}">
                <a16:creationId xmlns:a16="http://schemas.microsoft.com/office/drawing/2014/main" id="{D95B19D7-66FB-69B3-96D2-B856E8D2F9D3}"/>
              </a:ext>
            </a:extLst>
          </p:cNvPr>
          <p:cNvSpPr>
            <a:spLocks noGrp="1"/>
          </p:cNvSpPr>
          <p:nvPr>
            <p:ph type="ftr" sz="quarter" idx="3"/>
          </p:nvPr>
        </p:nvSpPr>
        <p:spPr/>
        <p:txBody>
          <a:bodyPr/>
          <a:lstStyle/>
          <a:p>
            <a:endParaRPr lang="en-GB"/>
          </a:p>
        </p:txBody>
      </p:sp>
    </p:spTree>
    <p:extLst>
      <p:ext uri="{BB962C8B-B14F-4D97-AF65-F5344CB8AC3E}">
        <p14:creationId xmlns:p14="http://schemas.microsoft.com/office/powerpoint/2010/main" val="21423616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25E9C15-D48F-791C-0F02-66BF5ECF5D9E}"/>
              </a:ext>
            </a:extLst>
          </p:cNvPr>
          <p:cNvSpPr>
            <a:spLocks noGrp="1"/>
          </p:cNvSpPr>
          <p:nvPr>
            <p:ph type="title"/>
          </p:nvPr>
        </p:nvSpPr>
        <p:spPr/>
        <p:txBody>
          <a:bodyPr/>
          <a:lstStyle/>
          <a:p>
            <a:r>
              <a:rPr lang="da-DK" sz="1800" b="1"/>
              <a:t>K-4.K-3 Samarbejdsform 2</a:t>
            </a:r>
            <a:br>
              <a:rPr lang="da-DK" sz="1800"/>
            </a:br>
            <a:r>
              <a:rPr lang="da-DK" sz="1800"/>
              <a:t>Leverandøren skal tilbyde relevante workshops eller andre fælles aktiviteter</a:t>
            </a:r>
          </a:p>
        </p:txBody>
      </p:sp>
      <p:sp>
        <p:nvSpPr>
          <p:cNvPr id="3" name="Pladsholder til tekst 2">
            <a:extLst>
              <a:ext uri="{FF2B5EF4-FFF2-40B4-BE49-F238E27FC236}">
                <a16:creationId xmlns:a16="http://schemas.microsoft.com/office/drawing/2014/main" id="{942A02E3-937E-58E7-C084-E27E7D16EAE1}"/>
              </a:ext>
            </a:extLst>
          </p:cNvPr>
          <p:cNvSpPr>
            <a:spLocks noGrp="1"/>
          </p:cNvSpPr>
          <p:nvPr>
            <p:ph type="body" sz="quarter" idx="12"/>
          </p:nvPr>
        </p:nvSpPr>
        <p:spPr/>
        <p:txBody>
          <a:bodyPr/>
          <a:lstStyle/>
          <a:p>
            <a:r>
              <a:rPr lang="en-US" dirty="0"/>
              <a:t>5. </a:t>
            </a:r>
            <a:r>
              <a:rPr lang="da-DK" dirty="0"/>
              <a:t>Projektledelse og leverancestyring</a:t>
            </a:r>
          </a:p>
        </p:txBody>
      </p:sp>
      <p:sp>
        <p:nvSpPr>
          <p:cNvPr id="4" name="Pladsholder til tekst 3">
            <a:extLst>
              <a:ext uri="{FF2B5EF4-FFF2-40B4-BE49-F238E27FC236}">
                <a16:creationId xmlns:a16="http://schemas.microsoft.com/office/drawing/2014/main" id="{AB3EC9B6-5707-7203-64B9-E5012C808635}"/>
              </a:ext>
            </a:extLst>
          </p:cNvPr>
          <p:cNvSpPr>
            <a:spLocks noGrp="1"/>
          </p:cNvSpPr>
          <p:nvPr>
            <p:ph type="body" sz="quarter" idx="13"/>
          </p:nvPr>
        </p:nvSpPr>
        <p:spPr/>
        <p:txBody>
          <a:bodyPr/>
          <a:lstStyle/>
          <a:p>
            <a:pPr marL="0" indent="0">
              <a:spcBef>
                <a:spcPts val="0"/>
              </a:spcBef>
              <a:spcAft>
                <a:spcPts val="600"/>
              </a:spcAft>
              <a:buNone/>
            </a:pPr>
            <a:r>
              <a:rPr lang="da-DK" dirty="0"/>
              <a:t>Vi tilbyder en række målrettede workshops, demo‑sessioner og uddannelsesforløb, der både understøtter kravafklaring og implementering samt opbygger kompetencer i kundens organisation i brugen og forvaltningen af LLM‑arkitekturen. Aktiviteterne skræddersys til kundens målgrupper (projektledelse, forretning/brugere, it/drift, sikkerhed/compliance), men vil typisk omfatte:</a:t>
            </a:r>
          </a:p>
          <a:p>
            <a:pPr lvl="1">
              <a:spcBef>
                <a:spcPts val="0"/>
              </a:spcBef>
              <a:spcAft>
                <a:spcPts val="600"/>
              </a:spcAft>
            </a:pPr>
            <a:r>
              <a:rPr lang="da-DK" b="1" dirty="0"/>
              <a:t>Opstarts- og afklaringsworkshop, </a:t>
            </a:r>
            <a:r>
              <a:rPr lang="da-DK" dirty="0"/>
              <a:t>her samler vi centrale interessenter for at fastlægge mål, </a:t>
            </a:r>
            <a:r>
              <a:rPr lang="da-DK" dirty="0" err="1"/>
              <a:t>scope</a:t>
            </a:r>
            <a:r>
              <a:rPr lang="da-DK" dirty="0"/>
              <a:t>, succeskriterier, roller og samarbejdsform. Vi introducerer den overordnede LLM‑arkitektur og det tilhørende trusselsbillede (AI‑</a:t>
            </a:r>
            <a:r>
              <a:rPr lang="da-DK" dirty="0" err="1"/>
              <a:t>usage</a:t>
            </a:r>
            <a:r>
              <a:rPr lang="da-DK" dirty="0"/>
              <a:t>‑, application‑ og platform‑risici) på et forståeligt niveau og aftaler sikkerhedsprincipper og </a:t>
            </a:r>
            <a:r>
              <a:rPr lang="da-DK" dirty="0" err="1"/>
              <a:t>governance</a:t>
            </a:r>
            <a:r>
              <a:rPr lang="da-DK" dirty="0"/>
              <a:t> linjer fra start.</a:t>
            </a:r>
          </a:p>
          <a:p>
            <a:pPr lvl="1">
              <a:spcBef>
                <a:spcPts val="0"/>
              </a:spcBef>
              <a:spcAft>
                <a:spcPts val="600"/>
              </a:spcAft>
            </a:pPr>
            <a:r>
              <a:rPr lang="da-DK" b="1" dirty="0"/>
              <a:t>Krav- og designworkshops, </a:t>
            </a:r>
            <a:r>
              <a:rPr lang="da-DK" dirty="0"/>
              <a:t>brugere og faglige repræsentanter deltager i at konkretisere </a:t>
            </a:r>
            <a:r>
              <a:rPr lang="da-DK" dirty="0" err="1"/>
              <a:t>use</a:t>
            </a:r>
            <a:r>
              <a:rPr lang="da-DK" dirty="0"/>
              <a:t> cases, arbejdsgange og informationsbehov med udgangspunkt i, hvad LLM‑teknologi kan og bør bruges til i en forretnings- eller forsvarskontekst. Vi arbejder systematisk med at indbygge sikkerhed og ansvarlig brug i kravene (fx håndtering af følsomme data, prompt‑design, output‑kontrol).</a:t>
            </a:r>
          </a:p>
          <a:p>
            <a:pPr lvl="1">
              <a:spcBef>
                <a:spcPts val="0"/>
              </a:spcBef>
              <a:spcAft>
                <a:spcPts val="600"/>
              </a:spcAft>
            </a:pPr>
            <a:r>
              <a:rPr lang="da-DK" b="1" dirty="0"/>
              <a:t>Demo-sessioner og løbende </a:t>
            </a:r>
            <a:r>
              <a:rPr lang="da-DK" b="1" dirty="0" err="1"/>
              <a:t>review</a:t>
            </a:r>
            <a:r>
              <a:rPr lang="da-DK" b="1" dirty="0"/>
              <a:t>, </a:t>
            </a:r>
            <a:r>
              <a:rPr lang="da-DK" dirty="0"/>
              <a:t>vi gennemfører regelmæssige demoer af funktionalitet, nye LLM‑flows, sikkerhedskontroller og brugeroplevelse. Her viser vi i praksis, hvordan </a:t>
            </a:r>
            <a:r>
              <a:rPr lang="da-DK" dirty="0" err="1"/>
              <a:t>meta</a:t>
            </a:r>
            <a:r>
              <a:rPr lang="da-DK" dirty="0"/>
              <a:t>‑prompts, </a:t>
            </a:r>
            <a:r>
              <a:rPr lang="da-DK" dirty="0" err="1"/>
              <a:t>grounding</a:t>
            </a:r>
            <a:r>
              <a:rPr lang="da-DK" dirty="0"/>
              <a:t>, </a:t>
            </a:r>
            <a:r>
              <a:rPr lang="da-DK" dirty="0" err="1"/>
              <a:t>safety</a:t>
            </a:r>
            <a:r>
              <a:rPr lang="da-DK" dirty="0"/>
              <a:t>‑systemer og </a:t>
            </a:r>
            <a:r>
              <a:rPr lang="da-DK" dirty="0" err="1"/>
              <a:t>data‑sikkerhed</a:t>
            </a:r>
            <a:r>
              <a:rPr lang="da-DK" dirty="0"/>
              <a:t> fungerer, og indsamler feedback fra kundens brugere, it‑ og sikkerhedsfunktioner.</a:t>
            </a:r>
          </a:p>
          <a:p>
            <a:pPr marL="0" indent="0">
              <a:spcBef>
                <a:spcPts val="0"/>
              </a:spcBef>
              <a:spcAft>
                <a:spcPts val="300"/>
              </a:spcAft>
              <a:buNone/>
            </a:pPr>
            <a:endParaRPr lang="da-DK" b="1" dirty="0"/>
          </a:p>
          <a:p>
            <a:pPr marL="0" indent="0">
              <a:spcBef>
                <a:spcPts val="0"/>
              </a:spcBef>
              <a:spcAft>
                <a:spcPts val="300"/>
              </a:spcAft>
              <a:buNone/>
            </a:pPr>
            <a:r>
              <a:rPr lang="da-DK" b="1" dirty="0"/>
              <a:t>Trænings- og uddannelsesforløb, </a:t>
            </a:r>
            <a:r>
              <a:rPr lang="da-DK" dirty="0"/>
              <a:t>vi tilbyder struktureret træning for:</a:t>
            </a:r>
          </a:p>
          <a:p>
            <a:pPr lvl="1">
              <a:spcBef>
                <a:spcPts val="0"/>
              </a:spcBef>
              <a:spcAft>
                <a:spcPts val="300"/>
              </a:spcAft>
            </a:pPr>
            <a:r>
              <a:rPr lang="da-DK" dirty="0"/>
              <a:t>slutbrugere, med fokus på effektiv og sikker brug af LLM‑baserede funktioner, fortolkning af svar, håndtering af fejl og eskalationsveje</a:t>
            </a:r>
          </a:p>
          <a:p>
            <a:pPr lvl="1">
              <a:spcBef>
                <a:spcPts val="0"/>
              </a:spcBef>
              <a:spcAft>
                <a:spcPts val="300"/>
              </a:spcAft>
            </a:pPr>
            <a:r>
              <a:rPr lang="da-DK" dirty="0"/>
              <a:t>superbrugere og forretningsansvarlige, med fokus på konfiguration af </a:t>
            </a:r>
            <a:r>
              <a:rPr lang="da-DK" dirty="0" err="1"/>
              <a:t>use</a:t>
            </a:r>
            <a:r>
              <a:rPr lang="da-DK" dirty="0"/>
              <a:t> cases, kvalitetssikring, </a:t>
            </a:r>
            <a:r>
              <a:rPr lang="da-DK" dirty="0" err="1"/>
              <a:t>governance</a:t>
            </a:r>
            <a:r>
              <a:rPr lang="da-DK" dirty="0"/>
              <a:t> og </a:t>
            </a:r>
            <a:r>
              <a:rPr lang="da-DK" dirty="0" err="1"/>
              <a:t>best</a:t>
            </a:r>
            <a:r>
              <a:rPr lang="da-DK" dirty="0"/>
              <a:t> practice for prompts og indhold</a:t>
            </a:r>
          </a:p>
          <a:p>
            <a:pPr lvl="1">
              <a:spcBef>
                <a:spcPts val="0"/>
              </a:spcBef>
              <a:spcAft>
                <a:spcPts val="300"/>
              </a:spcAft>
            </a:pPr>
            <a:r>
              <a:rPr lang="da-DK" dirty="0"/>
              <a:t>it-/drift- og sikkerhedsteams, med fokus på arkitektur, logs/monitorering, incident‑håndtering, rettighedsstyring og løbende risikovurdering.</a:t>
            </a:r>
          </a:p>
          <a:p>
            <a:pPr marL="0" indent="0">
              <a:spcBef>
                <a:spcPts val="0"/>
              </a:spcBef>
              <a:spcAft>
                <a:spcPts val="300"/>
              </a:spcAft>
              <a:buNone/>
            </a:pPr>
            <a:endParaRPr lang="da-DK" dirty="0"/>
          </a:p>
          <a:p>
            <a:pPr marL="0" indent="0">
              <a:spcBef>
                <a:spcPts val="0"/>
              </a:spcBef>
              <a:spcAft>
                <a:spcPts val="300"/>
              </a:spcAft>
              <a:buNone/>
            </a:pPr>
            <a:r>
              <a:rPr lang="da-DK" b="1" dirty="0"/>
              <a:t>Opsamlings- og forankringsworkshops</a:t>
            </a:r>
          </a:p>
          <a:p>
            <a:pPr marL="0" indent="0">
              <a:spcBef>
                <a:spcPts val="0"/>
              </a:spcBef>
              <a:spcAft>
                <a:spcPts val="300"/>
              </a:spcAft>
              <a:buNone/>
            </a:pPr>
            <a:r>
              <a:rPr lang="da-DK" dirty="0"/>
              <a:t>Mod slutningen af projektet gennemfører vi workshops, hvor vi samler erfaringer, justerer retningslinjer og aftaler en model for løbende forbedring og </a:t>
            </a:r>
            <a:r>
              <a:rPr lang="da-DK" dirty="0" err="1"/>
              <a:t>governance</a:t>
            </a:r>
            <a:r>
              <a:rPr lang="da-DK" dirty="0"/>
              <a:t> af LLM‑løsningen.</a:t>
            </a:r>
          </a:p>
          <a:p>
            <a:pPr marL="0" indent="0">
              <a:spcBef>
                <a:spcPts val="0"/>
              </a:spcBef>
              <a:spcAft>
                <a:spcPts val="300"/>
              </a:spcAft>
              <a:buNone/>
            </a:pPr>
            <a:endParaRPr lang="da-DK" dirty="0"/>
          </a:p>
          <a:p>
            <a:pPr marL="0" indent="0">
              <a:spcBef>
                <a:spcPts val="0"/>
              </a:spcBef>
              <a:spcAft>
                <a:spcPts val="300"/>
              </a:spcAft>
              <a:buNone/>
            </a:pPr>
            <a:r>
              <a:rPr lang="da-DK" dirty="0"/>
              <a:t>Alle workshops, demoer og uddannelsesforløb dokumenteres (beslutninger, retningslinjer, materiale m.v.), så der opbygges en fælles og sporbar </a:t>
            </a:r>
            <a:r>
              <a:rPr lang="da-DK" dirty="0" err="1"/>
              <a:t>videnbase</a:t>
            </a:r>
            <a:r>
              <a:rPr lang="da-DK" dirty="0"/>
              <a:t> om både anvendelse og sikker forvaltning af LLM‑arkitekturen i kundens organisation.</a:t>
            </a:r>
          </a:p>
        </p:txBody>
      </p:sp>
      <p:sp>
        <p:nvSpPr>
          <p:cNvPr id="5" name="Pladsholder til sidefod 4">
            <a:extLst>
              <a:ext uri="{FF2B5EF4-FFF2-40B4-BE49-F238E27FC236}">
                <a16:creationId xmlns:a16="http://schemas.microsoft.com/office/drawing/2014/main" id="{EF1161C6-415E-6C13-7A73-BF0BF4E41E55}"/>
              </a:ext>
            </a:extLst>
          </p:cNvPr>
          <p:cNvSpPr>
            <a:spLocks noGrp="1"/>
          </p:cNvSpPr>
          <p:nvPr>
            <p:ph type="ftr" sz="quarter" idx="3"/>
          </p:nvPr>
        </p:nvSpPr>
        <p:spPr/>
        <p:txBody>
          <a:bodyPr/>
          <a:lstStyle/>
          <a:p>
            <a:endParaRPr lang="en-GB"/>
          </a:p>
        </p:txBody>
      </p:sp>
    </p:spTree>
    <p:extLst>
      <p:ext uri="{BB962C8B-B14F-4D97-AF65-F5344CB8AC3E}">
        <p14:creationId xmlns:p14="http://schemas.microsoft.com/office/powerpoint/2010/main" val="32987163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946E9DD-3975-57B0-441E-689198BB8226}"/>
              </a:ext>
            </a:extLst>
          </p:cNvPr>
          <p:cNvSpPr>
            <a:spLocks noGrp="1"/>
          </p:cNvSpPr>
          <p:nvPr>
            <p:ph type="title"/>
          </p:nvPr>
        </p:nvSpPr>
        <p:spPr/>
        <p:txBody>
          <a:bodyPr/>
          <a:lstStyle/>
          <a:p>
            <a:r>
              <a:rPr lang="da-DK" sz="1800" b="1" dirty="0"/>
              <a:t>K-4.K-4 Planlægning &amp; metode</a:t>
            </a:r>
            <a:br>
              <a:rPr lang="da-DK" sz="1800" dirty="0"/>
            </a:br>
            <a:r>
              <a:rPr lang="da-DK" sz="1800" dirty="0"/>
              <a:t>Metodebeskrivelsen skal vise en klar og logisk sammenhæng mellem aktiviteter, metoder og forventede leverancer</a:t>
            </a:r>
          </a:p>
        </p:txBody>
      </p:sp>
      <p:sp>
        <p:nvSpPr>
          <p:cNvPr id="3" name="Pladsholder til tekst 2">
            <a:extLst>
              <a:ext uri="{FF2B5EF4-FFF2-40B4-BE49-F238E27FC236}">
                <a16:creationId xmlns:a16="http://schemas.microsoft.com/office/drawing/2014/main" id="{D0D36250-F653-C12E-1CFE-1B5D479DA251}"/>
              </a:ext>
            </a:extLst>
          </p:cNvPr>
          <p:cNvSpPr>
            <a:spLocks noGrp="1"/>
          </p:cNvSpPr>
          <p:nvPr>
            <p:ph type="body" sz="quarter" idx="12"/>
          </p:nvPr>
        </p:nvSpPr>
        <p:spPr/>
        <p:txBody>
          <a:bodyPr/>
          <a:lstStyle/>
          <a:p>
            <a:r>
              <a:rPr lang="en-US" dirty="0"/>
              <a:t>5. </a:t>
            </a:r>
            <a:r>
              <a:rPr lang="da-DK" dirty="0"/>
              <a:t>Projektledelse og leverancestyring</a:t>
            </a:r>
          </a:p>
        </p:txBody>
      </p:sp>
      <p:sp>
        <p:nvSpPr>
          <p:cNvPr id="4" name="Pladsholder til tekst 3">
            <a:extLst>
              <a:ext uri="{FF2B5EF4-FFF2-40B4-BE49-F238E27FC236}">
                <a16:creationId xmlns:a16="http://schemas.microsoft.com/office/drawing/2014/main" id="{E65ADB4B-405E-EBF7-8DFF-88A6347C9E16}"/>
              </a:ext>
            </a:extLst>
          </p:cNvPr>
          <p:cNvSpPr>
            <a:spLocks noGrp="1"/>
          </p:cNvSpPr>
          <p:nvPr>
            <p:ph type="body" sz="quarter" idx="13"/>
          </p:nvPr>
        </p:nvSpPr>
        <p:spPr>
          <a:xfrm>
            <a:off x="360363" y="1557338"/>
            <a:ext cx="11553214" cy="4581525"/>
          </a:xfrm>
        </p:spPr>
        <p:txBody>
          <a:bodyPr/>
          <a:lstStyle/>
          <a:p>
            <a:pPr marL="0" indent="0">
              <a:spcBef>
                <a:spcPts val="0"/>
              </a:spcBef>
              <a:buNone/>
            </a:pPr>
            <a:r>
              <a:rPr lang="da-DK" sz="1100" dirty="0"/>
              <a:t>Vores planlægning og metode er opbygget, så der er en tydelig og logisk sammenhæng mellem aktiviteter, anvendte metoder og konkrete leverancer – både for funktionalitet og for sikkerhed/LLM‑arkitektur. Forløbet struktureres i faser med klart definerede hovedaktiviteter, hvor hver aktivitet er koblet til en metode og en eksplicit leverance.</a:t>
            </a:r>
          </a:p>
          <a:p>
            <a:pPr>
              <a:spcBef>
                <a:spcPts val="0"/>
              </a:spcBef>
            </a:pPr>
            <a:endParaRPr lang="da-DK" sz="1100" dirty="0"/>
          </a:p>
          <a:p>
            <a:pPr marL="0" indent="0">
              <a:spcBef>
                <a:spcPts val="0"/>
              </a:spcBef>
              <a:buNone/>
            </a:pPr>
            <a:r>
              <a:rPr lang="da-DK" sz="1100" b="1" dirty="0"/>
              <a:t>I opstarts- og analysefasen gennemfører vi:</a:t>
            </a:r>
          </a:p>
          <a:p>
            <a:pPr>
              <a:spcBef>
                <a:spcPts val="0"/>
              </a:spcBef>
            </a:pPr>
            <a:r>
              <a:rPr lang="da-DK" sz="1100" dirty="0"/>
              <a:t>Aktiviteter: interessentinterviews, sikkerheds- og trusselsafklaring, krav-/</a:t>
            </a:r>
            <a:r>
              <a:rPr lang="da-DK" sz="1100" dirty="0" err="1"/>
              <a:t>use</a:t>
            </a:r>
            <a:r>
              <a:rPr lang="da-DK" sz="1100" dirty="0"/>
              <a:t> case‑workshops, </a:t>
            </a:r>
            <a:r>
              <a:rPr lang="da-DK" sz="1100" dirty="0" err="1"/>
              <a:t>review</a:t>
            </a:r>
            <a:r>
              <a:rPr lang="da-DK" sz="1100" dirty="0"/>
              <a:t> af eksisterende arkitektur og </a:t>
            </a:r>
            <a:r>
              <a:rPr lang="da-DK" sz="1100" dirty="0" err="1"/>
              <a:t>dataflows</a:t>
            </a:r>
            <a:endParaRPr lang="da-DK" sz="1100" dirty="0"/>
          </a:p>
          <a:p>
            <a:pPr>
              <a:spcBef>
                <a:spcPts val="0"/>
              </a:spcBef>
            </a:pPr>
            <a:r>
              <a:rPr lang="da-DK" sz="1100" dirty="0"/>
              <a:t>Metoder: strukturerede interviewguides, workshop‑formater, risiko- og trusselsanalyser med fokus på AI‑</a:t>
            </a:r>
            <a:r>
              <a:rPr lang="da-DK" sz="1100" dirty="0" err="1"/>
              <a:t>usage</a:t>
            </a:r>
            <a:r>
              <a:rPr lang="da-DK" sz="1100" dirty="0"/>
              <a:t>‑, application‑ og platform‑risici</a:t>
            </a:r>
          </a:p>
          <a:p>
            <a:pPr>
              <a:spcBef>
                <a:spcPts val="0"/>
              </a:spcBef>
            </a:pPr>
            <a:r>
              <a:rPr lang="da-DK" sz="1100" dirty="0"/>
              <a:t>Leverancer: godkendt projektplan med milepæle, konsolideret krav-/</a:t>
            </a:r>
            <a:r>
              <a:rPr lang="da-DK" sz="1100" dirty="0" err="1"/>
              <a:t>use</a:t>
            </a:r>
            <a:r>
              <a:rPr lang="da-DK" sz="1100" dirty="0"/>
              <a:t> case‑dokument, overordnet løsnings- og LLM‑arkitektur samt et initialt risiko- og trusselsregister med tilhørende </a:t>
            </a:r>
            <a:r>
              <a:rPr lang="da-DK" sz="1100" dirty="0" err="1"/>
              <a:t>mitigeringstiltag</a:t>
            </a:r>
            <a:r>
              <a:rPr lang="da-DK" sz="1100" dirty="0"/>
              <a:t>.</a:t>
            </a:r>
          </a:p>
          <a:p>
            <a:pPr>
              <a:spcBef>
                <a:spcPts val="0"/>
              </a:spcBef>
            </a:pPr>
            <a:endParaRPr lang="da-DK" sz="1100" dirty="0"/>
          </a:p>
          <a:p>
            <a:pPr marL="0" indent="0">
              <a:spcBef>
                <a:spcPts val="0"/>
              </a:spcBef>
              <a:buNone/>
            </a:pPr>
            <a:r>
              <a:rPr lang="da-DK" sz="1100" b="1" dirty="0"/>
              <a:t>I design- og planlægningsfasen gennemfører vi:</a:t>
            </a:r>
          </a:p>
          <a:p>
            <a:pPr>
              <a:spcBef>
                <a:spcPts val="0"/>
              </a:spcBef>
            </a:pPr>
            <a:r>
              <a:rPr lang="da-DK" sz="1100" dirty="0"/>
              <a:t>Aktiviteter: </a:t>
            </a:r>
            <a:r>
              <a:rPr lang="da-DK" sz="1100" dirty="0" err="1"/>
              <a:t>backlog</a:t>
            </a:r>
            <a:r>
              <a:rPr lang="da-DK" sz="1100" dirty="0"/>
              <a:t>‑opbygning, prioritering, arkitektur- og datadesign, design af sikkerhedslag (autentifikation, autorisation, </a:t>
            </a:r>
            <a:r>
              <a:rPr lang="da-DK" sz="1100" dirty="0" err="1"/>
              <a:t>meta</a:t>
            </a:r>
            <a:r>
              <a:rPr lang="da-DK" sz="1100" dirty="0"/>
              <a:t>‑prompts, </a:t>
            </a:r>
            <a:r>
              <a:rPr lang="da-DK" sz="1100" dirty="0" err="1"/>
              <a:t>safety</a:t>
            </a:r>
            <a:r>
              <a:rPr lang="da-DK" sz="1100" dirty="0"/>
              <a:t>‑systemer, data‑ og platformsikkerhed)</a:t>
            </a:r>
          </a:p>
          <a:p>
            <a:pPr>
              <a:spcBef>
                <a:spcPts val="0"/>
              </a:spcBef>
            </a:pPr>
            <a:r>
              <a:rPr lang="da-DK" sz="1100" dirty="0"/>
              <a:t>Metoder: </a:t>
            </a:r>
            <a:r>
              <a:rPr lang="da-DK" sz="1100" dirty="0" err="1"/>
              <a:t>backlog</a:t>
            </a:r>
            <a:r>
              <a:rPr lang="da-DK" sz="1100" dirty="0"/>
              <a:t>‑styring (hybrid agil), </a:t>
            </a:r>
            <a:r>
              <a:rPr lang="da-DK" sz="1100" dirty="0" err="1"/>
              <a:t>MoSCoW</a:t>
            </a:r>
            <a:r>
              <a:rPr lang="da-DK" sz="1100" dirty="0"/>
              <a:t>‑prioritering, arkitektur‑workshops, </a:t>
            </a:r>
            <a:r>
              <a:rPr lang="da-DK" sz="1100" dirty="0" err="1"/>
              <a:t>threat</a:t>
            </a:r>
            <a:r>
              <a:rPr lang="da-DK" sz="1100" dirty="0"/>
              <a:t> </a:t>
            </a:r>
            <a:r>
              <a:rPr lang="da-DK" sz="1100" dirty="0" err="1"/>
              <a:t>modelling</a:t>
            </a:r>
            <a:r>
              <a:rPr lang="da-DK" sz="1100" dirty="0"/>
              <a:t>, design patterns for </a:t>
            </a:r>
            <a:r>
              <a:rPr lang="da-DK" sz="1100" dirty="0" err="1"/>
              <a:t>secure</a:t>
            </a:r>
            <a:r>
              <a:rPr lang="da-DK" sz="1100" dirty="0"/>
              <a:t> AI</a:t>
            </a:r>
          </a:p>
          <a:p>
            <a:pPr>
              <a:spcBef>
                <a:spcPts val="0"/>
              </a:spcBef>
            </a:pPr>
            <a:r>
              <a:rPr lang="da-DK" sz="1100" dirty="0"/>
              <a:t>Leverancer: prioriteret </a:t>
            </a:r>
            <a:r>
              <a:rPr lang="da-DK" sz="1100" dirty="0" err="1"/>
              <a:t>backlog</a:t>
            </a:r>
            <a:r>
              <a:rPr lang="da-DK" sz="1100" dirty="0"/>
              <a:t>/leveranceliste, detaljerede design- og arkitekturdokumenter, beskrivelse af sikkerheds- og </a:t>
            </a:r>
            <a:r>
              <a:rPr lang="da-DK" sz="1100" dirty="0" err="1"/>
              <a:t>governance</a:t>
            </a:r>
            <a:r>
              <a:rPr lang="da-DK" sz="1100" dirty="0"/>
              <a:t>‑model for LLM‑løsningen samt opdateret tids- og ressourceplan.</a:t>
            </a:r>
          </a:p>
          <a:p>
            <a:pPr>
              <a:spcBef>
                <a:spcPts val="0"/>
              </a:spcBef>
            </a:pPr>
            <a:endParaRPr lang="da-DK" sz="1100" dirty="0"/>
          </a:p>
          <a:p>
            <a:pPr marL="0" indent="0">
              <a:spcBef>
                <a:spcPts val="0"/>
              </a:spcBef>
              <a:buNone/>
            </a:pPr>
            <a:r>
              <a:rPr lang="da-DK" sz="1100" b="1" dirty="0"/>
              <a:t>I udviklings- og implementeringsfasen gennemfører vi:</a:t>
            </a:r>
          </a:p>
          <a:p>
            <a:pPr>
              <a:spcBef>
                <a:spcPts val="0"/>
              </a:spcBef>
            </a:pPr>
            <a:r>
              <a:rPr lang="da-DK" sz="1100" dirty="0"/>
              <a:t>Aktiviteter: udvikling/konfiguration af komponenter, integrationer, opsætning af sikkerhedslag, logning og monitorering, løbende demoer og </a:t>
            </a:r>
            <a:r>
              <a:rPr lang="da-DK" sz="1100" dirty="0" err="1"/>
              <a:t>reviews</a:t>
            </a:r>
            <a:endParaRPr lang="da-DK" sz="1100" dirty="0"/>
          </a:p>
          <a:p>
            <a:pPr>
              <a:spcBef>
                <a:spcPts val="0"/>
              </a:spcBef>
            </a:pPr>
            <a:r>
              <a:rPr lang="da-DK" sz="1100" dirty="0"/>
              <a:t>Metoder: </a:t>
            </a:r>
            <a:r>
              <a:rPr lang="da-DK" sz="1100" dirty="0" err="1"/>
              <a:t>Scrum</a:t>
            </a:r>
            <a:r>
              <a:rPr lang="da-DK" sz="1100" dirty="0"/>
              <a:t>‑elementer (sprints, stand‑ups, </a:t>
            </a:r>
            <a:r>
              <a:rPr lang="da-DK" sz="1100" dirty="0" err="1"/>
              <a:t>reviews</a:t>
            </a:r>
            <a:r>
              <a:rPr lang="da-DK" sz="1100" dirty="0"/>
              <a:t>, retros), </a:t>
            </a:r>
            <a:r>
              <a:rPr lang="da-DK" sz="1100" dirty="0" err="1"/>
              <a:t>secure</a:t>
            </a:r>
            <a:r>
              <a:rPr lang="da-DK" sz="1100" dirty="0"/>
              <a:t> SDLC‑praksis (</a:t>
            </a:r>
            <a:r>
              <a:rPr lang="da-DK" sz="1100" dirty="0" err="1"/>
              <a:t>code</a:t>
            </a:r>
            <a:r>
              <a:rPr lang="da-DK" sz="1100" dirty="0"/>
              <a:t> </a:t>
            </a:r>
            <a:r>
              <a:rPr lang="da-DK" sz="1100" dirty="0" err="1"/>
              <a:t>review</a:t>
            </a:r>
            <a:r>
              <a:rPr lang="da-DK" sz="1100" dirty="0"/>
              <a:t>, automatiserede tests, security‑checks), CI/CD hvor relevant</a:t>
            </a:r>
          </a:p>
          <a:p>
            <a:pPr>
              <a:spcBef>
                <a:spcPts val="0"/>
              </a:spcBef>
            </a:pPr>
            <a:r>
              <a:rPr lang="da-DK" sz="1100" dirty="0"/>
              <a:t>Leverancer: inkrementelle, fungerende komponenter (inkl. sikkerhedskontroller), opdateret teknisk dokumentation, implementerede </a:t>
            </a:r>
            <a:r>
              <a:rPr lang="da-DK" sz="1100" dirty="0" err="1"/>
              <a:t>policies</a:t>
            </a:r>
            <a:r>
              <a:rPr lang="da-DK" sz="1100" dirty="0"/>
              <a:t>/</a:t>
            </a:r>
            <a:r>
              <a:rPr lang="da-DK" sz="1100" dirty="0" err="1"/>
              <a:t>meta</a:t>
            </a:r>
            <a:r>
              <a:rPr lang="da-DK" sz="1100" dirty="0"/>
              <a:t>‑prompts og </a:t>
            </a:r>
            <a:r>
              <a:rPr lang="da-DK" sz="1100" dirty="0" err="1"/>
              <a:t>safety</a:t>
            </a:r>
            <a:r>
              <a:rPr lang="da-DK" sz="1100" dirty="0"/>
              <a:t>‑systemer samt konfigurerede monitorerings- og logningsløsninger.</a:t>
            </a:r>
          </a:p>
          <a:p>
            <a:pPr>
              <a:spcBef>
                <a:spcPts val="0"/>
              </a:spcBef>
            </a:pPr>
            <a:endParaRPr lang="da-DK" sz="1100" dirty="0"/>
          </a:p>
          <a:p>
            <a:pPr marL="0" indent="0">
              <a:spcBef>
                <a:spcPts val="0"/>
              </a:spcBef>
              <a:buNone/>
            </a:pPr>
            <a:r>
              <a:rPr lang="da-DK" sz="1100" b="1" dirty="0"/>
              <a:t>I test-, accept- og overdragelsesfasen gennemfører vi:</a:t>
            </a:r>
          </a:p>
          <a:p>
            <a:pPr>
              <a:spcBef>
                <a:spcPts val="0"/>
              </a:spcBef>
            </a:pPr>
            <a:r>
              <a:rPr lang="da-DK" sz="1100" dirty="0"/>
              <a:t>Aktiviteter: system- og integrationstest, sikkerhedstest (fx mod prompt </a:t>
            </a:r>
            <a:r>
              <a:rPr lang="da-DK" sz="1100" dirty="0" err="1"/>
              <a:t>injection</a:t>
            </a:r>
            <a:r>
              <a:rPr lang="da-DK" sz="1100" dirty="0"/>
              <a:t>, data leakage og uønsket output), brugertest, uddannelse og forankringsaktiviteter</a:t>
            </a:r>
          </a:p>
          <a:p>
            <a:pPr>
              <a:spcBef>
                <a:spcPts val="0"/>
              </a:spcBef>
            </a:pPr>
            <a:r>
              <a:rPr lang="da-DK" sz="1100" dirty="0"/>
              <a:t>Metoder: strukturerede testplaner og testcases, risikobaseret test, brugerinvolvering i test, trænings- og uddannelsesforløb for forskellige målgrupper</a:t>
            </a:r>
          </a:p>
          <a:p>
            <a:pPr>
              <a:spcBef>
                <a:spcPts val="0"/>
              </a:spcBef>
            </a:pPr>
            <a:r>
              <a:rPr lang="da-DK" sz="1100" dirty="0"/>
              <a:t>Leverancer: testrapporter og dokumenterede resultater, en accepteret løsning der opfylder både funktionelle og sikkerhedsmæssige krav, drifts- og vedligeholdelsesdokumentation, uddannelsesmateriale og aftalt model for løbende </a:t>
            </a:r>
            <a:r>
              <a:rPr lang="da-DK" sz="1100" dirty="0" err="1"/>
              <a:t>governance</a:t>
            </a:r>
            <a:r>
              <a:rPr lang="da-DK" sz="1100" dirty="0"/>
              <a:t> og forbedringer.</a:t>
            </a:r>
          </a:p>
          <a:p>
            <a:pPr>
              <a:spcBef>
                <a:spcPts val="0"/>
              </a:spcBef>
            </a:pPr>
            <a:endParaRPr lang="da-DK" sz="1100" dirty="0"/>
          </a:p>
          <a:p>
            <a:pPr marL="0" indent="0">
              <a:spcBef>
                <a:spcPts val="0"/>
              </a:spcBef>
              <a:buNone/>
            </a:pPr>
            <a:r>
              <a:rPr lang="da-DK" sz="1100" dirty="0"/>
              <a:t>På tværs af faserne sikrer vi sammenhængen ved løbende statusrapportering og opdatering af projektplan, </a:t>
            </a:r>
            <a:r>
              <a:rPr lang="da-DK" sz="1100" dirty="0" err="1"/>
              <a:t>backlog</a:t>
            </a:r>
            <a:r>
              <a:rPr lang="da-DK" sz="1100" dirty="0"/>
              <a:t>, risiko-/sikkerhedslog og ændringslog. Dermed er det hele tiden gennemsigtigt for kunden, hvilke aktiviteter vi gennemfører, hvilken metode der anvendes, hvilke AI‑ og sikkerhedsrisici der adresseres – og hvilke konkrete leverancer det munder ud i.</a:t>
            </a:r>
          </a:p>
        </p:txBody>
      </p:sp>
      <p:sp>
        <p:nvSpPr>
          <p:cNvPr id="5" name="Pladsholder til sidefod 4">
            <a:extLst>
              <a:ext uri="{FF2B5EF4-FFF2-40B4-BE49-F238E27FC236}">
                <a16:creationId xmlns:a16="http://schemas.microsoft.com/office/drawing/2014/main" id="{C3AA66EB-5CD2-DF23-59F6-325734325478}"/>
              </a:ext>
            </a:extLst>
          </p:cNvPr>
          <p:cNvSpPr>
            <a:spLocks noGrp="1"/>
          </p:cNvSpPr>
          <p:nvPr>
            <p:ph type="ftr" sz="quarter" idx="3"/>
          </p:nvPr>
        </p:nvSpPr>
        <p:spPr/>
        <p:txBody>
          <a:bodyPr/>
          <a:lstStyle/>
          <a:p>
            <a:endParaRPr lang="en-GB"/>
          </a:p>
        </p:txBody>
      </p:sp>
    </p:spTree>
    <p:extLst>
      <p:ext uri="{BB962C8B-B14F-4D97-AF65-F5344CB8AC3E}">
        <p14:creationId xmlns:p14="http://schemas.microsoft.com/office/powerpoint/2010/main" val="13114335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F5ABC7B-9765-B661-3A9A-2B22C84017D2}"/>
              </a:ext>
            </a:extLst>
          </p:cNvPr>
          <p:cNvSpPr>
            <a:spLocks noGrp="1"/>
          </p:cNvSpPr>
          <p:nvPr>
            <p:ph type="title"/>
          </p:nvPr>
        </p:nvSpPr>
        <p:spPr/>
        <p:txBody>
          <a:bodyPr/>
          <a:lstStyle/>
          <a:p>
            <a:r>
              <a:rPr lang="da-DK" sz="1800" b="1" dirty="0"/>
              <a:t>K-4.K-5 Kommunikation &amp; </a:t>
            </a:r>
            <a:r>
              <a:rPr lang="da-DK" sz="1800" b="1"/>
              <a:t>governance</a:t>
            </a:r>
            <a:br>
              <a:rPr lang="da-DK" sz="1800" dirty="0"/>
            </a:br>
            <a:r>
              <a:rPr lang="da-DK" sz="1800" dirty="0"/>
              <a:t>Leverandøren skal sikre tydelig rapportering (status, risici, fremdrift) og definere kommunikationslinjer mellem konsulenter og kunden</a:t>
            </a:r>
          </a:p>
        </p:txBody>
      </p:sp>
      <p:sp>
        <p:nvSpPr>
          <p:cNvPr id="3" name="Pladsholder til tekst 2">
            <a:extLst>
              <a:ext uri="{FF2B5EF4-FFF2-40B4-BE49-F238E27FC236}">
                <a16:creationId xmlns:a16="http://schemas.microsoft.com/office/drawing/2014/main" id="{0A2C6398-23A9-2EB5-B784-5225FF6C16BD}"/>
              </a:ext>
            </a:extLst>
          </p:cNvPr>
          <p:cNvSpPr>
            <a:spLocks noGrp="1"/>
          </p:cNvSpPr>
          <p:nvPr>
            <p:ph type="body" sz="quarter" idx="12"/>
          </p:nvPr>
        </p:nvSpPr>
        <p:spPr/>
        <p:txBody>
          <a:bodyPr/>
          <a:lstStyle/>
          <a:p>
            <a:r>
              <a:rPr lang="en-US" dirty="0"/>
              <a:t>5. </a:t>
            </a:r>
            <a:r>
              <a:rPr lang="da-DK" dirty="0"/>
              <a:t>Projektledelse og leverancestyring</a:t>
            </a:r>
          </a:p>
        </p:txBody>
      </p:sp>
      <p:sp>
        <p:nvSpPr>
          <p:cNvPr id="4" name="Pladsholder til tekst 3">
            <a:extLst>
              <a:ext uri="{FF2B5EF4-FFF2-40B4-BE49-F238E27FC236}">
                <a16:creationId xmlns:a16="http://schemas.microsoft.com/office/drawing/2014/main" id="{72EF860A-A7C0-4CE8-DEEB-F499EEA0DB4E}"/>
              </a:ext>
            </a:extLst>
          </p:cNvPr>
          <p:cNvSpPr>
            <a:spLocks noGrp="1"/>
          </p:cNvSpPr>
          <p:nvPr>
            <p:ph type="body" sz="quarter" idx="13"/>
          </p:nvPr>
        </p:nvSpPr>
        <p:spPr/>
        <p:txBody>
          <a:bodyPr/>
          <a:lstStyle/>
          <a:p>
            <a:pPr marL="0" indent="0">
              <a:spcBef>
                <a:spcPts val="0"/>
              </a:spcBef>
              <a:buNone/>
            </a:pPr>
            <a:r>
              <a:rPr lang="da-DK" sz="1050" dirty="0"/>
              <a:t>Vi etablerer fra projektets start en tydelig kommunikations- og </a:t>
            </a:r>
            <a:r>
              <a:rPr lang="da-DK" sz="1050" dirty="0" err="1"/>
              <a:t>governance</a:t>
            </a:r>
            <a:r>
              <a:rPr lang="da-DK" sz="1050" dirty="0"/>
              <a:t>‑struktur, der sikrer løbende og gennemsigtig rapportering på status, risici og fremdrift – herunder specifikt på AI‑ og LLM‑relaterede forhold. Strukturen tilpasses kunden, men er som udgangspunkt bygget op omkring klare roller, faste mødefora og entydige kommunikationslinjer mellem konsulenter og kunden.</a:t>
            </a:r>
          </a:p>
          <a:p>
            <a:pPr>
              <a:spcBef>
                <a:spcPts val="0"/>
              </a:spcBef>
            </a:pPr>
            <a:endParaRPr lang="da-DK" sz="1050" dirty="0"/>
          </a:p>
          <a:p>
            <a:pPr marL="0" indent="0">
              <a:spcBef>
                <a:spcPts val="0"/>
              </a:spcBef>
              <a:buNone/>
            </a:pPr>
            <a:r>
              <a:rPr lang="da-DK" sz="1050" dirty="0"/>
              <a:t>Der udpeges én overordnet projektleder som primært kontaktpunkt for kunden. Projektlederen har ansvaret for koordinering af konsulentteamet, konsolidering af input fra specialister (fx AI-/sikkerhedsspecialister) og for, at al rapportering til kunden er samlet, konsistent og rettidig. På kundesiden forventer vi tilsvarende en dedikeret projektleder, så al formel kommunikation og eskalation går gennem klart definerede linjer. Vi anvender en fast rapporteringsmodel, som typisk omfatter:</a:t>
            </a:r>
          </a:p>
          <a:p>
            <a:pPr>
              <a:spcBef>
                <a:spcPts val="0"/>
              </a:spcBef>
            </a:pPr>
            <a:endParaRPr lang="da-DK" sz="1050" dirty="0"/>
          </a:p>
          <a:p>
            <a:pPr marL="0" indent="0">
              <a:spcBef>
                <a:spcPts val="0"/>
              </a:spcBef>
              <a:buNone/>
            </a:pPr>
            <a:r>
              <a:rPr lang="da-DK" sz="1050" b="1" dirty="0"/>
              <a:t>Regelmæssige statusrapporter </a:t>
            </a:r>
            <a:r>
              <a:rPr lang="da-DK" sz="1050" dirty="0"/>
              <a:t>(fx hver 1–2 uge), hvor vi struktureret rapporterer på:</a:t>
            </a:r>
          </a:p>
          <a:p>
            <a:pPr lvl="1">
              <a:spcBef>
                <a:spcPts val="0"/>
              </a:spcBef>
            </a:pPr>
            <a:r>
              <a:rPr lang="da-DK" sz="1050" dirty="0"/>
              <a:t>Fremdrift mod milepæle og leverancer</a:t>
            </a:r>
          </a:p>
          <a:p>
            <a:pPr lvl="1">
              <a:spcBef>
                <a:spcPts val="0"/>
              </a:spcBef>
            </a:pPr>
            <a:r>
              <a:rPr lang="da-DK" sz="1050" dirty="0"/>
              <a:t>Status på </a:t>
            </a:r>
            <a:r>
              <a:rPr lang="da-DK" sz="1050" dirty="0" err="1"/>
              <a:t>backlog</a:t>
            </a:r>
            <a:r>
              <a:rPr lang="da-DK" sz="1050" dirty="0"/>
              <a:t> og planlagte aktiviteter</a:t>
            </a:r>
          </a:p>
          <a:p>
            <a:pPr lvl="1">
              <a:spcBef>
                <a:spcPts val="0"/>
              </a:spcBef>
            </a:pPr>
            <a:r>
              <a:rPr lang="da-DK" sz="1050" dirty="0"/>
              <a:t>Risici og issues – inkl. særskilt overblik over AI-/LLM‑specifikke risici (fx databeskyttelse, output‑kvalitet, adgangsstyring, prompt‑sikkerhed) samt planlagte/igangværende </a:t>
            </a:r>
            <a:r>
              <a:rPr lang="da-DK" sz="1050" dirty="0" err="1"/>
              <a:t>mitigeringer</a:t>
            </a:r>
            <a:endParaRPr lang="da-DK" sz="1050" dirty="0"/>
          </a:p>
          <a:p>
            <a:pPr lvl="1">
              <a:spcBef>
                <a:spcPts val="0"/>
              </a:spcBef>
            </a:pPr>
            <a:r>
              <a:rPr lang="da-DK" sz="1050" dirty="0"/>
              <a:t>Ændringer i </a:t>
            </a:r>
            <a:r>
              <a:rPr lang="da-DK" sz="1050" dirty="0" err="1"/>
              <a:t>scope</a:t>
            </a:r>
            <a:r>
              <a:rPr lang="da-DK" sz="1050" dirty="0"/>
              <a:t>, tid eller ressourcer samt anbefalede beslutninger.</a:t>
            </a:r>
          </a:p>
          <a:p>
            <a:pPr>
              <a:spcBef>
                <a:spcPts val="0"/>
              </a:spcBef>
            </a:pPr>
            <a:endParaRPr lang="da-DK" sz="1050" dirty="0"/>
          </a:p>
          <a:p>
            <a:pPr marL="0" indent="0">
              <a:spcBef>
                <a:spcPts val="0"/>
              </a:spcBef>
              <a:buNone/>
            </a:pPr>
            <a:r>
              <a:rPr lang="da-DK" sz="1050" b="1" dirty="0"/>
              <a:t>Faste mødefora:</a:t>
            </a:r>
          </a:p>
          <a:p>
            <a:pPr lvl="1">
              <a:spcBef>
                <a:spcPts val="0"/>
              </a:spcBef>
            </a:pPr>
            <a:r>
              <a:rPr lang="da-DK" sz="1050" dirty="0"/>
              <a:t>Statusmøder mellem projektledere, hvor rapporten gennemgås, og actions aftales</a:t>
            </a:r>
          </a:p>
          <a:p>
            <a:pPr lvl="1">
              <a:spcBef>
                <a:spcPts val="0"/>
              </a:spcBef>
            </a:pPr>
            <a:r>
              <a:rPr lang="da-DK" sz="1050" dirty="0"/>
              <a:t>Styregruppemøder ved centrale milepæle, hvor vi giver et konsolideret billede af fremdrift, økonomi og risici og lægger beslutningsoplæg frem for ledelsen.</a:t>
            </a:r>
          </a:p>
          <a:p>
            <a:pPr>
              <a:spcBef>
                <a:spcPts val="0"/>
              </a:spcBef>
            </a:pPr>
            <a:endParaRPr lang="da-DK" sz="1050" dirty="0"/>
          </a:p>
          <a:p>
            <a:pPr marL="0" indent="0">
              <a:spcBef>
                <a:spcPts val="0"/>
              </a:spcBef>
              <a:buNone/>
            </a:pPr>
            <a:r>
              <a:rPr lang="da-DK" sz="1050" b="1" dirty="0"/>
              <a:t>Gennemsigtig logning og dokumentation, herunder fælles adgang til:</a:t>
            </a:r>
          </a:p>
          <a:p>
            <a:pPr lvl="1">
              <a:spcBef>
                <a:spcPts val="0"/>
              </a:spcBef>
            </a:pPr>
            <a:r>
              <a:rPr lang="da-DK" sz="1050" dirty="0"/>
              <a:t>Risikolog og sikkerheds-/trusselslog</a:t>
            </a:r>
          </a:p>
          <a:p>
            <a:pPr lvl="1">
              <a:spcBef>
                <a:spcPts val="0"/>
              </a:spcBef>
            </a:pPr>
            <a:r>
              <a:rPr lang="da-DK" sz="1050" dirty="0"/>
              <a:t>Issue- og ændringslog</a:t>
            </a:r>
          </a:p>
          <a:p>
            <a:pPr lvl="1">
              <a:spcBef>
                <a:spcPts val="0"/>
              </a:spcBef>
            </a:pPr>
            <a:r>
              <a:rPr lang="da-DK" sz="1050" dirty="0"/>
              <a:t>Beslutnings- og mødereferater</a:t>
            </a:r>
          </a:p>
          <a:p>
            <a:pPr lvl="1">
              <a:spcBef>
                <a:spcPts val="0"/>
              </a:spcBef>
            </a:pPr>
            <a:r>
              <a:rPr lang="da-DK" sz="1050" dirty="0"/>
              <a:t>Arkitektur- og sikkerhedsdokumentation for LLM‑løsningen.</a:t>
            </a:r>
          </a:p>
          <a:p>
            <a:pPr>
              <a:spcBef>
                <a:spcPts val="0"/>
              </a:spcBef>
            </a:pPr>
            <a:endParaRPr lang="da-DK" sz="1050" dirty="0"/>
          </a:p>
          <a:p>
            <a:pPr marL="0" indent="0">
              <a:spcBef>
                <a:spcPts val="0"/>
              </a:spcBef>
              <a:buNone/>
            </a:pPr>
            <a:r>
              <a:rPr lang="da-DK" sz="1050" b="1" dirty="0"/>
              <a:t>Kommunikationslinjerne mellem konsulenter og FAK </a:t>
            </a:r>
            <a:r>
              <a:rPr lang="da-DK" sz="1050" dirty="0"/>
              <a:t>defineres og dokumenteres i projektets kommunikationsplan. Her beskrives:</a:t>
            </a:r>
          </a:p>
          <a:p>
            <a:pPr lvl="1">
              <a:spcBef>
                <a:spcPts val="0"/>
              </a:spcBef>
            </a:pPr>
            <a:r>
              <a:rPr lang="da-DK" sz="1050" dirty="0"/>
              <a:t>Hvem der kommunikerer om hvad (fx faglige spørgsmål, sikkerhed/compliance, drift/teknik, ledelsesmæssige beslutninger)</a:t>
            </a:r>
          </a:p>
          <a:p>
            <a:pPr lvl="1">
              <a:spcBef>
                <a:spcPts val="0"/>
              </a:spcBef>
            </a:pPr>
            <a:r>
              <a:rPr lang="da-DK" sz="1050" dirty="0"/>
              <a:t>Hvilke kanaler der anvendes (fx mail, Teams, </a:t>
            </a:r>
            <a:r>
              <a:rPr lang="da-DK" sz="1050" dirty="0" err="1"/>
              <a:t>tickets</a:t>
            </a:r>
            <a:r>
              <a:rPr lang="da-DK" sz="1050" dirty="0"/>
              <a:t>, formelle statusmøder)</a:t>
            </a:r>
          </a:p>
          <a:p>
            <a:pPr lvl="1">
              <a:spcBef>
                <a:spcPts val="0"/>
              </a:spcBef>
            </a:pPr>
            <a:r>
              <a:rPr lang="da-DK" sz="1050" dirty="0"/>
              <a:t>Hvordan eskalation foregår – både ved projektmæssige udfordringer og ved sikkerhedshændelser eller mistanke om misbrug af LLM‑løsningen.</a:t>
            </a:r>
          </a:p>
          <a:p>
            <a:pPr>
              <a:spcBef>
                <a:spcPts val="0"/>
              </a:spcBef>
            </a:pPr>
            <a:endParaRPr lang="da-DK" sz="1050" dirty="0"/>
          </a:p>
          <a:p>
            <a:pPr marL="0" indent="0">
              <a:spcBef>
                <a:spcPts val="0"/>
              </a:spcBef>
              <a:buNone/>
            </a:pPr>
            <a:r>
              <a:rPr lang="da-DK" sz="1050" dirty="0"/>
              <a:t>Denne model sikrer, at kunden til enhver tid har et klart, opdateret og sporbar billede af status, risici og fremdrift, samt at dialogen med vores konsulenter er struktureret, effektiv og i overensstemmelse med den aftalte </a:t>
            </a:r>
            <a:r>
              <a:rPr lang="da-DK" sz="1050" dirty="0" err="1"/>
              <a:t>governance</a:t>
            </a:r>
            <a:r>
              <a:rPr lang="da-DK" sz="1050" dirty="0"/>
              <a:t>‑ramme.</a:t>
            </a:r>
          </a:p>
        </p:txBody>
      </p:sp>
      <p:sp>
        <p:nvSpPr>
          <p:cNvPr id="5" name="Pladsholder til sidefod 4">
            <a:extLst>
              <a:ext uri="{FF2B5EF4-FFF2-40B4-BE49-F238E27FC236}">
                <a16:creationId xmlns:a16="http://schemas.microsoft.com/office/drawing/2014/main" id="{77917CB9-F96C-927E-75A1-17EFBFDE73A8}"/>
              </a:ext>
            </a:extLst>
          </p:cNvPr>
          <p:cNvSpPr>
            <a:spLocks noGrp="1"/>
          </p:cNvSpPr>
          <p:nvPr>
            <p:ph type="ftr" sz="quarter" idx="3"/>
          </p:nvPr>
        </p:nvSpPr>
        <p:spPr/>
        <p:txBody>
          <a:bodyPr/>
          <a:lstStyle/>
          <a:p>
            <a:endParaRPr lang="en-GB"/>
          </a:p>
        </p:txBody>
      </p:sp>
    </p:spTree>
    <p:extLst>
      <p:ext uri="{BB962C8B-B14F-4D97-AF65-F5344CB8AC3E}">
        <p14:creationId xmlns:p14="http://schemas.microsoft.com/office/powerpoint/2010/main" val="20926118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EAB454B-14DA-7018-B63F-E4948E97F506}"/>
              </a:ext>
            </a:extLst>
          </p:cNvPr>
          <p:cNvSpPr>
            <a:spLocks noGrp="1"/>
          </p:cNvSpPr>
          <p:nvPr>
            <p:ph type="title"/>
          </p:nvPr>
        </p:nvSpPr>
        <p:spPr/>
        <p:txBody>
          <a:bodyPr/>
          <a:lstStyle/>
          <a:p>
            <a:r>
              <a:rPr lang="da-DK" sz="1800" b="1" dirty="0"/>
              <a:t>K-4.K-6 Risikostyring</a:t>
            </a:r>
            <a:br>
              <a:rPr lang="da-DK" sz="1800" dirty="0"/>
            </a:br>
            <a:r>
              <a:rPr lang="da-DK" sz="1800" dirty="0"/>
              <a:t>Leverandøren skal identificere og håndtere risici gennem hele opgaven, især ift. arkitektur og sikkerhed</a:t>
            </a:r>
            <a:br>
              <a:rPr lang="da-DK" sz="1800" dirty="0"/>
            </a:br>
            <a:endParaRPr lang="da-DK" sz="1800" dirty="0"/>
          </a:p>
        </p:txBody>
      </p:sp>
      <p:sp>
        <p:nvSpPr>
          <p:cNvPr id="3" name="Pladsholder til tekst 2">
            <a:extLst>
              <a:ext uri="{FF2B5EF4-FFF2-40B4-BE49-F238E27FC236}">
                <a16:creationId xmlns:a16="http://schemas.microsoft.com/office/drawing/2014/main" id="{0EE15EAA-1145-3ACF-AC07-1F59BEA8F9E1}"/>
              </a:ext>
            </a:extLst>
          </p:cNvPr>
          <p:cNvSpPr>
            <a:spLocks noGrp="1"/>
          </p:cNvSpPr>
          <p:nvPr>
            <p:ph type="body" sz="quarter" idx="12"/>
          </p:nvPr>
        </p:nvSpPr>
        <p:spPr/>
        <p:txBody>
          <a:bodyPr/>
          <a:lstStyle/>
          <a:p>
            <a:r>
              <a:rPr lang="en-US" dirty="0"/>
              <a:t>5. </a:t>
            </a:r>
            <a:r>
              <a:rPr lang="da-DK" dirty="0"/>
              <a:t>Projektledelse og leverancestyring</a:t>
            </a:r>
          </a:p>
        </p:txBody>
      </p:sp>
      <p:sp>
        <p:nvSpPr>
          <p:cNvPr id="4" name="Pladsholder til tekst 3">
            <a:extLst>
              <a:ext uri="{FF2B5EF4-FFF2-40B4-BE49-F238E27FC236}">
                <a16:creationId xmlns:a16="http://schemas.microsoft.com/office/drawing/2014/main" id="{7EE3096A-1B9F-2C3B-4E2F-A8D874513404}"/>
              </a:ext>
            </a:extLst>
          </p:cNvPr>
          <p:cNvSpPr>
            <a:spLocks noGrp="1"/>
          </p:cNvSpPr>
          <p:nvPr>
            <p:ph type="body" sz="quarter" idx="13"/>
          </p:nvPr>
        </p:nvSpPr>
        <p:spPr/>
        <p:txBody>
          <a:bodyPr/>
          <a:lstStyle/>
          <a:p>
            <a:pPr marL="0" indent="0">
              <a:spcBef>
                <a:spcPts val="0"/>
              </a:spcBef>
              <a:buNone/>
            </a:pPr>
            <a:r>
              <a:rPr lang="da-DK" sz="1100" dirty="0"/>
              <a:t>Vi arbejder med systematisk og løbende risikostyring gennem hele opgaven – med særligt fokus på arkitektur, sikkerhed og AI-/LLM‑specifikke trusler. Risikostyringen er integreret i vores projektmodel og forankret både hos projektleder og relevante specialister (arkitektur, sikkerhed, data/LLM). Allerede i opstartsfasen etablerer vi et fælles risikoregister, hvor vi identificerer og beskriver operative, tekniske, organisatoriske og sikkerhedsmæssige risici, herunder:</a:t>
            </a:r>
          </a:p>
          <a:p>
            <a:pPr marL="0" indent="0">
              <a:spcBef>
                <a:spcPts val="0"/>
              </a:spcBef>
              <a:buNone/>
            </a:pPr>
            <a:endParaRPr lang="da-DK" sz="1100" dirty="0"/>
          </a:p>
          <a:p>
            <a:pPr lvl="1">
              <a:spcBef>
                <a:spcPts val="0"/>
              </a:spcBef>
            </a:pPr>
            <a:r>
              <a:rPr lang="da-DK" sz="1100" dirty="0"/>
              <a:t>Arkitekturrisici (fx integrationsafhængigheder, performance, skalerbarhed, single points of </a:t>
            </a:r>
            <a:r>
              <a:rPr lang="da-DK" sz="1100" dirty="0" err="1"/>
              <a:t>failure</a:t>
            </a:r>
            <a:r>
              <a:rPr lang="da-DK" sz="1100" dirty="0"/>
              <a:t>)</a:t>
            </a:r>
          </a:p>
          <a:p>
            <a:pPr lvl="1">
              <a:spcBef>
                <a:spcPts val="0"/>
              </a:spcBef>
            </a:pPr>
            <a:r>
              <a:rPr lang="da-DK" sz="1100" dirty="0"/>
              <a:t>Informations- og </a:t>
            </a:r>
            <a:r>
              <a:rPr lang="da-DK" sz="1100" dirty="0" err="1"/>
              <a:t>cybersikkerhedsrisici</a:t>
            </a:r>
            <a:r>
              <a:rPr lang="da-DK" sz="1100" dirty="0"/>
              <a:t> (fx databeskyttelse, adgangsstyring, logning, hændelseshåndtering)</a:t>
            </a:r>
          </a:p>
          <a:p>
            <a:pPr lvl="1">
              <a:spcBef>
                <a:spcPts val="0"/>
              </a:spcBef>
            </a:pPr>
            <a:r>
              <a:rPr lang="da-DK" sz="1100" dirty="0" err="1"/>
              <a:t>GenAI</a:t>
            </a:r>
            <a:r>
              <a:rPr lang="da-DK" sz="1100" dirty="0"/>
              <a:t>-/LLM‑relaterede risici på både </a:t>
            </a:r>
            <a:r>
              <a:rPr lang="da-DK" sz="1100" dirty="0" err="1"/>
              <a:t>usage</a:t>
            </a:r>
            <a:r>
              <a:rPr lang="da-DK" sz="1100" dirty="0"/>
              <a:t>‑, application‑ og platform‑niveau (fx prompt </a:t>
            </a:r>
            <a:r>
              <a:rPr lang="da-DK" sz="1100" dirty="0" err="1"/>
              <a:t>injection</a:t>
            </a:r>
            <a:r>
              <a:rPr lang="da-DK" sz="1100" dirty="0"/>
              <a:t>/</a:t>
            </a:r>
            <a:r>
              <a:rPr lang="da-DK" sz="1100" dirty="0" err="1"/>
              <a:t>jailbreaks</a:t>
            </a:r>
            <a:r>
              <a:rPr lang="da-DK" sz="1100" dirty="0"/>
              <a:t>, </a:t>
            </a:r>
            <a:r>
              <a:rPr lang="da-DK" sz="1100" dirty="0" err="1"/>
              <a:t>harmful</a:t>
            </a:r>
            <a:r>
              <a:rPr lang="da-DK" sz="1100" dirty="0"/>
              <a:t> eller misledende output, data leakage, model- og </a:t>
            </a:r>
            <a:r>
              <a:rPr lang="da-DK" sz="1100" dirty="0" err="1"/>
              <a:t>datapoisoning</a:t>
            </a:r>
            <a:r>
              <a:rPr lang="da-DK" sz="1100" dirty="0"/>
              <a:t>, uautoriseret brug mv.).</a:t>
            </a:r>
          </a:p>
          <a:p>
            <a:pPr>
              <a:spcBef>
                <a:spcPts val="0"/>
              </a:spcBef>
            </a:pPr>
            <a:endParaRPr lang="da-DK" sz="1100" dirty="0"/>
          </a:p>
          <a:p>
            <a:pPr marL="0" indent="0">
              <a:spcBef>
                <a:spcPts val="0"/>
              </a:spcBef>
              <a:buNone/>
            </a:pPr>
            <a:r>
              <a:rPr lang="da-DK" sz="1100" dirty="0"/>
              <a:t>For hver risiko vurderer vi sandsynlighed og konsekvens, beskriver konkrete </a:t>
            </a:r>
            <a:r>
              <a:rPr lang="da-DK" sz="1100" dirty="0" err="1"/>
              <a:t>mitigeringstiltag</a:t>
            </a:r>
            <a:r>
              <a:rPr lang="da-DK" sz="1100" dirty="0"/>
              <a:t> og udpeger en ansvarlig. Risikoregistret er et aktivt styringsværktøj, der løbende opdateres og gennemgås på status- og styregruppemøder, så væsentlige risici altid er kendte og håndteres i fællesskab med kunden.</a:t>
            </a:r>
          </a:p>
          <a:p>
            <a:pPr>
              <a:spcBef>
                <a:spcPts val="0"/>
              </a:spcBef>
            </a:pPr>
            <a:endParaRPr lang="da-DK" sz="1100" dirty="0"/>
          </a:p>
          <a:p>
            <a:pPr marL="0" indent="0">
              <a:spcBef>
                <a:spcPts val="0"/>
              </a:spcBef>
              <a:buNone/>
            </a:pPr>
            <a:r>
              <a:rPr lang="da-DK" sz="1100" dirty="0"/>
              <a:t>I arkitekturen adresserer vi risici gennem en </a:t>
            </a:r>
            <a:r>
              <a:rPr lang="da-DK" sz="1100" dirty="0" err="1"/>
              <a:t>multi‑layered</a:t>
            </a:r>
            <a:r>
              <a:rPr lang="da-DK" sz="1100" dirty="0"/>
              <a:t> security- og </a:t>
            </a:r>
            <a:r>
              <a:rPr lang="da-DK" sz="1100" dirty="0" err="1"/>
              <a:t>safety</a:t>
            </a:r>
            <a:r>
              <a:rPr lang="da-DK" sz="1100" dirty="0"/>
              <a:t>‑tilgang (</a:t>
            </a:r>
            <a:r>
              <a:rPr lang="da-DK" sz="1100" dirty="0" err="1"/>
              <a:t>defense</a:t>
            </a:r>
            <a:r>
              <a:rPr lang="da-DK" sz="1100" dirty="0"/>
              <a:t>‑in‑</a:t>
            </a:r>
            <a:r>
              <a:rPr lang="da-DK" sz="1100" dirty="0" err="1"/>
              <a:t>depth</a:t>
            </a:r>
            <a:r>
              <a:rPr lang="da-DK" sz="1100" dirty="0"/>
              <a:t>), bl.a. ved:</a:t>
            </a:r>
          </a:p>
          <a:p>
            <a:pPr>
              <a:spcBef>
                <a:spcPts val="0"/>
              </a:spcBef>
            </a:pPr>
            <a:endParaRPr lang="da-DK" sz="1100" dirty="0"/>
          </a:p>
          <a:p>
            <a:pPr lvl="1">
              <a:spcBef>
                <a:spcPts val="0"/>
              </a:spcBef>
            </a:pPr>
            <a:r>
              <a:rPr lang="da-DK" sz="1100" dirty="0"/>
              <a:t>Klare lag for autentifikation og autorisation, rolle- og rettighedsstyring</a:t>
            </a:r>
          </a:p>
          <a:p>
            <a:pPr lvl="1">
              <a:spcBef>
                <a:spcPts val="0"/>
              </a:spcBef>
            </a:pPr>
            <a:r>
              <a:rPr lang="da-DK" sz="1100" dirty="0"/>
              <a:t>Design af LLM‑arkitekturen med </a:t>
            </a:r>
            <a:r>
              <a:rPr lang="da-DK" sz="1100" dirty="0" err="1"/>
              <a:t>meta</a:t>
            </a:r>
            <a:r>
              <a:rPr lang="da-DK" sz="1100" dirty="0"/>
              <a:t>‑prompts, </a:t>
            </a:r>
            <a:r>
              <a:rPr lang="da-DK" sz="1100" dirty="0" err="1"/>
              <a:t>grounding</a:t>
            </a:r>
            <a:r>
              <a:rPr lang="da-DK" sz="1100" dirty="0"/>
              <a:t> og policy‑kontroller, der reducerer risiko for skadeligt eller uønsket output</a:t>
            </a:r>
          </a:p>
          <a:p>
            <a:pPr lvl="1">
              <a:spcBef>
                <a:spcPts val="0"/>
              </a:spcBef>
            </a:pPr>
            <a:r>
              <a:rPr lang="da-DK" sz="1100" dirty="0"/>
              <a:t>Etablering af </a:t>
            </a:r>
            <a:r>
              <a:rPr lang="da-DK" sz="1100" dirty="0" err="1"/>
              <a:t>safety</a:t>
            </a:r>
            <a:r>
              <a:rPr lang="da-DK" sz="1100" dirty="0"/>
              <a:t>‑systemer (filtrering, monitorering, rate </a:t>
            </a:r>
            <a:r>
              <a:rPr lang="da-DK" sz="1100" dirty="0" err="1"/>
              <a:t>limiting</a:t>
            </a:r>
            <a:r>
              <a:rPr lang="da-DK" sz="1100" dirty="0"/>
              <a:t>, brugsmønster‑overvågning)</a:t>
            </a:r>
          </a:p>
          <a:p>
            <a:pPr lvl="1">
              <a:spcBef>
                <a:spcPts val="0"/>
              </a:spcBef>
            </a:pPr>
            <a:r>
              <a:rPr lang="da-DK" sz="1100" dirty="0"/>
              <a:t>Stærk data‑ og platformsikkerhed (kryptering, netværkssegmentering, princip om mindst privilegium, sikker håndtering af logning og audit).</a:t>
            </a:r>
          </a:p>
          <a:p>
            <a:pPr>
              <a:spcBef>
                <a:spcPts val="0"/>
              </a:spcBef>
            </a:pPr>
            <a:endParaRPr lang="da-DK" sz="1100" dirty="0"/>
          </a:p>
          <a:p>
            <a:pPr marL="0" indent="0">
              <a:spcBef>
                <a:spcPts val="0"/>
              </a:spcBef>
              <a:buNone/>
            </a:pPr>
            <a:r>
              <a:rPr lang="da-DK" sz="1100" dirty="0"/>
              <a:t>Metodisk arbejder vi efter </a:t>
            </a:r>
            <a:r>
              <a:rPr lang="da-DK" sz="1100" dirty="0" err="1"/>
              <a:t>secure</a:t>
            </a:r>
            <a:r>
              <a:rPr lang="da-DK" sz="1100" dirty="0"/>
              <a:t> SDLC‑principper, hvor risikovurdering og sikkerhedskrav indgår i kravfasen, design </a:t>
            </a:r>
            <a:r>
              <a:rPr lang="da-DK" sz="1100" dirty="0" err="1"/>
              <a:t>reviews</a:t>
            </a:r>
            <a:r>
              <a:rPr lang="da-DK" sz="1100" dirty="0"/>
              <a:t>, </a:t>
            </a:r>
            <a:r>
              <a:rPr lang="da-DK" sz="1100" dirty="0" err="1"/>
              <a:t>code</a:t>
            </a:r>
            <a:r>
              <a:rPr lang="da-DK" sz="1100" dirty="0"/>
              <a:t> </a:t>
            </a:r>
            <a:r>
              <a:rPr lang="da-DK" sz="1100" dirty="0" err="1"/>
              <a:t>reviews</a:t>
            </a:r>
            <a:r>
              <a:rPr lang="da-DK" sz="1100" dirty="0"/>
              <a:t>, test og release. Vi gennemfører målrettede sikkerheds- og </a:t>
            </a:r>
            <a:r>
              <a:rPr lang="da-DK" sz="1100" dirty="0" err="1"/>
              <a:t>arkitekturreviews</a:t>
            </a:r>
            <a:r>
              <a:rPr lang="da-DK" sz="1100" dirty="0"/>
              <a:t> samt, hvor relevant, trusselsmodellerings‑sessions for at afdække nye risici, inden de bliver til problemer i drift.</a:t>
            </a:r>
          </a:p>
          <a:p>
            <a:pPr>
              <a:spcBef>
                <a:spcPts val="0"/>
              </a:spcBef>
            </a:pPr>
            <a:endParaRPr lang="da-DK" sz="1100" dirty="0"/>
          </a:p>
          <a:p>
            <a:pPr marL="0" indent="0">
              <a:spcBef>
                <a:spcPts val="0"/>
              </a:spcBef>
              <a:buNone/>
            </a:pPr>
            <a:r>
              <a:rPr lang="da-DK" sz="1100" dirty="0"/>
              <a:t>Hvis nye risici opstår – fx som følge af ændret trusselsbillede, nye krav eller driftsobservationer – registreres de straks i risikoregistret, vurderes sammen med kunden og håndteres gennem konkrete handlingsplaner (ændring af arkitektur, ekstra kontroller, justering af processer eller uddannelse).</a:t>
            </a:r>
          </a:p>
          <a:p>
            <a:pPr>
              <a:spcBef>
                <a:spcPts val="0"/>
              </a:spcBef>
            </a:pPr>
            <a:endParaRPr lang="da-DK" sz="1100" dirty="0"/>
          </a:p>
          <a:p>
            <a:pPr marL="0" indent="0">
              <a:spcBef>
                <a:spcPts val="0"/>
              </a:spcBef>
              <a:buNone/>
            </a:pPr>
            <a:r>
              <a:rPr lang="da-DK" sz="1100" dirty="0"/>
              <a:t>På den måde sikrer vi, at risici, særligt ift. arkitektur og sikkerhed, ikke er engangsøvelser, men overvåges, prioriteres og aktivt håndteres gennem hele opgaven – fra første designskitse til stabil drift.</a:t>
            </a:r>
          </a:p>
        </p:txBody>
      </p:sp>
      <p:sp>
        <p:nvSpPr>
          <p:cNvPr id="5" name="Pladsholder til sidefod 4">
            <a:extLst>
              <a:ext uri="{FF2B5EF4-FFF2-40B4-BE49-F238E27FC236}">
                <a16:creationId xmlns:a16="http://schemas.microsoft.com/office/drawing/2014/main" id="{104AC6A2-2AC0-9483-1595-99C0B5137961}"/>
              </a:ext>
            </a:extLst>
          </p:cNvPr>
          <p:cNvSpPr>
            <a:spLocks noGrp="1"/>
          </p:cNvSpPr>
          <p:nvPr>
            <p:ph type="ftr" sz="quarter" idx="3"/>
          </p:nvPr>
        </p:nvSpPr>
        <p:spPr/>
        <p:txBody>
          <a:bodyPr/>
          <a:lstStyle/>
          <a:p>
            <a:endParaRPr lang="en-GB"/>
          </a:p>
        </p:txBody>
      </p:sp>
    </p:spTree>
    <p:extLst>
      <p:ext uri="{BB962C8B-B14F-4D97-AF65-F5344CB8AC3E}">
        <p14:creationId xmlns:p14="http://schemas.microsoft.com/office/powerpoint/2010/main" val="30933049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48EDA9D-375B-094B-E8D6-76EA5C48737F}"/>
              </a:ext>
            </a:extLst>
          </p:cNvPr>
          <p:cNvSpPr>
            <a:spLocks noGrp="1"/>
          </p:cNvSpPr>
          <p:nvPr>
            <p:ph type="title"/>
          </p:nvPr>
        </p:nvSpPr>
        <p:spPr/>
        <p:txBody>
          <a:bodyPr/>
          <a:lstStyle/>
          <a:p>
            <a:r>
              <a:rPr lang="da-DK" sz="1800" b="1" dirty="0"/>
              <a:t>K-4.K-7 Dokumentation &amp; overdragelse 1</a:t>
            </a:r>
            <a:br>
              <a:rPr lang="da-DK" sz="1800" dirty="0"/>
            </a:br>
            <a:r>
              <a:rPr lang="da-DK" sz="1800" dirty="0"/>
              <a:t>Leverancen skal inkludere afsluttende dokumentation, som understøtter drift, sikkerhed og arkitektur</a:t>
            </a:r>
            <a:br>
              <a:rPr lang="da-DK" sz="1800" dirty="0"/>
            </a:br>
            <a:endParaRPr lang="da-DK" sz="1800" dirty="0"/>
          </a:p>
        </p:txBody>
      </p:sp>
      <p:sp>
        <p:nvSpPr>
          <p:cNvPr id="3" name="Pladsholder til tekst 2">
            <a:extLst>
              <a:ext uri="{FF2B5EF4-FFF2-40B4-BE49-F238E27FC236}">
                <a16:creationId xmlns:a16="http://schemas.microsoft.com/office/drawing/2014/main" id="{7A8714B5-5B91-87AD-D446-BD2B2F6B5995}"/>
              </a:ext>
            </a:extLst>
          </p:cNvPr>
          <p:cNvSpPr>
            <a:spLocks noGrp="1"/>
          </p:cNvSpPr>
          <p:nvPr>
            <p:ph type="body" sz="quarter" idx="12"/>
          </p:nvPr>
        </p:nvSpPr>
        <p:spPr/>
        <p:txBody>
          <a:bodyPr/>
          <a:lstStyle/>
          <a:p>
            <a:r>
              <a:rPr lang="en-US" dirty="0"/>
              <a:t>5. </a:t>
            </a:r>
            <a:r>
              <a:rPr lang="da-DK" dirty="0"/>
              <a:t>Projektledelse og leverancestyring</a:t>
            </a:r>
          </a:p>
        </p:txBody>
      </p:sp>
      <p:sp>
        <p:nvSpPr>
          <p:cNvPr id="4" name="Pladsholder til tekst 3">
            <a:extLst>
              <a:ext uri="{FF2B5EF4-FFF2-40B4-BE49-F238E27FC236}">
                <a16:creationId xmlns:a16="http://schemas.microsoft.com/office/drawing/2014/main" id="{F155375E-C7BB-017F-E81D-6DCFA0D713D6}"/>
              </a:ext>
            </a:extLst>
          </p:cNvPr>
          <p:cNvSpPr>
            <a:spLocks noGrp="1"/>
          </p:cNvSpPr>
          <p:nvPr>
            <p:ph type="body" sz="quarter" idx="13"/>
          </p:nvPr>
        </p:nvSpPr>
        <p:spPr/>
        <p:txBody>
          <a:bodyPr/>
          <a:lstStyle/>
          <a:p>
            <a:pPr marL="0" indent="0">
              <a:spcBef>
                <a:spcPts val="0"/>
              </a:spcBef>
              <a:buNone/>
            </a:pPr>
            <a:r>
              <a:rPr lang="da-DK" sz="1100" dirty="0"/>
              <a:t>Vi lægger stor vægt på, at leverancen afsluttes med fuld og anvendelig dokumentation, som understøtter både drift, sikkerhed og arkitektur – med særligt fokus på de dele af løsningen, der vedrører LLM‑arkitekturen og AI‑komponenter. Dokumentationen udarbejdes løbende i projektet og konsolideres i forbindelse med overdragelsen, så den er konsistent, opdateret og klar til brug for drift- og sikkerhedsorganisationen. Som en del af afslutningen leverer vi som minimum:</a:t>
            </a:r>
          </a:p>
          <a:p>
            <a:pPr>
              <a:spcBef>
                <a:spcPts val="0"/>
              </a:spcBef>
            </a:pPr>
            <a:endParaRPr lang="da-DK" sz="1100" dirty="0"/>
          </a:p>
          <a:p>
            <a:pPr marL="0" indent="0">
              <a:spcBef>
                <a:spcPts val="0"/>
              </a:spcBef>
              <a:buNone/>
            </a:pPr>
            <a:r>
              <a:rPr lang="da-DK" sz="1100" b="1" dirty="0"/>
              <a:t>Arkitekturdokumentation</a:t>
            </a:r>
            <a:r>
              <a:rPr lang="da-DK" sz="1100" dirty="0"/>
              <a:t>, der beskriver:</a:t>
            </a:r>
          </a:p>
          <a:p>
            <a:pPr lvl="1">
              <a:spcBef>
                <a:spcPts val="0"/>
              </a:spcBef>
            </a:pPr>
            <a:r>
              <a:rPr lang="da-DK" sz="1100" dirty="0"/>
              <a:t>Den samlede logiske og fysiske arkitektur inkl. integrationspunkter, </a:t>
            </a:r>
            <a:r>
              <a:rPr lang="da-DK" sz="1100" dirty="0" err="1"/>
              <a:t>dataflows</a:t>
            </a:r>
            <a:r>
              <a:rPr lang="da-DK" sz="1100" dirty="0"/>
              <a:t> og afhængigheder  </a:t>
            </a:r>
          </a:p>
          <a:p>
            <a:pPr lvl="1">
              <a:spcBef>
                <a:spcPts val="0"/>
              </a:spcBef>
            </a:pPr>
            <a:r>
              <a:rPr lang="da-DK" sz="1100" dirty="0"/>
              <a:t>Placering og samspil mellem LLM‑komponenter, applikationslag, platform og data‑lag  </a:t>
            </a:r>
          </a:p>
          <a:p>
            <a:pPr lvl="1">
              <a:spcBef>
                <a:spcPts val="0"/>
              </a:spcBef>
            </a:pPr>
            <a:r>
              <a:rPr lang="da-DK" sz="1100" dirty="0"/>
              <a:t>Anvendte sikkerhedslag (autentifikation/autorisation, </a:t>
            </a:r>
            <a:r>
              <a:rPr lang="da-DK" sz="1100" dirty="0" err="1"/>
              <a:t>meta</a:t>
            </a:r>
            <a:r>
              <a:rPr lang="da-DK" sz="1100" dirty="0"/>
              <a:t>‑prompts og </a:t>
            </a:r>
            <a:r>
              <a:rPr lang="da-DK" sz="1100" dirty="0" err="1"/>
              <a:t>grounding</a:t>
            </a:r>
            <a:r>
              <a:rPr lang="da-DK" sz="1100" dirty="0"/>
              <a:t>, </a:t>
            </a:r>
            <a:r>
              <a:rPr lang="da-DK" sz="1100" dirty="0" err="1"/>
              <a:t>safety</a:t>
            </a:r>
            <a:r>
              <a:rPr lang="da-DK" sz="1100" dirty="0"/>
              <a:t>‑systemer, data‑ og platformsikkerhed) samt designprincipper for </a:t>
            </a:r>
            <a:r>
              <a:rPr lang="da-DK" sz="1100" dirty="0" err="1"/>
              <a:t>defense</a:t>
            </a:r>
            <a:r>
              <a:rPr lang="da-DK" sz="1100" dirty="0"/>
              <a:t>‑in‑</a:t>
            </a:r>
            <a:r>
              <a:rPr lang="da-DK" sz="1100" dirty="0" err="1"/>
              <a:t>depth</a:t>
            </a:r>
            <a:r>
              <a:rPr lang="da-DK" sz="1100" dirty="0"/>
              <a:t>.</a:t>
            </a:r>
          </a:p>
          <a:p>
            <a:pPr>
              <a:spcBef>
                <a:spcPts val="0"/>
              </a:spcBef>
            </a:pPr>
            <a:endParaRPr lang="da-DK" sz="1100" dirty="0"/>
          </a:p>
          <a:p>
            <a:pPr marL="0" indent="0">
              <a:spcBef>
                <a:spcPts val="0"/>
              </a:spcBef>
              <a:buNone/>
            </a:pPr>
            <a:r>
              <a:rPr lang="da-DK" sz="1100" b="1" dirty="0"/>
              <a:t>Driftsdokumentation</a:t>
            </a:r>
            <a:r>
              <a:rPr lang="da-DK" sz="1100" dirty="0"/>
              <a:t>, der understøtter stabil og sikker drift, herunder:</a:t>
            </a:r>
          </a:p>
          <a:p>
            <a:pPr lvl="1">
              <a:spcBef>
                <a:spcPts val="0"/>
              </a:spcBef>
            </a:pPr>
            <a:r>
              <a:rPr lang="da-DK" sz="1100" dirty="0"/>
              <a:t>Driftsprocedurer, herunder overvågning, backup, </a:t>
            </a:r>
            <a:r>
              <a:rPr lang="da-DK" sz="1100" dirty="0" err="1"/>
              <a:t>restore</a:t>
            </a:r>
            <a:r>
              <a:rPr lang="da-DK" sz="1100" dirty="0"/>
              <a:t>, opdatering og ændringshåndtering  </a:t>
            </a:r>
          </a:p>
          <a:p>
            <a:pPr lvl="1">
              <a:spcBef>
                <a:spcPts val="0"/>
              </a:spcBef>
            </a:pPr>
            <a:r>
              <a:rPr lang="da-DK" sz="1100" dirty="0"/>
              <a:t>Beskrivelse af logning og monitorering, herunder hvilke hændelser der registreres, og hvordan alarmer håndteres  </a:t>
            </a:r>
          </a:p>
          <a:p>
            <a:pPr lvl="1">
              <a:spcBef>
                <a:spcPts val="0"/>
              </a:spcBef>
            </a:pPr>
            <a:r>
              <a:rPr lang="da-DK" sz="1100" dirty="0"/>
              <a:t>Roller og ansvar i drift (fx hvem der må ændre konfigurationer, håndtere incidents, tildele rettigheder).</a:t>
            </a:r>
          </a:p>
          <a:p>
            <a:pPr marL="0" indent="0">
              <a:spcBef>
                <a:spcPts val="0"/>
              </a:spcBef>
              <a:buNone/>
            </a:pPr>
            <a:endParaRPr lang="da-DK" sz="1100" dirty="0"/>
          </a:p>
          <a:p>
            <a:pPr marL="0" indent="0">
              <a:spcBef>
                <a:spcPts val="0"/>
              </a:spcBef>
              <a:buNone/>
            </a:pPr>
            <a:r>
              <a:rPr lang="da-DK" sz="1100" b="1" dirty="0"/>
              <a:t>Sikkerheds- og </a:t>
            </a:r>
            <a:r>
              <a:rPr lang="da-DK" sz="1100" b="1" dirty="0" err="1"/>
              <a:t>governance</a:t>
            </a:r>
            <a:r>
              <a:rPr lang="da-DK" sz="1100" b="1" dirty="0"/>
              <a:t>‑dokumentation</a:t>
            </a:r>
            <a:r>
              <a:rPr lang="da-DK" sz="1100" dirty="0"/>
              <a:t>, der gør det muligt for kunden at forvalte løsningen sikkert over tid:</a:t>
            </a:r>
          </a:p>
          <a:p>
            <a:pPr lvl="1">
              <a:spcBef>
                <a:spcPts val="0"/>
              </a:spcBef>
            </a:pPr>
            <a:r>
              <a:rPr lang="da-DK" sz="1100" dirty="0"/>
              <a:t>Oversigt over identificerede sikkerheds- og AI‑risici samt tilhørende kontroller og </a:t>
            </a:r>
            <a:r>
              <a:rPr lang="da-DK" sz="1100" dirty="0" err="1"/>
              <a:t>mitigeringer</a:t>
            </a:r>
            <a:r>
              <a:rPr lang="da-DK" sz="1100" dirty="0"/>
              <a:t>  </a:t>
            </a:r>
          </a:p>
          <a:p>
            <a:pPr lvl="1">
              <a:spcBef>
                <a:spcPts val="0"/>
              </a:spcBef>
            </a:pPr>
            <a:r>
              <a:rPr lang="da-DK" sz="1100" dirty="0"/>
              <a:t>Retningslinjer for sikker brug af løsningen og LLM‑funktionalitet (fx håndtering af følsomme data, acceptable anvendelser, eskalationsveje ved tvivlstilfælde)  </a:t>
            </a:r>
          </a:p>
          <a:p>
            <a:pPr lvl="1">
              <a:spcBef>
                <a:spcPts val="0"/>
              </a:spcBef>
            </a:pPr>
            <a:r>
              <a:rPr lang="da-DK" sz="1100" dirty="0"/>
              <a:t>Beskrivelse af adgangsmodel, rettighedsstyring, auditmuligheder og procedurer ved sikkerhedshændelser.</a:t>
            </a:r>
          </a:p>
          <a:p>
            <a:pPr>
              <a:spcBef>
                <a:spcPts val="0"/>
              </a:spcBef>
            </a:pPr>
            <a:endParaRPr lang="da-DK" sz="1100" dirty="0"/>
          </a:p>
          <a:p>
            <a:pPr marL="0" indent="0">
              <a:spcBef>
                <a:spcPts val="0"/>
              </a:spcBef>
              <a:buNone/>
            </a:pPr>
            <a:r>
              <a:rPr lang="da-DK" sz="1100" b="1" dirty="0"/>
              <a:t>Konfigurations- og teknisk dokumentation</a:t>
            </a:r>
            <a:r>
              <a:rPr lang="da-DK" sz="1100" dirty="0"/>
              <a:t>, herunder:</a:t>
            </a:r>
          </a:p>
          <a:p>
            <a:pPr lvl="1">
              <a:spcBef>
                <a:spcPts val="0"/>
              </a:spcBef>
            </a:pPr>
            <a:r>
              <a:rPr lang="da-DK" sz="1100" dirty="0"/>
              <a:t>Centrale konfigurationer for LLM‑arkitekturen (prompts/</a:t>
            </a:r>
            <a:r>
              <a:rPr lang="da-DK" sz="1100" dirty="0" err="1"/>
              <a:t>meta</a:t>
            </a:r>
            <a:r>
              <a:rPr lang="da-DK" sz="1100" dirty="0"/>
              <a:t>‑prompts, </a:t>
            </a:r>
            <a:r>
              <a:rPr lang="da-DK" sz="1100" dirty="0" err="1"/>
              <a:t>policies</a:t>
            </a:r>
            <a:r>
              <a:rPr lang="da-DK" sz="1100" dirty="0"/>
              <a:t>, filtre, integrations‑/API‑opsætning)  </a:t>
            </a:r>
          </a:p>
          <a:p>
            <a:pPr lvl="1">
              <a:spcBef>
                <a:spcPts val="0"/>
              </a:spcBef>
            </a:pPr>
            <a:r>
              <a:rPr lang="da-DK" sz="1100" dirty="0"/>
              <a:t>Beskrivelser af eventuelle scripts, pipelines, automatiseringer og </a:t>
            </a:r>
            <a:r>
              <a:rPr lang="da-DK" sz="1100" dirty="0" err="1"/>
              <a:t>deployments</a:t>
            </a:r>
            <a:r>
              <a:rPr lang="da-DK" sz="1100" dirty="0"/>
              <a:t>.</a:t>
            </a:r>
          </a:p>
          <a:p>
            <a:pPr>
              <a:spcBef>
                <a:spcPts val="0"/>
              </a:spcBef>
            </a:pPr>
            <a:endParaRPr lang="da-DK" sz="1100" dirty="0"/>
          </a:p>
          <a:p>
            <a:pPr marL="0" indent="0">
              <a:spcBef>
                <a:spcPts val="0"/>
              </a:spcBef>
              <a:buNone/>
            </a:pPr>
            <a:r>
              <a:rPr lang="da-DK" sz="1100" dirty="0"/>
              <a:t>Dokumentationen overdrages og gennemgås i fælles sessioner med kundens relevante teams (fx drift, sikkerhed, arkitektur, forretning), så der sikres en glidende overdragelse og reel </a:t>
            </a:r>
            <a:r>
              <a:rPr lang="da-DK" sz="1100" dirty="0" err="1"/>
              <a:t>videnoverførsel</a:t>
            </a:r>
            <a:r>
              <a:rPr lang="da-DK" sz="1100" dirty="0"/>
              <a:t>. Efter gennemgangen justerer vi dokumentationen, hvis der er behov for præciseringer, så kunden står med et fuldt ud dækkende grundlag for at kunne drive, videreudvikle og revidere løsningen på et sikkert og velunderstøttet grundlag.</a:t>
            </a:r>
          </a:p>
        </p:txBody>
      </p:sp>
      <p:sp>
        <p:nvSpPr>
          <p:cNvPr id="5" name="Pladsholder til sidefod 4">
            <a:extLst>
              <a:ext uri="{FF2B5EF4-FFF2-40B4-BE49-F238E27FC236}">
                <a16:creationId xmlns:a16="http://schemas.microsoft.com/office/drawing/2014/main" id="{8F3BAAE4-B453-6903-FDA0-47CBF6327B53}"/>
              </a:ext>
            </a:extLst>
          </p:cNvPr>
          <p:cNvSpPr>
            <a:spLocks noGrp="1"/>
          </p:cNvSpPr>
          <p:nvPr>
            <p:ph type="ftr" sz="quarter" idx="3"/>
          </p:nvPr>
        </p:nvSpPr>
        <p:spPr/>
        <p:txBody>
          <a:bodyPr/>
          <a:lstStyle/>
          <a:p>
            <a:endParaRPr lang="en-GB"/>
          </a:p>
        </p:txBody>
      </p:sp>
    </p:spTree>
    <p:extLst>
      <p:ext uri="{BB962C8B-B14F-4D97-AF65-F5344CB8AC3E}">
        <p14:creationId xmlns:p14="http://schemas.microsoft.com/office/powerpoint/2010/main" val="9924456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2FB5E03-E719-84FE-0A85-DE41DA0AC5F4}"/>
              </a:ext>
            </a:extLst>
          </p:cNvPr>
          <p:cNvSpPr>
            <a:spLocks noGrp="1"/>
          </p:cNvSpPr>
          <p:nvPr>
            <p:ph type="title"/>
          </p:nvPr>
        </p:nvSpPr>
        <p:spPr/>
        <p:txBody>
          <a:bodyPr/>
          <a:lstStyle/>
          <a:p>
            <a:r>
              <a:rPr lang="da-DK" sz="1800" b="1" dirty="0"/>
              <a:t>K-4.K-8 Dokumentation &amp; overdragelse 2</a:t>
            </a:r>
            <a:br>
              <a:rPr lang="da-DK" sz="1800" dirty="0"/>
            </a:br>
            <a:r>
              <a:rPr lang="da-DK" sz="1800" dirty="0"/>
              <a:t>Leverandøren tilbyder, som en del af ydelsen, en </a:t>
            </a:r>
            <a:r>
              <a:rPr lang="da-DK" sz="1800" dirty="0" err="1"/>
              <a:t>hypercare</a:t>
            </a:r>
            <a:r>
              <a:rPr lang="da-DK" sz="1800" dirty="0"/>
              <a:t> periode til fejlrettelser og ændringer</a:t>
            </a:r>
          </a:p>
        </p:txBody>
      </p:sp>
      <p:sp>
        <p:nvSpPr>
          <p:cNvPr id="3" name="Pladsholder til tekst 2">
            <a:extLst>
              <a:ext uri="{FF2B5EF4-FFF2-40B4-BE49-F238E27FC236}">
                <a16:creationId xmlns:a16="http://schemas.microsoft.com/office/drawing/2014/main" id="{E0FB6881-B574-87B0-0A34-0ADD3A88F529}"/>
              </a:ext>
            </a:extLst>
          </p:cNvPr>
          <p:cNvSpPr>
            <a:spLocks noGrp="1"/>
          </p:cNvSpPr>
          <p:nvPr>
            <p:ph type="body" sz="quarter" idx="12"/>
          </p:nvPr>
        </p:nvSpPr>
        <p:spPr/>
        <p:txBody>
          <a:bodyPr/>
          <a:lstStyle/>
          <a:p>
            <a:r>
              <a:rPr lang="en-US"/>
              <a:t>5. </a:t>
            </a:r>
            <a:r>
              <a:rPr lang="da-DK"/>
              <a:t>Projektledelse og leverancestyring</a:t>
            </a:r>
          </a:p>
        </p:txBody>
      </p:sp>
      <p:sp>
        <p:nvSpPr>
          <p:cNvPr id="4" name="Pladsholder til tekst 3">
            <a:extLst>
              <a:ext uri="{FF2B5EF4-FFF2-40B4-BE49-F238E27FC236}">
                <a16:creationId xmlns:a16="http://schemas.microsoft.com/office/drawing/2014/main" id="{D97749AD-4892-3D06-CD99-DE4884D93EAE}"/>
              </a:ext>
            </a:extLst>
          </p:cNvPr>
          <p:cNvSpPr>
            <a:spLocks noGrp="1"/>
          </p:cNvSpPr>
          <p:nvPr>
            <p:ph type="body" sz="quarter" idx="13"/>
          </p:nvPr>
        </p:nvSpPr>
        <p:spPr/>
        <p:txBody>
          <a:bodyPr/>
          <a:lstStyle/>
          <a:p>
            <a:pPr marL="0" indent="0">
              <a:spcBef>
                <a:spcPts val="0"/>
              </a:spcBef>
              <a:buNone/>
            </a:pPr>
            <a:r>
              <a:rPr lang="da-DK" sz="1100" dirty="0"/>
              <a:t>Som en integreret del af leverancen tilbyder vi en struktureret </a:t>
            </a:r>
            <a:r>
              <a:rPr lang="da-DK" sz="1100" dirty="0" err="1"/>
              <a:t>hypercare</a:t>
            </a:r>
            <a:r>
              <a:rPr lang="da-DK" sz="1100" dirty="0"/>
              <a:t>‑periode efter idriftsættelse, hvor fokus er på hurtig fejlrettelse, finjusteringer og mindre ændringer – både ift. funktionalitet, performance og sikkerhed i løsningen og LLM‑arkitekturen. </a:t>
            </a:r>
            <a:r>
              <a:rPr lang="da-DK" sz="1100" dirty="0" err="1"/>
              <a:t>Hypercare</a:t>
            </a:r>
            <a:r>
              <a:rPr lang="da-DK" sz="1100" dirty="0"/>
              <a:t>‑perioden starter umiddelbart efter go‑live og er kendetegnet ved:</a:t>
            </a:r>
          </a:p>
          <a:p>
            <a:pPr>
              <a:spcBef>
                <a:spcPts val="0"/>
              </a:spcBef>
            </a:pPr>
            <a:endParaRPr lang="da-DK" sz="1100" dirty="0"/>
          </a:p>
          <a:p>
            <a:pPr>
              <a:spcBef>
                <a:spcPts val="0"/>
              </a:spcBef>
            </a:pPr>
            <a:r>
              <a:rPr lang="da-DK" sz="1100" b="1" dirty="0"/>
              <a:t>Forhøjet bemanding og tilgængelighed</a:t>
            </a:r>
          </a:p>
          <a:p>
            <a:pPr marL="216000" lvl="1" indent="0">
              <a:spcBef>
                <a:spcPts val="0"/>
              </a:spcBef>
              <a:buNone/>
            </a:pPr>
            <a:r>
              <a:rPr lang="da-DK" sz="1100" dirty="0"/>
              <a:t>Et dedikeret team bestående af projektleder, relevante udviklere/arkitekter samt evt. sikkerheds- og LLM‑specialister står til rådighed for hurtig håndtering af fejl, afklaringer og justeringer. </a:t>
            </a:r>
            <a:r>
              <a:rPr lang="da-DK" sz="1100" dirty="0" err="1"/>
              <a:t>Svartider</a:t>
            </a:r>
            <a:r>
              <a:rPr lang="da-DK" sz="1100" dirty="0"/>
              <a:t> og prioritering af henvendelser aftales på forhånd med kunden.</a:t>
            </a:r>
          </a:p>
          <a:p>
            <a:pPr>
              <a:spcBef>
                <a:spcPts val="0"/>
              </a:spcBef>
            </a:pPr>
            <a:endParaRPr lang="da-DK" sz="1100" dirty="0"/>
          </a:p>
          <a:p>
            <a:pPr>
              <a:spcBef>
                <a:spcPts val="0"/>
              </a:spcBef>
            </a:pPr>
            <a:r>
              <a:rPr lang="da-DK" sz="1100" b="1" dirty="0"/>
              <a:t>Fokus på fejlrettelser og stabilisering</a:t>
            </a:r>
          </a:p>
          <a:p>
            <a:pPr marL="216000" lvl="1" indent="0">
              <a:spcBef>
                <a:spcPts val="0"/>
              </a:spcBef>
              <a:buNone/>
            </a:pPr>
            <a:r>
              <a:rPr lang="da-DK" sz="1100" dirty="0"/>
              <a:t>Fejl, der opdages i den tidlige driftsfase, registreres og håndteres efter en aftalt proces, så kritiske og højprioriterede fejl rettes med det samme, og mindre fejl planlægges i korte iterationer. For LLM‑delen kan det fx være justering af prompts, filtre, </a:t>
            </a:r>
            <a:r>
              <a:rPr lang="da-DK" sz="1100" dirty="0" err="1"/>
              <a:t>policies</a:t>
            </a:r>
            <a:r>
              <a:rPr lang="da-DK" sz="1100" dirty="0"/>
              <a:t> eller output‑håndtering.</a:t>
            </a:r>
          </a:p>
          <a:p>
            <a:pPr>
              <a:spcBef>
                <a:spcPts val="0"/>
              </a:spcBef>
            </a:pPr>
            <a:endParaRPr lang="da-DK" sz="1100" dirty="0"/>
          </a:p>
          <a:p>
            <a:pPr>
              <a:spcBef>
                <a:spcPts val="0"/>
              </a:spcBef>
            </a:pPr>
            <a:r>
              <a:rPr lang="da-DK" sz="1100" b="1" dirty="0"/>
              <a:t>Finjusteringer og mindre ændringer</a:t>
            </a:r>
          </a:p>
          <a:p>
            <a:pPr marL="216000" lvl="1" indent="0">
              <a:spcBef>
                <a:spcPts val="0"/>
              </a:spcBef>
              <a:buNone/>
            </a:pPr>
            <a:r>
              <a:rPr lang="da-DK" sz="1100" dirty="0"/>
              <a:t>Vi forventer, at den praktiske brug i de første uger vil afdække behov for små tilpasninger – fx justering af flows, forbedring af brugergrænseflade, </a:t>
            </a:r>
            <a:r>
              <a:rPr lang="da-DK" sz="1100" dirty="0" err="1"/>
              <a:t>tweaking</a:t>
            </a:r>
            <a:r>
              <a:rPr lang="da-DK" sz="1100" dirty="0"/>
              <a:t> af LLM‑svar, skærpelse af sikkerhedskontroller eller monitoreringsgrænser. Disse mindre ændringer indgår som en naturlig del af </a:t>
            </a:r>
            <a:r>
              <a:rPr lang="da-DK" sz="1100" dirty="0" err="1"/>
              <a:t>hypercare</a:t>
            </a:r>
            <a:r>
              <a:rPr lang="da-DK" sz="1100" dirty="0"/>
              <a:t>‑ydelsen.</a:t>
            </a:r>
          </a:p>
          <a:p>
            <a:pPr>
              <a:spcBef>
                <a:spcPts val="0"/>
              </a:spcBef>
            </a:pPr>
            <a:endParaRPr lang="da-DK" sz="1100" dirty="0"/>
          </a:p>
          <a:p>
            <a:pPr>
              <a:spcBef>
                <a:spcPts val="0"/>
              </a:spcBef>
            </a:pPr>
            <a:r>
              <a:rPr lang="da-DK" sz="1100" b="1" dirty="0"/>
              <a:t>Tæt dialog og løbende rapportering</a:t>
            </a:r>
          </a:p>
          <a:p>
            <a:pPr marL="216000" lvl="1" indent="0">
              <a:spcBef>
                <a:spcPts val="0"/>
              </a:spcBef>
              <a:buNone/>
            </a:pPr>
            <a:r>
              <a:rPr lang="da-DK" sz="1100" dirty="0"/>
              <a:t>Under </a:t>
            </a:r>
            <a:r>
              <a:rPr lang="da-DK" sz="1100" dirty="0" err="1"/>
              <a:t>hypercare</a:t>
            </a:r>
            <a:r>
              <a:rPr lang="da-DK" sz="1100" dirty="0"/>
              <a:t> fastholdes en tæt dialog med kundens drift-, forretnings- og evt. sikkerhedsteams via faste statusmøder og kort, fokuseret rapportering på indmeldte sager, fejlstatus og gennemførte ændringer. Det sikrer fuld transparens i, hvad der sker hvornår.</a:t>
            </a:r>
          </a:p>
          <a:p>
            <a:pPr marL="0" indent="0">
              <a:spcBef>
                <a:spcPts val="0"/>
              </a:spcBef>
              <a:buNone/>
            </a:pPr>
            <a:endParaRPr lang="da-DK" sz="1100" dirty="0"/>
          </a:p>
          <a:p>
            <a:pPr>
              <a:spcBef>
                <a:spcPts val="0"/>
              </a:spcBef>
            </a:pPr>
            <a:r>
              <a:rPr lang="da-DK" sz="1100" b="1" dirty="0"/>
              <a:t>Overgang til ordinær drift og support</a:t>
            </a:r>
          </a:p>
          <a:p>
            <a:pPr marL="216000" lvl="1" indent="0">
              <a:spcBef>
                <a:spcPts val="0"/>
              </a:spcBef>
              <a:buNone/>
            </a:pPr>
            <a:r>
              <a:rPr lang="da-DK" sz="1100" dirty="0"/>
              <a:t>Mod slutningen af </a:t>
            </a:r>
            <a:r>
              <a:rPr lang="da-DK" sz="1100" dirty="0" err="1"/>
              <a:t>hypercare</a:t>
            </a:r>
            <a:r>
              <a:rPr lang="da-DK" sz="1100" dirty="0"/>
              <a:t>‑perioden gennemfører vi en fælles evaluering og aftaler, hvilke opgaver der fremadrettet håndteres af kundens drift/support, og hvilke der evt. videreføres i en efterfølgende support- eller videreudviklingsaftale. Dokumentation og procedurer opdateres, så kunden står med et stabilt og veldefineret udgangspunkt for den ordinære drift.</a:t>
            </a:r>
          </a:p>
          <a:p>
            <a:pPr>
              <a:spcBef>
                <a:spcPts val="0"/>
              </a:spcBef>
            </a:pPr>
            <a:endParaRPr lang="da-DK" sz="1100" dirty="0"/>
          </a:p>
          <a:p>
            <a:pPr marL="0" indent="0">
              <a:spcBef>
                <a:spcPts val="0"/>
              </a:spcBef>
              <a:buNone/>
            </a:pPr>
            <a:r>
              <a:rPr lang="da-DK" sz="1100" dirty="0"/>
              <a:t>På den måde sikrer </a:t>
            </a:r>
            <a:r>
              <a:rPr lang="da-DK" sz="1100" dirty="0" err="1"/>
              <a:t>hypercare</a:t>
            </a:r>
            <a:r>
              <a:rPr lang="da-DK" sz="1100" dirty="0"/>
              <a:t>‑perioden, at kunden ikke står alene efter go‑live, men får en kontrolleret og tryg overgang fra projekt til stabil og sikker drift, hvor fejl rettes hurtigt, og LLM‑løsningen finjusteres på baggrund af faktiske erfaringer i organisationen.</a:t>
            </a:r>
          </a:p>
        </p:txBody>
      </p:sp>
      <p:sp>
        <p:nvSpPr>
          <p:cNvPr id="5" name="Pladsholder til sidefod 4">
            <a:extLst>
              <a:ext uri="{FF2B5EF4-FFF2-40B4-BE49-F238E27FC236}">
                <a16:creationId xmlns:a16="http://schemas.microsoft.com/office/drawing/2014/main" id="{BF3886A3-7341-966C-63E8-EE9083C250D0}"/>
              </a:ext>
            </a:extLst>
          </p:cNvPr>
          <p:cNvSpPr>
            <a:spLocks noGrp="1"/>
          </p:cNvSpPr>
          <p:nvPr>
            <p:ph type="ftr" sz="quarter" idx="3"/>
          </p:nvPr>
        </p:nvSpPr>
        <p:spPr/>
        <p:txBody>
          <a:bodyPr/>
          <a:lstStyle/>
          <a:p>
            <a:endParaRPr lang="en-GB"/>
          </a:p>
        </p:txBody>
      </p:sp>
    </p:spTree>
    <p:extLst>
      <p:ext uri="{BB962C8B-B14F-4D97-AF65-F5344CB8AC3E}">
        <p14:creationId xmlns:p14="http://schemas.microsoft.com/office/powerpoint/2010/main" val="40476993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575FC-11B9-2EDA-7174-1BB29F2118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6B66FB-6FE6-9029-A136-87374B0D8030}"/>
              </a:ext>
            </a:extLst>
          </p:cNvPr>
          <p:cNvSpPr>
            <a:spLocks noGrp="1"/>
          </p:cNvSpPr>
          <p:nvPr>
            <p:ph type="ctrTitle"/>
          </p:nvPr>
        </p:nvSpPr>
        <p:spPr>
          <a:xfrm>
            <a:off x="360364" y="1921733"/>
            <a:ext cx="9964736" cy="1473743"/>
          </a:xfrm>
        </p:spPr>
        <p:txBody>
          <a:bodyPr/>
          <a:lstStyle/>
          <a:p>
            <a:r>
              <a:rPr lang="da-DK" noProof="0">
                <a:solidFill>
                  <a:schemeClr val="bg2"/>
                </a:solidFill>
              </a:rPr>
              <a:t>A2 - Referencer og Kvalifikationer fra vores foreslåede team</a:t>
            </a:r>
          </a:p>
        </p:txBody>
      </p:sp>
      <p:sp>
        <p:nvSpPr>
          <p:cNvPr id="3" name="Text Placeholder 2">
            <a:extLst>
              <a:ext uri="{FF2B5EF4-FFF2-40B4-BE49-F238E27FC236}">
                <a16:creationId xmlns:a16="http://schemas.microsoft.com/office/drawing/2014/main" id="{EA3A70AA-C952-A67F-81C2-83933D6B3640}"/>
              </a:ext>
            </a:extLst>
          </p:cNvPr>
          <p:cNvSpPr>
            <a:spLocks noGrp="1"/>
          </p:cNvSpPr>
          <p:nvPr>
            <p:ph type="subTitle" idx="1"/>
          </p:nvPr>
        </p:nvSpPr>
        <p:spPr>
          <a:xfrm>
            <a:off x="360364" y="3516253"/>
            <a:ext cx="7345361" cy="380945"/>
          </a:xfrm>
        </p:spPr>
        <p:txBody>
          <a:bodyPr/>
          <a:lstStyle/>
          <a:p>
            <a:r>
              <a:rPr lang="da-DK" noProof="0">
                <a:solidFill>
                  <a:schemeClr val="bg2"/>
                </a:solidFill>
              </a:rPr>
              <a:t>Detaljerede ADC-profiler til at understøtte dette projekt med relevante tidligere erfaringer</a:t>
            </a:r>
          </a:p>
        </p:txBody>
      </p:sp>
    </p:spTree>
    <p:extLst>
      <p:ext uri="{BB962C8B-B14F-4D97-AF65-F5344CB8AC3E}">
        <p14:creationId xmlns:p14="http://schemas.microsoft.com/office/powerpoint/2010/main" val="8889100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 name="Picture Placeholder 44" descr="A person standing in front of a glass door&#10;&#10;Description automatically generated with low confidence">
            <a:extLst>
              <a:ext uri="{FF2B5EF4-FFF2-40B4-BE49-F238E27FC236}">
                <a16:creationId xmlns:a16="http://schemas.microsoft.com/office/drawing/2014/main" id="{5B37D1A9-11DE-30EC-33B8-AC7D3C557B5D}"/>
              </a:ext>
            </a:extLst>
          </p:cNvPr>
          <p:cNvPicPr>
            <a:picLocks noGrp="1" noChangeAspect="1"/>
          </p:cNvPicPr>
          <p:nvPr>
            <p:ph type="pic" sz="quarter" idx="13"/>
          </p:nvPr>
        </p:nvPicPr>
        <p:blipFill rotWithShape="1">
          <a:blip r:embed="rId2"/>
          <a:srcRect l="27765" t="7249" r="20444" b="46610"/>
          <a:stretch/>
        </p:blipFill>
        <p:spPr>
          <a:xfrm>
            <a:off x="266272" y="225500"/>
            <a:ext cx="1080000" cy="1080000"/>
          </a:xfrm>
        </p:spPr>
      </p:pic>
      <p:sp>
        <p:nvSpPr>
          <p:cNvPr id="4" name="Text Placeholder 3">
            <a:extLst>
              <a:ext uri="{FF2B5EF4-FFF2-40B4-BE49-F238E27FC236}">
                <a16:creationId xmlns:a16="http://schemas.microsoft.com/office/drawing/2014/main" id="{8F0E5809-89F9-0E5C-3127-0A5E8DC8337A}"/>
              </a:ext>
            </a:extLst>
          </p:cNvPr>
          <p:cNvSpPr>
            <a:spLocks noGrp="1"/>
          </p:cNvSpPr>
          <p:nvPr>
            <p:ph type="body" sz="quarter" idx="15"/>
          </p:nvPr>
        </p:nvSpPr>
        <p:spPr>
          <a:xfrm>
            <a:off x="360363" y="2112540"/>
            <a:ext cx="864000" cy="307777"/>
          </a:xfrm>
        </p:spPr>
        <p:txBody>
          <a:bodyPr>
            <a:noAutofit/>
          </a:bodyPr>
          <a:lstStyle/>
          <a:p>
            <a:r>
              <a:rPr lang="en-GB">
                <a:solidFill>
                  <a:schemeClr val="bg2"/>
                </a:solidFill>
                <a:cs typeface="Calibri" panose="020F0502020204030204" pitchFamily="34" charset="0"/>
              </a:rPr>
              <a:t>2022 - 2023</a:t>
            </a:r>
          </a:p>
          <a:p>
            <a:endParaRPr lang="en-GB">
              <a:solidFill>
                <a:schemeClr val="bg2"/>
              </a:solidFill>
              <a:cs typeface="Calibri" panose="020F0502020204030204" pitchFamily="34" charset="0"/>
            </a:endParaRPr>
          </a:p>
        </p:txBody>
      </p:sp>
      <p:sp>
        <p:nvSpPr>
          <p:cNvPr id="5" name="Text Placeholder 4">
            <a:extLst>
              <a:ext uri="{FF2B5EF4-FFF2-40B4-BE49-F238E27FC236}">
                <a16:creationId xmlns:a16="http://schemas.microsoft.com/office/drawing/2014/main" id="{9BBD48D3-455C-1432-5FEA-5298F346A573}"/>
              </a:ext>
            </a:extLst>
          </p:cNvPr>
          <p:cNvSpPr>
            <a:spLocks noGrp="1"/>
          </p:cNvSpPr>
          <p:nvPr>
            <p:ph type="body" sz="quarter" idx="16"/>
          </p:nvPr>
        </p:nvSpPr>
        <p:spPr>
          <a:xfrm>
            <a:off x="1301726" y="2112540"/>
            <a:ext cx="2412000" cy="153888"/>
          </a:xfrm>
        </p:spPr>
        <p:txBody>
          <a:bodyPr>
            <a:spAutoFit/>
          </a:bodyPr>
          <a:lstStyle/>
          <a:p>
            <a:r>
              <a:rPr lang="en-GB">
                <a:solidFill>
                  <a:schemeClr val="bg2"/>
                </a:solidFill>
                <a:cs typeface="Calibri" panose="020F0502020204030204" pitchFamily="34" charset="0"/>
              </a:rPr>
              <a:t>ADC Denmark</a:t>
            </a:r>
          </a:p>
        </p:txBody>
      </p:sp>
      <p:sp>
        <p:nvSpPr>
          <p:cNvPr id="6" name="Text Placeholder 5">
            <a:extLst>
              <a:ext uri="{FF2B5EF4-FFF2-40B4-BE49-F238E27FC236}">
                <a16:creationId xmlns:a16="http://schemas.microsoft.com/office/drawing/2014/main" id="{DDA30EA9-CF32-7BFF-DF05-5244DECD3548}"/>
              </a:ext>
            </a:extLst>
          </p:cNvPr>
          <p:cNvSpPr>
            <a:spLocks noGrp="1"/>
          </p:cNvSpPr>
          <p:nvPr>
            <p:ph type="body" sz="quarter" idx="17"/>
          </p:nvPr>
        </p:nvSpPr>
        <p:spPr>
          <a:xfrm>
            <a:off x="1301726" y="2277208"/>
            <a:ext cx="2412000" cy="180000"/>
          </a:xfrm>
        </p:spPr>
        <p:txBody>
          <a:bodyPr/>
          <a:lstStyle/>
          <a:p>
            <a:r>
              <a:rPr lang="en-GB">
                <a:solidFill>
                  <a:schemeClr val="bg2"/>
                </a:solidFill>
                <a:cs typeface="Calibri" panose="020F0502020204030204" pitchFamily="34" charset="0"/>
              </a:rPr>
              <a:t>Senior Data Scientist</a:t>
            </a:r>
          </a:p>
        </p:txBody>
      </p:sp>
      <p:sp>
        <p:nvSpPr>
          <p:cNvPr id="7" name="Text Placeholder 6">
            <a:extLst>
              <a:ext uri="{FF2B5EF4-FFF2-40B4-BE49-F238E27FC236}">
                <a16:creationId xmlns:a16="http://schemas.microsoft.com/office/drawing/2014/main" id="{86AA42E3-EBE1-C5C8-41A0-382D894ACF9F}"/>
              </a:ext>
            </a:extLst>
          </p:cNvPr>
          <p:cNvSpPr>
            <a:spLocks noGrp="1"/>
          </p:cNvSpPr>
          <p:nvPr>
            <p:ph type="body" sz="quarter" idx="18"/>
          </p:nvPr>
        </p:nvSpPr>
        <p:spPr/>
        <p:txBody>
          <a:bodyPr/>
          <a:lstStyle/>
          <a:p>
            <a:r>
              <a:rPr lang="en-GB" dirty="0">
                <a:solidFill>
                  <a:schemeClr val="bg2"/>
                </a:solidFill>
                <a:latin typeface="+mn-lt"/>
                <a:cs typeface="Calibri" panose="020F0502020204030204" pitchFamily="34" charset="0"/>
              </a:rPr>
              <a:t>Emilie Lundbye Dalsgaard</a:t>
            </a:r>
          </a:p>
        </p:txBody>
      </p:sp>
      <p:sp>
        <p:nvSpPr>
          <p:cNvPr id="8" name="Text Placeholder 7">
            <a:extLst>
              <a:ext uri="{FF2B5EF4-FFF2-40B4-BE49-F238E27FC236}">
                <a16:creationId xmlns:a16="http://schemas.microsoft.com/office/drawing/2014/main" id="{F38AC5A6-1C94-212A-3612-0E1EB1A03B7A}"/>
              </a:ext>
            </a:extLst>
          </p:cNvPr>
          <p:cNvSpPr>
            <a:spLocks noGrp="1"/>
          </p:cNvSpPr>
          <p:nvPr>
            <p:ph type="body" sz="quarter" idx="19"/>
          </p:nvPr>
        </p:nvSpPr>
        <p:spPr/>
        <p:txBody>
          <a:bodyPr/>
          <a:lstStyle/>
          <a:p>
            <a:r>
              <a:rPr lang="en-GB" dirty="0">
                <a:solidFill>
                  <a:schemeClr val="bg2"/>
                </a:solidFill>
                <a:cs typeface="Calibri" panose="020F0502020204030204" pitchFamily="34" charset="0"/>
              </a:rPr>
              <a:t>Principal Data Scientist</a:t>
            </a:r>
          </a:p>
        </p:txBody>
      </p:sp>
      <p:sp>
        <p:nvSpPr>
          <p:cNvPr id="9" name="Text Placeholder 8">
            <a:extLst>
              <a:ext uri="{FF2B5EF4-FFF2-40B4-BE49-F238E27FC236}">
                <a16:creationId xmlns:a16="http://schemas.microsoft.com/office/drawing/2014/main" id="{FA63F246-F183-7AC5-1277-2125ED085421}"/>
              </a:ext>
            </a:extLst>
          </p:cNvPr>
          <p:cNvSpPr>
            <a:spLocks noGrp="1"/>
          </p:cNvSpPr>
          <p:nvPr>
            <p:ph type="body" sz="quarter" idx="20"/>
          </p:nvPr>
        </p:nvSpPr>
        <p:spPr>
          <a:xfrm>
            <a:off x="374272" y="2497139"/>
            <a:ext cx="864000" cy="180000"/>
          </a:xfrm>
        </p:spPr>
        <p:txBody>
          <a:bodyPr/>
          <a:lstStyle/>
          <a:p>
            <a:r>
              <a:rPr lang="en-GB">
                <a:solidFill>
                  <a:schemeClr val="bg2"/>
                </a:solidFill>
                <a:cs typeface="Calibri" panose="020F0502020204030204" pitchFamily="34" charset="0"/>
              </a:rPr>
              <a:t>2021 - 2022</a:t>
            </a:r>
          </a:p>
        </p:txBody>
      </p:sp>
      <p:sp>
        <p:nvSpPr>
          <p:cNvPr id="10" name="Text Placeholder 9">
            <a:extLst>
              <a:ext uri="{FF2B5EF4-FFF2-40B4-BE49-F238E27FC236}">
                <a16:creationId xmlns:a16="http://schemas.microsoft.com/office/drawing/2014/main" id="{E4DD63BD-74FD-0057-93F0-CF03FABB6245}"/>
              </a:ext>
            </a:extLst>
          </p:cNvPr>
          <p:cNvSpPr>
            <a:spLocks noGrp="1"/>
          </p:cNvSpPr>
          <p:nvPr>
            <p:ph type="body" sz="quarter" idx="21"/>
          </p:nvPr>
        </p:nvSpPr>
        <p:spPr>
          <a:xfrm>
            <a:off x="1301726" y="2497139"/>
            <a:ext cx="2412000" cy="180000"/>
          </a:xfrm>
        </p:spPr>
        <p:txBody>
          <a:bodyPr/>
          <a:lstStyle/>
          <a:p>
            <a:r>
              <a:rPr lang="en-GB">
                <a:solidFill>
                  <a:schemeClr val="bg2"/>
                </a:solidFill>
                <a:cs typeface="Calibri" panose="020F0502020204030204" pitchFamily="34" charset="0"/>
              </a:rPr>
              <a:t>PFA</a:t>
            </a:r>
          </a:p>
        </p:txBody>
      </p:sp>
      <p:sp>
        <p:nvSpPr>
          <p:cNvPr id="11" name="Text Placeholder 10">
            <a:extLst>
              <a:ext uri="{FF2B5EF4-FFF2-40B4-BE49-F238E27FC236}">
                <a16:creationId xmlns:a16="http://schemas.microsoft.com/office/drawing/2014/main" id="{7256F44B-C1F8-6F0C-998D-32D5BFDD3CAC}"/>
              </a:ext>
            </a:extLst>
          </p:cNvPr>
          <p:cNvSpPr>
            <a:spLocks noGrp="1"/>
          </p:cNvSpPr>
          <p:nvPr>
            <p:ph type="body" sz="quarter" idx="22"/>
          </p:nvPr>
        </p:nvSpPr>
        <p:spPr>
          <a:xfrm>
            <a:off x="1301726" y="2658131"/>
            <a:ext cx="2412000" cy="180000"/>
          </a:xfrm>
        </p:spPr>
        <p:txBody>
          <a:bodyPr/>
          <a:lstStyle/>
          <a:p>
            <a:r>
              <a:rPr lang="en-GB">
                <a:solidFill>
                  <a:schemeClr val="bg2"/>
                </a:solidFill>
                <a:cs typeface="Calibri" panose="020F0502020204030204" pitchFamily="34" charset="0"/>
              </a:rPr>
              <a:t>Senior Data Scientist</a:t>
            </a:r>
          </a:p>
        </p:txBody>
      </p:sp>
      <p:sp>
        <p:nvSpPr>
          <p:cNvPr id="12" name="Text Placeholder 11">
            <a:extLst>
              <a:ext uri="{FF2B5EF4-FFF2-40B4-BE49-F238E27FC236}">
                <a16:creationId xmlns:a16="http://schemas.microsoft.com/office/drawing/2014/main" id="{EE9ED306-263A-18AA-2940-1D9DBFC71DA0}"/>
              </a:ext>
            </a:extLst>
          </p:cNvPr>
          <p:cNvSpPr>
            <a:spLocks noGrp="1"/>
          </p:cNvSpPr>
          <p:nvPr>
            <p:ph type="body" sz="quarter" idx="23"/>
          </p:nvPr>
        </p:nvSpPr>
        <p:spPr>
          <a:xfrm>
            <a:off x="374272" y="2886920"/>
            <a:ext cx="864000" cy="180000"/>
          </a:xfrm>
        </p:spPr>
        <p:txBody>
          <a:bodyPr/>
          <a:lstStyle/>
          <a:p>
            <a:r>
              <a:rPr lang="en-GB">
                <a:solidFill>
                  <a:schemeClr val="bg2"/>
                </a:solidFill>
                <a:cs typeface="Calibri" panose="020F0502020204030204" pitchFamily="34" charset="0"/>
              </a:rPr>
              <a:t>2017 - 2021</a:t>
            </a:r>
          </a:p>
        </p:txBody>
      </p:sp>
      <p:sp>
        <p:nvSpPr>
          <p:cNvPr id="13" name="Text Placeholder 12">
            <a:extLst>
              <a:ext uri="{FF2B5EF4-FFF2-40B4-BE49-F238E27FC236}">
                <a16:creationId xmlns:a16="http://schemas.microsoft.com/office/drawing/2014/main" id="{899C23E7-4E4D-E0C7-7E73-86B79B09302D}"/>
              </a:ext>
            </a:extLst>
          </p:cNvPr>
          <p:cNvSpPr>
            <a:spLocks noGrp="1"/>
          </p:cNvSpPr>
          <p:nvPr>
            <p:ph type="body" sz="quarter" idx="24"/>
          </p:nvPr>
        </p:nvSpPr>
        <p:spPr>
          <a:xfrm>
            <a:off x="1301726" y="2886920"/>
            <a:ext cx="2412000" cy="180000"/>
          </a:xfrm>
        </p:spPr>
        <p:txBody>
          <a:bodyPr/>
          <a:lstStyle/>
          <a:p>
            <a:r>
              <a:rPr lang="en-GB">
                <a:solidFill>
                  <a:schemeClr val="bg2"/>
                </a:solidFill>
                <a:cs typeface="Calibri" panose="020F0502020204030204" pitchFamily="34" charset="0"/>
              </a:rPr>
              <a:t>PFA</a:t>
            </a:r>
          </a:p>
        </p:txBody>
      </p:sp>
      <p:sp>
        <p:nvSpPr>
          <p:cNvPr id="14" name="Text Placeholder 13">
            <a:extLst>
              <a:ext uri="{FF2B5EF4-FFF2-40B4-BE49-F238E27FC236}">
                <a16:creationId xmlns:a16="http://schemas.microsoft.com/office/drawing/2014/main" id="{0C8EEF79-A601-9DCD-225F-C4E514457B3D}"/>
              </a:ext>
            </a:extLst>
          </p:cNvPr>
          <p:cNvSpPr>
            <a:spLocks noGrp="1"/>
          </p:cNvSpPr>
          <p:nvPr>
            <p:ph type="body" sz="quarter" idx="25"/>
          </p:nvPr>
        </p:nvSpPr>
        <p:spPr>
          <a:xfrm>
            <a:off x="1301726" y="3071489"/>
            <a:ext cx="2412000" cy="180000"/>
          </a:xfrm>
        </p:spPr>
        <p:txBody>
          <a:bodyPr/>
          <a:lstStyle/>
          <a:p>
            <a:r>
              <a:rPr lang="en-GB">
                <a:solidFill>
                  <a:schemeClr val="bg2"/>
                </a:solidFill>
                <a:cs typeface="Calibri" panose="020F0502020204030204" pitchFamily="34" charset="0"/>
              </a:rPr>
              <a:t>Data Scientist</a:t>
            </a:r>
          </a:p>
        </p:txBody>
      </p:sp>
      <p:sp>
        <p:nvSpPr>
          <p:cNvPr id="15" name="Text Placeholder 14">
            <a:extLst>
              <a:ext uri="{FF2B5EF4-FFF2-40B4-BE49-F238E27FC236}">
                <a16:creationId xmlns:a16="http://schemas.microsoft.com/office/drawing/2014/main" id="{BC267878-E93A-42AF-B3B2-AB7A02A555BA}"/>
              </a:ext>
            </a:extLst>
          </p:cNvPr>
          <p:cNvSpPr>
            <a:spLocks noGrp="1"/>
          </p:cNvSpPr>
          <p:nvPr>
            <p:ph type="body" sz="quarter" idx="26"/>
          </p:nvPr>
        </p:nvSpPr>
        <p:spPr>
          <a:xfrm>
            <a:off x="374272" y="3285410"/>
            <a:ext cx="864000" cy="180000"/>
          </a:xfrm>
        </p:spPr>
        <p:txBody>
          <a:bodyPr/>
          <a:lstStyle/>
          <a:p>
            <a:r>
              <a:rPr lang="en-GB">
                <a:solidFill>
                  <a:schemeClr val="bg2"/>
                </a:solidFill>
                <a:cs typeface="Calibri" panose="020F0502020204030204" pitchFamily="34" charset="0"/>
              </a:rPr>
              <a:t>2013 - 2016</a:t>
            </a:r>
          </a:p>
        </p:txBody>
      </p:sp>
      <p:sp>
        <p:nvSpPr>
          <p:cNvPr id="16" name="Text Placeholder 15">
            <a:extLst>
              <a:ext uri="{FF2B5EF4-FFF2-40B4-BE49-F238E27FC236}">
                <a16:creationId xmlns:a16="http://schemas.microsoft.com/office/drawing/2014/main" id="{DC295998-5590-29A8-0EEE-80739B3B7E40}"/>
              </a:ext>
            </a:extLst>
          </p:cNvPr>
          <p:cNvSpPr>
            <a:spLocks noGrp="1"/>
          </p:cNvSpPr>
          <p:nvPr>
            <p:ph type="body" sz="quarter" idx="27"/>
          </p:nvPr>
        </p:nvSpPr>
        <p:spPr>
          <a:xfrm>
            <a:off x="1301726" y="3285410"/>
            <a:ext cx="2412000" cy="180000"/>
          </a:xfrm>
        </p:spPr>
        <p:txBody>
          <a:bodyPr/>
          <a:lstStyle/>
          <a:p>
            <a:r>
              <a:rPr lang="en-GB">
                <a:solidFill>
                  <a:schemeClr val="bg2"/>
                </a:solidFill>
                <a:cs typeface="Calibri" panose="020F0502020204030204" pitchFamily="34" charset="0"/>
              </a:rPr>
              <a:t>Technical University of Denmark</a:t>
            </a:r>
          </a:p>
        </p:txBody>
      </p:sp>
      <p:sp>
        <p:nvSpPr>
          <p:cNvPr id="17" name="Text Placeholder 16">
            <a:extLst>
              <a:ext uri="{FF2B5EF4-FFF2-40B4-BE49-F238E27FC236}">
                <a16:creationId xmlns:a16="http://schemas.microsoft.com/office/drawing/2014/main" id="{23E8C260-1A74-D2A4-7679-03AF2E65D292}"/>
              </a:ext>
            </a:extLst>
          </p:cNvPr>
          <p:cNvSpPr>
            <a:spLocks noGrp="1"/>
          </p:cNvSpPr>
          <p:nvPr>
            <p:ph type="body" sz="quarter" idx="28"/>
          </p:nvPr>
        </p:nvSpPr>
        <p:spPr>
          <a:xfrm>
            <a:off x="1301726" y="3467304"/>
            <a:ext cx="2412000" cy="180000"/>
          </a:xfrm>
        </p:spPr>
        <p:txBody>
          <a:bodyPr/>
          <a:lstStyle/>
          <a:p>
            <a:r>
              <a:rPr lang="en-GB">
                <a:solidFill>
                  <a:schemeClr val="bg2"/>
                </a:solidFill>
                <a:cs typeface="Calibri" panose="020F0502020204030204" pitchFamily="34" charset="0"/>
              </a:rPr>
              <a:t>Teaching Assistant</a:t>
            </a:r>
          </a:p>
        </p:txBody>
      </p:sp>
      <p:sp>
        <p:nvSpPr>
          <p:cNvPr id="18" name="Text Placeholder 17">
            <a:extLst>
              <a:ext uri="{FF2B5EF4-FFF2-40B4-BE49-F238E27FC236}">
                <a16:creationId xmlns:a16="http://schemas.microsoft.com/office/drawing/2014/main" id="{38B1A700-B4DB-5DC1-BB33-62481245BFA8}"/>
              </a:ext>
            </a:extLst>
          </p:cNvPr>
          <p:cNvSpPr>
            <a:spLocks noGrp="1"/>
          </p:cNvSpPr>
          <p:nvPr>
            <p:ph type="body" sz="quarter" idx="29"/>
          </p:nvPr>
        </p:nvSpPr>
        <p:spPr>
          <a:xfrm>
            <a:off x="374272" y="3728638"/>
            <a:ext cx="864000" cy="180000"/>
          </a:xfrm>
        </p:spPr>
        <p:txBody>
          <a:bodyPr/>
          <a:lstStyle/>
          <a:p>
            <a:r>
              <a:rPr lang="en-GB">
                <a:solidFill>
                  <a:schemeClr val="bg2"/>
                </a:solidFill>
                <a:cs typeface="Calibri" panose="020F0502020204030204" pitchFamily="34" charset="0"/>
              </a:rPr>
              <a:t>2015</a:t>
            </a:r>
          </a:p>
        </p:txBody>
      </p:sp>
      <p:sp>
        <p:nvSpPr>
          <p:cNvPr id="19" name="Text Placeholder 18">
            <a:extLst>
              <a:ext uri="{FF2B5EF4-FFF2-40B4-BE49-F238E27FC236}">
                <a16:creationId xmlns:a16="http://schemas.microsoft.com/office/drawing/2014/main" id="{DBBD2107-B9B9-4B44-D47D-1819F0482D7C}"/>
              </a:ext>
            </a:extLst>
          </p:cNvPr>
          <p:cNvSpPr>
            <a:spLocks noGrp="1"/>
          </p:cNvSpPr>
          <p:nvPr>
            <p:ph type="body" sz="quarter" idx="30"/>
          </p:nvPr>
        </p:nvSpPr>
        <p:spPr>
          <a:xfrm>
            <a:off x="1301726" y="3692344"/>
            <a:ext cx="2412000" cy="456887"/>
          </a:xfrm>
        </p:spPr>
        <p:txBody>
          <a:bodyPr/>
          <a:lstStyle/>
          <a:p>
            <a:r>
              <a:rPr lang="en-GB">
                <a:solidFill>
                  <a:schemeClr val="bg2"/>
                </a:solidFill>
                <a:cs typeface="Calibri" panose="020F0502020204030204" pitchFamily="34" charset="0"/>
              </a:rPr>
              <a:t>Department of Neuroscience, Faculty of Health and Medical Sciences, University of Copenhagen</a:t>
            </a:r>
          </a:p>
        </p:txBody>
      </p:sp>
      <p:sp>
        <p:nvSpPr>
          <p:cNvPr id="20" name="Text Placeholder 19">
            <a:extLst>
              <a:ext uri="{FF2B5EF4-FFF2-40B4-BE49-F238E27FC236}">
                <a16:creationId xmlns:a16="http://schemas.microsoft.com/office/drawing/2014/main" id="{C90142CD-4A9C-F770-2F0C-B70C545EABD7}"/>
              </a:ext>
            </a:extLst>
          </p:cNvPr>
          <p:cNvSpPr>
            <a:spLocks noGrp="1"/>
          </p:cNvSpPr>
          <p:nvPr>
            <p:ph type="body" sz="quarter" idx="31"/>
          </p:nvPr>
        </p:nvSpPr>
        <p:spPr>
          <a:xfrm>
            <a:off x="1301726" y="4126243"/>
            <a:ext cx="2412000" cy="180000"/>
          </a:xfrm>
        </p:spPr>
        <p:txBody>
          <a:bodyPr/>
          <a:lstStyle/>
          <a:p>
            <a:r>
              <a:rPr lang="en-GB">
                <a:solidFill>
                  <a:schemeClr val="bg2"/>
                </a:solidFill>
                <a:cs typeface="Calibri" panose="020F0502020204030204" pitchFamily="34" charset="0"/>
              </a:rPr>
              <a:t>Academic Employee</a:t>
            </a:r>
          </a:p>
        </p:txBody>
      </p:sp>
      <p:sp>
        <p:nvSpPr>
          <p:cNvPr id="24" name="Text Placeholder 23">
            <a:extLst>
              <a:ext uri="{FF2B5EF4-FFF2-40B4-BE49-F238E27FC236}">
                <a16:creationId xmlns:a16="http://schemas.microsoft.com/office/drawing/2014/main" id="{3FC839F3-2BFA-34FA-D78C-2B8EFB62DB83}"/>
              </a:ext>
            </a:extLst>
          </p:cNvPr>
          <p:cNvSpPr>
            <a:spLocks noGrp="1"/>
          </p:cNvSpPr>
          <p:nvPr>
            <p:ph type="body" sz="quarter" idx="35"/>
          </p:nvPr>
        </p:nvSpPr>
        <p:spPr>
          <a:xfrm>
            <a:off x="374272" y="4530526"/>
            <a:ext cx="864000" cy="180000"/>
          </a:xfrm>
        </p:spPr>
        <p:txBody>
          <a:bodyPr/>
          <a:lstStyle/>
          <a:p>
            <a:r>
              <a:rPr lang="en-GB">
                <a:solidFill>
                  <a:schemeClr val="bg2"/>
                </a:solidFill>
                <a:cs typeface="Calibri" panose="020F0502020204030204" pitchFamily="34" charset="0"/>
              </a:rPr>
              <a:t>2014 - 2017</a:t>
            </a:r>
          </a:p>
        </p:txBody>
      </p:sp>
      <p:sp>
        <p:nvSpPr>
          <p:cNvPr id="25" name="Text Placeholder 24">
            <a:extLst>
              <a:ext uri="{FF2B5EF4-FFF2-40B4-BE49-F238E27FC236}">
                <a16:creationId xmlns:a16="http://schemas.microsoft.com/office/drawing/2014/main" id="{A8217C94-44BE-FED2-2414-12EF4BC34049}"/>
              </a:ext>
            </a:extLst>
          </p:cNvPr>
          <p:cNvSpPr>
            <a:spLocks noGrp="1"/>
          </p:cNvSpPr>
          <p:nvPr>
            <p:ph type="body" sz="quarter" idx="36"/>
          </p:nvPr>
        </p:nvSpPr>
        <p:spPr>
          <a:xfrm>
            <a:off x="1301726" y="4530526"/>
            <a:ext cx="2412000" cy="289890"/>
          </a:xfrm>
        </p:spPr>
        <p:txBody>
          <a:bodyPr/>
          <a:lstStyle/>
          <a:p>
            <a:r>
              <a:rPr lang="en-GB">
                <a:solidFill>
                  <a:schemeClr val="bg2"/>
                </a:solidFill>
                <a:cs typeface="Calibri" panose="020F0502020204030204" pitchFamily="34" charset="0"/>
              </a:rPr>
              <a:t>MSc. Mathematical Modelling and Computation</a:t>
            </a:r>
          </a:p>
        </p:txBody>
      </p:sp>
      <p:sp>
        <p:nvSpPr>
          <p:cNvPr id="26" name="Text Placeholder 25">
            <a:extLst>
              <a:ext uri="{FF2B5EF4-FFF2-40B4-BE49-F238E27FC236}">
                <a16:creationId xmlns:a16="http://schemas.microsoft.com/office/drawing/2014/main" id="{ABA1CAF3-E96A-EE05-65B4-DEA3A7535F88}"/>
              </a:ext>
            </a:extLst>
          </p:cNvPr>
          <p:cNvSpPr>
            <a:spLocks noGrp="1"/>
          </p:cNvSpPr>
          <p:nvPr>
            <p:ph type="body" sz="quarter" idx="37"/>
          </p:nvPr>
        </p:nvSpPr>
        <p:spPr>
          <a:xfrm>
            <a:off x="1301726" y="4833176"/>
            <a:ext cx="2412000" cy="180000"/>
          </a:xfrm>
        </p:spPr>
        <p:txBody>
          <a:bodyPr/>
          <a:lstStyle/>
          <a:p>
            <a:r>
              <a:rPr lang="en-GB">
                <a:solidFill>
                  <a:schemeClr val="bg2"/>
                </a:solidFill>
                <a:cs typeface="Calibri" panose="020F0502020204030204" pitchFamily="34" charset="0"/>
              </a:rPr>
              <a:t>Technical University of Denmark</a:t>
            </a:r>
          </a:p>
        </p:txBody>
      </p:sp>
      <p:sp>
        <p:nvSpPr>
          <p:cNvPr id="27" name="Text Placeholder 26">
            <a:extLst>
              <a:ext uri="{FF2B5EF4-FFF2-40B4-BE49-F238E27FC236}">
                <a16:creationId xmlns:a16="http://schemas.microsoft.com/office/drawing/2014/main" id="{B8287015-5ABE-E362-D72B-F9E48C0A5CE7}"/>
              </a:ext>
            </a:extLst>
          </p:cNvPr>
          <p:cNvSpPr>
            <a:spLocks noGrp="1"/>
          </p:cNvSpPr>
          <p:nvPr>
            <p:ph type="body" sz="quarter" idx="38"/>
          </p:nvPr>
        </p:nvSpPr>
        <p:spPr>
          <a:xfrm>
            <a:off x="374272" y="5085184"/>
            <a:ext cx="864000" cy="180000"/>
          </a:xfrm>
        </p:spPr>
        <p:txBody>
          <a:bodyPr/>
          <a:lstStyle/>
          <a:p>
            <a:r>
              <a:rPr lang="en-GB">
                <a:solidFill>
                  <a:schemeClr val="bg2"/>
                </a:solidFill>
                <a:cs typeface="Calibri" panose="020F0502020204030204" pitchFamily="34" charset="0"/>
              </a:rPr>
              <a:t>2011 - 2014</a:t>
            </a:r>
          </a:p>
        </p:txBody>
      </p:sp>
      <p:sp>
        <p:nvSpPr>
          <p:cNvPr id="28" name="Text Placeholder 27">
            <a:extLst>
              <a:ext uri="{FF2B5EF4-FFF2-40B4-BE49-F238E27FC236}">
                <a16:creationId xmlns:a16="http://schemas.microsoft.com/office/drawing/2014/main" id="{145F80EE-838C-763C-B909-EAFEEB03DF4A}"/>
              </a:ext>
            </a:extLst>
          </p:cNvPr>
          <p:cNvSpPr>
            <a:spLocks noGrp="1"/>
          </p:cNvSpPr>
          <p:nvPr>
            <p:ph type="body" sz="quarter" idx="39"/>
          </p:nvPr>
        </p:nvSpPr>
        <p:spPr>
          <a:xfrm>
            <a:off x="1301726" y="5085184"/>
            <a:ext cx="2412000" cy="180000"/>
          </a:xfrm>
        </p:spPr>
        <p:txBody>
          <a:bodyPr/>
          <a:lstStyle/>
          <a:p>
            <a:r>
              <a:rPr lang="en-GB">
                <a:solidFill>
                  <a:schemeClr val="bg2"/>
                </a:solidFill>
                <a:cs typeface="Calibri" panose="020F0502020204030204" pitchFamily="34" charset="0"/>
              </a:rPr>
              <a:t>BSc. Mathematics and Technology</a:t>
            </a:r>
          </a:p>
        </p:txBody>
      </p:sp>
      <p:sp>
        <p:nvSpPr>
          <p:cNvPr id="29" name="Text Placeholder 28">
            <a:extLst>
              <a:ext uri="{FF2B5EF4-FFF2-40B4-BE49-F238E27FC236}">
                <a16:creationId xmlns:a16="http://schemas.microsoft.com/office/drawing/2014/main" id="{065A1151-13FA-FD5C-72DB-C5F3792D8880}"/>
              </a:ext>
            </a:extLst>
          </p:cNvPr>
          <p:cNvSpPr>
            <a:spLocks noGrp="1"/>
          </p:cNvSpPr>
          <p:nvPr>
            <p:ph type="body" sz="quarter" idx="40"/>
          </p:nvPr>
        </p:nvSpPr>
        <p:spPr>
          <a:xfrm>
            <a:off x="1301726" y="5267454"/>
            <a:ext cx="2412000" cy="180000"/>
          </a:xfrm>
        </p:spPr>
        <p:txBody>
          <a:bodyPr/>
          <a:lstStyle/>
          <a:p>
            <a:r>
              <a:rPr lang="en-GB">
                <a:solidFill>
                  <a:schemeClr val="bg2"/>
                </a:solidFill>
                <a:cs typeface="Calibri" panose="020F0502020204030204" pitchFamily="34" charset="0"/>
              </a:rPr>
              <a:t>Technical University of Denmark</a:t>
            </a:r>
          </a:p>
        </p:txBody>
      </p:sp>
      <p:sp>
        <p:nvSpPr>
          <p:cNvPr id="36" name="Text Placeholder 35">
            <a:extLst>
              <a:ext uri="{FF2B5EF4-FFF2-40B4-BE49-F238E27FC236}">
                <a16:creationId xmlns:a16="http://schemas.microsoft.com/office/drawing/2014/main" id="{E04553B4-5E01-BDAC-BF2D-90928E019209}"/>
              </a:ext>
            </a:extLst>
          </p:cNvPr>
          <p:cNvSpPr>
            <a:spLocks noGrp="1"/>
          </p:cNvSpPr>
          <p:nvPr>
            <p:ph type="body" sz="quarter" idx="47"/>
          </p:nvPr>
        </p:nvSpPr>
        <p:spPr/>
        <p:txBody>
          <a:bodyPr/>
          <a:lstStyle/>
          <a:p>
            <a:r>
              <a:rPr lang="en-GB">
                <a:solidFill>
                  <a:schemeClr val="bg2"/>
                </a:solidFill>
                <a:cs typeface="Calibri" panose="020F0502020204030204" pitchFamily="34" charset="0"/>
              </a:rPr>
              <a:t>Danish, English, French (basic)</a:t>
            </a:r>
          </a:p>
        </p:txBody>
      </p:sp>
      <p:sp>
        <p:nvSpPr>
          <p:cNvPr id="37" name="Text Placeholder 36">
            <a:extLst>
              <a:ext uri="{FF2B5EF4-FFF2-40B4-BE49-F238E27FC236}">
                <a16:creationId xmlns:a16="http://schemas.microsoft.com/office/drawing/2014/main" id="{014E92F5-3660-6F91-C6C7-6E308FA4D8C0}"/>
              </a:ext>
            </a:extLst>
          </p:cNvPr>
          <p:cNvSpPr>
            <a:spLocks noGrp="1"/>
          </p:cNvSpPr>
          <p:nvPr>
            <p:ph type="body" sz="quarter" idx="48"/>
          </p:nvPr>
        </p:nvSpPr>
        <p:spPr/>
        <p:txBody>
          <a:bodyPr/>
          <a:lstStyle/>
          <a:p>
            <a:pPr>
              <a:lnSpc>
                <a:spcPts val="1300"/>
              </a:lnSpc>
              <a:spcBef>
                <a:spcPts val="600"/>
              </a:spcBef>
            </a:pPr>
            <a:r>
              <a:rPr lang="en-GB" sz="1050">
                <a:cs typeface="Calibri" panose="020F0502020204030204" pitchFamily="34" charset="0"/>
              </a:rPr>
              <a:t>Emilie is a principal data scientist with 7+ years of experience with AI and data science in the financial sector.  </a:t>
            </a:r>
            <a:endParaRPr lang="en-GB">
              <a:cs typeface="Calibri" panose="020F0502020204030204" pitchFamily="34" charset="0"/>
            </a:endParaRPr>
          </a:p>
          <a:p>
            <a:r>
              <a:rPr lang="en-GB">
                <a:cs typeface="Calibri" panose="020F0502020204030204" pitchFamily="34" charset="0"/>
              </a:rPr>
              <a:t>She has proven experience in how to successfully integrate data analytics and data science models in large organizations and ensure value for users, developers and stakeholders. This includes all key considerations in both organization, technology and business .</a:t>
            </a:r>
          </a:p>
          <a:p>
            <a:r>
              <a:rPr lang="en-GB">
                <a:cs typeface="Calibri" panose="020F0502020204030204" pitchFamily="34" charset="0"/>
              </a:rPr>
              <a:t>Emilie is used to working in cross-functional agile SCRUM teams that deliver end-to-end products for the customer. Her primary roles are here lead developer, architect, engineer or product owner. She excels in leading teams to deliver lightweight, modularized, secure and maintainable solutions.</a:t>
            </a:r>
          </a:p>
          <a:p>
            <a:r>
              <a:rPr lang="en-GB" sz="1050">
                <a:cs typeface="Calibri" panose="020F0502020204030204" pitchFamily="34" charset="0"/>
              </a:rPr>
              <a:t>Besides the solution expertise, she is also skilled in building data science organisations, grow teams and develop the right product portfolios.</a:t>
            </a:r>
          </a:p>
          <a:p>
            <a:endParaRPr lang="en-GB">
              <a:cs typeface="Calibri" panose="020F0502020204030204" pitchFamily="34" charset="0"/>
            </a:endParaRPr>
          </a:p>
        </p:txBody>
      </p:sp>
      <p:sp>
        <p:nvSpPr>
          <p:cNvPr id="38" name="Text Placeholder 37">
            <a:extLst>
              <a:ext uri="{FF2B5EF4-FFF2-40B4-BE49-F238E27FC236}">
                <a16:creationId xmlns:a16="http://schemas.microsoft.com/office/drawing/2014/main" id="{807B5FDE-1A77-D706-F54F-795AE3DFC8E9}"/>
              </a:ext>
            </a:extLst>
          </p:cNvPr>
          <p:cNvSpPr>
            <a:spLocks noGrp="1"/>
          </p:cNvSpPr>
          <p:nvPr>
            <p:ph type="body" sz="quarter" idx="49"/>
          </p:nvPr>
        </p:nvSpPr>
        <p:spPr/>
        <p:txBody>
          <a:bodyPr vert="horz" lIns="0" tIns="0" rIns="0" bIns="0" rtlCol="0" anchor="t">
            <a:noAutofit/>
          </a:bodyPr>
          <a:lstStyle/>
          <a:p>
            <a:pPr>
              <a:spcAft>
                <a:spcPts val="300"/>
              </a:spcAft>
            </a:pPr>
            <a:r>
              <a:rPr lang="en-GB" b="1">
                <a:cs typeface="Calibri"/>
              </a:rPr>
              <a:t>Medical AI and Analytics Platform (MAIA)</a:t>
            </a:r>
          </a:p>
          <a:p>
            <a:pPr>
              <a:spcBef>
                <a:spcPts val="0"/>
              </a:spcBef>
            </a:pPr>
            <a:r>
              <a:rPr lang="en-GB">
                <a:cs typeface="Calibri"/>
              </a:rPr>
              <a:t>Emilie has led the development of Novo Nordisk’s platform for clinical imaging and omics data. Her responsibilities on this project included solution architecture in R, user adoption and stakeholder alignment.</a:t>
            </a:r>
          </a:p>
          <a:p>
            <a:pPr>
              <a:spcBef>
                <a:spcPts val="0"/>
              </a:spcBef>
            </a:pPr>
            <a:endParaRPr lang="en-GB" b="1">
              <a:cs typeface="Calibri" panose="020F0502020204030204" pitchFamily="34" charset="0"/>
            </a:endParaRPr>
          </a:p>
          <a:p>
            <a:pPr>
              <a:spcAft>
                <a:spcPts val="300"/>
              </a:spcAft>
            </a:pPr>
            <a:r>
              <a:rPr lang="en-GB" b="1">
                <a:cs typeface="Calibri"/>
              </a:rPr>
              <a:t>Full Stack Data Science</a:t>
            </a:r>
          </a:p>
          <a:p>
            <a:pPr>
              <a:spcBef>
                <a:spcPts val="0"/>
              </a:spcBef>
            </a:pPr>
            <a:r>
              <a:rPr lang="en-GB">
                <a:cs typeface="Calibri"/>
              </a:rPr>
              <a:t>In PFA, Emilie played a key role in developing the internal data science platform, infrastructure, databases, DevOps, pipelines and best-practice coding conventions still used today. She also developed the first ML models used in live production and integrated them into existing IT landscape.</a:t>
            </a:r>
          </a:p>
          <a:p>
            <a:pPr>
              <a:spcBef>
                <a:spcPts val="0"/>
              </a:spcBef>
            </a:pPr>
            <a:endParaRPr lang="en-GB">
              <a:cs typeface="Calibri" panose="020F0502020204030204" pitchFamily="34" charset="0"/>
            </a:endParaRPr>
          </a:p>
          <a:p>
            <a:pPr>
              <a:spcAft>
                <a:spcPts val="300"/>
              </a:spcAft>
            </a:pPr>
            <a:r>
              <a:rPr lang="en-GB" b="1">
                <a:cs typeface="Calibri"/>
              </a:rPr>
              <a:t>Technical Skills</a:t>
            </a:r>
          </a:p>
          <a:p>
            <a:pPr>
              <a:spcBef>
                <a:spcPts val="0"/>
              </a:spcBef>
            </a:pPr>
            <a:r>
              <a:rPr lang="en-GB">
                <a:cs typeface="Calibri"/>
              </a:rPr>
              <a:t>Python, R (architecture), R- Shiny, SQL, bash, Git, Docker, CI/CD, DevOps, </a:t>
            </a:r>
            <a:r>
              <a:rPr lang="en-GB" err="1">
                <a:cs typeface="Calibri"/>
              </a:rPr>
              <a:t>MLOps</a:t>
            </a:r>
            <a:r>
              <a:rPr lang="en-GB">
                <a:cs typeface="Calibri"/>
              </a:rPr>
              <a:t>, APIs, Azure, AWS, end-to-end solutions, NLP.</a:t>
            </a:r>
            <a:endParaRPr lang="en-GB">
              <a:cs typeface="Calibri" panose="020F0502020204030204" pitchFamily="34" charset="0"/>
            </a:endParaRPr>
          </a:p>
        </p:txBody>
      </p:sp>
      <p:sp>
        <p:nvSpPr>
          <p:cNvPr id="39" name="Text Placeholder 38">
            <a:extLst>
              <a:ext uri="{FF2B5EF4-FFF2-40B4-BE49-F238E27FC236}">
                <a16:creationId xmlns:a16="http://schemas.microsoft.com/office/drawing/2014/main" id="{15DED2EE-A647-90BE-39F4-37D29F2D9E1B}"/>
              </a:ext>
            </a:extLst>
          </p:cNvPr>
          <p:cNvSpPr>
            <a:spLocks noGrp="1"/>
          </p:cNvSpPr>
          <p:nvPr>
            <p:ph type="body" sz="quarter" idx="51"/>
          </p:nvPr>
        </p:nvSpPr>
        <p:spPr>
          <a:xfrm>
            <a:off x="9549955" y="2037205"/>
            <a:ext cx="2267773" cy="3960000"/>
          </a:xfrm>
        </p:spPr>
        <p:txBody>
          <a:bodyPr/>
          <a:lstStyle/>
          <a:p>
            <a:r>
              <a:rPr lang="en-GB" dirty="0" err="1">
                <a:cs typeface="Calibri" panose="020F0502020204030204" pitchFamily="34" charset="0"/>
              </a:rPr>
              <a:t>Gubra</a:t>
            </a:r>
            <a:endParaRPr lang="en-GB" dirty="0">
              <a:cs typeface="Calibri" panose="020F0502020204030204" pitchFamily="34" charset="0"/>
            </a:endParaRPr>
          </a:p>
          <a:p>
            <a:r>
              <a:rPr lang="en-GB" dirty="0">
                <a:cs typeface="Calibri" panose="020F0502020204030204" pitchFamily="34" charset="0"/>
              </a:rPr>
              <a:t>Novo Nordisk (MAIA, Omics)</a:t>
            </a:r>
          </a:p>
          <a:p>
            <a:r>
              <a:rPr lang="en-GB" dirty="0">
                <a:cs typeface="Calibri" panose="020F0502020204030204" pitchFamily="34" charset="0"/>
              </a:rPr>
              <a:t>Danske Bank</a:t>
            </a:r>
          </a:p>
          <a:p>
            <a:r>
              <a:rPr lang="en-GB" dirty="0" err="1">
                <a:cs typeface="Calibri" panose="020F0502020204030204" pitchFamily="34" charset="0"/>
              </a:rPr>
              <a:t>Gjensidige</a:t>
            </a:r>
            <a:r>
              <a:rPr lang="en-GB" dirty="0">
                <a:cs typeface="Calibri" panose="020F0502020204030204" pitchFamily="34" charset="0"/>
              </a:rPr>
              <a:t> </a:t>
            </a:r>
            <a:r>
              <a:rPr lang="en-GB" dirty="0" err="1">
                <a:cs typeface="Calibri" panose="020F0502020204030204" pitchFamily="34" charset="0"/>
              </a:rPr>
              <a:t>Forsikring</a:t>
            </a:r>
            <a:endParaRPr lang="en-GB" dirty="0">
              <a:cs typeface="Calibri" panose="020F0502020204030204" pitchFamily="34" charset="0"/>
            </a:endParaRPr>
          </a:p>
          <a:p>
            <a:r>
              <a:rPr lang="en-GB" dirty="0" err="1">
                <a:cs typeface="Calibri" panose="020F0502020204030204" pitchFamily="34" charset="0"/>
              </a:rPr>
              <a:t>Akademikerpension</a:t>
            </a:r>
            <a:endParaRPr lang="en-GB" dirty="0">
              <a:cs typeface="Calibri" panose="020F0502020204030204" pitchFamily="34" charset="0"/>
            </a:endParaRPr>
          </a:p>
          <a:p>
            <a:r>
              <a:rPr lang="en-GB" dirty="0" err="1">
                <a:cs typeface="Calibri" panose="020F0502020204030204" pitchFamily="34" charset="0"/>
              </a:rPr>
              <a:t>Sygeforsikringen</a:t>
            </a:r>
            <a:r>
              <a:rPr lang="en-GB" dirty="0">
                <a:cs typeface="Calibri" panose="020F0502020204030204" pitchFamily="34" charset="0"/>
              </a:rPr>
              <a:t> “</a:t>
            </a:r>
            <a:r>
              <a:rPr lang="en-GB" dirty="0" err="1">
                <a:cs typeface="Calibri" panose="020F0502020204030204" pitchFamily="34" charset="0"/>
              </a:rPr>
              <a:t>danmark</a:t>
            </a:r>
            <a:r>
              <a:rPr lang="en-GB" dirty="0">
                <a:cs typeface="Calibri" panose="020F0502020204030204" pitchFamily="34" charset="0"/>
              </a:rPr>
              <a:t>”</a:t>
            </a:r>
          </a:p>
          <a:p>
            <a:pPr fontAlgn="ctr"/>
            <a:r>
              <a:rPr lang="en-GB" b="0" i="0" dirty="0" err="1">
                <a:effectLst/>
                <a:cs typeface="Calibri" panose="020F0502020204030204" pitchFamily="34" charset="0"/>
              </a:rPr>
              <a:t>Hjärt-Lungfonden</a:t>
            </a:r>
            <a:endParaRPr lang="en-GB" b="0" i="0" dirty="0">
              <a:effectLst/>
              <a:cs typeface="Calibri" panose="020F0502020204030204" pitchFamily="34" charset="0"/>
            </a:endParaRPr>
          </a:p>
          <a:p>
            <a:r>
              <a:rPr lang="en-GB" dirty="0">
                <a:cs typeface="Calibri" panose="020F0502020204030204" pitchFamily="34" charset="0"/>
              </a:rPr>
              <a:t>Tembi</a:t>
            </a:r>
          </a:p>
        </p:txBody>
      </p:sp>
      <p:sp>
        <p:nvSpPr>
          <p:cNvPr id="40" name="Text Placeholder 39">
            <a:extLst>
              <a:ext uri="{FF2B5EF4-FFF2-40B4-BE49-F238E27FC236}">
                <a16:creationId xmlns:a16="http://schemas.microsoft.com/office/drawing/2014/main" id="{C968AB35-894C-D485-5D67-16FB4E777BFC}"/>
              </a:ext>
            </a:extLst>
          </p:cNvPr>
          <p:cNvSpPr>
            <a:spLocks noGrp="1"/>
          </p:cNvSpPr>
          <p:nvPr>
            <p:ph type="body" sz="quarter" idx="52"/>
          </p:nvPr>
        </p:nvSpPr>
        <p:spPr>
          <a:xfrm>
            <a:off x="4068404" y="555628"/>
            <a:ext cx="2592000" cy="249519"/>
          </a:xfrm>
        </p:spPr>
        <p:txBody>
          <a:bodyPr anchor="t"/>
          <a:lstStyle/>
          <a:p>
            <a:r>
              <a:rPr lang="en-GB" err="1">
                <a:cs typeface="Calibri" panose="020F0502020204030204" pitchFamily="34" charset="0"/>
              </a:rPr>
              <a:t>Emilie.ld@adc-consulting.com</a:t>
            </a:r>
            <a:endParaRPr lang="en-GB">
              <a:cs typeface="Calibri" panose="020F0502020204030204" pitchFamily="34" charset="0"/>
            </a:endParaRPr>
          </a:p>
        </p:txBody>
      </p:sp>
      <p:sp>
        <p:nvSpPr>
          <p:cNvPr id="41" name="Text Placeholder 40">
            <a:extLst>
              <a:ext uri="{FF2B5EF4-FFF2-40B4-BE49-F238E27FC236}">
                <a16:creationId xmlns:a16="http://schemas.microsoft.com/office/drawing/2014/main" id="{F4767BE7-B1F0-DA27-363E-D86FC9F29FE9}"/>
              </a:ext>
            </a:extLst>
          </p:cNvPr>
          <p:cNvSpPr>
            <a:spLocks noGrp="1"/>
          </p:cNvSpPr>
          <p:nvPr>
            <p:ph type="body" sz="quarter" idx="53"/>
          </p:nvPr>
        </p:nvSpPr>
        <p:spPr>
          <a:xfrm>
            <a:off x="4079264" y="791602"/>
            <a:ext cx="2592000" cy="180000"/>
          </a:xfrm>
        </p:spPr>
        <p:txBody>
          <a:bodyPr/>
          <a:lstStyle/>
          <a:p>
            <a:r>
              <a:rPr lang="en-GB" dirty="0">
                <a:cs typeface="Calibri" panose="020F0502020204030204" pitchFamily="34" charset="0"/>
              </a:rPr>
              <a:t>+45 93 86 19 03</a:t>
            </a:r>
          </a:p>
        </p:txBody>
      </p:sp>
      <p:sp>
        <p:nvSpPr>
          <p:cNvPr id="3" name="Text Placeholder 3">
            <a:extLst>
              <a:ext uri="{FF2B5EF4-FFF2-40B4-BE49-F238E27FC236}">
                <a16:creationId xmlns:a16="http://schemas.microsoft.com/office/drawing/2014/main" id="{DF4BFA42-5782-D713-98AA-8A48C8E3C566}"/>
              </a:ext>
            </a:extLst>
          </p:cNvPr>
          <p:cNvSpPr txBox="1">
            <a:spLocks/>
          </p:cNvSpPr>
          <p:nvPr/>
        </p:nvSpPr>
        <p:spPr>
          <a:xfrm>
            <a:off x="360363" y="1708395"/>
            <a:ext cx="864000" cy="307777"/>
          </a:xfrm>
          <a:prstGeom prst="rect">
            <a:avLst/>
          </a:prstGeom>
        </p:spPr>
        <p:txBody>
          <a:bodyPr vert="horz" lIns="0" tIns="0" rIns="0" bIns="0" rtlCol="0" anchor="ctr">
            <a:noAutofit/>
          </a:bodyPr>
          <a:lstStyle>
            <a:lvl1pPr marL="0" indent="0" algn="l" defTabSz="914400" rtl="0" eaLnBrk="1" latinLnBrk="0" hangingPunct="1">
              <a:lnSpc>
                <a:spcPct val="100000"/>
              </a:lnSpc>
              <a:spcBef>
                <a:spcPts val="0"/>
              </a:spcBef>
              <a:buSzPct val="100000"/>
              <a:buFont typeface="Arial" panose="020B0604020202020204" pitchFamily="34" charset="0"/>
              <a:buNone/>
              <a:defRPr lang="en-US" sz="1000" b="0" kern="1200" spc="0">
                <a:solidFill>
                  <a:schemeClr val="bg1"/>
                </a:solidFill>
                <a:latin typeface="+mn-lt"/>
                <a:ea typeface="+mn-ea"/>
                <a:cs typeface="Gotham-Book" pitchFamily="50" charset="0"/>
              </a:defRPr>
            </a:lvl1pPr>
            <a:lvl2pPr marL="432000" indent="-216000" algn="l" defTabSz="914400" rtl="0" eaLnBrk="1" latinLnBrk="0" hangingPunct="1">
              <a:lnSpc>
                <a:spcPct val="100000"/>
              </a:lnSpc>
              <a:spcBef>
                <a:spcPts val="600"/>
              </a:spcBef>
              <a:buFont typeface="Arial" panose="020B0604020202020204" pitchFamily="34" charset="0"/>
              <a:buChar char="•"/>
              <a:defRPr sz="1200" kern="1200" spc="0">
                <a:solidFill>
                  <a:schemeClr val="tx1"/>
                </a:solidFill>
                <a:latin typeface="+mn-lt"/>
                <a:ea typeface="+mn-ea"/>
                <a:cs typeface="Gotham-Book" pitchFamily="50" charset="0"/>
              </a:defRPr>
            </a:lvl2pPr>
            <a:lvl3pPr marL="648000" indent="-216000" algn="l" defTabSz="914400" rtl="0" eaLnBrk="1" latinLnBrk="0" hangingPunct="1">
              <a:lnSpc>
                <a:spcPct val="100000"/>
              </a:lnSpc>
              <a:spcBef>
                <a:spcPts val="600"/>
              </a:spcBef>
              <a:buFont typeface="Arial" panose="020B0604020202020204" pitchFamily="34" charset="0"/>
              <a:buChar char="•"/>
              <a:defRPr sz="1200" kern="1200" spc="0">
                <a:solidFill>
                  <a:schemeClr val="tx1"/>
                </a:solidFill>
                <a:latin typeface="+mn-lt"/>
                <a:ea typeface="+mn-ea"/>
                <a:cs typeface="+mn-cs"/>
              </a:defRPr>
            </a:lvl3pPr>
            <a:lvl4pPr marL="864000" indent="-216000" algn="l" defTabSz="914400" rtl="0" eaLnBrk="1" latinLnBrk="0" hangingPunct="1">
              <a:lnSpc>
                <a:spcPct val="100000"/>
              </a:lnSpc>
              <a:spcBef>
                <a:spcPts val="600"/>
              </a:spcBef>
              <a:buFont typeface="Arial" panose="020B0604020202020204" pitchFamily="34" charset="0"/>
              <a:buChar char="•"/>
              <a:defRPr sz="1200" kern="1200" cap="none" spc="0" baseline="0">
                <a:solidFill>
                  <a:schemeClr val="tx1"/>
                </a:solidFill>
                <a:latin typeface="+mn-lt"/>
                <a:ea typeface="+mn-ea"/>
                <a:cs typeface="+mn-cs"/>
              </a:defRPr>
            </a:lvl4pPr>
            <a:lvl5pPr marL="1080000" indent="-216000" algn="l" defTabSz="914400" rtl="0" eaLnBrk="1" latinLnBrk="0" hangingPunct="1">
              <a:lnSpc>
                <a:spcPct val="100000"/>
              </a:lnSpc>
              <a:spcBef>
                <a:spcPts val="600"/>
              </a:spcBef>
              <a:buFont typeface="Arial" panose="020B0604020202020204" pitchFamily="34" charset="0"/>
              <a:buChar char="•"/>
              <a:defRPr sz="1200" kern="1200" spc="0">
                <a:solidFill>
                  <a:schemeClr val="tx1"/>
                </a:solidFill>
                <a:latin typeface="+mn-lt"/>
                <a:ea typeface="+mn-ea"/>
                <a:cs typeface="Gotham Light" pitchFamily="50" charset="0"/>
              </a:defRPr>
            </a:lvl5pPr>
            <a:lvl6pPr marL="0" indent="0" algn="l" defTabSz="914400" rtl="0" eaLnBrk="1" latinLnBrk="0" hangingPunct="1">
              <a:lnSpc>
                <a:spcPct val="150000"/>
              </a:lnSpc>
              <a:spcBef>
                <a:spcPts val="600"/>
              </a:spcBef>
              <a:buFont typeface="Arial" panose="020B0604020202020204" pitchFamily="34" charset="0"/>
              <a:buNone/>
              <a:defRPr sz="1400" kern="1200">
                <a:solidFill>
                  <a:schemeClr val="tx1"/>
                </a:solidFill>
                <a:latin typeface="Gotham Light" pitchFamily="50" charset="0"/>
                <a:ea typeface="+mn-ea"/>
                <a:cs typeface="Gotham Light" pitchFamily="50" charset="0"/>
              </a:defRPr>
            </a:lvl6pPr>
            <a:lvl7pPr marL="177800" indent="-177800" algn="l" defTabSz="914400" rtl="0" eaLnBrk="1" latinLnBrk="0" hangingPunct="1">
              <a:lnSpc>
                <a:spcPct val="150000"/>
              </a:lnSpc>
              <a:spcBef>
                <a:spcPts val="600"/>
              </a:spcBef>
              <a:buSzPct val="120000"/>
              <a:buFontTx/>
              <a:buBlip>
                <a:blip r:embed="rId3"/>
              </a:buBlip>
              <a:defRPr sz="1400" kern="1200">
                <a:solidFill>
                  <a:schemeClr val="tx1"/>
                </a:solidFill>
                <a:latin typeface="Gotham Light" pitchFamily="50" charset="0"/>
                <a:ea typeface="+mn-ea"/>
                <a:cs typeface="Gotham Light" pitchFamily="50" charset="0"/>
              </a:defRPr>
            </a:lvl7pPr>
            <a:lvl8pPr marL="0" indent="0" algn="l" defTabSz="914400" rtl="0" eaLnBrk="1" latinLnBrk="0" hangingPunct="1">
              <a:lnSpc>
                <a:spcPct val="15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ts val="0"/>
              </a:spcBef>
              <a:spcAft>
                <a:spcPts val="600"/>
              </a:spcAft>
              <a:buFont typeface="Arial" panose="020B0604020202020204" pitchFamily="34" charset="0"/>
              <a:buNone/>
              <a:defRPr sz="1200" kern="1200">
                <a:solidFill>
                  <a:schemeClr val="tx1"/>
                </a:solidFill>
                <a:latin typeface="Gotham Light" pitchFamily="50" charset="0"/>
                <a:ea typeface="+mn-ea"/>
                <a:cs typeface="Gotham Light" pitchFamily="50" charset="0"/>
              </a:defRPr>
            </a:lvl9pPr>
          </a:lstStyle>
          <a:p>
            <a:pPr marL="0" marR="0" lvl="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0" lang="en-GB" sz="1000" b="0" i="0" u="none" strike="noStrike" kern="1200" cap="none" spc="0" normalizeH="0" baseline="0" noProof="0">
                <a:ln>
                  <a:noFill/>
                </a:ln>
                <a:solidFill>
                  <a:srgbClr val="FFFFFF"/>
                </a:solidFill>
                <a:effectLst/>
                <a:uLnTx/>
                <a:uFillTx/>
                <a:latin typeface="Calibri Light"/>
                <a:ea typeface="Calibri Light"/>
                <a:cs typeface="Calibri" panose="020F0502020204030204" pitchFamily="34" charset="0"/>
              </a:rPr>
              <a:t>2023 - now </a:t>
            </a:r>
          </a:p>
          <a:p>
            <a:pPr marL="0" marR="0" lvl="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endParaRPr kumimoji="0" lang="en-GB" sz="1000" b="0" i="0" u="none" strike="noStrike" kern="1200" cap="none" spc="0" normalizeH="0" baseline="0" noProof="0">
              <a:ln>
                <a:noFill/>
              </a:ln>
              <a:solidFill>
                <a:srgbClr val="FFFFFF"/>
              </a:solidFill>
              <a:effectLst/>
              <a:uLnTx/>
              <a:uFillTx/>
              <a:latin typeface="Calibri Light"/>
              <a:ea typeface="Calibri Light"/>
              <a:cs typeface="Calibri" panose="020F0502020204030204" pitchFamily="34" charset="0"/>
            </a:endParaRPr>
          </a:p>
        </p:txBody>
      </p:sp>
      <p:sp>
        <p:nvSpPr>
          <p:cNvPr id="21" name="Text Placeholder 4">
            <a:extLst>
              <a:ext uri="{FF2B5EF4-FFF2-40B4-BE49-F238E27FC236}">
                <a16:creationId xmlns:a16="http://schemas.microsoft.com/office/drawing/2014/main" id="{20971098-24F5-F9E1-2B66-F96220D2CFB6}"/>
              </a:ext>
            </a:extLst>
          </p:cNvPr>
          <p:cNvSpPr txBox="1">
            <a:spLocks/>
          </p:cNvSpPr>
          <p:nvPr/>
        </p:nvSpPr>
        <p:spPr>
          <a:xfrm>
            <a:off x="1301726" y="1708395"/>
            <a:ext cx="2412000" cy="153888"/>
          </a:xfrm>
          <a:prstGeom prst="rect">
            <a:avLst/>
          </a:prstGeom>
        </p:spPr>
        <p:txBody>
          <a:bodyPr vert="horz" lIns="0" tIns="0" rIns="0" bIns="0" rtlCol="0" anchor="ctr">
            <a:spAutoFit/>
          </a:bodyPr>
          <a:lstStyle>
            <a:lvl1pPr marL="0" indent="0" algn="l" defTabSz="914400" rtl="0" eaLnBrk="1" latinLnBrk="0" hangingPunct="1">
              <a:lnSpc>
                <a:spcPct val="100000"/>
              </a:lnSpc>
              <a:spcBef>
                <a:spcPts val="0"/>
              </a:spcBef>
              <a:buSzPct val="100000"/>
              <a:buFont typeface="Arial" panose="020B0604020202020204" pitchFamily="34" charset="0"/>
              <a:buNone/>
              <a:defRPr lang="en-US" sz="1000" b="0" kern="1200" spc="0">
                <a:solidFill>
                  <a:schemeClr val="bg1"/>
                </a:solidFill>
                <a:latin typeface="+mn-lt"/>
                <a:ea typeface="+mn-ea"/>
                <a:cs typeface="Gotham-Book" pitchFamily="50" charset="0"/>
              </a:defRPr>
            </a:lvl1pPr>
            <a:lvl2pPr marL="432000" indent="-216000" algn="l" defTabSz="914400" rtl="0" eaLnBrk="1" latinLnBrk="0" hangingPunct="1">
              <a:lnSpc>
                <a:spcPct val="100000"/>
              </a:lnSpc>
              <a:spcBef>
                <a:spcPts val="600"/>
              </a:spcBef>
              <a:buFont typeface="Arial" panose="020B0604020202020204" pitchFamily="34" charset="0"/>
              <a:buChar char="•"/>
              <a:defRPr sz="1200" kern="1200" spc="0">
                <a:solidFill>
                  <a:schemeClr val="tx1"/>
                </a:solidFill>
                <a:latin typeface="+mn-lt"/>
                <a:ea typeface="+mn-ea"/>
                <a:cs typeface="Gotham-Book" pitchFamily="50" charset="0"/>
              </a:defRPr>
            </a:lvl2pPr>
            <a:lvl3pPr marL="648000" indent="-216000" algn="l" defTabSz="914400" rtl="0" eaLnBrk="1" latinLnBrk="0" hangingPunct="1">
              <a:lnSpc>
                <a:spcPct val="100000"/>
              </a:lnSpc>
              <a:spcBef>
                <a:spcPts val="600"/>
              </a:spcBef>
              <a:buFont typeface="Arial" panose="020B0604020202020204" pitchFamily="34" charset="0"/>
              <a:buChar char="•"/>
              <a:defRPr sz="1200" kern="1200" spc="0">
                <a:solidFill>
                  <a:schemeClr val="tx1"/>
                </a:solidFill>
                <a:latin typeface="+mn-lt"/>
                <a:ea typeface="+mn-ea"/>
                <a:cs typeface="+mn-cs"/>
              </a:defRPr>
            </a:lvl3pPr>
            <a:lvl4pPr marL="864000" indent="-216000" algn="l" defTabSz="914400" rtl="0" eaLnBrk="1" latinLnBrk="0" hangingPunct="1">
              <a:lnSpc>
                <a:spcPct val="100000"/>
              </a:lnSpc>
              <a:spcBef>
                <a:spcPts val="600"/>
              </a:spcBef>
              <a:buFont typeface="Arial" panose="020B0604020202020204" pitchFamily="34" charset="0"/>
              <a:buChar char="•"/>
              <a:defRPr sz="1200" kern="1200" cap="none" spc="0" baseline="0">
                <a:solidFill>
                  <a:schemeClr val="tx1"/>
                </a:solidFill>
                <a:latin typeface="+mn-lt"/>
                <a:ea typeface="+mn-ea"/>
                <a:cs typeface="+mn-cs"/>
              </a:defRPr>
            </a:lvl4pPr>
            <a:lvl5pPr marL="1080000" indent="-216000" algn="l" defTabSz="914400" rtl="0" eaLnBrk="1" latinLnBrk="0" hangingPunct="1">
              <a:lnSpc>
                <a:spcPct val="100000"/>
              </a:lnSpc>
              <a:spcBef>
                <a:spcPts val="600"/>
              </a:spcBef>
              <a:buFont typeface="Arial" panose="020B0604020202020204" pitchFamily="34" charset="0"/>
              <a:buChar char="•"/>
              <a:defRPr sz="1200" kern="1200" spc="0">
                <a:solidFill>
                  <a:schemeClr val="tx1"/>
                </a:solidFill>
                <a:latin typeface="+mn-lt"/>
                <a:ea typeface="+mn-ea"/>
                <a:cs typeface="Gotham Light" pitchFamily="50" charset="0"/>
              </a:defRPr>
            </a:lvl5pPr>
            <a:lvl6pPr marL="0" indent="0" algn="l" defTabSz="914400" rtl="0" eaLnBrk="1" latinLnBrk="0" hangingPunct="1">
              <a:lnSpc>
                <a:spcPct val="150000"/>
              </a:lnSpc>
              <a:spcBef>
                <a:spcPts val="600"/>
              </a:spcBef>
              <a:buFont typeface="Arial" panose="020B0604020202020204" pitchFamily="34" charset="0"/>
              <a:buNone/>
              <a:defRPr sz="1400" kern="1200">
                <a:solidFill>
                  <a:schemeClr val="tx1"/>
                </a:solidFill>
                <a:latin typeface="Gotham Light" pitchFamily="50" charset="0"/>
                <a:ea typeface="+mn-ea"/>
                <a:cs typeface="Gotham Light" pitchFamily="50" charset="0"/>
              </a:defRPr>
            </a:lvl6pPr>
            <a:lvl7pPr marL="177800" indent="-177800" algn="l" defTabSz="914400" rtl="0" eaLnBrk="1" latinLnBrk="0" hangingPunct="1">
              <a:lnSpc>
                <a:spcPct val="150000"/>
              </a:lnSpc>
              <a:spcBef>
                <a:spcPts val="600"/>
              </a:spcBef>
              <a:buSzPct val="120000"/>
              <a:buFontTx/>
              <a:buBlip>
                <a:blip r:embed="rId3"/>
              </a:buBlip>
              <a:defRPr sz="1400" kern="1200">
                <a:solidFill>
                  <a:schemeClr val="tx1"/>
                </a:solidFill>
                <a:latin typeface="Gotham Light" pitchFamily="50" charset="0"/>
                <a:ea typeface="+mn-ea"/>
                <a:cs typeface="Gotham Light" pitchFamily="50" charset="0"/>
              </a:defRPr>
            </a:lvl7pPr>
            <a:lvl8pPr marL="0" indent="0" algn="l" defTabSz="914400" rtl="0" eaLnBrk="1" latinLnBrk="0" hangingPunct="1">
              <a:lnSpc>
                <a:spcPct val="15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ts val="0"/>
              </a:spcBef>
              <a:spcAft>
                <a:spcPts val="600"/>
              </a:spcAft>
              <a:buFont typeface="Arial" panose="020B0604020202020204" pitchFamily="34" charset="0"/>
              <a:buNone/>
              <a:defRPr sz="1200" kern="1200">
                <a:solidFill>
                  <a:schemeClr val="tx1"/>
                </a:solidFill>
                <a:latin typeface="Gotham Light" pitchFamily="50" charset="0"/>
                <a:ea typeface="+mn-ea"/>
                <a:cs typeface="Gotham Light" pitchFamily="50" charset="0"/>
              </a:defRPr>
            </a:lvl9pPr>
          </a:lstStyle>
          <a:p>
            <a:pPr marL="0" marR="0" lvl="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0" lang="en-GB" sz="1000" b="0" i="0" u="none" strike="noStrike" kern="1200" cap="none" spc="0" normalizeH="0" baseline="0" noProof="0">
                <a:ln>
                  <a:noFill/>
                </a:ln>
                <a:solidFill>
                  <a:srgbClr val="FFFFFF"/>
                </a:solidFill>
                <a:effectLst/>
                <a:uLnTx/>
                <a:uFillTx/>
                <a:latin typeface="Calibri Light"/>
                <a:ea typeface="Calibri Light"/>
                <a:cs typeface="Calibri" panose="020F0502020204030204" pitchFamily="34" charset="0"/>
              </a:rPr>
              <a:t>ADC Denmark</a:t>
            </a:r>
          </a:p>
        </p:txBody>
      </p:sp>
      <p:sp>
        <p:nvSpPr>
          <p:cNvPr id="22" name="Text Placeholder 5">
            <a:extLst>
              <a:ext uri="{FF2B5EF4-FFF2-40B4-BE49-F238E27FC236}">
                <a16:creationId xmlns:a16="http://schemas.microsoft.com/office/drawing/2014/main" id="{8F9F8B54-A4BE-73A2-AEEF-761C52A8F167}"/>
              </a:ext>
            </a:extLst>
          </p:cNvPr>
          <p:cNvSpPr txBox="1">
            <a:spLocks/>
          </p:cNvSpPr>
          <p:nvPr/>
        </p:nvSpPr>
        <p:spPr>
          <a:xfrm>
            <a:off x="1301726" y="1873063"/>
            <a:ext cx="2412000" cy="180000"/>
          </a:xfrm>
          <a:prstGeom prst="rect">
            <a:avLst/>
          </a:prstGeom>
        </p:spPr>
        <p:txBody>
          <a:bodyPr vert="horz" lIns="0" tIns="0" rIns="0" bIns="0" rtlCol="0" anchor="ctr">
            <a:noAutofit/>
          </a:bodyPr>
          <a:lstStyle>
            <a:lvl1pPr marL="0" indent="0" algn="l" defTabSz="914400" rtl="0" eaLnBrk="1" latinLnBrk="0" hangingPunct="1">
              <a:lnSpc>
                <a:spcPct val="100000"/>
              </a:lnSpc>
              <a:spcBef>
                <a:spcPts val="0"/>
              </a:spcBef>
              <a:buSzPct val="100000"/>
              <a:buFont typeface="Arial" panose="020B0604020202020204" pitchFamily="34" charset="0"/>
              <a:buNone/>
              <a:defRPr lang="en-US" sz="1000" b="0" i="1" kern="1200" spc="0">
                <a:solidFill>
                  <a:schemeClr val="bg1"/>
                </a:solidFill>
                <a:latin typeface="+mn-lt"/>
                <a:ea typeface="+mn-ea"/>
                <a:cs typeface="Gotham Book" pitchFamily="50" charset="0"/>
              </a:defRPr>
            </a:lvl1pPr>
            <a:lvl2pPr marL="432000" indent="-216000" algn="l" defTabSz="914400" rtl="0" eaLnBrk="1" latinLnBrk="0" hangingPunct="1">
              <a:lnSpc>
                <a:spcPct val="100000"/>
              </a:lnSpc>
              <a:spcBef>
                <a:spcPts val="600"/>
              </a:spcBef>
              <a:buFont typeface="Arial" panose="020B0604020202020204" pitchFamily="34" charset="0"/>
              <a:buChar char="•"/>
              <a:defRPr sz="1200" kern="1200" spc="0">
                <a:solidFill>
                  <a:schemeClr val="tx1"/>
                </a:solidFill>
                <a:latin typeface="+mn-lt"/>
                <a:ea typeface="+mn-ea"/>
                <a:cs typeface="Gotham-Book" pitchFamily="50" charset="0"/>
              </a:defRPr>
            </a:lvl2pPr>
            <a:lvl3pPr marL="648000" indent="-216000" algn="l" defTabSz="914400" rtl="0" eaLnBrk="1" latinLnBrk="0" hangingPunct="1">
              <a:lnSpc>
                <a:spcPct val="100000"/>
              </a:lnSpc>
              <a:spcBef>
                <a:spcPts val="600"/>
              </a:spcBef>
              <a:buFont typeface="Arial" panose="020B0604020202020204" pitchFamily="34" charset="0"/>
              <a:buChar char="•"/>
              <a:defRPr sz="1200" kern="1200" spc="0">
                <a:solidFill>
                  <a:schemeClr val="tx1"/>
                </a:solidFill>
                <a:latin typeface="+mn-lt"/>
                <a:ea typeface="+mn-ea"/>
                <a:cs typeface="+mn-cs"/>
              </a:defRPr>
            </a:lvl3pPr>
            <a:lvl4pPr marL="864000" indent="-216000" algn="l" defTabSz="914400" rtl="0" eaLnBrk="1" latinLnBrk="0" hangingPunct="1">
              <a:lnSpc>
                <a:spcPct val="100000"/>
              </a:lnSpc>
              <a:spcBef>
                <a:spcPts val="600"/>
              </a:spcBef>
              <a:buFont typeface="Arial" panose="020B0604020202020204" pitchFamily="34" charset="0"/>
              <a:buChar char="•"/>
              <a:defRPr sz="1200" kern="1200" cap="none" spc="0" baseline="0">
                <a:solidFill>
                  <a:schemeClr val="tx1"/>
                </a:solidFill>
                <a:latin typeface="+mn-lt"/>
                <a:ea typeface="+mn-ea"/>
                <a:cs typeface="+mn-cs"/>
              </a:defRPr>
            </a:lvl4pPr>
            <a:lvl5pPr marL="1080000" indent="-216000" algn="l" defTabSz="914400" rtl="0" eaLnBrk="1" latinLnBrk="0" hangingPunct="1">
              <a:lnSpc>
                <a:spcPct val="100000"/>
              </a:lnSpc>
              <a:spcBef>
                <a:spcPts val="600"/>
              </a:spcBef>
              <a:buFont typeface="Arial" panose="020B0604020202020204" pitchFamily="34" charset="0"/>
              <a:buChar char="•"/>
              <a:defRPr sz="1200" kern="1200" spc="0">
                <a:solidFill>
                  <a:schemeClr val="tx1"/>
                </a:solidFill>
                <a:latin typeface="+mn-lt"/>
                <a:ea typeface="+mn-ea"/>
                <a:cs typeface="Gotham Light" pitchFamily="50" charset="0"/>
              </a:defRPr>
            </a:lvl5pPr>
            <a:lvl6pPr marL="0" indent="0" algn="l" defTabSz="914400" rtl="0" eaLnBrk="1" latinLnBrk="0" hangingPunct="1">
              <a:lnSpc>
                <a:spcPct val="150000"/>
              </a:lnSpc>
              <a:spcBef>
                <a:spcPts val="600"/>
              </a:spcBef>
              <a:buFont typeface="Arial" panose="020B0604020202020204" pitchFamily="34" charset="0"/>
              <a:buNone/>
              <a:defRPr sz="1400" kern="1200">
                <a:solidFill>
                  <a:schemeClr val="tx1"/>
                </a:solidFill>
                <a:latin typeface="Gotham Light" pitchFamily="50" charset="0"/>
                <a:ea typeface="+mn-ea"/>
                <a:cs typeface="Gotham Light" pitchFamily="50" charset="0"/>
              </a:defRPr>
            </a:lvl6pPr>
            <a:lvl7pPr marL="177800" indent="-177800" algn="l" defTabSz="914400" rtl="0" eaLnBrk="1" latinLnBrk="0" hangingPunct="1">
              <a:lnSpc>
                <a:spcPct val="150000"/>
              </a:lnSpc>
              <a:spcBef>
                <a:spcPts val="600"/>
              </a:spcBef>
              <a:buSzPct val="120000"/>
              <a:buFontTx/>
              <a:buBlip>
                <a:blip r:embed="rId3"/>
              </a:buBlip>
              <a:defRPr sz="1400" kern="1200">
                <a:solidFill>
                  <a:schemeClr val="tx1"/>
                </a:solidFill>
                <a:latin typeface="Gotham Light" pitchFamily="50" charset="0"/>
                <a:ea typeface="+mn-ea"/>
                <a:cs typeface="Gotham Light" pitchFamily="50" charset="0"/>
              </a:defRPr>
            </a:lvl7pPr>
            <a:lvl8pPr marL="0" indent="0" algn="l" defTabSz="914400" rtl="0" eaLnBrk="1" latinLnBrk="0" hangingPunct="1">
              <a:lnSpc>
                <a:spcPct val="15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ts val="0"/>
              </a:spcBef>
              <a:spcAft>
                <a:spcPts val="600"/>
              </a:spcAft>
              <a:buFont typeface="Arial" panose="020B0604020202020204" pitchFamily="34" charset="0"/>
              <a:buNone/>
              <a:defRPr sz="1200" kern="1200">
                <a:solidFill>
                  <a:schemeClr val="tx1"/>
                </a:solidFill>
                <a:latin typeface="Gotham Light" pitchFamily="50" charset="0"/>
                <a:ea typeface="+mn-ea"/>
                <a:cs typeface="Gotham Light" pitchFamily="50" charset="0"/>
              </a:defRPr>
            </a:lvl9pPr>
          </a:lstStyle>
          <a:p>
            <a:pPr marL="0" marR="0" lvl="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0" lang="en-GB" sz="1000" b="0" i="1" u="none" strike="noStrike" kern="1200" cap="none" spc="0" normalizeH="0" baseline="0" noProof="0">
                <a:ln>
                  <a:noFill/>
                </a:ln>
                <a:solidFill>
                  <a:srgbClr val="FFFFFF"/>
                </a:solidFill>
                <a:effectLst/>
                <a:uLnTx/>
                <a:uFillTx/>
                <a:latin typeface="Calibri Light"/>
                <a:ea typeface="Calibri Light"/>
                <a:cs typeface="Calibri" panose="020F0502020204030204" pitchFamily="34" charset="0"/>
              </a:rPr>
              <a:t>Principal Data Scientist</a:t>
            </a:r>
          </a:p>
        </p:txBody>
      </p:sp>
      <p:sp>
        <p:nvSpPr>
          <p:cNvPr id="23" name="Slide Number Placeholder 3">
            <a:extLst>
              <a:ext uri="{FF2B5EF4-FFF2-40B4-BE49-F238E27FC236}">
                <a16:creationId xmlns:a16="http://schemas.microsoft.com/office/drawing/2014/main" id="{9CD96F8E-1C63-495D-18C1-911FBCFF60A7}"/>
              </a:ext>
            </a:extLst>
          </p:cNvPr>
          <p:cNvSpPr>
            <a:spLocks noGrp="1"/>
          </p:cNvSpPr>
          <p:nvPr>
            <p:ph type="sldNum" sz="quarter" idx="12"/>
          </p:nvPr>
        </p:nvSpPr>
        <p:spPr>
          <a:xfrm>
            <a:off x="11126973" y="6317863"/>
            <a:ext cx="704667" cy="181362"/>
          </a:xfrm>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44463E"/>
                </a:solidFill>
                <a:effectLst/>
                <a:uLnTx/>
                <a:uFillTx/>
                <a:latin typeface="Calibri Light"/>
                <a:ea typeface="Calibri Light"/>
                <a:cs typeface="Calibri" panose="020F0502020204030204" pitchFamily="34" charset="0"/>
              </a:rPr>
              <a:t> </a:t>
            </a:r>
          </a:p>
        </p:txBody>
      </p:sp>
    </p:spTree>
    <p:extLst>
      <p:ext uri="{BB962C8B-B14F-4D97-AF65-F5344CB8AC3E}">
        <p14:creationId xmlns:p14="http://schemas.microsoft.com/office/powerpoint/2010/main" val="33758349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8ED9B-3838-BCA5-6D3A-A322184CE649}"/>
            </a:ext>
          </a:extLst>
        </p:cNvPr>
        <p:cNvGrpSpPr/>
        <p:nvPr/>
      </p:nvGrpSpPr>
      <p:grpSpPr>
        <a:xfrm>
          <a:off x="0" y="0"/>
          <a:ext cx="0" cy="0"/>
          <a:chOff x="0" y="0"/>
          <a:chExt cx="0" cy="0"/>
        </a:xfrm>
      </p:grpSpPr>
      <p:pic>
        <p:nvPicPr>
          <p:cNvPr id="45" name="Picture Placeholder 44" descr="A person smiling at the camera&#10;&#10;Description automatically generated with low confidence">
            <a:extLst>
              <a:ext uri="{FF2B5EF4-FFF2-40B4-BE49-F238E27FC236}">
                <a16:creationId xmlns:a16="http://schemas.microsoft.com/office/drawing/2014/main" id="{5D15D65F-6B4E-0DDA-34F3-4524DAB4098A}"/>
              </a:ext>
            </a:extLst>
          </p:cNvPr>
          <p:cNvPicPr>
            <a:picLocks noGrp="1" noChangeAspect="1"/>
          </p:cNvPicPr>
          <p:nvPr>
            <p:ph type="pic" sz="quarter" idx="13"/>
          </p:nvPr>
        </p:nvPicPr>
        <p:blipFill rotWithShape="1">
          <a:blip r:embed="rId3"/>
          <a:srcRect/>
          <a:stretch/>
        </p:blipFill>
        <p:spPr/>
      </p:pic>
      <p:sp>
        <p:nvSpPr>
          <p:cNvPr id="4" name="Text Placeholder 3">
            <a:extLst>
              <a:ext uri="{FF2B5EF4-FFF2-40B4-BE49-F238E27FC236}">
                <a16:creationId xmlns:a16="http://schemas.microsoft.com/office/drawing/2014/main" id="{947480E0-4BD5-69F3-0974-87964651EF96}"/>
              </a:ext>
            </a:extLst>
          </p:cNvPr>
          <p:cNvSpPr>
            <a:spLocks noGrp="1"/>
          </p:cNvSpPr>
          <p:nvPr>
            <p:ph type="body" sz="quarter" idx="15"/>
          </p:nvPr>
        </p:nvSpPr>
        <p:spPr/>
        <p:txBody>
          <a:bodyPr/>
          <a:lstStyle/>
          <a:p>
            <a:r>
              <a:rPr lang="en-GB">
                <a:solidFill>
                  <a:schemeClr val="bg2"/>
                </a:solidFill>
              </a:rPr>
              <a:t>2023 – now</a:t>
            </a:r>
          </a:p>
        </p:txBody>
      </p:sp>
      <p:sp>
        <p:nvSpPr>
          <p:cNvPr id="5" name="Text Placeholder 4">
            <a:extLst>
              <a:ext uri="{FF2B5EF4-FFF2-40B4-BE49-F238E27FC236}">
                <a16:creationId xmlns:a16="http://schemas.microsoft.com/office/drawing/2014/main" id="{B2E96EE1-41A0-27FB-86AD-6CD00602389E}"/>
              </a:ext>
            </a:extLst>
          </p:cNvPr>
          <p:cNvSpPr>
            <a:spLocks noGrp="1"/>
          </p:cNvSpPr>
          <p:nvPr>
            <p:ph type="body" sz="quarter" idx="16"/>
          </p:nvPr>
        </p:nvSpPr>
        <p:spPr/>
        <p:txBody>
          <a:bodyPr/>
          <a:lstStyle/>
          <a:p>
            <a:r>
              <a:rPr lang="en-GB">
                <a:solidFill>
                  <a:schemeClr val="bg2"/>
                </a:solidFill>
              </a:rPr>
              <a:t>ADC Denmark</a:t>
            </a:r>
          </a:p>
        </p:txBody>
      </p:sp>
      <p:sp>
        <p:nvSpPr>
          <p:cNvPr id="6" name="Text Placeholder 5">
            <a:extLst>
              <a:ext uri="{FF2B5EF4-FFF2-40B4-BE49-F238E27FC236}">
                <a16:creationId xmlns:a16="http://schemas.microsoft.com/office/drawing/2014/main" id="{E3C6F5A7-3231-51EB-FC3F-A0BE72D3594A}"/>
              </a:ext>
            </a:extLst>
          </p:cNvPr>
          <p:cNvSpPr>
            <a:spLocks noGrp="1"/>
          </p:cNvSpPr>
          <p:nvPr>
            <p:ph type="body" sz="quarter" idx="17"/>
          </p:nvPr>
        </p:nvSpPr>
        <p:spPr/>
        <p:txBody>
          <a:bodyPr/>
          <a:lstStyle/>
          <a:p>
            <a:r>
              <a:rPr lang="en-GB" dirty="0">
                <a:solidFill>
                  <a:schemeClr val="bg2"/>
                </a:solidFill>
              </a:rPr>
              <a:t>Manager </a:t>
            </a:r>
          </a:p>
        </p:txBody>
      </p:sp>
      <p:sp>
        <p:nvSpPr>
          <p:cNvPr id="7" name="Text Placeholder 6">
            <a:extLst>
              <a:ext uri="{FF2B5EF4-FFF2-40B4-BE49-F238E27FC236}">
                <a16:creationId xmlns:a16="http://schemas.microsoft.com/office/drawing/2014/main" id="{B46C61DF-3BD4-A96C-46EB-8C0CA18D6151}"/>
              </a:ext>
            </a:extLst>
          </p:cNvPr>
          <p:cNvSpPr>
            <a:spLocks noGrp="1"/>
          </p:cNvSpPr>
          <p:nvPr>
            <p:ph type="body" sz="quarter" idx="18"/>
          </p:nvPr>
        </p:nvSpPr>
        <p:spPr/>
        <p:txBody>
          <a:bodyPr/>
          <a:lstStyle/>
          <a:p>
            <a:r>
              <a:rPr lang="en-GB">
                <a:solidFill>
                  <a:schemeClr val="bg2"/>
                </a:solidFill>
                <a:latin typeface="+mn-lt"/>
              </a:rPr>
              <a:t>Alicia lammer</a:t>
            </a:r>
          </a:p>
        </p:txBody>
      </p:sp>
      <p:sp>
        <p:nvSpPr>
          <p:cNvPr id="8" name="Text Placeholder 7">
            <a:extLst>
              <a:ext uri="{FF2B5EF4-FFF2-40B4-BE49-F238E27FC236}">
                <a16:creationId xmlns:a16="http://schemas.microsoft.com/office/drawing/2014/main" id="{0059F4D6-C600-FDF0-197B-3FFF24A0AC69}"/>
              </a:ext>
            </a:extLst>
          </p:cNvPr>
          <p:cNvSpPr>
            <a:spLocks noGrp="1"/>
          </p:cNvSpPr>
          <p:nvPr>
            <p:ph type="body" sz="quarter" idx="19"/>
          </p:nvPr>
        </p:nvSpPr>
        <p:spPr/>
        <p:txBody>
          <a:bodyPr/>
          <a:lstStyle/>
          <a:p>
            <a:r>
              <a:rPr lang="en-GB" dirty="0">
                <a:solidFill>
                  <a:schemeClr val="bg2"/>
                </a:solidFill>
              </a:rPr>
              <a:t>Manager Strategy Consultant</a:t>
            </a:r>
          </a:p>
        </p:txBody>
      </p:sp>
      <p:sp>
        <p:nvSpPr>
          <p:cNvPr id="9" name="Text Placeholder 8">
            <a:extLst>
              <a:ext uri="{FF2B5EF4-FFF2-40B4-BE49-F238E27FC236}">
                <a16:creationId xmlns:a16="http://schemas.microsoft.com/office/drawing/2014/main" id="{FAA2CC58-7169-36CC-D632-1CF20324D3D7}"/>
              </a:ext>
            </a:extLst>
          </p:cNvPr>
          <p:cNvSpPr>
            <a:spLocks noGrp="1"/>
          </p:cNvSpPr>
          <p:nvPr>
            <p:ph type="body" sz="quarter" idx="20"/>
          </p:nvPr>
        </p:nvSpPr>
        <p:spPr/>
        <p:txBody>
          <a:bodyPr/>
          <a:lstStyle/>
          <a:p>
            <a:r>
              <a:rPr lang="en-GB">
                <a:solidFill>
                  <a:schemeClr val="bg2"/>
                </a:solidFill>
              </a:rPr>
              <a:t>2019 – 2023</a:t>
            </a:r>
          </a:p>
        </p:txBody>
      </p:sp>
      <p:sp>
        <p:nvSpPr>
          <p:cNvPr id="10" name="Text Placeholder 9">
            <a:extLst>
              <a:ext uri="{FF2B5EF4-FFF2-40B4-BE49-F238E27FC236}">
                <a16:creationId xmlns:a16="http://schemas.microsoft.com/office/drawing/2014/main" id="{1AA602B3-9117-79EF-96C0-06B5EAD3CFCA}"/>
              </a:ext>
            </a:extLst>
          </p:cNvPr>
          <p:cNvSpPr>
            <a:spLocks noGrp="1"/>
          </p:cNvSpPr>
          <p:nvPr>
            <p:ph type="body" sz="quarter" idx="21"/>
          </p:nvPr>
        </p:nvSpPr>
        <p:spPr/>
        <p:txBody>
          <a:bodyPr/>
          <a:lstStyle/>
          <a:p>
            <a:r>
              <a:rPr lang="en-GB">
                <a:solidFill>
                  <a:schemeClr val="bg2"/>
                </a:solidFill>
              </a:rPr>
              <a:t>3shape</a:t>
            </a:r>
          </a:p>
        </p:txBody>
      </p:sp>
      <p:sp>
        <p:nvSpPr>
          <p:cNvPr id="11" name="Text Placeholder 10">
            <a:extLst>
              <a:ext uri="{FF2B5EF4-FFF2-40B4-BE49-F238E27FC236}">
                <a16:creationId xmlns:a16="http://schemas.microsoft.com/office/drawing/2014/main" id="{DCD94BA5-7389-161F-CFD7-347383FDAEC4}"/>
              </a:ext>
            </a:extLst>
          </p:cNvPr>
          <p:cNvSpPr>
            <a:spLocks noGrp="1"/>
          </p:cNvSpPr>
          <p:nvPr>
            <p:ph type="body" sz="quarter" idx="22"/>
          </p:nvPr>
        </p:nvSpPr>
        <p:spPr/>
        <p:txBody>
          <a:bodyPr/>
          <a:lstStyle/>
          <a:p>
            <a:r>
              <a:rPr lang="en-GB">
                <a:solidFill>
                  <a:schemeClr val="bg2"/>
                </a:solidFill>
              </a:rPr>
              <a:t>Data Analyst (student) – Business Intelligence</a:t>
            </a:r>
          </a:p>
        </p:txBody>
      </p:sp>
      <p:sp>
        <p:nvSpPr>
          <p:cNvPr id="12" name="Text Placeholder 11">
            <a:extLst>
              <a:ext uri="{FF2B5EF4-FFF2-40B4-BE49-F238E27FC236}">
                <a16:creationId xmlns:a16="http://schemas.microsoft.com/office/drawing/2014/main" id="{F571B158-B9CB-134D-7554-FF0F9EACE269}"/>
              </a:ext>
            </a:extLst>
          </p:cNvPr>
          <p:cNvSpPr>
            <a:spLocks noGrp="1"/>
          </p:cNvSpPr>
          <p:nvPr>
            <p:ph type="body" sz="quarter" idx="23"/>
          </p:nvPr>
        </p:nvSpPr>
        <p:spPr/>
        <p:txBody>
          <a:bodyPr/>
          <a:lstStyle/>
          <a:p>
            <a:r>
              <a:rPr lang="en-GB">
                <a:solidFill>
                  <a:schemeClr val="bg2"/>
                </a:solidFill>
              </a:rPr>
              <a:t>2018 – 2019</a:t>
            </a:r>
          </a:p>
        </p:txBody>
      </p:sp>
      <p:sp>
        <p:nvSpPr>
          <p:cNvPr id="13" name="Text Placeholder 12">
            <a:extLst>
              <a:ext uri="{FF2B5EF4-FFF2-40B4-BE49-F238E27FC236}">
                <a16:creationId xmlns:a16="http://schemas.microsoft.com/office/drawing/2014/main" id="{C5A217A7-668F-2D36-740A-BF6347E58AFF}"/>
              </a:ext>
            </a:extLst>
          </p:cNvPr>
          <p:cNvSpPr>
            <a:spLocks noGrp="1"/>
          </p:cNvSpPr>
          <p:nvPr>
            <p:ph type="body" sz="quarter" idx="24"/>
          </p:nvPr>
        </p:nvSpPr>
        <p:spPr/>
        <p:txBody>
          <a:bodyPr/>
          <a:lstStyle/>
          <a:p>
            <a:r>
              <a:rPr lang="en-GB">
                <a:solidFill>
                  <a:schemeClr val="bg2"/>
                </a:solidFill>
              </a:rPr>
              <a:t>Deloitte</a:t>
            </a:r>
          </a:p>
        </p:txBody>
      </p:sp>
      <p:sp>
        <p:nvSpPr>
          <p:cNvPr id="14" name="Text Placeholder 13">
            <a:extLst>
              <a:ext uri="{FF2B5EF4-FFF2-40B4-BE49-F238E27FC236}">
                <a16:creationId xmlns:a16="http://schemas.microsoft.com/office/drawing/2014/main" id="{FF4AB1BA-6C26-296A-2F6E-BDC24BB99687}"/>
              </a:ext>
            </a:extLst>
          </p:cNvPr>
          <p:cNvSpPr>
            <a:spLocks noGrp="1"/>
          </p:cNvSpPr>
          <p:nvPr>
            <p:ph type="body" sz="quarter" idx="25"/>
          </p:nvPr>
        </p:nvSpPr>
        <p:spPr/>
        <p:txBody>
          <a:bodyPr/>
          <a:lstStyle/>
          <a:p>
            <a:r>
              <a:rPr lang="en-GB">
                <a:solidFill>
                  <a:schemeClr val="bg2"/>
                </a:solidFill>
              </a:rPr>
              <a:t>Analyst (student) – Risk Advisory</a:t>
            </a:r>
          </a:p>
        </p:txBody>
      </p:sp>
      <p:sp>
        <p:nvSpPr>
          <p:cNvPr id="15" name="Text Placeholder 14">
            <a:extLst>
              <a:ext uri="{FF2B5EF4-FFF2-40B4-BE49-F238E27FC236}">
                <a16:creationId xmlns:a16="http://schemas.microsoft.com/office/drawing/2014/main" id="{470F8701-4D4E-5C4D-1E5A-D3C0387E184A}"/>
              </a:ext>
            </a:extLst>
          </p:cNvPr>
          <p:cNvSpPr>
            <a:spLocks noGrp="1"/>
          </p:cNvSpPr>
          <p:nvPr>
            <p:ph type="body" sz="quarter" idx="26"/>
          </p:nvPr>
        </p:nvSpPr>
        <p:spPr/>
        <p:txBody>
          <a:bodyPr/>
          <a:lstStyle/>
          <a:p>
            <a:r>
              <a:rPr lang="en-GB">
                <a:solidFill>
                  <a:schemeClr val="bg2"/>
                </a:solidFill>
              </a:rPr>
              <a:t>2017</a:t>
            </a:r>
          </a:p>
        </p:txBody>
      </p:sp>
      <p:sp>
        <p:nvSpPr>
          <p:cNvPr id="16" name="Text Placeholder 15">
            <a:extLst>
              <a:ext uri="{FF2B5EF4-FFF2-40B4-BE49-F238E27FC236}">
                <a16:creationId xmlns:a16="http://schemas.microsoft.com/office/drawing/2014/main" id="{DA34D5E1-6612-5F7A-CEC9-7E88A8ECB570}"/>
              </a:ext>
            </a:extLst>
          </p:cNvPr>
          <p:cNvSpPr>
            <a:spLocks noGrp="1"/>
          </p:cNvSpPr>
          <p:nvPr>
            <p:ph type="body" sz="quarter" idx="27"/>
          </p:nvPr>
        </p:nvSpPr>
        <p:spPr/>
        <p:txBody>
          <a:bodyPr/>
          <a:lstStyle/>
          <a:p>
            <a:r>
              <a:rPr lang="en-GB">
                <a:solidFill>
                  <a:schemeClr val="bg2"/>
                </a:solidFill>
              </a:rPr>
              <a:t>Deutsche Bank</a:t>
            </a:r>
          </a:p>
        </p:txBody>
      </p:sp>
      <p:sp>
        <p:nvSpPr>
          <p:cNvPr id="17" name="Text Placeholder 16">
            <a:extLst>
              <a:ext uri="{FF2B5EF4-FFF2-40B4-BE49-F238E27FC236}">
                <a16:creationId xmlns:a16="http://schemas.microsoft.com/office/drawing/2014/main" id="{B6F52DF0-FEAC-8401-B73D-D4DEFD20FDBD}"/>
              </a:ext>
            </a:extLst>
          </p:cNvPr>
          <p:cNvSpPr>
            <a:spLocks noGrp="1"/>
          </p:cNvSpPr>
          <p:nvPr>
            <p:ph type="body" sz="quarter" idx="28"/>
          </p:nvPr>
        </p:nvSpPr>
        <p:spPr/>
        <p:txBody>
          <a:bodyPr/>
          <a:lstStyle/>
          <a:p>
            <a:r>
              <a:rPr lang="en-GB">
                <a:solidFill>
                  <a:schemeClr val="bg2"/>
                </a:solidFill>
              </a:rPr>
              <a:t>Intern – Finance Technology</a:t>
            </a:r>
          </a:p>
        </p:txBody>
      </p:sp>
      <p:sp>
        <p:nvSpPr>
          <p:cNvPr id="50" name="Text Placeholder 49">
            <a:extLst>
              <a:ext uri="{FF2B5EF4-FFF2-40B4-BE49-F238E27FC236}">
                <a16:creationId xmlns:a16="http://schemas.microsoft.com/office/drawing/2014/main" id="{EE7B930B-EB0F-D645-BDDF-66ADE692EB39}"/>
              </a:ext>
            </a:extLst>
          </p:cNvPr>
          <p:cNvSpPr>
            <a:spLocks noGrp="1"/>
          </p:cNvSpPr>
          <p:nvPr>
            <p:ph type="body" sz="quarter" idx="29"/>
          </p:nvPr>
        </p:nvSpPr>
        <p:spPr/>
        <p:txBody>
          <a:bodyPr/>
          <a:lstStyle/>
          <a:p>
            <a:endParaRPr lang="en-GB">
              <a:solidFill>
                <a:schemeClr val="bg2"/>
              </a:solidFill>
            </a:endParaRPr>
          </a:p>
        </p:txBody>
      </p:sp>
      <p:sp>
        <p:nvSpPr>
          <p:cNvPr id="51" name="Text Placeholder 50">
            <a:extLst>
              <a:ext uri="{FF2B5EF4-FFF2-40B4-BE49-F238E27FC236}">
                <a16:creationId xmlns:a16="http://schemas.microsoft.com/office/drawing/2014/main" id="{0EBB654B-F2C7-385F-F19B-157DF529060D}"/>
              </a:ext>
            </a:extLst>
          </p:cNvPr>
          <p:cNvSpPr>
            <a:spLocks noGrp="1"/>
          </p:cNvSpPr>
          <p:nvPr>
            <p:ph type="body" sz="quarter" idx="30"/>
          </p:nvPr>
        </p:nvSpPr>
        <p:spPr/>
        <p:txBody>
          <a:bodyPr/>
          <a:lstStyle/>
          <a:p>
            <a:endParaRPr lang="en-GB">
              <a:solidFill>
                <a:schemeClr val="bg2"/>
              </a:solidFill>
            </a:endParaRPr>
          </a:p>
        </p:txBody>
      </p:sp>
      <p:sp>
        <p:nvSpPr>
          <p:cNvPr id="52" name="Text Placeholder 51">
            <a:extLst>
              <a:ext uri="{FF2B5EF4-FFF2-40B4-BE49-F238E27FC236}">
                <a16:creationId xmlns:a16="http://schemas.microsoft.com/office/drawing/2014/main" id="{350EC563-59BC-7D5C-2BA9-AE1DFF47D146}"/>
              </a:ext>
            </a:extLst>
          </p:cNvPr>
          <p:cNvSpPr>
            <a:spLocks noGrp="1"/>
          </p:cNvSpPr>
          <p:nvPr>
            <p:ph type="body" sz="quarter" idx="31"/>
          </p:nvPr>
        </p:nvSpPr>
        <p:spPr/>
        <p:txBody>
          <a:bodyPr/>
          <a:lstStyle/>
          <a:p>
            <a:endParaRPr lang="en-GB">
              <a:solidFill>
                <a:schemeClr val="bg2"/>
              </a:solidFill>
            </a:endParaRPr>
          </a:p>
        </p:txBody>
      </p:sp>
      <p:sp>
        <p:nvSpPr>
          <p:cNvPr id="53" name="Text Placeholder 52">
            <a:extLst>
              <a:ext uri="{FF2B5EF4-FFF2-40B4-BE49-F238E27FC236}">
                <a16:creationId xmlns:a16="http://schemas.microsoft.com/office/drawing/2014/main" id="{02C79416-E74D-4B34-FAED-1FA6F5C5D24E}"/>
              </a:ext>
            </a:extLst>
          </p:cNvPr>
          <p:cNvSpPr>
            <a:spLocks noGrp="1"/>
          </p:cNvSpPr>
          <p:nvPr>
            <p:ph type="body" sz="quarter" idx="32"/>
          </p:nvPr>
        </p:nvSpPr>
        <p:spPr/>
        <p:txBody>
          <a:bodyPr/>
          <a:lstStyle/>
          <a:p>
            <a:endParaRPr lang="en-GB">
              <a:solidFill>
                <a:schemeClr val="bg2"/>
              </a:solidFill>
            </a:endParaRPr>
          </a:p>
        </p:txBody>
      </p:sp>
      <p:sp>
        <p:nvSpPr>
          <p:cNvPr id="54" name="Text Placeholder 53">
            <a:extLst>
              <a:ext uri="{FF2B5EF4-FFF2-40B4-BE49-F238E27FC236}">
                <a16:creationId xmlns:a16="http://schemas.microsoft.com/office/drawing/2014/main" id="{23A0DD6A-E790-B28D-6831-978ABF8A0BB1}"/>
              </a:ext>
            </a:extLst>
          </p:cNvPr>
          <p:cNvSpPr>
            <a:spLocks noGrp="1"/>
          </p:cNvSpPr>
          <p:nvPr>
            <p:ph type="body" sz="quarter" idx="33"/>
          </p:nvPr>
        </p:nvSpPr>
        <p:spPr/>
        <p:txBody>
          <a:bodyPr/>
          <a:lstStyle/>
          <a:p>
            <a:endParaRPr lang="en-GB">
              <a:solidFill>
                <a:schemeClr val="bg2"/>
              </a:solidFill>
            </a:endParaRPr>
          </a:p>
        </p:txBody>
      </p:sp>
      <p:sp>
        <p:nvSpPr>
          <p:cNvPr id="55" name="Text Placeholder 54">
            <a:extLst>
              <a:ext uri="{FF2B5EF4-FFF2-40B4-BE49-F238E27FC236}">
                <a16:creationId xmlns:a16="http://schemas.microsoft.com/office/drawing/2014/main" id="{5C030589-1B0A-35BE-ABEE-7A656F3FFB46}"/>
              </a:ext>
            </a:extLst>
          </p:cNvPr>
          <p:cNvSpPr>
            <a:spLocks noGrp="1"/>
          </p:cNvSpPr>
          <p:nvPr>
            <p:ph type="body" sz="quarter" idx="34"/>
          </p:nvPr>
        </p:nvSpPr>
        <p:spPr/>
        <p:txBody>
          <a:bodyPr/>
          <a:lstStyle/>
          <a:p>
            <a:endParaRPr lang="en-GB">
              <a:solidFill>
                <a:schemeClr val="bg2"/>
              </a:solidFill>
            </a:endParaRPr>
          </a:p>
        </p:txBody>
      </p:sp>
      <p:sp>
        <p:nvSpPr>
          <p:cNvPr id="24" name="Text Placeholder 23">
            <a:extLst>
              <a:ext uri="{FF2B5EF4-FFF2-40B4-BE49-F238E27FC236}">
                <a16:creationId xmlns:a16="http://schemas.microsoft.com/office/drawing/2014/main" id="{890F0311-0792-BA40-DD7C-D396F1AF24AE}"/>
              </a:ext>
            </a:extLst>
          </p:cNvPr>
          <p:cNvSpPr>
            <a:spLocks noGrp="1"/>
          </p:cNvSpPr>
          <p:nvPr>
            <p:ph type="body" sz="quarter" idx="35"/>
          </p:nvPr>
        </p:nvSpPr>
        <p:spPr/>
        <p:txBody>
          <a:bodyPr/>
          <a:lstStyle/>
          <a:p>
            <a:r>
              <a:rPr lang="en-GB">
                <a:solidFill>
                  <a:schemeClr val="bg2"/>
                </a:solidFill>
              </a:rPr>
              <a:t>2020 – 2023</a:t>
            </a:r>
          </a:p>
        </p:txBody>
      </p:sp>
      <p:sp>
        <p:nvSpPr>
          <p:cNvPr id="25" name="Text Placeholder 24">
            <a:extLst>
              <a:ext uri="{FF2B5EF4-FFF2-40B4-BE49-F238E27FC236}">
                <a16:creationId xmlns:a16="http://schemas.microsoft.com/office/drawing/2014/main" id="{06B87975-784B-C405-68F4-6BCF26F963D7}"/>
              </a:ext>
            </a:extLst>
          </p:cNvPr>
          <p:cNvSpPr>
            <a:spLocks noGrp="1"/>
          </p:cNvSpPr>
          <p:nvPr>
            <p:ph type="body" sz="quarter" idx="36"/>
          </p:nvPr>
        </p:nvSpPr>
        <p:spPr/>
        <p:txBody>
          <a:bodyPr/>
          <a:lstStyle/>
          <a:p>
            <a:r>
              <a:rPr lang="en-GB">
                <a:solidFill>
                  <a:schemeClr val="bg2"/>
                </a:solidFill>
              </a:rPr>
              <a:t>MSc in Economics</a:t>
            </a:r>
          </a:p>
        </p:txBody>
      </p:sp>
      <p:sp>
        <p:nvSpPr>
          <p:cNvPr id="26" name="Text Placeholder 25">
            <a:extLst>
              <a:ext uri="{FF2B5EF4-FFF2-40B4-BE49-F238E27FC236}">
                <a16:creationId xmlns:a16="http://schemas.microsoft.com/office/drawing/2014/main" id="{93810019-2D66-9C01-03D3-3385F564509E}"/>
              </a:ext>
            </a:extLst>
          </p:cNvPr>
          <p:cNvSpPr>
            <a:spLocks noGrp="1"/>
          </p:cNvSpPr>
          <p:nvPr>
            <p:ph type="body" sz="quarter" idx="37"/>
          </p:nvPr>
        </p:nvSpPr>
        <p:spPr/>
        <p:txBody>
          <a:bodyPr/>
          <a:lstStyle/>
          <a:p>
            <a:r>
              <a:rPr lang="en-GB">
                <a:solidFill>
                  <a:schemeClr val="bg2"/>
                </a:solidFill>
              </a:rPr>
              <a:t>University of Copenhagen</a:t>
            </a:r>
          </a:p>
        </p:txBody>
      </p:sp>
      <p:sp>
        <p:nvSpPr>
          <p:cNvPr id="27" name="Text Placeholder 26">
            <a:extLst>
              <a:ext uri="{FF2B5EF4-FFF2-40B4-BE49-F238E27FC236}">
                <a16:creationId xmlns:a16="http://schemas.microsoft.com/office/drawing/2014/main" id="{FC8F25BA-6075-40F6-A4F8-193FB5963F86}"/>
              </a:ext>
            </a:extLst>
          </p:cNvPr>
          <p:cNvSpPr>
            <a:spLocks noGrp="1"/>
          </p:cNvSpPr>
          <p:nvPr>
            <p:ph type="body" sz="quarter" idx="38"/>
          </p:nvPr>
        </p:nvSpPr>
        <p:spPr/>
        <p:txBody>
          <a:bodyPr/>
          <a:lstStyle/>
          <a:p>
            <a:r>
              <a:rPr lang="en-GB">
                <a:solidFill>
                  <a:schemeClr val="bg2"/>
                </a:solidFill>
              </a:rPr>
              <a:t>2018</a:t>
            </a:r>
          </a:p>
        </p:txBody>
      </p:sp>
      <p:sp>
        <p:nvSpPr>
          <p:cNvPr id="28" name="Text Placeholder 27">
            <a:extLst>
              <a:ext uri="{FF2B5EF4-FFF2-40B4-BE49-F238E27FC236}">
                <a16:creationId xmlns:a16="http://schemas.microsoft.com/office/drawing/2014/main" id="{76103292-6970-1175-1461-3FD88FE26894}"/>
              </a:ext>
            </a:extLst>
          </p:cNvPr>
          <p:cNvSpPr>
            <a:spLocks noGrp="1"/>
          </p:cNvSpPr>
          <p:nvPr>
            <p:ph type="body" sz="quarter" idx="39"/>
          </p:nvPr>
        </p:nvSpPr>
        <p:spPr/>
        <p:txBody>
          <a:bodyPr/>
          <a:lstStyle/>
          <a:p>
            <a:r>
              <a:rPr lang="en-GB">
                <a:solidFill>
                  <a:schemeClr val="bg2"/>
                </a:solidFill>
              </a:rPr>
              <a:t>BSc in Economics</a:t>
            </a:r>
          </a:p>
        </p:txBody>
      </p:sp>
      <p:sp>
        <p:nvSpPr>
          <p:cNvPr id="29" name="Text Placeholder 28">
            <a:extLst>
              <a:ext uri="{FF2B5EF4-FFF2-40B4-BE49-F238E27FC236}">
                <a16:creationId xmlns:a16="http://schemas.microsoft.com/office/drawing/2014/main" id="{2DD5A677-F867-8F1C-6B78-7B7112851001}"/>
              </a:ext>
            </a:extLst>
          </p:cNvPr>
          <p:cNvSpPr>
            <a:spLocks noGrp="1"/>
          </p:cNvSpPr>
          <p:nvPr>
            <p:ph type="body" sz="quarter" idx="40"/>
          </p:nvPr>
        </p:nvSpPr>
        <p:spPr/>
        <p:txBody>
          <a:bodyPr/>
          <a:lstStyle/>
          <a:p>
            <a:r>
              <a:rPr lang="en-GB">
                <a:solidFill>
                  <a:schemeClr val="bg2"/>
                </a:solidFill>
              </a:rPr>
              <a:t>University of  North Carolina</a:t>
            </a:r>
          </a:p>
        </p:txBody>
      </p:sp>
      <p:sp>
        <p:nvSpPr>
          <p:cNvPr id="30" name="Text Placeholder 29">
            <a:extLst>
              <a:ext uri="{FF2B5EF4-FFF2-40B4-BE49-F238E27FC236}">
                <a16:creationId xmlns:a16="http://schemas.microsoft.com/office/drawing/2014/main" id="{859F78B9-2B69-B051-CDC0-8CE6CEFF2131}"/>
              </a:ext>
            </a:extLst>
          </p:cNvPr>
          <p:cNvSpPr>
            <a:spLocks noGrp="1"/>
          </p:cNvSpPr>
          <p:nvPr>
            <p:ph type="body" sz="quarter" idx="41"/>
          </p:nvPr>
        </p:nvSpPr>
        <p:spPr/>
        <p:txBody>
          <a:bodyPr/>
          <a:lstStyle/>
          <a:p>
            <a:r>
              <a:rPr lang="en-GB">
                <a:solidFill>
                  <a:schemeClr val="bg2"/>
                </a:solidFill>
              </a:rPr>
              <a:t>2015 – 2019</a:t>
            </a:r>
          </a:p>
        </p:txBody>
      </p:sp>
      <p:sp>
        <p:nvSpPr>
          <p:cNvPr id="31" name="Text Placeholder 30">
            <a:extLst>
              <a:ext uri="{FF2B5EF4-FFF2-40B4-BE49-F238E27FC236}">
                <a16:creationId xmlns:a16="http://schemas.microsoft.com/office/drawing/2014/main" id="{719BA16E-E782-4935-37E5-6C1A80AEF5EB}"/>
              </a:ext>
            </a:extLst>
          </p:cNvPr>
          <p:cNvSpPr>
            <a:spLocks noGrp="1"/>
          </p:cNvSpPr>
          <p:nvPr>
            <p:ph type="body" sz="quarter" idx="42"/>
          </p:nvPr>
        </p:nvSpPr>
        <p:spPr/>
        <p:txBody>
          <a:bodyPr/>
          <a:lstStyle/>
          <a:p>
            <a:r>
              <a:rPr lang="en-GB">
                <a:solidFill>
                  <a:schemeClr val="bg2"/>
                </a:solidFill>
              </a:rPr>
              <a:t>BSc in Economics</a:t>
            </a:r>
          </a:p>
        </p:txBody>
      </p:sp>
      <p:sp>
        <p:nvSpPr>
          <p:cNvPr id="32" name="Text Placeholder 31">
            <a:extLst>
              <a:ext uri="{FF2B5EF4-FFF2-40B4-BE49-F238E27FC236}">
                <a16:creationId xmlns:a16="http://schemas.microsoft.com/office/drawing/2014/main" id="{74122AD3-5B3D-F781-B095-BAA90C5C4E7C}"/>
              </a:ext>
            </a:extLst>
          </p:cNvPr>
          <p:cNvSpPr>
            <a:spLocks noGrp="1"/>
          </p:cNvSpPr>
          <p:nvPr>
            <p:ph type="body" sz="quarter" idx="43"/>
          </p:nvPr>
        </p:nvSpPr>
        <p:spPr/>
        <p:txBody>
          <a:bodyPr/>
          <a:lstStyle/>
          <a:p>
            <a:r>
              <a:rPr lang="en-GB">
                <a:solidFill>
                  <a:schemeClr val="bg2"/>
                </a:solidFill>
              </a:rPr>
              <a:t>University of  Mannheim</a:t>
            </a:r>
          </a:p>
        </p:txBody>
      </p:sp>
      <p:sp>
        <p:nvSpPr>
          <p:cNvPr id="56" name="Text Placeholder 55">
            <a:extLst>
              <a:ext uri="{FF2B5EF4-FFF2-40B4-BE49-F238E27FC236}">
                <a16:creationId xmlns:a16="http://schemas.microsoft.com/office/drawing/2014/main" id="{FAF7FCE9-DE0A-5940-6967-27AD5B9EC607}"/>
              </a:ext>
            </a:extLst>
          </p:cNvPr>
          <p:cNvSpPr>
            <a:spLocks noGrp="1"/>
          </p:cNvSpPr>
          <p:nvPr>
            <p:ph type="body" sz="quarter" idx="44"/>
          </p:nvPr>
        </p:nvSpPr>
        <p:spPr/>
        <p:txBody>
          <a:bodyPr/>
          <a:lstStyle/>
          <a:p>
            <a:endParaRPr lang="en-GB">
              <a:solidFill>
                <a:schemeClr val="bg2"/>
              </a:solidFill>
            </a:endParaRPr>
          </a:p>
        </p:txBody>
      </p:sp>
      <p:sp>
        <p:nvSpPr>
          <p:cNvPr id="57" name="Text Placeholder 56">
            <a:extLst>
              <a:ext uri="{FF2B5EF4-FFF2-40B4-BE49-F238E27FC236}">
                <a16:creationId xmlns:a16="http://schemas.microsoft.com/office/drawing/2014/main" id="{13FC537D-230E-609F-CAE9-7F333C630F8B}"/>
              </a:ext>
            </a:extLst>
          </p:cNvPr>
          <p:cNvSpPr>
            <a:spLocks noGrp="1"/>
          </p:cNvSpPr>
          <p:nvPr>
            <p:ph type="body" sz="quarter" idx="45"/>
          </p:nvPr>
        </p:nvSpPr>
        <p:spPr/>
        <p:txBody>
          <a:bodyPr/>
          <a:lstStyle/>
          <a:p>
            <a:endParaRPr lang="en-GB">
              <a:solidFill>
                <a:schemeClr val="bg2"/>
              </a:solidFill>
            </a:endParaRPr>
          </a:p>
        </p:txBody>
      </p:sp>
      <p:sp>
        <p:nvSpPr>
          <p:cNvPr id="58" name="Text Placeholder 57">
            <a:extLst>
              <a:ext uri="{FF2B5EF4-FFF2-40B4-BE49-F238E27FC236}">
                <a16:creationId xmlns:a16="http://schemas.microsoft.com/office/drawing/2014/main" id="{2FD75919-E418-E7B3-56B8-B941A490B271}"/>
              </a:ext>
            </a:extLst>
          </p:cNvPr>
          <p:cNvSpPr>
            <a:spLocks noGrp="1"/>
          </p:cNvSpPr>
          <p:nvPr>
            <p:ph type="body" sz="quarter" idx="46"/>
          </p:nvPr>
        </p:nvSpPr>
        <p:spPr/>
        <p:txBody>
          <a:bodyPr/>
          <a:lstStyle/>
          <a:p>
            <a:endParaRPr lang="en-GB">
              <a:solidFill>
                <a:schemeClr val="bg2"/>
              </a:solidFill>
            </a:endParaRPr>
          </a:p>
        </p:txBody>
      </p:sp>
      <p:sp>
        <p:nvSpPr>
          <p:cNvPr id="36" name="Text Placeholder 35">
            <a:extLst>
              <a:ext uri="{FF2B5EF4-FFF2-40B4-BE49-F238E27FC236}">
                <a16:creationId xmlns:a16="http://schemas.microsoft.com/office/drawing/2014/main" id="{BA010336-7529-0E3F-46F6-8B937DA2DDF3}"/>
              </a:ext>
            </a:extLst>
          </p:cNvPr>
          <p:cNvSpPr>
            <a:spLocks noGrp="1"/>
          </p:cNvSpPr>
          <p:nvPr>
            <p:ph type="body" sz="quarter" idx="47"/>
          </p:nvPr>
        </p:nvSpPr>
        <p:spPr/>
        <p:txBody>
          <a:bodyPr/>
          <a:lstStyle/>
          <a:p>
            <a:r>
              <a:rPr lang="en-GB">
                <a:solidFill>
                  <a:schemeClr val="bg2"/>
                </a:solidFill>
              </a:rPr>
              <a:t>German, English, Danish (basic)</a:t>
            </a:r>
          </a:p>
        </p:txBody>
      </p:sp>
      <p:sp>
        <p:nvSpPr>
          <p:cNvPr id="59" name="Text Placeholder 58">
            <a:extLst>
              <a:ext uri="{FF2B5EF4-FFF2-40B4-BE49-F238E27FC236}">
                <a16:creationId xmlns:a16="http://schemas.microsoft.com/office/drawing/2014/main" id="{53851CF8-1F76-1746-F965-B8DB49A99C64}"/>
              </a:ext>
            </a:extLst>
          </p:cNvPr>
          <p:cNvSpPr>
            <a:spLocks noGrp="1"/>
          </p:cNvSpPr>
          <p:nvPr>
            <p:ph type="body" sz="quarter" idx="48"/>
          </p:nvPr>
        </p:nvSpPr>
        <p:spPr>
          <a:xfrm>
            <a:off x="4079264" y="2037204"/>
            <a:ext cx="2520000" cy="4298795"/>
          </a:xfrm>
        </p:spPr>
        <p:txBody>
          <a:bodyPr vert="horz" lIns="0" tIns="0" rIns="0" bIns="0" rtlCol="0" anchor="t">
            <a:noAutofit/>
          </a:bodyPr>
          <a:lstStyle/>
          <a:p>
            <a:r>
              <a:rPr lang="en-GB" dirty="0"/>
              <a:t>Alicia is a consultant at ADC Denmark with more than 6 years of experience with economic modelling, data analytics, and business intelligence. She has a strong background in Economics with a focus on Macroeconomics and Finance. </a:t>
            </a:r>
          </a:p>
          <a:p>
            <a:r>
              <a:rPr lang="en-GB" dirty="0"/>
              <a:t>Building on this foundation, she manages complex, multi‑track transformation projects end‑to‑end, from initial scoping and planning through to delivery. She has led strategic transformation programmes, including supporting a major US medical society in defining and executing its AI agenda, assessing AI and data maturity, prioritising high‑impact use cases, and designing phased roadmaps with clear business cases and governance.</a:t>
            </a:r>
          </a:p>
          <a:p>
            <a:r>
              <a:rPr lang="en-GB" dirty="0">
                <a:solidFill>
                  <a:srgbClr val="374151"/>
                </a:solidFill>
              </a:rPr>
              <a:t>With a passion for bridging the gap between data analytics and strategic business goals, Alicia strives to deliver innovative solutions and insights that drive meaningful change. </a:t>
            </a:r>
          </a:p>
          <a:p>
            <a:r>
              <a:rPr lang="en-GB" dirty="0"/>
              <a:t> </a:t>
            </a:r>
          </a:p>
          <a:p>
            <a:endParaRPr lang="en-GB" dirty="0"/>
          </a:p>
        </p:txBody>
      </p:sp>
      <p:sp>
        <p:nvSpPr>
          <p:cNvPr id="60" name="Text Placeholder 59">
            <a:extLst>
              <a:ext uri="{FF2B5EF4-FFF2-40B4-BE49-F238E27FC236}">
                <a16:creationId xmlns:a16="http://schemas.microsoft.com/office/drawing/2014/main" id="{549AA7CA-B3D7-39E5-4265-C474DABED732}"/>
              </a:ext>
            </a:extLst>
          </p:cNvPr>
          <p:cNvSpPr>
            <a:spLocks noGrp="1"/>
          </p:cNvSpPr>
          <p:nvPr>
            <p:ph type="body" sz="quarter" idx="49"/>
          </p:nvPr>
        </p:nvSpPr>
        <p:spPr>
          <a:xfrm>
            <a:off x="6814610" y="2037204"/>
            <a:ext cx="2520000" cy="4471761"/>
          </a:xfrm>
        </p:spPr>
        <p:txBody>
          <a:bodyPr vert="horz" lIns="0" tIns="0" rIns="0" bIns="0" rtlCol="0" anchor="t">
            <a:noAutofit/>
          </a:bodyPr>
          <a:lstStyle/>
          <a:p>
            <a:r>
              <a:rPr lang="en-DK" b="1" dirty="0"/>
              <a:t>Project Management </a:t>
            </a:r>
            <a:br>
              <a:rPr lang="en-DK" b="1" dirty="0"/>
            </a:br>
            <a:r>
              <a:rPr lang="en-GB" dirty="0"/>
              <a:t>Managed complex, multi‑track transformation projects end‑to‑end, from initial scoping and planning to delivery. Accountable for timelines, scope, and risk management, coordinating cross‑functional teams and ensuring on‑time, on‑budget delivery while maintaining senior stakeholder alignment.</a:t>
            </a:r>
            <a:endParaRPr lang="en-DK" b="1" dirty="0"/>
          </a:p>
          <a:p>
            <a:r>
              <a:rPr lang="en-GB" b="1" dirty="0"/>
              <a:t>Strategic transformations</a:t>
            </a:r>
            <a:br>
              <a:rPr lang="en-DK" b="1" dirty="0"/>
            </a:br>
            <a:r>
              <a:rPr lang="en-GB" dirty="0"/>
              <a:t>She has led multiple strategic AI transformation programmes, including defining and executing the AI agenda for a major US medical society and supporting </a:t>
            </a:r>
            <a:r>
              <a:rPr lang="en-GB" dirty="0" err="1"/>
              <a:t>Everllence</a:t>
            </a:r>
            <a:r>
              <a:rPr lang="en-GB" dirty="0"/>
              <a:t> in advancing its AI maturity. This has involved assessing AI and data readiness, prioritising 30+ high‑impact use cases, and designing phased roadmaps with clear business cases, governance, and capability building. She has also managed initial implementation phases, from proof‑of‑concept delivery to leadership enablement, to support adoption, change, and the scaling of agentic AI use cases in core business workflows.</a:t>
            </a:r>
          </a:p>
          <a:p>
            <a:pPr>
              <a:lnSpc>
                <a:spcPct val="90000"/>
              </a:lnSpc>
            </a:pPr>
            <a:r>
              <a:rPr lang="en-GB" b="1" dirty="0"/>
              <a:t>Commercial</a:t>
            </a:r>
            <a:r>
              <a:rPr lang="en-GB" dirty="0"/>
              <a:t> </a:t>
            </a:r>
            <a:br>
              <a:rPr lang="en-GB" dirty="0"/>
            </a:br>
            <a:r>
              <a:rPr lang="en-GB" dirty="0"/>
              <a:t>Alicia led the development of strategy realisation dashboard for a pharma client, supporting launch and commercial planning across markets.</a:t>
            </a:r>
          </a:p>
        </p:txBody>
      </p:sp>
      <p:sp>
        <p:nvSpPr>
          <p:cNvPr id="39" name="Text Placeholder 38">
            <a:extLst>
              <a:ext uri="{FF2B5EF4-FFF2-40B4-BE49-F238E27FC236}">
                <a16:creationId xmlns:a16="http://schemas.microsoft.com/office/drawing/2014/main" id="{A6E8490A-FCE8-339C-CB19-540B806657AF}"/>
              </a:ext>
            </a:extLst>
          </p:cNvPr>
          <p:cNvSpPr>
            <a:spLocks noGrp="1"/>
          </p:cNvSpPr>
          <p:nvPr>
            <p:ph type="body" sz="quarter" idx="51"/>
          </p:nvPr>
        </p:nvSpPr>
        <p:spPr>
          <a:xfrm>
            <a:off x="9549955" y="2063241"/>
            <a:ext cx="2281683" cy="3933963"/>
          </a:xfrm>
        </p:spPr>
        <p:txBody>
          <a:bodyPr/>
          <a:lstStyle/>
          <a:p>
            <a:r>
              <a:rPr lang="en-GB" b="1" dirty="0"/>
              <a:t>The American Society of </a:t>
            </a:r>
            <a:r>
              <a:rPr lang="en-GB" b="1" dirty="0" err="1"/>
              <a:t>Hematology</a:t>
            </a:r>
            <a:endParaRPr lang="en-GB" b="1" dirty="0"/>
          </a:p>
          <a:p>
            <a:r>
              <a:rPr lang="en-GB" b="1" dirty="0" err="1"/>
              <a:t>Everllence</a:t>
            </a:r>
            <a:r>
              <a:rPr lang="en-GB" b="1" dirty="0"/>
              <a:t> (</a:t>
            </a:r>
            <a:r>
              <a:rPr lang="en-GB" b="1" dirty="0" err="1"/>
              <a:t>PrimeServ</a:t>
            </a:r>
            <a:r>
              <a:rPr lang="en-GB" b="1" dirty="0"/>
              <a:t> DK)</a:t>
            </a:r>
          </a:p>
          <a:p>
            <a:r>
              <a:rPr lang="en-GB" b="1" dirty="0"/>
              <a:t>ALK-Abelló</a:t>
            </a:r>
          </a:p>
          <a:p>
            <a:r>
              <a:rPr lang="en-GB" b="1" dirty="0"/>
              <a:t>Novo Nordisk: </a:t>
            </a:r>
          </a:p>
          <a:p>
            <a:pPr lvl="1">
              <a:spcBef>
                <a:spcPts val="0"/>
              </a:spcBef>
            </a:pPr>
            <a:r>
              <a:rPr lang="en-GB" sz="1000" dirty="0"/>
              <a:t>MRI </a:t>
            </a:r>
          </a:p>
          <a:p>
            <a:pPr lvl="1">
              <a:spcBef>
                <a:spcPts val="0"/>
              </a:spcBef>
            </a:pPr>
            <a:r>
              <a:rPr lang="en-GB" sz="1000" dirty="0"/>
              <a:t>PSAP </a:t>
            </a:r>
          </a:p>
          <a:p>
            <a:pPr lvl="1">
              <a:spcBef>
                <a:spcPts val="0"/>
              </a:spcBef>
            </a:pPr>
            <a:r>
              <a:rPr lang="en-GB" sz="1000" dirty="0"/>
              <a:t>Digital Health </a:t>
            </a:r>
          </a:p>
          <a:p>
            <a:pPr lvl="1">
              <a:spcBef>
                <a:spcPts val="0"/>
              </a:spcBef>
            </a:pPr>
            <a:r>
              <a:rPr lang="en-GB" sz="1000" dirty="0"/>
              <a:t>Patient advocacy</a:t>
            </a:r>
          </a:p>
          <a:p>
            <a:pPr lvl="1">
              <a:spcBef>
                <a:spcPts val="0"/>
              </a:spcBef>
            </a:pPr>
            <a:r>
              <a:rPr lang="en-GB" sz="1000" dirty="0"/>
              <a:t>Obesity </a:t>
            </a:r>
            <a:r>
              <a:rPr lang="en-GB" sz="1000" dirty="0" err="1"/>
              <a:t>PowerHub</a:t>
            </a:r>
            <a:endParaRPr lang="en-GB" sz="1000" dirty="0"/>
          </a:p>
          <a:p>
            <a:r>
              <a:rPr lang="en-GB" b="1" dirty="0"/>
              <a:t>De Volksbank</a:t>
            </a:r>
          </a:p>
          <a:p>
            <a:r>
              <a:rPr lang="en-GB" b="1" dirty="0"/>
              <a:t>NWB Bank </a:t>
            </a:r>
            <a:r>
              <a:rPr lang="en-GB" sz="1000" dirty="0"/>
              <a:t>(De Nederlandse </a:t>
            </a:r>
            <a:r>
              <a:rPr lang="en-GB" sz="1000" dirty="0" err="1"/>
              <a:t>Waterschapsbank</a:t>
            </a:r>
            <a:r>
              <a:rPr lang="en-GB" sz="1000" dirty="0"/>
              <a:t>)</a:t>
            </a:r>
          </a:p>
          <a:p>
            <a:pPr marL="0" indent="0">
              <a:spcBef>
                <a:spcPts val="0"/>
              </a:spcBef>
              <a:buNone/>
            </a:pPr>
            <a:endParaRPr lang="en-GB" sz="850" dirty="0"/>
          </a:p>
        </p:txBody>
      </p:sp>
      <p:sp>
        <p:nvSpPr>
          <p:cNvPr id="40" name="Text Placeholder 39">
            <a:extLst>
              <a:ext uri="{FF2B5EF4-FFF2-40B4-BE49-F238E27FC236}">
                <a16:creationId xmlns:a16="http://schemas.microsoft.com/office/drawing/2014/main" id="{09583D21-7485-AAF3-DE8E-D57BE239E696}"/>
              </a:ext>
            </a:extLst>
          </p:cNvPr>
          <p:cNvSpPr>
            <a:spLocks noGrp="1"/>
          </p:cNvSpPr>
          <p:nvPr>
            <p:ph type="body" sz="quarter" idx="52"/>
          </p:nvPr>
        </p:nvSpPr>
        <p:spPr/>
        <p:txBody>
          <a:bodyPr/>
          <a:lstStyle/>
          <a:p>
            <a:r>
              <a:rPr lang="en-GB" err="1"/>
              <a:t>Alicia.l@adc-consulting.com</a:t>
            </a:r>
            <a:endParaRPr lang="en-GB"/>
          </a:p>
        </p:txBody>
      </p:sp>
      <p:sp>
        <p:nvSpPr>
          <p:cNvPr id="41" name="Text Placeholder 40">
            <a:extLst>
              <a:ext uri="{FF2B5EF4-FFF2-40B4-BE49-F238E27FC236}">
                <a16:creationId xmlns:a16="http://schemas.microsoft.com/office/drawing/2014/main" id="{F94FD25F-8109-BD32-0109-2A2610432D61}"/>
              </a:ext>
            </a:extLst>
          </p:cNvPr>
          <p:cNvSpPr>
            <a:spLocks noGrp="1"/>
          </p:cNvSpPr>
          <p:nvPr>
            <p:ph type="body" sz="quarter" idx="53"/>
          </p:nvPr>
        </p:nvSpPr>
        <p:spPr>
          <a:xfrm>
            <a:off x="4068405" y="787159"/>
            <a:ext cx="2592000" cy="180000"/>
          </a:xfrm>
        </p:spPr>
        <p:txBody>
          <a:bodyPr/>
          <a:lstStyle/>
          <a:p>
            <a:r>
              <a:rPr lang="en-GB"/>
              <a:t>+45 61 75 86 19</a:t>
            </a:r>
          </a:p>
        </p:txBody>
      </p:sp>
    </p:spTree>
    <p:extLst>
      <p:ext uri="{BB962C8B-B14F-4D97-AF65-F5344CB8AC3E}">
        <p14:creationId xmlns:p14="http://schemas.microsoft.com/office/powerpoint/2010/main" val="2937330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 name="Picture Placeholder 43" descr="A person in a blue suit&#10;&#10;Description automatically generated">
            <a:extLst>
              <a:ext uri="{FF2B5EF4-FFF2-40B4-BE49-F238E27FC236}">
                <a16:creationId xmlns:a16="http://schemas.microsoft.com/office/drawing/2014/main" id="{D8F81883-E34D-D0F5-5165-82F856C1BBB9}"/>
              </a:ext>
            </a:extLst>
          </p:cNvPr>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a:stretch>
            <a:fillRect/>
          </a:stretch>
        </p:blipFill>
        <p:spPr/>
      </p:pic>
      <p:sp>
        <p:nvSpPr>
          <p:cNvPr id="5" name="Text Placeholder 4">
            <a:extLst>
              <a:ext uri="{FF2B5EF4-FFF2-40B4-BE49-F238E27FC236}">
                <a16:creationId xmlns:a16="http://schemas.microsoft.com/office/drawing/2014/main" id="{86C99D2B-D32B-A374-F56A-5B5A15C2F677}"/>
              </a:ext>
            </a:extLst>
          </p:cNvPr>
          <p:cNvSpPr>
            <a:spLocks noGrp="1"/>
          </p:cNvSpPr>
          <p:nvPr>
            <p:ph type="body" sz="quarter" idx="15"/>
          </p:nvPr>
        </p:nvSpPr>
        <p:spPr/>
        <p:txBody>
          <a:bodyPr/>
          <a:lstStyle/>
          <a:p>
            <a:r>
              <a:rPr lang="en-GB" dirty="0"/>
              <a:t>2022 - now</a:t>
            </a:r>
          </a:p>
        </p:txBody>
      </p:sp>
      <p:sp>
        <p:nvSpPr>
          <p:cNvPr id="6" name="Text Placeholder 5">
            <a:extLst>
              <a:ext uri="{FF2B5EF4-FFF2-40B4-BE49-F238E27FC236}">
                <a16:creationId xmlns:a16="http://schemas.microsoft.com/office/drawing/2014/main" id="{6EB8381E-F74B-4E21-C93A-3EFA32ABA2FB}"/>
              </a:ext>
            </a:extLst>
          </p:cNvPr>
          <p:cNvSpPr>
            <a:spLocks noGrp="1"/>
          </p:cNvSpPr>
          <p:nvPr>
            <p:ph type="body" sz="quarter" idx="16"/>
          </p:nvPr>
        </p:nvSpPr>
        <p:spPr/>
        <p:txBody>
          <a:bodyPr/>
          <a:lstStyle/>
          <a:p>
            <a:r>
              <a:rPr lang="en-GB"/>
              <a:t>ADC Denmark</a:t>
            </a:r>
          </a:p>
        </p:txBody>
      </p:sp>
      <p:sp>
        <p:nvSpPr>
          <p:cNvPr id="7" name="Text Placeholder 6">
            <a:extLst>
              <a:ext uri="{FF2B5EF4-FFF2-40B4-BE49-F238E27FC236}">
                <a16:creationId xmlns:a16="http://schemas.microsoft.com/office/drawing/2014/main" id="{202B8076-6BC4-C9C8-8A56-4AAB9365A327}"/>
              </a:ext>
            </a:extLst>
          </p:cNvPr>
          <p:cNvSpPr>
            <a:spLocks noGrp="1"/>
          </p:cNvSpPr>
          <p:nvPr>
            <p:ph type="body" sz="quarter" idx="17"/>
          </p:nvPr>
        </p:nvSpPr>
        <p:spPr/>
        <p:txBody>
          <a:bodyPr/>
          <a:lstStyle/>
          <a:p>
            <a:r>
              <a:rPr lang="en-GB"/>
              <a:t>Project Lead  - Financial Services</a:t>
            </a:r>
          </a:p>
        </p:txBody>
      </p:sp>
      <p:sp>
        <p:nvSpPr>
          <p:cNvPr id="8" name="Text Placeholder 7">
            <a:extLst>
              <a:ext uri="{FF2B5EF4-FFF2-40B4-BE49-F238E27FC236}">
                <a16:creationId xmlns:a16="http://schemas.microsoft.com/office/drawing/2014/main" id="{DE13CE4D-DE57-E5A3-7480-E6AEB43BFEB9}"/>
              </a:ext>
            </a:extLst>
          </p:cNvPr>
          <p:cNvSpPr>
            <a:spLocks noGrp="1"/>
          </p:cNvSpPr>
          <p:nvPr>
            <p:ph type="body" sz="quarter" idx="18"/>
          </p:nvPr>
        </p:nvSpPr>
        <p:spPr/>
        <p:txBody>
          <a:bodyPr/>
          <a:lstStyle/>
          <a:p>
            <a:r>
              <a:rPr lang="en-GB" dirty="0"/>
              <a:t>Lasse Hachem</a:t>
            </a:r>
          </a:p>
        </p:txBody>
      </p:sp>
      <p:sp>
        <p:nvSpPr>
          <p:cNvPr id="9" name="Text Placeholder 8">
            <a:extLst>
              <a:ext uri="{FF2B5EF4-FFF2-40B4-BE49-F238E27FC236}">
                <a16:creationId xmlns:a16="http://schemas.microsoft.com/office/drawing/2014/main" id="{88F5F4E4-74E9-ED14-67C2-9787D05DCC77}"/>
              </a:ext>
            </a:extLst>
          </p:cNvPr>
          <p:cNvSpPr>
            <a:spLocks noGrp="1"/>
          </p:cNvSpPr>
          <p:nvPr>
            <p:ph type="body" sz="quarter" idx="19"/>
          </p:nvPr>
        </p:nvSpPr>
        <p:spPr/>
        <p:txBody>
          <a:bodyPr/>
          <a:lstStyle/>
          <a:p>
            <a:r>
              <a:rPr lang="en-GB" dirty="0">
                <a:cs typeface="Gotham-Book"/>
              </a:rPr>
              <a:t>Project Lead - Financial Services</a:t>
            </a:r>
          </a:p>
        </p:txBody>
      </p:sp>
      <p:sp>
        <p:nvSpPr>
          <p:cNvPr id="10" name="Text Placeholder 9">
            <a:extLst>
              <a:ext uri="{FF2B5EF4-FFF2-40B4-BE49-F238E27FC236}">
                <a16:creationId xmlns:a16="http://schemas.microsoft.com/office/drawing/2014/main" id="{5933B880-66AD-D970-166D-71F6BFF47763}"/>
              </a:ext>
            </a:extLst>
          </p:cNvPr>
          <p:cNvSpPr>
            <a:spLocks noGrp="1"/>
          </p:cNvSpPr>
          <p:nvPr>
            <p:ph type="body" sz="quarter" idx="20"/>
          </p:nvPr>
        </p:nvSpPr>
        <p:spPr/>
        <p:txBody>
          <a:bodyPr/>
          <a:lstStyle/>
          <a:p>
            <a:r>
              <a:rPr lang="en-GB"/>
              <a:t>2020 - 2022</a:t>
            </a:r>
          </a:p>
        </p:txBody>
      </p:sp>
      <p:sp>
        <p:nvSpPr>
          <p:cNvPr id="11" name="Text Placeholder 10">
            <a:extLst>
              <a:ext uri="{FF2B5EF4-FFF2-40B4-BE49-F238E27FC236}">
                <a16:creationId xmlns:a16="http://schemas.microsoft.com/office/drawing/2014/main" id="{E815401E-A247-2AB6-1000-62B2C5882907}"/>
              </a:ext>
            </a:extLst>
          </p:cNvPr>
          <p:cNvSpPr>
            <a:spLocks noGrp="1"/>
          </p:cNvSpPr>
          <p:nvPr>
            <p:ph type="body" sz="quarter" idx="21"/>
          </p:nvPr>
        </p:nvSpPr>
        <p:spPr/>
        <p:txBody>
          <a:bodyPr/>
          <a:lstStyle/>
          <a:p>
            <a:r>
              <a:rPr lang="en-GB"/>
              <a:t>Novo Nordisk</a:t>
            </a:r>
          </a:p>
        </p:txBody>
      </p:sp>
      <p:sp>
        <p:nvSpPr>
          <p:cNvPr id="12" name="Text Placeholder 11">
            <a:extLst>
              <a:ext uri="{FF2B5EF4-FFF2-40B4-BE49-F238E27FC236}">
                <a16:creationId xmlns:a16="http://schemas.microsoft.com/office/drawing/2014/main" id="{272D0237-0BD2-1A3A-BEF5-9CF7FB6A1012}"/>
              </a:ext>
            </a:extLst>
          </p:cNvPr>
          <p:cNvSpPr>
            <a:spLocks noGrp="1"/>
          </p:cNvSpPr>
          <p:nvPr>
            <p:ph type="body" sz="quarter" idx="22"/>
          </p:nvPr>
        </p:nvSpPr>
        <p:spPr/>
        <p:txBody>
          <a:bodyPr/>
          <a:lstStyle/>
          <a:p>
            <a:r>
              <a:rPr lang="en-GB"/>
              <a:t>Project Lead – AI, RPA &amp; IoT</a:t>
            </a:r>
          </a:p>
        </p:txBody>
      </p:sp>
      <p:sp>
        <p:nvSpPr>
          <p:cNvPr id="13" name="Text Placeholder 12">
            <a:extLst>
              <a:ext uri="{FF2B5EF4-FFF2-40B4-BE49-F238E27FC236}">
                <a16:creationId xmlns:a16="http://schemas.microsoft.com/office/drawing/2014/main" id="{9E28B016-724B-6545-2F50-62F5894B3686}"/>
              </a:ext>
            </a:extLst>
          </p:cNvPr>
          <p:cNvSpPr>
            <a:spLocks noGrp="1"/>
          </p:cNvSpPr>
          <p:nvPr>
            <p:ph type="body" sz="quarter" idx="23"/>
          </p:nvPr>
        </p:nvSpPr>
        <p:spPr/>
        <p:txBody>
          <a:bodyPr/>
          <a:lstStyle/>
          <a:p>
            <a:r>
              <a:rPr lang="en-GB">
                <a:cs typeface="Gotham-Book"/>
              </a:rPr>
              <a:t>2018 - 2020</a:t>
            </a:r>
          </a:p>
        </p:txBody>
      </p:sp>
      <p:sp>
        <p:nvSpPr>
          <p:cNvPr id="14" name="Text Placeholder 13">
            <a:extLst>
              <a:ext uri="{FF2B5EF4-FFF2-40B4-BE49-F238E27FC236}">
                <a16:creationId xmlns:a16="http://schemas.microsoft.com/office/drawing/2014/main" id="{AAE8BF64-4F03-EC1F-4C4A-6AB366A1B8DA}"/>
              </a:ext>
            </a:extLst>
          </p:cNvPr>
          <p:cNvSpPr>
            <a:spLocks noGrp="1"/>
          </p:cNvSpPr>
          <p:nvPr>
            <p:ph type="body" sz="quarter" idx="24"/>
          </p:nvPr>
        </p:nvSpPr>
        <p:spPr/>
        <p:txBody>
          <a:bodyPr/>
          <a:lstStyle/>
          <a:p>
            <a:r>
              <a:rPr lang="en-GB"/>
              <a:t>Deloitte</a:t>
            </a:r>
          </a:p>
        </p:txBody>
      </p:sp>
      <p:sp>
        <p:nvSpPr>
          <p:cNvPr id="15" name="Text Placeholder 14">
            <a:extLst>
              <a:ext uri="{FF2B5EF4-FFF2-40B4-BE49-F238E27FC236}">
                <a16:creationId xmlns:a16="http://schemas.microsoft.com/office/drawing/2014/main" id="{19FE7991-DC38-0002-868A-87BA4CFA727D}"/>
              </a:ext>
            </a:extLst>
          </p:cNvPr>
          <p:cNvSpPr>
            <a:spLocks noGrp="1"/>
          </p:cNvSpPr>
          <p:nvPr>
            <p:ph type="body" sz="quarter" idx="25"/>
          </p:nvPr>
        </p:nvSpPr>
        <p:spPr/>
        <p:txBody>
          <a:bodyPr/>
          <a:lstStyle/>
          <a:p>
            <a:r>
              <a:rPr lang="en-GB"/>
              <a:t>Senior Consultant – Financial Services</a:t>
            </a:r>
          </a:p>
        </p:txBody>
      </p:sp>
      <p:sp>
        <p:nvSpPr>
          <p:cNvPr id="16" name="Text Placeholder 15">
            <a:extLst>
              <a:ext uri="{FF2B5EF4-FFF2-40B4-BE49-F238E27FC236}">
                <a16:creationId xmlns:a16="http://schemas.microsoft.com/office/drawing/2014/main" id="{D9A8B831-B764-AFA5-66C5-2BC0206049A3}"/>
              </a:ext>
            </a:extLst>
          </p:cNvPr>
          <p:cNvSpPr>
            <a:spLocks noGrp="1"/>
          </p:cNvSpPr>
          <p:nvPr>
            <p:ph type="body" sz="quarter" idx="26"/>
          </p:nvPr>
        </p:nvSpPr>
        <p:spPr/>
        <p:txBody>
          <a:bodyPr/>
          <a:lstStyle/>
          <a:p>
            <a:r>
              <a:rPr lang="en-GB" dirty="0">
                <a:cs typeface="Gotham-Book"/>
              </a:rPr>
              <a:t>2016 - 2018</a:t>
            </a:r>
          </a:p>
        </p:txBody>
      </p:sp>
      <p:sp>
        <p:nvSpPr>
          <p:cNvPr id="17" name="Text Placeholder 16">
            <a:extLst>
              <a:ext uri="{FF2B5EF4-FFF2-40B4-BE49-F238E27FC236}">
                <a16:creationId xmlns:a16="http://schemas.microsoft.com/office/drawing/2014/main" id="{AC811119-A5F5-C498-89B1-07D0494FE0E6}"/>
              </a:ext>
            </a:extLst>
          </p:cNvPr>
          <p:cNvSpPr>
            <a:spLocks noGrp="1"/>
          </p:cNvSpPr>
          <p:nvPr>
            <p:ph type="body" sz="quarter" idx="27"/>
          </p:nvPr>
        </p:nvSpPr>
        <p:spPr/>
        <p:txBody>
          <a:bodyPr/>
          <a:lstStyle/>
          <a:p>
            <a:r>
              <a:rPr lang="en-GB" dirty="0">
                <a:cs typeface="Gotham-Book"/>
              </a:rPr>
              <a:t>Deloitte</a:t>
            </a:r>
            <a:endParaRPr lang="en-GB" dirty="0"/>
          </a:p>
        </p:txBody>
      </p:sp>
      <p:sp>
        <p:nvSpPr>
          <p:cNvPr id="18" name="Text Placeholder 17">
            <a:extLst>
              <a:ext uri="{FF2B5EF4-FFF2-40B4-BE49-F238E27FC236}">
                <a16:creationId xmlns:a16="http://schemas.microsoft.com/office/drawing/2014/main" id="{2E8B2EA4-CBDA-037C-B4DC-2DBEC977C1EA}"/>
              </a:ext>
            </a:extLst>
          </p:cNvPr>
          <p:cNvSpPr>
            <a:spLocks noGrp="1"/>
          </p:cNvSpPr>
          <p:nvPr>
            <p:ph type="body" sz="quarter" idx="28"/>
          </p:nvPr>
        </p:nvSpPr>
        <p:spPr>
          <a:xfrm>
            <a:off x="1318063" y="3154826"/>
            <a:ext cx="2412000" cy="321247"/>
          </a:xfrm>
        </p:spPr>
        <p:txBody>
          <a:bodyPr/>
          <a:lstStyle/>
          <a:p>
            <a:r>
              <a:rPr lang="en-GB">
                <a:ea typeface="+mn-lt"/>
                <a:cs typeface="+mn-lt"/>
              </a:rPr>
              <a:t>Consultant – Financial Services</a:t>
            </a:r>
            <a:endParaRPr lang="en-GB" i="0">
              <a:ea typeface="+mn-lt"/>
              <a:cs typeface="+mn-lt"/>
            </a:endParaRPr>
          </a:p>
        </p:txBody>
      </p:sp>
      <p:sp>
        <p:nvSpPr>
          <p:cNvPr id="25" name="Text Placeholder 24">
            <a:extLst>
              <a:ext uri="{FF2B5EF4-FFF2-40B4-BE49-F238E27FC236}">
                <a16:creationId xmlns:a16="http://schemas.microsoft.com/office/drawing/2014/main" id="{00D22501-8962-E4A3-DB99-9FF131082EDB}"/>
              </a:ext>
            </a:extLst>
          </p:cNvPr>
          <p:cNvSpPr>
            <a:spLocks noGrp="1"/>
          </p:cNvSpPr>
          <p:nvPr>
            <p:ph type="body" sz="quarter" idx="35"/>
          </p:nvPr>
        </p:nvSpPr>
        <p:spPr/>
        <p:txBody>
          <a:bodyPr/>
          <a:lstStyle/>
          <a:p>
            <a:r>
              <a:rPr lang="en-GB"/>
              <a:t>2013 - 2016</a:t>
            </a:r>
          </a:p>
        </p:txBody>
      </p:sp>
      <p:sp>
        <p:nvSpPr>
          <p:cNvPr id="26" name="Text Placeholder 25">
            <a:extLst>
              <a:ext uri="{FF2B5EF4-FFF2-40B4-BE49-F238E27FC236}">
                <a16:creationId xmlns:a16="http://schemas.microsoft.com/office/drawing/2014/main" id="{0A53E29B-DEA4-20A3-D6ED-50EC78785E78}"/>
              </a:ext>
            </a:extLst>
          </p:cNvPr>
          <p:cNvSpPr>
            <a:spLocks noGrp="1"/>
          </p:cNvSpPr>
          <p:nvPr>
            <p:ph type="body" sz="quarter" idx="36"/>
          </p:nvPr>
        </p:nvSpPr>
        <p:spPr/>
        <p:txBody>
          <a:bodyPr/>
          <a:lstStyle/>
          <a:p>
            <a:r>
              <a:rPr lang="en-GB"/>
              <a:t>MSc Applied Economics &amp; Finance</a:t>
            </a:r>
          </a:p>
        </p:txBody>
      </p:sp>
      <p:sp>
        <p:nvSpPr>
          <p:cNvPr id="27" name="Text Placeholder 26">
            <a:extLst>
              <a:ext uri="{FF2B5EF4-FFF2-40B4-BE49-F238E27FC236}">
                <a16:creationId xmlns:a16="http://schemas.microsoft.com/office/drawing/2014/main" id="{6E064B88-646A-BAE4-5D6F-CE68350ED06F}"/>
              </a:ext>
            </a:extLst>
          </p:cNvPr>
          <p:cNvSpPr>
            <a:spLocks noGrp="1"/>
          </p:cNvSpPr>
          <p:nvPr>
            <p:ph type="body" sz="quarter" idx="37"/>
          </p:nvPr>
        </p:nvSpPr>
        <p:spPr/>
        <p:txBody>
          <a:bodyPr/>
          <a:lstStyle/>
          <a:p>
            <a:r>
              <a:rPr lang="en-GB"/>
              <a:t>Copenhagen Business School (CBS)</a:t>
            </a:r>
          </a:p>
        </p:txBody>
      </p:sp>
      <p:sp>
        <p:nvSpPr>
          <p:cNvPr id="28" name="Text Placeholder 27">
            <a:extLst>
              <a:ext uri="{FF2B5EF4-FFF2-40B4-BE49-F238E27FC236}">
                <a16:creationId xmlns:a16="http://schemas.microsoft.com/office/drawing/2014/main" id="{C5A5F138-5356-D9CA-C4EE-08C1C58110DA}"/>
              </a:ext>
            </a:extLst>
          </p:cNvPr>
          <p:cNvSpPr>
            <a:spLocks noGrp="1"/>
          </p:cNvSpPr>
          <p:nvPr>
            <p:ph type="body" sz="quarter" idx="38"/>
          </p:nvPr>
        </p:nvSpPr>
        <p:spPr/>
        <p:txBody>
          <a:bodyPr/>
          <a:lstStyle/>
          <a:p>
            <a:r>
              <a:rPr lang="en-GB"/>
              <a:t>2014 - 2015</a:t>
            </a:r>
          </a:p>
        </p:txBody>
      </p:sp>
      <p:sp>
        <p:nvSpPr>
          <p:cNvPr id="29" name="Text Placeholder 28">
            <a:extLst>
              <a:ext uri="{FF2B5EF4-FFF2-40B4-BE49-F238E27FC236}">
                <a16:creationId xmlns:a16="http://schemas.microsoft.com/office/drawing/2014/main" id="{75BDAE34-A3C2-2EF7-BF0F-EC470A0F0E43}"/>
              </a:ext>
            </a:extLst>
          </p:cNvPr>
          <p:cNvSpPr>
            <a:spLocks noGrp="1"/>
          </p:cNvSpPr>
          <p:nvPr>
            <p:ph type="body" sz="quarter" idx="39"/>
          </p:nvPr>
        </p:nvSpPr>
        <p:spPr/>
        <p:txBody>
          <a:bodyPr/>
          <a:lstStyle/>
          <a:p>
            <a:r>
              <a:rPr lang="en-GB"/>
              <a:t>Hedge Funds &amp; Investments</a:t>
            </a:r>
          </a:p>
        </p:txBody>
      </p:sp>
      <p:sp>
        <p:nvSpPr>
          <p:cNvPr id="30" name="Text Placeholder 29">
            <a:extLst>
              <a:ext uri="{FF2B5EF4-FFF2-40B4-BE49-F238E27FC236}">
                <a16:creationId xmlns:a16="http://schemas.microsoft.com/office/drawing/2014/main" id="{4B9CC525-9A29-8A33-B945-B3AAE349B382}"/>
              </a:ext>
            </a:extLst>
          </p:cNvPr>
          <p:cNvSpPr>
            <a:spLocks noGrp="1"/>
          </p:cNvSpPr>
          <p:nvPr>
            <p:ph type="body" sz="quarter" idx="40"/>
          </p:nvPr>
        </p:nvSpPr>
        <p:spPr/>
        <p:txBody>
          <a:bodyPr/>
          <a:lstStyle/>
          <a:p>
            <a:r>
              <a:rPr lang="en-GB"/>
              <a:t>Goethe University - Frankfurt</a:t>
            </a:r>
          </a:p>
        </p:txBody>
      </p:sp>
      <p:sp>
        <p:nvSpPr>
          <p:cNvPr id="31" name="Text Placeholder 30">
            <a:extLst>
              <a:ext uri="{FF2B5EF4-FFF2-40B4-BE49-F238E27FC236}">
                <a16:creationId xmlns:a16="http://schemas.microsoft.com/office/drawing/2014/main" id="{69397CEE-75DB-8E7F-7301-2CCE8CDAEDE7}"/>
              </a:ext>
            </a:extLst>
          </p:cNvPr>
          <p:cNvSpPr>
            <a:spLocks noGrp="1"/>
          </p:cNvSpPr>
          <p:nvPr>
            <p:ph type="body" sz="quarter" idx="41"/>
          </p:nvPr>
        </p:nvSpPr>
        <p:spPr/>
        <p:txBody>
          <a:bodyPr/>
          <a:lstStyle/>
          <a:p>
            <a:r>
              <a:rPr lang="en-GB"/>
              <a:t>2010 - 2013</a:t>
            </a:r>
          </a:p>
        </p:txBody>
      </p:sp>
      <p:sp>
        <p:nvSpPr>
          <p:cNvPr id="32" name="Text Placeholder 31">
            <a:extLst>
              <a:ext uri="{FF2B5EF4-FFF2-40B4-BE49-F238E27FC236}">
                <a16:creationId xmlns:a16="http://schemas.microsoft.com/office/drawing/2014/main" id="{C97D09A4-E023-4F8E-0637-081BBD81508A}"/>
              </a:ext>
            </a:extLst>
          </p:cNvPr>
          <p:cNvSpPr>
            <a:spLocks noGrp="1"/>
          </p:cNvSpPr>
          <p:nvPr>
            <p:ph type="body" sz="quarter" idx="42"/>
          </p:nvPr>
        </p:nvSpPr>
        <p:spPr/>
        <p:txBody>
          <a:bodyPr/>
          <a:lstStyle/>
          <a:p>
            <a:r>
              <a:rPr lang="en-GB"/>
              <a:t>BSc Economics and Business Admin.</a:t>
            </a:r>
          </a:p>
        </p:txBody>
      </p:sp>
      <p:sp>
        <p:nvSpPr>
          <p:cNvPr id="33" name="Text Placeholder 32">
            <a:extLst>
              <a:ext uri="{FF2B5EF4-FFF2-40B4-BE49-F238E27FC236}">
                <a16:creationId xmlns:a16="http://schemas.microsoft.com/office/drawing/2014/main" id="{421C05DB-9F25-8FBE-F8CE-5E38F9FAE701}"/>
              </a:ext>
            </a:extLst>
          </p:cNvPr>
          <p:cNvSpPr>
            <a:spLocks noGrp="1"/>
          </p:cNvSpPr>
          <p:nvPr>
            <p:ph type="body" sz="quarter" idx="43"/>
          </p:nvPr>
        </p:nvSpPr>
        <p:spPr/>
        <p:txBody>
          <a:bodyPr/>
          <a:lstStyle/>
          <a:p>
            <a:r>
              <a:rPr lang="en-GB"/>
              <a:t>Copenhagen Business School (CBS)</a:t>
            </a:r>
          </a:p>
        </p:txBody>
      </p:sp>
      <p:sp>
        <p:nvSpPr>
          <p:cNvPr id="37" name="Text Placeholder 36">
            <a:extLst>
              <a:ext uri="{FF2B5EF4-FFF2-40B4-BE49-F238E27FC236}">
                <a16:creationId xmlns:a16="http://schemas.microsoft.com/office/drawing/2014/main" id="{6E250450-C5B5-1194-0DD2-3C234E20725B}"/>
              </a:ext>
            </a:extLst>
          </p:cNvPr>
          <p:cNvSpPr>
            <a:spLocks noGrp="1"/>
          </p:cNvSpPr>
          <p:nvPr>
            <p:ph type="body" sz="quarter" idx="47"/>
          </p:nvPr>
        </p:nvSpPr>
        <p:spPr/>
        <p:txBody>
          <a:bodyPr/>
          <a:lstStyle/>
          <a:p>
            <a:r>
              <a:rPr lang="en-GB"/>
              <a:t>Danish, English, German, Polish, Arabic  </a:t>
            </a:r>
          </a:p>
        </p:txBody>
      </p:sp>
      <p:sp>
        <p:nvSpPr>
          <p:cNvPr id="38" name="Text Placeholder 37">
            <a:extLst>
              <a:ext uri="{FF2B5EF4-FFF2-40B4-BE49-F238E27FC236}">
                <a16:creationId xmlns:a16="http://schemas.microsoft.com/office/drawing/2014/main" id="{B56C890D-F6E2-F756-CC36-E3B12EAF5294}"/>
              </a:ext>
            </a:extLst>
          </p:cNvPr>
          <p:cNvSpPr>
            <a:spLocks noGrp="1"/>
          </p:cNvSpPr>
          <p:nvPr>
            <p:ph type="body" sz="quarter" idx="48"/>
          </p:nvPr>
        </p:nvSpPr>
        <p:spPr/>
        <p:txBody>
          <a:bodyPr/>
          <a:lstStyle/>
          <a:p>
            <a:r>
              <a:rPr lang="en-GB" dirty="0"/>
              <a:t>Lasse is a Project Lead at ADC. He is skilled in driving large digitalization programs with C-level, relevant stakeholders and development teams, aligning on prioritization and creating highest business value for the client.</a:t>
            </a:r>
          </a:p>
          <a:p>
            <a:endParaRPr lang="en-GB" dirty="0"/>
          </a:p>
          <a:p>
            <a:r>
              <a:rPr lang="en-GB" dirty="0"/>
              <a:t>Lasse has broad project experience within financial services, working with different areas such as asset management, banking, pension, taxes, accounting and responsible investments (ESG).</a:t>
            </a:r>
          </a:p>
          <a:p>
            <a:endParaRPr lang="en-GB" dirty="0"/>
          </a:p>
          <a:p>
            <a:r>
              <a:rPr lang="en-GB" dirty="0"/>
              <a:t>Furthermore, Lasse has previously worked as a project lead within the pharma industry and delivered compliance heavy AI projects (</a:t>
            </a:r>
            <a:r>
              <a:rPr lang="en-GB" dirty="0" err="1"/>
              <a:t>GxP</a:t>
            </a:r>
            <a:r>
              <a:rPr lang="en-GB" dirty="0"/>
              <a:t>) in record time due to his ability to manage stakeholders and architect solutions with his team and the business.</a:t>
            </a:r>
          </a:p>
        </p:txBody>
      </p:sp>
      <p:sp>
        <p:nvSpPr>
          <p:cNvPr id="39" name="Text Placeholder 38">
            <a:extLst>
              <a:ext uri="{FF2B5EF4-FFF2-40B4-BE49-F238E27FC236}">
                <a16:creationId xmlns:a16="http://schemas.microsoft.com/office/drawing/2014/main" id="{C2CD7E5F-74C4-0479-1D5D-72E7DAAF0839}"/>
              </a:ext>
            </a:extLst>
          </p:cNvPr>
          <p:cNvSpPr>
            <a:spLocks noGrp="1"/>
          </p:cNvSpPr>
          <p:nvPr>
            <p:ph type="body" sz="quarter" idx="49"/>
          </p:nvPr>
        </p:nvSpPr>
        <p:spPr/>
        <p:txBody>
          <a:bodyPr/>
          <a:lstStyle/>
          <a:p>
            <a:pPr>
              <a:spcAft>
                <a:spcPts val="300"/>
              </a:spcAft>
            </a:pPr>
            <a:r>
              <a:rPr lang="en-GB" b="1"/>
              <a:t>Digital transformation - Program Lead</a:t>
            </a:r>
          </a:p>
          <a:p>
            <a:pPr>
              <a:spcBef>
                <a:spcPts val="0"/>
              </a:spcBef>
            </a:pPr>
            <a:r>
              <a:rPr lang="en-GB"/>
              <a:t>Lasse has helped a global pension fund move from conceptualization to implementation of digital and data-driven solutions, leading their digitalization program. </a:t>
            </a:r>
            <a:br>
              <a:rPr lang="en-GB"/>
            </a:br>
            <a:r>
              <a:rPr lang="en-GB"/>
              <a:t>He is a strong stakeholder manager with a great focus on realizing alpha. With his years of experience within machine learning programming and project management he is able to bridge C-level and business requirements with technical experts and vice versa. </a:t>
            </a:r>
          </a:p>
          <a:p>
            <a:endParaRPr lang="en-GB" b="1"/>
          </a:p>
          <a:p>
            <a:pPr>
              <a:spcAft>
                <a:spcPts val="300"/>
              </a:spcAft>
            </a:pPr>
            <a:r>
              <a:rPr lang="en-GB" b="1"/>
              <a:t>AI Project Execution in Pharma</a:t>
            </a:r>
          </a:p>
          <a:p>
            <a:pPr>
              <a:spcBef>
                <a:spcPts val="0"/>
              </a:spcBef>
            </a:pPr>
            <a:r>
              <a:rPr lang="en-GB"/>
              <a:t>Lasse has helped a large pharma client in execution of AI projects in a compliance heavy environment (</a:t>
            </a:r>
            <a:r>
              <a:rPr lang="en-GB" err="1"/>
              <a:t>GxP</a:t>
            </a:r>
            <a:r>
              <a:rPr lang="en-GB"/>
              <a:t> – touching drug development). </a:t>
            </a:r>
            <a:br>
              <a:rPr lang="en-GB"/>
            </a:br>
            <a:r>
              <a:rPr lang="en-GB"/>
              <a:t>He helped with the architectural design, deployment and realizing the anticipated business value while ensuring governance and frameworks are in place.</a:t>
            </a:r>
          </a:p>
          <a:p>
            <a:endParaRPr lang="en-GB"/>
          </a:p>
          <a:p>
            <a:endParaRPr lang="en-GB"/>
          </a:p>
        </p:txBody>
      </p:sp>
      <p:sp>
        <p:nvSpPr>
          <p:cNvPr id="40" name="Text Placeholder 39">
            <a:extLst>
              <a:ext uri="{FF2B5EF4-FFF2-40B4-BE49-F238E27FC236}">
                <a16:creationId xmlns:a16="http://schemas.microsoft.com/office/drawing/2014/main" id="{A5270BF0-F8CE-9D8A-60A0-7973097A50A6}"/>
              </a:ext>
            </a:extLst>
          </p:cNvPr>
          <p:cNvSpPr>
            <a:spLocks noGrp="1"/>
          </p:cNvSpPr>
          <p:nvPr>
            <p:ph type="body" sz="quarter" idx="51"/>
          </p:nvPr>
        </p:nvSpPr>
        <p:spPr/>
        <p:txBody>
          <a:bodyPr vert="horz" lIns="0" tIns="0" rIns="0" bIns="0" rtlCol="0" anchor="t">
            <a:noAutofit/>
          </a:bodyPr>
          <a:lstStyle/>
          <a:p>
            <a:pPr marL="215900" indent="-215900"/>
            <a:r>
              <a:rPr lang="en-GB" dirty="0"/>
              <a:t>APG Pension</a:t>
            </a:r>
            <a:endParaRPr lang="en-US" dirty="0"/>
          </a:p>
          <a:p>
            <a:pPr marL="215900" indent="-215900"/>
            <a:r>
              <a:rPr lang="en-GB" sz="1100" dirty="0">
                <a:ea typeface="+mn-lt"/>
                <a:cs typeface="+mn-lt"/>
              </a:rPr>
              <a:t>Deloitte Nordics + UK</a:t>
            </a:r>
            <a:endParaRPr lang="en-GB" dirty="0"/>
          </a:p>
          <a:p>
            <a:pPr marL="215900" indent="-215900"/>
            <a:r>
              <a:rPr lang="en-GB" dirty="0"/>
              <a:t>Novo Nordisk</a:t>
            </a:r>
          </a:p>
          <a:p>
            <a:pPr marL="215900" indent="-215900"/>
            <a:r>
              <a:rPr lang="en-GB" sz="1100" dirty="0" err="1">
                <a:ea typeface="+mn-lt"/>
                <a:cs typeface="+mn-lt"/>
              </a:rPr>
              <a:t>Vestjylland</a:t>
            </a:r>
            <a:r>
              <a:rPr lang="en-GB" sz="1100" dirty="0">
                <a:ea typeface="+mn-lt"/>
                <a:cs typeface="+mn-lt"/>
              </a:rPr>
              <a:t> Forsikring</a:t>
            </a:r>
            <a:endParaRPr lang="en-GB" dirty="0"/>
          </a:p>
        </p:txBody>
      </p:sp>
      <p:sp>
        <p:nvSpPr>
          <p:cNvPr id="41" name="Text Placeholder 40">
            <a:extLst>
              <a:ext uri="{FF2B5EF4-FFF2-40B4-BE49-F238E27FC236}">
                <a16:creationId xmlns:a16="http://schemas.microsoft.com/office/drawing/2014/main" id="{15C8677D-07A6-AB55-CD29-2E36BA2F1387}"/>
              </a:ext>
            </a:extLst>
          </p:cNvPr>
          <p:cNvSpPr>
            <a:spLocks noGrp="1"/>
          </p:cNvSpPr>
          <p:nvPr>
            <p:ph type="body" sz="quarter" idx="52"/>
          </p:nvPr>
        </p:nvSpPr>
        <p:spPr/>
        <p:txBody>
          <a:bodyPr/>
          <a:lstStyle/>
          <a:p>
            <a:r>
              <a:rPr lang="en-GB" dirty="0" err="1"/>
              <a:t>Lasse.h@adc-consulting.com</a:t>
            </a:r>
            <a:endParaRPr lang="en-GB" dirty="0"/>
          </a:p>
        </p:txBody>
      </p:sp>
      <p:sp>
        <p:nvSpPr>
          <p:cNvPr id="42" name="Text Placeholder 41">
            <a:extLst>
              <a:ext uri="{FF2B5EF4-FFF2-40B4-BE49-F238E27FC236}">
                <a16:creationId xmlns:a16="http://schemas.microsoft.com/office/drawing/2014/main" id="{85C707C4-4C00-4859-8511-A780D7C1424D}"/>
              </a:ext>
            </a:extLst>
          </p:cNvPr>
          <p:cNvSpPr>
            <a:spLocks noGrp="1"/>
          </p:cNvSpPr>
          <p:nvPr>
            <p:ph type="body" sz="quarter" idx="53"/>
          </p:nvPr>
        </p:nvSpPr>
        <p:spPr/>
        <p:txBody>
          <a:bodyPr/>
          <a:lstStyle/>
          <a:p>
            <a:r>
              <a:rPr lang="en-GB"/>
              <a:t>+45 50905052</a:t>
            </a:r>
          </a:p>
        </p:txBody>
      </p:sp>
      <p:sp>
        <p:nvSpPr>
          <p:cNvPr id="19" name="Text Placeholder 15">
            <a:extLst>
              <a:ext uri="{FF2B5EF4-FFF2-40B4-BE49-F238E27FC236}">
                <a16:creationId xmlns:a16="http://schemas.microsoft.com/office/drawing/2014/main" id="{4E5BC731-6729-CA65-E5BE-561AFF98BBAB}"/>
              </a:ext>
            </a:extLst>
          </p:cNvPr>
          <p:cNvSpPr txBox="1">
            <a:spLocks/>
          </p:cNvSpPr>
          <p:nvPr/>
        </p:nvSpPr>
        <p:spPr>
          <a:xfrm>
            <a:off x="417264" y="3477634"/>
            <a:ext cx="864000" cy="180000"/>
          </a:xfrm>
          <a:prstGeom prst="rect">
            <a:avLst/>
          </a:prstGeom>
        </p:spPr>
        <p:txBody>
          <a:bodyPr vert="horz" lIns="0" tIns="0" rIns="0" bIns="0" rtlCol="0" anchor="ctr">
            <a:noAutofit/>
          </a:bodyPr>
          <a:lstStyle>
            <a:lvl1pPr marL="0" indent="0" algn="l" defTabSz="914400" rtl="0" eaLnBrk="1" latinLnBrk="0" hangingPunct="1">
              <a:lnSpc>
                <a:spcPct val="100000"/>
              </a:lnSpc>
              <a:spcBef>
                <a:spcPts val="0"/>
              </a:spcBef>
              <a:buSzPct val="100000"/>
              <a:buFont typeface="Arial" panose="020B0604020202020204" pitchFamily="34" charset="0"/>
              <a:buNone/>
              <a:defRPr lang="en-US" sz="1000" b="0" kern="1200" spc="0">
                <a:solidFill>
                  <a:schemeClr val="bg1"/>
                </a:solidFill>
                <a:latin typeface="+mn-lt"/>
                <a:ea typeface="+mn-ea"/>
                <a:cs typeface="Gotham-Book" pitchFamily="50" charset="0"/>
              </a:defRPr>
            </a:lvl1pPr>
            <a:lvl2pPr marL="432000" indent="-216000" algn="l" defTabSz="914400" rtl="0" eaLnBrk="1" latinLnBrk="0" hangingPunct="1">
              <a:lnSpc>
                <a:spcPct val="100000"/>
              </a:lnSpc>
              <a:spcBef>
                <a:spcPts val="600"/>
              </a:spcBef>
              <a:buFont typeface="Arial" panose="020B0604020202020204" pitchFamily="34" charset="0"/>
              <a:buChar char="•"/>
              <a:defRPr sz="1200" kern="1200" spc="0">
                <a:solidFill>
                  <a:schemeClr val="tx1"/>
                </a:solidFill>
                <a:latin typeface="+mn-lt"/>
                <a:ea typeface="+mn-ea"/>
                <a:cs typeface="Gotham-Book" pitchFamily="50" charset="0"/>
              </a:defRPr>
            </a:lvl2pPr>
            <a:lvl3pPr marL="648000" indent="-216000" algn="l" defTabSz="914400" rtl="0" eaLnBrk="1" latinLnBrk="0" hangingPunct="1">
              <a:lnSpc>
                <a:spcPct val="100000"/>
              </a:lnSpc>
              <a:spcBef>
                <a:spcPts val="600"/>
              </a:spcBef>
              <a:buFont typeface="Arial" panose="020B0604020202020204" pitchFamily="34" charset="0"/>
              <a:buChar char="•"/>
              <a:defRPr sz="1200" kern="1200" spc="0">
                <a:solidFill>
                  <a:schemeClr val="tx1"/>
                </a:solidFill>
                <a:latin typeface="+mn-lt"/>
                <a:ea typeface="+mn-ea"/>
                <a:cs typeface="+mn-cs"/>
              </a:defRPr>
            </a:lvl3pPr>
            <a:lvl4pPr marL="864000" indent="-216000" algn="l" defTabSz="914400" rtl="0" eaLnBrk="1" latinLnBrk="0" hangingPunct="1">
              <a:lnSpc>
                <a:spcPct val="100000"/>
              </a:lnSpc>
              <a:spcBef>
                <a:spcPts val="600"/>
              </a:spcBef>
              <a:buFont typeface="Arial" panose="020B0604020202020204" pitchFamily="34" charset="0"/>
              <a:buChar char="•"/>
              <a:defRPr sz="1200" kern="1200" cap="none" spc="0" baseline="0">
                <a:solidFill>
                  <a:schemeClr val="tx1"/>
                </a:solidFill>
                <a:latin typeface="+mn-lt"/>
                <a:ea typeface="+mn-ea"/>
                <a:cs typeface="+mn-cs"/>
              </a:defRPr>
            </a:lvl4pPr>
            <a:lvl5pPr marL="1080000" indent="-216000" algn="l" defTabSz="914400" rtl="0" eaLnBrk="1" latinLnBrk="0" hangingPunct="1">
              <a:lnSpc>
                <a:spcPct val="100000"/>
              </a:lnSpc>
              <a:spcBef>
                <a:spcPts val="600"/>
              </a:spcBef>
              <a:buFont typeface="Arial" panose="020B0604020202020204" pitchFamily="34" charset="0"/>
              <a:buChar char="•"/>
              <a:defRPr sz="1200" kern="1200" spc="0">
                <a:solidFill>
                  <a:schemeClr val="tx1"/>
                </a:solidFill>
                <a:latin typeface="+mn-lt"/>
                <a:ea typeface="+mn-ea"/>
                <a:cs typeface="Gotham Light" pitchFamily="50" charset="0"/>
              </a:defRPr>
            </a:lvl5pPr>
            <a:lvl6pPr marL="0" indent="0" algn="l" defTabSz="914400" rtl="0" eaLnBrk="1" latinLnBrk="0" hangingPunct="1">
              <a:lnSpc>
                <a:spcPct val="150000"/>
              </a:lnSpc>
              <a:spcBef>
                <a:spcPts val="600"/>
              </a:spcBef>
              <a:buFont typeface="Arial" panose="020B0604020202020204" pitchFamily="34" charset="0"/>
              <a:buNone/>
              <a:defRPr sz="1400" kern="1200">
                <a:solidFill>
                  <a:schemeClr val="tx1"/>
                </a:solidFill>
                <a:latin typeface="Gotham Light" pitchFamily="50" charset="0"/>
                <a:ea typeface="+mn-ea"/>
                <a:cs typeface="Gotham Light" pitchFamily="50" charset="0"/>
              </a:defRPr>
            </a:lvl6pPr>
            <a:lvl7pPr marL="177800" indent="-177800" algn="l" defTabSz="914400" rtl="0" eaLnBrk="1" latinLnBrk="0" hangingPunct="1">
              <a:lnSpc>
                <a:spcPct val="150000"/>
              </a:lnSpc>
              <a:spcBef>
                <a:spcPts val="600"/>
              </a:spcBef>
              <a:buSzPct val="120000"/>
              <a:buFontTx/>
              <a:buBlip>
                <a:blip r:embed="rId3"/>
              </a:buBlip>
              <a:defRPr sz="1400" kern="1200">
                <a:solidFill>
                  <a:schemeClr val="tx1"/>
                </a:solidFill>
                <a:latin typeface="Gotham Light" pitchFamily="50" charset="0"/>
                <a:ea typeface="+mn-ea"/>
                <a:cs typeface="Gotham Light" pitchFamily="50" charset="0"/>
              </a:defRPr>
            </a:lvl7pPr>
            <a:lvl8pPr marL="0" indent="0" algn="l" defTabSz="914400" rtl="0" eaLnBrk="1" latinLnBrk="0" hangingPunct="1">
              <a:lnSpc>
                <a:spcPct val="15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ts val="0"/>
              </a:spcBef>
              <a:spcAft>
                <a:spcPts val="600"/>
              </a:spcAft>
              <a:buFont typeface="Arial" panose="020B0604020202020204" pitchFamily="34" charset="0"/>
              <a:buNone/>
              <a:defRPr sz="1200" kern="1200">
                <a:solidFill>
                  <a:schemeClr val="tx1"/>
                </a:solidFill>
                <a:latin typeface="Gotham Light" pitchFamily="50" charset="0"/>
                <a:ea typeface="+mn-ea"/>
                <a:cs typeface="Gotham Light" pitchFamily="50" charset="0"/>
              </a:defRPr>
            </a:lvl9pPr>
          </a:lstStyle>
          <a:p>
            <a:pPr marL="0" marR="0" lvl="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0" lang="en-GB" sz="1000" b="0" i="0" u="none" strike="noStrike" kern="1200" cap="none" spc="0" normalizeH="0" baseline="0" noProof="0" dirty="0">
                <a:ln>
                  <a:noFill/>
                </a:ln>
                <a:solidFill>
                  <a:srgbClr val="EAE7E3"/>
                </a:solidFill>
                <a:effectLst/>
                <a:uLnTx/>
                <a:uFillTx/>
                <a:latin typeface="Calibri Light"/>
                <a:ea typeface="+mn-ea"/>
                <a:cs typeface="Gotham-Book" pitchFamily="50" charset="0"/>
              </a:rPr>
              <a:t>2015 - 2016</a:t>
            </a:r>
          </a:p>
        </p:txBody>
      </p:sp>
      <p:sp>
        <p:nvSpPr>
          <p:cNvPr id="21" name="Text Placeholder 16">
            <a:extLst>
              <a:ext uri="{FF2B5EF4-FFF2-40B4-BE49-F238E27FC236}">
                <a16:creationId xmlns:a16="http://schemas.microsoft.com/office/drawing/2014/main" id="{D2829078-92B7-ADB3-A535-563706376200}"/>
              </a:ext>
            </a:extLst>
          </p:cNvPr>
          <p:cNvSpPr txBox="1">
            <a:spLocks/>
          </p:cNvSpPr>
          <p:nvPr/>
        </p:nvSpPr>
        <p:spPr>
          <a:xfrm>
            <a:off x="1327959" y="3477634"/>
            <a:ext cx="2412000" cy="180000"/>
          </a:xfrm>
          <a:prstGeom prst="rect">
            <a:avLst/>
          </a:prstGeom>
        </p:spPr>
        <p:txBody>
          <a:bodyPr vert="horz" lIns="0" tIns="0" rIns="0" bIns="0" rtlCol="0" anchor="ctr">
            <a:noAutofit/>
          </a:bodyPr>
          <a:lstStyle>
            <a:lvl1pPr marL="0" indent="0" algn="l" defTabSz="914400" rtl="0" eaLnBrk="1" latinLnBrk="0" hangingPunct="1">
              <a:lnSpc>
                <a:spcPct val="100000"/>
              </a:lnSpc>
              <a:spcBef>
                <a:spcPts val="0"/>
              </a:spcBef>
              <a:buSzPct val="100000"/>
              <a:buFont typeface="Arial" panose="020B0604020202020204" pitchFamily="34" charset="0"/>
              <a:buNone/>
              <a:defRPr lang="en-US" sz="1000" b="0" kern="1200" spc="0">
                <a:solidFill>
                  <a:schemeClr val="bg1"/>
                </a:solidFill>
                <a:latin typeface="+mn-lt"/>
                <a:ea typeface="+mn-ea"/>
                <a:cs typeface="Gotham-Book" pitchFamily="50" charset="0"/>
              </a:defRPr>
            </a:lvl1pPr>
            <a:lvl2pPr marL="432000" indent="-216000" algn="l" defTabSz="914400" rtl="0" eaLnBrk="1" latinLnBrk="0" hangingPunct="1">
              <a:lnSpc>
                <a:spcPct val="100000"/>
              </a:lnSpc>
              <a:spcBef>
                <a:spcPts val="600"/>
              </a:spcBef>
              <a:buFont typeface="Arial" panose="020B0604020202020204" pitchFamily="34" charset="0"/>
              <a:buChar char="•"/>
              <a:defRPr sz="1200" kern="1200" spc="0">
                <a:solidFill>
                  <a:schemeClr val="tx1"/>
                </a:solidFill>
                <a:latin typeface="+mn-lt"/>
                <a:ea typeface="+mn-ea"/>
                <a:cs typeface="Gotham-Book" pitchFamily="50" charset="0"/>
              </a:defRPr>
            </a:lvl2pPr>
            <a:lvl3pPr marL="648000" indent="-216000" algn="l" defTabSz="914400" rtl="0" eaLnBrk="1" latinLnBrk="0" hangingPunct="1">
              <a:lnSpc>
                <a:spcPct val="100000"/>
              </a:lnSpc>
              <a:spcBef>
                <a:spcPts val="600"/>
              </a:spcBef>
              <a:buFont typeface="Arial" panose="020B0604020202020204" pitchFamily="34" charset="0"/>
              <a:buChar char="•"/>
              <a:defRPr sz="1200" kern="1200" spc="0">
                <a:solidFill>
                  <a:schemeClr val="tx1"/>
                </a:solidFill>
                <a:latin typeface="+mn-lt"/>
                <a:ea typeface="+mn-ea"/>
                <a:cs typeface="+mn-cs"/>
              </a:defRPr>
            </a:lvl3pPr>
            <a:lvl4pPr marL="864000" indent="-216000" algn="l" defTabSz="914400" rtl="0" eaLnBrk="1" latinLnBrk="0" hangingPunct="1">
              <a:lnSpc>
                <a:spcPct val="100000"/>
              </a:lnSpc>
              <a:spcBef>
                <a:spcPts val="600"/>
              </a:spcBef>
              <a:buFont typeface="Arial" panose="020B0604020202020204" pitchFamily="34" charset="0"/>
              <a:buChar char="•"/>
              <a:defRPr sz="1200" kern="1200" cap="none" spc="0" baseline="0">
                <a:solidFill>
                  <a:schemeClr val="tx1"/>
                </a:solidFill>
                <a:latin typeface="+mn-lt"/>
                <a:ea typeface="+mn-ea"/>
                <a:cs typeface="+mn-cs"/>
              </a:defRPr>
            </a:lvl4pPr>
            <a:lvl5pPr marL="1080000" indent="-216000" algn="l" defTabSz="914400" rtl="0" eaLnBrk="1" latinLnBrk="0" hangingPunct="1">
              <a:lnSpc>
                <a:spcPct val="100000"/>
              </a:lnSpc>
              <a:spcBef>
                <a:spcPts val="600"/>
              </a:spcBef>
              <a:buFont typeface="Arial" panose="020B0604020202020204" pitchFamily="34" charset="0"/>
              <a:buChar char="•"/>
              <a:defRPr sz="1200" kern="1200" spc="0">
                <a:solidFill>
                  <a:schemeClr val="tx1"/>
                </a:solidFill>
                <a:latin typeface="+mn-lt"/>
                <a:ea typeface="+mn-ea"/>
                <a:cs typeface="Gotham Light" pitchFamily="50" charset="0"/>
              </a:defRPr>
            </a:lvl5pPr>
            <a:lvl6pPr marL="0" indent="0" algn="l" defTabSz="914400" rtl="0" eaLnBrk="1" latinLnBrk="0" hangingPunct="1">
              <a:lnSpc>
                <a:spcPct val="150000"/>
              </a:lnSpc>
              <a:spcBef>
                <a:spcPts val="600"/>
              </a:spcBef>
              <a:buFont typeface="Arial" panose="020B0604020202020204" pitchFamily="34" charset="0"/>
              <a:buNone/>
              <a:defRPr sz="1400" kern="1200">
                <a:solidFill>
                  <a:schemeClr val="tx1"/>
                </a:solidFill>
                <a:latin typeface="Gotham Light" pitchFamily="50" charset="0"/>
                <a:ea typeface="+mn-ea"/>
                <a:cs typeface="Gotham Light" pitchFamily="50" charset="0"/>
              </a:defRPr>
            </a:lvl6pPr>
            <a:lvl7pPr marL="177800" indent="-177800" algn="l" defTabSz="914400" rtl="0" eaLnBrk="1" latinLnBrk="0" hangingPunct="1">
              <a:lnSpc>
                <a:spcPct val="150000"/>
              </a:lnSpc>
              <a:spcBef>
                <a:spcPts val="600"/>
              </a:spcBef>
              <a:buSzPct val="120000"/>
              <a:buFontTx/>
              <a:buBlip>
                <a:blip r:embed="rId3"/>
              </a:buBlip>
              <a:defRPr sz="1400" kern="1200">
                <a:solidFill>
                  <a:schemeClr val="tx1"/>
                </a:solidFill>
                <a:latin typeface="Gotham Light" pitchFamily="50" charset="0"/>
                <a:ea typeface="+mn-ea"/>
                <a:cs typeface="Gotham Light" pitchFamily="50" charset="0"/>
              </a:defRPr>
            </a:lvl7pPr>
            <a:lvl8pPr marL="0" indent="0" algn="l" defTabSz="914400" rtl="0" eaLnBrk="1" latinLnBrk="0" hangingPunct="1">
              <a:lnSpc>
                <a:spcPct val="15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ts val="0"/>
              </a:spcBef>
              <a:spcAft>
                <a:spcPts val="600"/>
              </a:spcAft>
              <a:buFont typeface="Arial" panose="020B0604020202020204" pitchFamily="34" charset="0"/>
              <a:buNone/>
              <a:defRPr sz="1200" kern="1200">
                <a:solidFill>
                  <a:schemeClr val="tx1"/>
                </a:solidFill>
                <a:latin typeface="Gotham Light" pitchFamily="50" charset="0"/>
                <a:ea typeface="+mn-ea"/>
                <a:cs typeface="Gotham Light" pitchFamily="50" charset="0"/>
              </a:defRPr>
            </a:lvl9pPr>
          </a:lstStyle>
          <a:p>
            <a:pPr marL="0" marR="0" lvl="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0" lang="en-GB" sz="1000" b="0" i="0" u="none" strike="noStrike" kern="1200" cap="none" spc="0" normalizeH="0" baseline="0" noProof="0" dirty="0">
                <a:ln>
                  <a:noFill/>
                </a:ln>
                <a:solidFill>
                  <a:srgbClr val="EAE7E3"/>
                </a:solidFill>
                <a:effectLst/>
                <a:uLnTx/>
                <a:uFillTx/>
                <a:latin typeface="Calibri Light"/>
                <a:ea typeface="+mn-ea"/>
                <a:cs typeface="Gotham-Book" pitchFamily="50" charset="0"/>
              </a:rPr>
              <a:t>Region </a:t>
            </a:r>
            <a:r>
              <a:rPr kumimoji="0" lang="en-GB" sz="1000" b="0" i="0" u="none" strike="noStrike" kern="1200" cap="none" spc="0" normalizeH="0" baseline="0" noProof="0" dirty="0" err="1">
                <a:ln>
                  <a:noFill/>
                </a:ln>
                <a:solidFill>
                  <a:srgbClr val="EAE7E3"/>
                </a:solidFill>
                <a:effectLst/>
                <a:uLnTx/>
                <a:uFillTx/>
                <a:latin typeface="Calibri Light"/>
                <a:ea typeface="+mn-ea"/>
                <a:cs typeface="Gotham-Book" pitchFamily="50" charset="0"/>
              </a:rPr>
              <a:t>Hovedstaden</a:t>
            </a:r>
            <a:endParaRPr kumimoji="0" lang="en-GB" sz="1000" b="0" i="0" u="none" strike="noStrike" kern="1200" cap="none" spc="0" normalizeH="0" baseline="0" noProof="0" dirty="0">
              <a:ln>
                <a:noFill/>
              </a:ln>
              <a:solidFill>
                <a:srgbClr val="EAE7E3"/>
              </a:solidFill>
              <a:effectLst/>
              <a:uLnTx/>
              <a:uFillTx/>
              <a:latin typeface="Calibri Light"/>
              <a:ea typeface="+mn-ea"/>
              <a:cs typeface="Gotham-Book" pitchFamily="50" charset="0"/>
            </a:endParaRPr>
          </a:p>
        </p:txBody>
      </p:sp>
      <p:sp>
        <p:nvSpPr>
          <p:cNvPr id="23" name="Text Placeholder 17">
            <a:extLst>
              <a:ext uri="{FF2B5EF4-FFF2-40B4-BE49-F238E27FC236}">
                <a16:creationId xmlns:a16="http://schemas.microsoft.com/office/drawing/2014/main" id="{09A0B212-E454-CD94-7692-75B09E5A5FB1}"/>
              </a:ext>
            </a:extLst>
          </p:cNvPr>
          <p:cNvSpPr txBox="1">
            <a:spLocks/>
          </p:cNvSpPr>
          <p:nvPr/>
        </p:nvSpPr>
        <p:spPr>
          <a:xfrm>
            <a:off x="1327959" y="3659527"/>
            <a:ext cx="2412000" cy="321247"/>
          </a:xfrm>
          <a:prstGeom prst="rect">
            <a:avLst/>
          </a:prstGeom>
        </p:spPr>
        <p:txBody>
          <a:bodyPr vert="horz" lIns="0" tIns="0" rIns="0" bIns="0" rtlCol="0" anchor="ctr">
            <a:noAutofit/>
          </a:bodyPr>
          <a:lstStyle>
            <a:lvl1pPr marL="0" indent="0" algn="l" defTabSz="914400" rtl="0" eaLnBrk="1" latinLnBrk="0" hangingPunct="1">
              <a:lnSpc>
                <a:spcPct val="100000"/>
              </a:lnSpc>
              <a:spcBef>
                <a:spcPts val="0"/>
              </a:spcBef>
              <a:buSzPct val="100000"/>
              <a:buFont typeface="Arial" panose="020B0604020202020204" pitchFamily="34" charset="0"/>
              <a:buNone/>
              <a:defRPr lang="en-US" sz="1000" b="0" i="1" kern="1200" spc="0">
                <a:solidFill>
                  <a:schemeClr val="bg1"/>
                </a:solidFill>
                <a:latin typeface="+mn-lt"/>
                <a:ea typeface="+mn-ea"/>
                <a:cs typeface="Gotham-Book" pitchFamily="50" charset="0"/>
              </a:defRPr>
            </a:lvl1pPr>
            <a:lvl2pPr marL="432000" indent="-216000" algn="l" defTabSz="914400" rtl="0" eaLnBrk="1" latinLnBrk="0" hangingPunct="1">
              <a:lnSpc>
                <a:spcPct val="100000"/>
              </a:lnSpc>
              <a:spcBef>
                <a:spcPts val="600"/>
              </a:spcBef>
              <a:buFont typeface="Arial" panose="020B0604020202020204" pitchFamily="34" charset="0"/>
              <a:buChar char="•"/>
              <a:defRPr sz="1200" kern="1200" spc="0">
                <a:solidFill>
                  <a:schemeClr val="tx1"/>
                </a:solidFill>
                <a:latin typeface="+mn-lt"/>
                <a:ea typeface="+mn-ea"/>
                <a:cs typeface="Gotham-Book" pitchFamily="50" charset="0"/>
              </a:defRPr>
            </a:lvl2pPr>
            <a:lvl3pPr marL="648000" indent="-216000" algn="l" defTabSz="914400" rtl="0" eaLnBrk="1" latinLnBrk="0" hangingPunct="1">
              <a:lnSpc>
                <a:spcPct val="100000"/>
              </a:lnSpc>
              <a:spcBef>
                <a:spcPts val="600"/>
              </a:spcBef>
              <a:buFont typeface="Arial" panose="020B0604020202020204" pitchFamily="34" charset="0"/>
              <a:buChar char="•"/>
              <a:defRPr sz="1200" kern="1200" spc="0">
                <a:solidFill>
                  <a:schemeClr val="tx1"/>
                </a:solidFill>
                <a:latin typeface="+mn-lt"/>
                <a:ea typeface="+mn-ea"/>
                <a:cs typeface="+mn-cs"/>
              </a:defRPr>
            </a:lvl3pPr>
            <a:lvl4pPr marL="864000" indent="-216000" algn="l" defTabSz="914400" rtl="0" eaLnBrk="1" latinLnBrk="0" hangingPunct="1">
              <a:lnSpc>
                <a:spcPct val="100000"/>
              </a:lnSpc>
              <a:spcBef>
                <a:spcPts val="600"/>
              </a:spcBef>
              <a:buFont typeface="Arial" panose="020B0604020202020204" pitchFamily="34" charset="0"/>
              <a:buChar char="•"/>
              <a:defRPr sz="1200" kern="1200" cap="none" spc="0" baseline="0">
                <a:solidFill>
                  <a:schemeClr val="tx1"/>
                </a:solidFill>
                <a:latin typeface="+mn-lt"/>
                <a:ea typeface="+mn-ea"/>
                <a:cs typeface="+mn-cs"/>
              </a:defRPr>
            </a:lvl4pPr>
            <a:lvl5pPr marL="1080000" indent="-216000" algn="l" defTabSz="914400" rtl="0" eaLnBrk="1" latinLnBrk="0" hangingPunct="1">
              <a:lnSpc>
                <a:spcPct val="100000"/>
              </a:lnSpc>
              <a:spcBef>
                <a:spcPts val="600"/>
              </a:spcBef>
              <a:buFont typeface="Arial" panose="020B0604020202020204" pitchFamily="34" charset="0"/>
              <a:buChar char="•"/>
              <a:defRPr sz="1200" kern="1200" spc="0">
                <a:solidFill>
                  <a:schemeClr val="tx1"/>
                </a:solidFill>
                <a:latin typeface="+mn-lt"/>
                <a:ea typeface="+mn-ea"/>
                <a:cs typeface="Gotham Light" pitchFamily="50" charset="0"/>
              </a:defRPr>
            </a:lvl5pPr>
            <a:lvl6pPr marL="0" indent="0" algn="l" defTabSz="914400" rtl="0" eaLnBrk="1" latinLnBrk="0" hangingPunct="1">
              <a:lnSpc>
                <a:spcPct val="150000"/>
              </a:lnSpc>
              <a:spcBef>
                <a:spcPts val="600"/>
              </a:spcBef>
              <a:buFont typeface="Arial" panose="020B0604020202020204" pitchFamily="34" charset="0"/>
              <a:buNone/>
              <a:defRPr sz="1400" kern="1200">
                <a:solidFill>
                  <a:schemeClr val="tx1"/>
                </a:solidFill>
                <a:latin typeface="Gotham Light" pitchFamily="50" charset="0"/>
                <a:ea typeface="+mn-ea"/>
                <a:cs typeface="Gotham Light" pitchFamily="50" charset="0"/>
              </a:defRPr>
            </a:lvl6pPr>
            <a:lvl7pPr marL="177800" indent="-177800" algn="l" defTabSz="914400" rtl="0" eaLnBrk="1" latinLnBrk="0" hangingPunct="1">
              <a:lnSpc>
                <a:spcPct val="150000"/>
              </a:lnSpc>
              <a:spcBef>
                <a:spcPts val="600"/>
              </a:spcBef>
              <a:buSzPct val="120000"/>
              <a:buFontTx/>
              <a:buBlip>
                <a:blip r:embed="rId3"/>
              </a:buBlip>
              <a:defRPr sz="1400" kern="1200">
                <a:solidFill>
                  <a:schemeClr val="tx1"/>
                </a:solidFill>
                <a:latin typeface="Gotham Light" pitchFamily="50" charset="0"/>
                <a:ea typeface="+mn-ea"/>
                <a:cs typeface="Gotham Light" pitchFamily="50" charset="0"/>
              </a:defRPr>
            </a:lvl7pPr>
            <a:lvl8pPr marL="0" indent="0" algn="l" defTabSz="914400" rtl="0" eaLnBrk="1" latinLnBrk="0" hangingPunct="1">
              <a:lnSpc>
                <a:spcPct val="15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ts val="0"/>
              </a:spcBef>
              <a:spcAft>
                <a:spcPts val="600"/>
              </a:spcAft>
              <a:buFont typeface="Arial" panose="020B0604020202020204" pitchFamily="34" charset="0"/>
              <a:buNone/>
              <a:defRPr sz="1200" kern="1200">
                <a:solidFill>
                  <a:schemeClr val="tx1"/>
                </a:solidFill>
                <a:latin typeface="Gotham Light" pitchFamily="50" charset="0"/>
                <a:ea typeface="+mn-ea"/>
                <a:cs typeface="Gotham Light" pitchFamily="50" charset="0"/>
              </a:defRPr>
            </a:lvl9pPr>
          </a:lstStyle>
          <a:p>
            <a:pPr marL="0" marR="0" lvl="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0" lang="en-GB" sz="1000" b="0" i="1" u="none" strike="noStrike" kern="1200" cap="none" spc="0" normalizeH="0" baseline="0" noProof="0" dirty="0">
                <a:ln>
                  <a:noFill/>
                </a:ln>
                <a:solidFill>
                  <a:srgbClr val="EAE7E3"/>
                </a:solidFill>
                <a:effectLst/>
                <a:uLnTx/>
                <a:uFillTx/>
                <a:latin typeface="Calibri Light"/>
                <a:ea typeface="+mn-ea"/>
                <a:cs typeface="Gotham-Book" pitchFamily="50" charset="0"/>
              </a:rPr>
              <a:t>Working Student – Portfolio Management</a:t>
            </a:r>
          </a:p>
        </p:txBody>
      </p:sp>
    </p:spTree>
    <p:extLst>
      <p:ext uri="{BB962C8B-B14F-4D97-AF65-F5344CB8AC3E}">
        <p14:creationId xmlns:p14="http://schemas.microsoft.com/office/powerpoint/2010/main" val="16724059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6684903-E2F4-47ED-1A14-01B72F3F8382}"/>
              </a:ext>
            </a:extLst>
          </p:cNvPr>
          <p:cNvSpPr>
            <a:spLocks noGrp="1"/>
          </p:cNvSpPr>
          <p:nvPr>
            <p:ph type="body" sz="quarter" idx="22"/>
          </p:nvPr>
        </p:nvSpPr>
        <p:spPr/>
        <p:txBody>
          <a:bodyPr/>
          <a:lstStyle/>
          <a:p>
            <a:r>
              <a:rPr lang="en-GB" dirty="0">
                <a:solidFill>
                  <a:schemeClr val="bg2"/>
                </a:solidFill>
                <a:cs typeface="Calibri"/>
              </a:rPr>
              <a:t>Head of SecOps and Security Ar</a:t>
            </a:r>
            <a:r>
              <a:rPr lang="en-GB">
                <a:solidFill>
                  <a:schemeClr val="bg2"/>
                </a:solidFill>
                <a:cs typeface="Calibri"/>
              </a:rPr>
              <a:t>chitect</a:t>
            </a:r>
            <a:endParaRPr lang="en-GB">
              <a:solidFill>
                <a:schemeClr val="bg2"/>
              </a:solidFill>
            </a:endParaRPr>
          </a:p>
        </p:txBody>
      </p:sp>
      <p:pic>
        <p:nvPicPr>
          <p:cNvPr id="2" name="Picture Placeholder 1" descr="A person with a beard and mustache&#10;&#10;AI-generated content may be incorrect.">
            <a:extLst>
              <a:ext uri="{FF2B5EF4-FFF2-40B4-BE49-F238E27FC236}">
                <a16:creationId xmlns:a16="http://schemas.microsoft.com/office/drawing/2014/main" id="{BDAE81FE-B72B-6F29-B4A4-B90C6EA7F5C7}"/>
              </a:ext>
            </a:extLst>
          </p:cNvPr>
          <p:cNvPicPr>
            <a:picLocks noGrp="1" noChangeAspect="1"/>
          </p:cNvPicPr>
          <p:nvPr>
            <p:ph type="pic" sz="quarter" idx="13"/>
          </p:nvPr>
        </p:nvPicPr>
        <p:blipFill>
          <a:blip r:embed="rId3"/>
          <a:srcRect/>
          <a:stretch/>
        </p:blipFill>
        <p:spPr>
          <a:prstGeom prst="ellipse">
            <a:avLst/>
          </a:prstGeom>
          <a:solidFill>
            <a:srgbClr val="F1F1ED"/>
          </a:solidFill>
        </p:spPr>
      </p:pic>
      <p:sp>
        <p:nvSpPr>
          <p:cNvPr id="5" name="Text Placeholder 4">
            <a:extLst>
              <a:ext uri="{FF2B5EF4-FFF2-40B4-BE49-F238E27FC236}">
                <a16:creationId xmlns:a16="http://schemas.microsoft.com/office/drawing/2014/main" id="{8AD855CD-AC3B-3061-51BA-25270975DDF3}"/>
              </a:ext>
            </a:extLst>
          </p:cNvPr>
          <p:cNvSpPr>
            <a:spLocks noGrp="1"/>
          </p:cNvSpPr>
          <p:nvPr>
            <p:ph type="body" sz="quarter" idx="15"/>
          </p:nvPr>
        </p:nvSpPr>
        <p:spPr>
          <a:xfrm>
            <a:off x="391031" y="1699082"/>
            <a:ext cx="864000" cy="180000"/>
          </a:xfrm>
        </p:spPr>
        <p:txBody>
          <a:bodyPr/>
          <a:lstStyle/>
          <a:p>
            <a:r>
              <a:rPr lang="en-GB">
                <a:solidFill>
                  <a:schemeClr val="bg2"/>
                </a:solidFill>
                <a:cs typeface="Calibri"/>
              </a:rPr>
              <a:t>2017-present</a:t>
            </a:r>
            <a:endParaRPr lang="en-GB">
              <a:solidFill>
                <a:schemeClr val="bg2"/>
              </a:solidFill>
            </a:endParaRPr>
          </a:p>
        </p:txBody>
      </p:sp>
      <p:sp>
        <p:nvSpPr>
          <p:cNvPr id="6" name="Text Placeholder 5">
            <a:extLst>
              <a:ext uri="{FF2B5EF4-FFF2-40B4-BE49-F238E27FC236}">
                <a16:creationId xmlns:a16="http://schemas.microsoft.com/office/drawing/2014/main" id="{1F49842C-83DF-BC5D-1C27-5B4A1B12388C}"/>
              </a:ext>
            </a:extLst>
          </p:cNvPr>
          <p:cNvSpPr>
            <a:spLocks noGrp="1"/>
          </p:cNvSpPr>
          <p:nvPr>
            <p:ph type="body" sz="quarter" idx="16"/>
          </p:nvPr>
        </p:nvSpPr>
        <p:spPr/>
        <p:txBody>
          <a:bodyPr/>
          <a:lstStyle/>
          <a:p>
            <a:r>
              <a:rPr lang="en-GB" dirty="0" err="1">
                <a:solidFill>
                  <a:schemeClr val="bg2"/>
                </a:solidFill>
                <a:cs typeface="Calibri"/>
              </a:rPr>
              <a:t>Langkjaer</a:t>
            </a:r>
            <a:r>
              <a:rPr lang="en-GB" dirty="0">
                <a:solidFill>
                  <a:schemeClr val="bg2"/>
                </a:solidFill>
                <a:cs typeface="Calibri"/>
              </a:rPr>
              <a:t> Cyber Security </a:t>
            </a:r>
            <a:r>
              <a:rPr lang="en-GB" dirty="0" err="1">
                <a:solidFill>
                  <a:schemeClr val="bg2"/>
                </a:solidFill>
                <a:cs typeface="Calibri"/>
              </a:rPr>
              <a:t>ApS</a:t>
            </a:r>
            <a:endParaRPr lang="en-US" dirty="0" err="1">
              <a:solidFill>
                <a:schemeClr val="bg2"/>
              </a:solidFill>
            </a:endParaRPr>
          </a:p>
        </p:txBody>
      </p:sp>
      <p:sp>
        <p:nvSpPr>
          <p:cNvPr id="7" name="Text Placeholder 6">
            <a:extLst>
              <a:ext uri="{FF2B5EF4-FFF2-40B4-BE49-F238E27FC236}">
                <a16:creationId xmlns:a16="http://schemas.microsoft.com/office/drawing/2014/main" id="{8B3E9241-54F6-2BEB-F529-6B38D2EC924B}"/>
              </a:ext>
            </a:extLst>
          </p:cNvPr>
          <p:cNvSpPr>
            <a:spLocks noGrp="1"/>
          </p:cNvSpPr>
          <p:nvPr>
            <p:ph type="body" sz="quarter" idx="17"/>
          </p:nvPr>
        </p:nvSpPr>
        <p:spPr/>
        <p:txBody>
          <a:bodyPr/>
          <a:lstStyle/>
          <a:p>
            <a:r>
              <a:rPr lang="en-GB">
                <a:solidFill>
                  <a:schemeClr val="bg2"/>
                </a:solidFill>
                <a:cs typeface="Calibri"/>
              </a:rPr>
              <a:t>Independent Cybersecurity Consultant</a:t>
            </a:r>
            <a:endParaRPr lang="en-GB">
              <a:solidFill>
                <a:schemeClr val="bg2"/>
              </a:solidFill>
            </a:endParaRPr>
          </a:p>
        </p:txBody>
      </p:sp>
      <p:sp>
        <p:nvSpPr>
          <p:cNvPr id="8" name="Text Placeholder 7">
            <a:extLst>
              <a:ext uri="{FF2B5EF4-FFF2-40B4-BE49-F238E27FC236}">
                <a16:creationId xmlns:a16="http://schemas.microsoft.com/office/drawing/2014/main" id="{BA6DAC30-1F8B-A5E1-118A-266436A04C83}"/>
              </a:ext>
            </a:extLst>
          </p:cNvPr>
          <p:cNvSpPr>
            <a:spLocks noGrp="1"/>
          </p:cNvSpPr>
          <p:nvPr>
            <p:ph type="body" sz="quarter" idx="18"/>
          </p:nvPr>
        </p:nvSpPr>
        <p:spPr/>
        <p:txBody>
          <a:bodyPr/>
          <a:lstStyle/>
          <a:p>
            <a:r>
              <a:rPr lang="en-GB" dirty="0">
                <a:solidFill>
                  <a:schemeClr val="bg2"/>
                </a:solidFill>
                <a:cs typeface="Calibri"/>
              </a:rPr>
              <a:t>Troels Langkjær</a:t>
            </a:r>
            <a:endParaRPr lang="en-US" dirty="0"/>
          </a:p>
        </p:txBody>
      </p:sp>
      <p:sp>
        <p:nvSpPr>
          <p:cNvPr id="9" name="Text Placeholder 8">
            <a:extLst>
              <a:ext uri="{FF2B5EF4-FFF2-40B4-BE49-F238E27FC236}">
                <a16:creationId xmlns:a16="http://schemas.microsoft.com/office/drawing/2014/main" id="{01BF876C-3CFD-79E4-ACF2-B3EA9980910F}"/>
              </a:ext>
            </a:extLst>
          </p:cNvPr>
          <p:cNvSpPr>
            <a:spLocks noGrp="1"/>
          </p:cNvSpPr>
          <p:nvPr>
            <p:ph type="body" sz="quarter" idx="19"/>
          </p:nvPr>
        </p:nvSpPr>
        <p:spPr/>
        <p:txBody>
          <a:bodyPr/>
          <a:lstStyle/>
          <a:p>
            <a:r>
              <a:rPr lang="en-GB" dirty="0">
                <a:solidFill>
                  <a:schemeClr val="bg2"/>
                </a:solidFill>
                <a:cs typeface="Calibri"/>
              </a:rPr>
              <a:t>Cybersecurity Operations Principal</a:t>
            </a:r>
            <a:endParaRPr lang="en-US" dirty="0">
              <a:solidFill>
                <a:schemeClr val="bg2"/>
              </a:solidFill>
            </a:endParaRPr>
          </a:p>
        </p:txBody>
      </p:sp>
      <p:sp>
        <p:nvSpPr>
          <p:cNvPr id="10" name="Text Placeholder 9">
            <a:extLst>
              <a:ext uri="{FF2B5EF4-FFF2-40B4-BE49-F238E27FC236}">
                <a16:creationId xmlns:a16="http://schemas.microsoft.com/office/drawing/2014/main" id="{9F07A42E-622A-BDA0-FB4D-6ED9E2A082F5}"/>
              </a:ext>
            </a:extLst>
          </p:cNvPr>
          <p:cNvSpPr>
            <a:spLocks noGrp="1"/>
          </p:cNvSpPr>
          <p:nvPr>
            <p:ph type="body" sz="quarter" idx="20"/>
          </p:nvPr>
        </p:nvSpPr>
        <p:spPr>
          <a:xfrm>
            <a:off x="391031" y="2123699"/>
            <a:ext cx="894078" cy="180000"/>
          </a:xfrm>
        </p:spPr>
        <p:txBody>
          <a:bodyPr/>
          <a:lstStyle/>
          <a:p>
            <a:r>
              <a:rPr lang="en-GB">
                <a:solidFill>
                  <a:schemeClr val="bg2"/>
                </a:solidFill>
                <a:cs typeface="Calibri"/>
              </a:rPr>
              <a:t>2020-2026</a:t>
            </a:r>
            <a:endParaRPr lang="en-GB">
              <a:solidFill>
                <a:schemeClr val="bg2"/>
              </a:solidFill>
            </a:endParaRPr>
          </a:p>
        </p:txBody>
      </p:sp>
      <p:sp>
        <p:nvSpPr>
          <p:cNvPr id="11" name="Text Placeholder 10">
            <a:extLst>
              <a:ext uri="{FF2B5EF4-FFF2-40B4-BE49-F238E27FC236}">
                <a16:creationId xmlns:a16="http://schemas.microsoft.com/office/drawing/2014/main" id="{FC89AC78-19FD-EE98-560B-28F78692679B}"/>
              </a:ext>
            </a:extLst>
          </p:cNvPr>
          <p:cNvSpPr>
            <a:spLocks noGrp="1"/>
          </p:cNvSpPr>
          <p:nvPr>
            <p:ph type="body" sz="quarter" idx="21"/>
          </p:nvPr>
        </p:nvSpPr>
        <p:spPr/>
        <p:txBody>
          <a:bodyPr/>
          <a:lstStyle/>
          <a:p>
            <a:r>
              <a:rPr lang="en-GB" dirty="0" err="1">
                <a:solidFill>
                  <a:schemeClr val="bg2"/>
                </a:solidFill>
                <a:cs typeface="Calibri"/>
              </a:rPr>
              <a:t>Aeven</a:t>
            </a:r>
            <a:r>
              <a:rPr lang="en-GB" dirty="0">
                <a:solidFill>
                  <a:schemeClr val="bg2"/>
                </a:solidFill>
                <a:cs typeface="Calibri"/>
              </a:rPr>
              <a:t> A/S</a:t>
            </a:r>
            <a:endParaRPr lang="en-US" dirty="0">
              <a:solidFill>
                <a:schemeClr val="bg2"/>
              </a:solidFill>
            </a:endParaRPr>
          </a:p>
        </p:txBody>
      </p:sp>
      <p:sp>
        <p:nvSpPr>
          <p:cNvPr id="13" name="Text Placeholder 12">
            <a:extLst>
              <a:ext uri="{FF2B5EF4-FFF2-40B4-BE49-F238E27FC236}">
                <a16:creationId xmlns:a16="http://schemas.microsoft.com/office/drawing/2014/main" id="{CD576752-94A1-59BB-B302-CE2ECD6807D9}"/>
              </a:ext>
            </a:extLst>
          </p:cNvPr>
          <p:cNvSpPr>
            <a:spLocks noGrp="1"/>
          </p:cNvSpPr>
          <p:nvPr>
            <p:ph type="body" sz="quarter" idx="23"/>
          </p:nvPr>
        </p:nvSpPr>
        <p:spPr>
          <a:xfrm>
            <a:off x="391031" y="2548316"/>
            <a:ext cx="864000" cy="180000"/>
          </a:xfrm>
        </p:spPr>
        <p:txBody>
          <a:bodyPr/>
          <a:lstStyle/>
          <a:p>
            <a:r>
              <a:rPr lang="en-GB">
                <a:solidFill>
                  <a:schemeClr val="bg2"/>
                </a:solidFill>
                <a:cs typeface="Calibri"/>
              </a:rPr>
              <a:t>2017-2020</a:t>
            </a:r>
            <a:endParaRPr lang="en-GB">
              <a:solidFill>
                <a:schemeClr val="bg2"/>
              </a:solidFill>
            </a:endParaRPr>
          </a:p>
        </p:txBody>
      </p:sp>
      <p:sp>
        <p:nvSpPr>
          <p:cNvPr id="26" name="Text Placeholder 25">
            <a:extLst>
              <a:ext uri="{FF2B5EF4-FFF2-40B4-BE49-F238E27FC236}">
                <a16:creationId xmlns:a16="http://schemas.microsoft.com/office/drawing/2014/main" id="{752872A0-5790-19E0-B4D0-290625192F23}"/>
              </a:ext>
            </a:extLst>
          </p:cNvPr>
          <p:cNvSpPr>
            <a:spLocks noGrp="1"/>
          </p:cNvSpPr>
          <p:nvPr>
            <p:ph type="body" sz="quarter" idx="36"/>
          </p:nvPr>
        </p:nvSpPr>
        <p:spPr/>
        <p:txBody>
          <a:bodyPr/>
          <a:lstStyle/>
          <a:p>
            <a:r>
              <a:rPr lang="en-GB">
                <a:solidFill>
                  <a:schemeClr val="bg2"/>
                </a:solidFill>
                <a:cs typeface="Calibri"/>
              </a:rPr>
              <a:t>Master in Computer Science</a:t>
            </a:r>
            <a:endParaRPr lang="en-US">
              <a:solidFill>
                <a:schemeClr val="bg2"/>
              </a:solidFill>
            </a:endParaRPr>
          </a:p>
        </p:txBody>
      </p:sp>
      <p:sp>
        <p:nvSpPr>
          <p:cNvPr id="14" name="Text Placeholder 13">
            <a:extLst>
              <a:ext uri="{FF2B5EF4-FFF2-40B4-BE49-F238E27FC236}">
                <a16:creationId xmlns:a16="http://schemas.microsoft.com/office/drawing/2014/main" id="{A960AF84-30F2-1577-6755-88245BA08820}"/>
              </a:ext>
            </a:extLst>
          </p:cNvPr>
          <p:cNvSpPr>
            <a:spLocks noGrp="1"/>
          </p:cNvSpPr>
          <p:nvPr>
            <p:ph type="body" sz="quarter" idx="24"/>
          </p:nvPr>
        </p:nvSpPr>
        <p:spPr/>
        <p:txBody>
          <a:bodyPr/>
          <a:lstStyle/>
          <a:p>
            <a:r>
              <a:rPr lang="en-GB">
                <a:solidFill>
                  <a:schemeClr val="bg2"/>
                </a:solidFill>
                <a:cs typeface="Calibri"/>
              </a:rPr>
              <a:t>Danish Cyber Defence A/S</a:t>
            </a:r>
            <a:endParaRPr lang="en-US"/>
          </a:p>
        </p:txBody>
      </p:sp>
      <p:sp>
        <p:nvSpPr>
          <p:cNvPr id="16" name="Text Placeholder 15">
            <a:extLst>
              <a:ext uri="{FF2B5EF4-FFF2-40B4-BE49-F238E27FC236}">
                <a16:creationId xmlns:a16="http://schemas.microsoft.com/office/drawing/2014/main" id="{E5F091FA-CA98-B90E-3D8F-083274EBAF3B}"/>
              </a:ext>
            </a:extLst>
          </p:cNvPr>
          <p:cNvSpPr>
            <a:spLocks noGrp="1"/>
          </p:cNvSpPr>
          <p:nvPr>
            <p:ph type="body" sz="quarter" idx="26"/>
          </p:nvPr>
        </p:nvSpPr>
        <p:spPr>
          <a:xfrm>
            <a:off x="391031" y="2972933"/>
            <a:ext cx="864000" cy="180000"/>
          </a:xfrm>
        </p:spPr>
        <p:txBody>
          <a:bodyPr/>
          <a:lstStyle/>
          <a:p>
            <a:r>
              <a:rPr lang="en-GB">
                <a:solidFill>
                  <a:schemeClr val="bg2"/>
                </a:solidFill>
                <a:cs typeface="Calibri"/>
              </a:rPr>
              <a:t>2013-2017</a:t>
            </a:r>
            <a:endParaRPr lang="en-GB">
              <a:solidFill>
                <a:schemeClr val="bg2"/>
              </a:solidFill>
            </a:endParaRPr>
          </a:p>
        </p:txBody>
      </p:sp>
      <p:sp>
        <p:nvSpPr>
          <p:cNvPr id="17" name="Text Placeholder 16">
            <a:extLst>
              <a:ext uri="{FF2B5EF4-FFF2-40B4-BE49-F238E27FC236}">
                <a16:creationId xmlns:a16="http://schemas.microsoft.com/office/drawing/2014/main" id="{2C7964A1-7463-01B1-92D5-0B831D8B4C0E}"/>
              </a:ext>
            </a:extLst>
          </p:cNvPr>
          <p:cNvSpPr>
            <a:spLocks noGrp="1"/>
          </p:cNvSpPr>
          <p:nvPr>
            <p:ph type="body" sz="quarter" idx="27"/>
          </p:nvPr>
        </p:nvSpPr>
        <p:spPr/>
        <p:txBody>
          <a:bodyPr/>
          <a:lstStyle/>
          <a:p>
            <a:r>
              <a:rPr lang="en-GB" dirty="0">
                <a:solidFill>
                  <a:schemeClr val="bg2"/>
                </a:solidFill>
                <a:cs typeface="Calibri"/>
              </a:rPr>
              <a:t>Danish Ministry of </a:t>
            </a:r>
            <a:r>
              <a:rPr lang="en-GB">
                <a:solidFill>
                  <a:schemeClr val="bg2"/>
                </a:solidFill>
                <a:cs typeface="Calibri"/>
              </a:rPr>
              <a:t>Defence</a:t>
            </a:r>
            <a:endParaRPr lang="en-US" dirty="0" err="1">
              <a:solidFill>
                <a:schemeClr val="bg2"/>
              </a:solidFill>
            </a:endParaRPr>
          </a:p>
        </p:txBody>
      </p:sp>
      <p:sp>
        <p:nvSpPr>
          <p:cNvPr id="18" name="Text Placeholder 17">
            <a:extLst>
              <a:ext uri="{FF2B5EF4-FFF2-40B4-BE49-F238E27FC236}">
                <a16:creationId xmlns:a16="http://schemas.microsoft.com/office/drawing/2014/main" id="{D53A5F1D-80B2-AFFF-BCEE-EE2299FF725F}"/>
              </a:ext>
            </a:extLst>
          </p:cNvPr>
          <p:cNvSpPr>
            <a:spLocks noGrp="1"/>
          </p:cNvSpPr>
          <p:nvPr>
            <p:ph type="body" sz="quarter" idx="28"/>
          </p:nvPr>
        </p:nvSpPr>
        <p:spPr/>
        <p:txBody>
          <a:bodyPr/>
          <a:lstStyle/>
          <a:p>
            <a:r>
              <a:rPr lang="en-GB">
                <a:solidFill>
                  <a:schemeClr val="bg2"/>
                </a:solidFill>
                <a:cs typeface="Calibri"/>
              </a:rPr>
              <a:t>Cybersecurity Specialist</a:t>
            </a:r>
            <a:endParaRPr lang="en-US">
              <a:solidFill>
                <a:schemeClr val="bg2"/>
              </a:solidFill>
            </a:endParaRPr>
          </a:p>
        </p:txBody>
      </p:sp>
      <p:sp>
        <p:nvSpPr>
          <p:cNvPr id="19" name="Text Placeholder 18">
            <a:extLst>
              <a:ext uri="{FF2B5EF4-FFF2-40B4-BE49-F238E27FC236}">
                <a16:creationId xmlns:a16="http://schemas.microsoft.com/office/drawing/2014/main" id="{1537969C-2825-5740-558D-81EC677C7C91}"/>
              </a:ext>
            </a:extLst>
          </p:cNvPr>
          <p:cNvSpPr>
            <a:spLocks noGrp="1"/>
          </p:cNvSpPr>
          <p:nvPr>
            <p:ph type="body" sz="quarter" idx="29"/>
          </p:nvPr>
        </p:nvSpPr>
        <p:spPr>
          <a:xfrm>
            <a:off x="391031" y="3397550"/>
            <a:ext cx="864000" cy="180000"/>
          </a:xfrm>
        </p:spPr>
        <p:txBody>
          <a:bodyPr/>
          <a:lstStyle/>
          <a:p>
            <a:r>
              <a:rPr lang="en-GB">
                <a:solidFill>
                  <a:schemeClr val="bg2"/>
                </a:solidFill>
                <a:cs typeface="Calibri"/>
              </a:rPr>
              <a:t>2011-2013</a:t>
            </a:r>
            <a:endParaRPr lang="en-GB">
              <a:solidFill>
                <a:schemeClr val="bg2"/>
              </a:solidFill>
            </a:endParaRPr>
          </a:p>
        </p:txBody>
      </p:sp>
      <p:sp>
        <p:nvSpPr>
          <p:cNvPr id="15" name="Text Placeholder 14">
            <a:extLst>
              <a:ext uri="{FF2B5EF4-FFF2-40B4-BE49-F238E27FC236}">
                <a16:creationId xmlns:a16="http://schemas.microsoft.com/office/drawing/2014/main" id="{D3AA7C29-8F0F-8519-3B95-3C039EF5E83A}"/>
              </a:ext>
            </a:extLst>
          </p:cNvPr>
          <p:cNvSpPr>
            <a:spLocks noGrp="1"/>
          </p:cNvSpPr>
          <p:nvPr>
            <p:ph type="body" sz="quarter" idx="25"/>
          </p:nvPr>
        </p:nvSpPr>
        <p:spPr/>
        <p:txBody>
          <a:bodyPr/>
          <a:lstStyle/>
          <a:p>
            <a:r>
              <a:rPr lang="en-GB">
                <a:solidFill>
                  <a:schemeClr val="bg2"/>
                </a:solidFill>
                <a:cs typeface="Calibri"/>
              </a:rPr>
              <a:t>Co-founder and Executive Cyber Advisor</a:t>
            </a:r>
            <a:endParaRPr lang="en-GB">
              <a:solidFill>
                <a:schemeClr val="bg2"/>
              </a:solidFill>
            </a:endParaRPr>
          </a:p>
        </p:txBody>
      </p:sp>
      <p:sp>
        <p:nvSpPr>
          <p:cNvPr id="20" name="Text Placeholder 19">
            <a:extLst>
              <a:ext uri="{FF2B5EF4-FFF2-40B4-BE49-F238E27FC236}">
                <a16:creationId xmlns:a16="http://schemas.microsoft.com/office/drawing/2014/main" id="{E4E86869-2D10-C1F9-AFFD-009A9412FFB3}"/>
              </a:ext>
            </a:extLst>
          </p:cNvPr>
          <p:cNvSpPr>
            <a:spLocks noGrp="1"/>
          </p:cNvSpPr>
          <p:nvPr>
            <p:ph type="body" sz="quarter" idx="30"/>
          </p:nvPr>
        </p:nvSpPr>
        <p:spPr/>
        <p:txBody>
          <a:bodyPr/>
          <a:lstStyle/>
          <a:p>
            <a:r>
              <a:rPr lang="en-GB" dirty="0">
                <a:solidFill>
                  <a:schemeClr val="bg2"/>
                </a:solidFill>
                <a:cs typeface="Calibri"/>
              </a:rPr>
              <a:t>A. P. Moller – </a:t>
            </a:r>
            <a:r>
              <a:rPr lang="en-GB">
                <a:solidFill>
                  <a:schemeClr val="bg2"/>
                </a:solidFill>
                <a:cs typeface="Calibri"/>
              </a:rPr>
              <a:t>Maersk</a:t>
            </a:r>
            <a:r>
              <a:rPr lang="en-GB" dirty="0">
                <a:solidFill>
                  <a:schemeClr val="bg2"/>
                </a:solidFill>
                <a:cs typeface="Calibri"/>
              </a:rPr>
              <a:t> A/S</a:t>
            </a:r>
            <a:endParaRPr lang="en-GB" dirty="0">
              <a:solidFill>
                <a:schemeClr val="bg2"/>
              </a:solidFill>
            </a:endParaRPr>
          </a:p>
        </p:txBody>
      </p:sp>
      <p:sp>
        <p:nvSpPr>
          <p:cNvPr id="21" name="Text Placeholder 20">
            <a:extLst>
              <a:ext uri="{FF2B5EF4-FFF2-40B4-BE49-F238E27FC236}">
                <a16:creationId xmlns:a16="http://schemas.microsoft.com/office/drawing/2014/main" id="{63739066-E0AE-4989-A2EC-0BC3A358DC6E}"/>
              </a:ext>
            </a:extLst>
          </p:cNvPr>
          <p:cNvSpPr>
            <a:spLocks noGrp="1"/>
          </p:cNvSpPr>
          <p:nvPr>
            <p:ph type="body" sz="quarter" idx="31"/>
          </p:nvPr>
        </p:nvSpPr>
        <p:spPr/>
        <p:txBody>
          <a:bodyPr/>
          <a:lstStyle/>
          <a:p>
            <a:r>
              <a:rPr lang="en-GB">
                <a:solidFill>
                  <a:schemeClr val="bg2"/>
                </a:solidFill>
                <a:cs typeface="Calibri"/>
              </a:rPr>
              <a:t>Head of Threat Intelligence and Forensics</a:t>
            </a:r>
            <a:endParaRPr lang="en-US">
              <a:solidFill>
                <a:schemeClr val="bg2"/>
              </a:solidFill>
            </a:endParaRPr>
          </a:p>
        </p:txBody>
      </p:sp>
      <p:sp>
        <p:nvSpPr>
          <p:cNvPr id="25" name="Text Placeholder 24">
            <a:extLst>
              <a:ext uri="{FF2B5EF4-FFF2-40B4-BE49-F238E27FC236}">
                <a16:creationId xmlns:a16="http://schemas.microsoft.com/office/drawing/2014/main" id="{4B9007B8-E13D-9F28-A06D-63B49703AC70}"/>
              </a:ext>
            </a:extLst>
          </p:cNvPr>
          <p:cNvSpPr>
            <a:spLocks noGrp="1"/>
          </p:cNvSpPr>
          <p:nvPr>
            <p:ph type="body" sz="quarter" idx="35"/>
          </p:nvPr>
        </p:nvSpPr>
        <p:spPr>
          <a:xfrm>
            <a:off x="391031" y="4530526"/>
            <a:ext cx="864000" cy="180000"/>
          </a:xfrm>
        </p:spPr>
        <p:txBody>
          <a:bodyPr/>
          <a:lstStyle/>
          <a:p>
            <a:r>
              <a:rPr lang="en-GB">
                <a:solidFill>
                  <a:schemeClr val="bg2"/>
                </a:solidFill>
                <a:cs typeface="Calibri"/>
              </a:rPr>
              <a:t>2003-2009</a:t>
            </a:r>
            <a:endParaRPr lang="en-GB">
              <a:solidFill>
                <a:schemeClr val="bg2"/>
              </a:solidFill>
            </a:endParaRPr>
          </a:p>
        </p:txBody>
      </p:sp>
      <p:sp>
        <p:nvSpPr>
          <p:cNvPr id="27" name="Text Placeholder 26">
            <a:extLst>
              <a:ext uri="{FF2B5EF4-FFF2-40B4-BE49-F238E27FC236}">
                <a16:creationId xmlns:a16="http://schemas.microsoft.com/office/drawing/2014/main" id="{C76BE72C-7C20-487A-D21D-69D5319739BB}"/>
              </a:ext>
            </a:extLst>
          </p:cNvPr>
          <p:cNvSpPr>
            <a:spLocks noGrp="1"/>
          </p:cNvSpPr>
          <p:nvPr>
            <p:ph type="body" sz="quarter" idx="37"/>
          </p:nvPr>
        </p:nvSpPr>
        <p:spPr/>
        <p:txBody>
          <a:bodyPr/>
          <a:lstStyle/>
          <a:p>
            <a:r>
              <a:rPr lang="en-GB" dirty="0">
                <a:solidFill>
                  <a:schemeClr val="bg2"/>
                </a:solidFill>
                <a:cs typeface="Calibri"/>
              </a:rPr>
              <a:t>University of </a:t>
            </a:r>
            <a:r>
              <a:rPr lang="en-GB">
                <a:solidFill>
                  <a:schemeClr val="bg2"/>
                </a:solidFill>
                <a:cs typeface="Calibri"/>
              </a:rPr>
              <a:t>Copenhagen</a:t>
            </a:r>
            <a:endParaRPr lang="en-US">
              <a:solidFill>
                <a:schemeClr val="bg2"/>
              </a:solidFill>
            </a:endParaRPr>
          </a:p>
        </p:txBody>
      </p:sp>
      <p:sp>
        <p:nvSpPr>
          <p:cNvPr id="37" name="Text Placeholder 36">
            <a:extLst>
              <a:ext uri="{FF2B5EF4-FFF2-40B4-BE49-F238E27FC236}">
                <a16:creationId xmlns:a16="http://schemas.microsoft.com/office/drawing/2014/main" id="{8FFBDB2F-5628-B504-C6A8-D6636603485C}"/>
              </a:ext>
            </a:extLst>
          </p:cNvPr>
          <p:cNvSpPr>
            <a:spLocks noGrp="1"/>
          </p:cNvSpPr>
          <p:nvPr>
            <p:ph type="body" sz="quarter" idx="47"/>
          </p:nvPr>
        </p:nvSpPr>
        <p:spPr/>
        <p:txBody>
          <a:bodyPr/>
          <a:lstStyle/>
          <a:p>
            <a:r>
              <a:rPr lang="en-GB">
                <a:solidFill>
                  <a:schemeClr val="bg2"/>
                </a:solidFill>
                <a:cs typeface="Calibri"/>
              </a:rPr>
              <a:t>Danish, English</a:t>
            </a:r>
            <a:endParaRPr lang="en-US">
              <a:solidFill>
                <a:schemeClr val="bg2"/>
              </a:solidFill>
            </a:endParaRPr>
          </a:p>
        </p:txBody>
      </p:sp>
      <p:sp>
        <p:nvSpPr>
          <p:cNvPr id="38" name="Text Placeholder 37">
            <a:extLst>
              <a:ext uri="{FF2B5EF4-FFF2-40B4-BE49-F238E27FC236}">
                <a16:creationId xmlns:a16="http://schemas.microsoft.com/office/drawing/2014/main" id="{501399C8-9222-D0E9-58A7-A4AD711304AB}"/>
              </a:ext>
            </a:extLst>
          </p:cNvPr>
          <p:cNvSpPr>
            <a:spLocks noGrp="1"/>
          </p:cNvSpPr>
          <p:nvPr>
            <p:ph type="body" sz="quarter" idx="48"/>
          </p:nvPr>
        </p:nvSpPr>
        <p:spPr/>
        <p:txBody>
          <a:bodyPr vert="horz" lIns="0" tIns="0" rIns="0" bIns="0" rtlCol="0" anchor="t">
            <a:noAutofit/>
          </a:bodyPr>
          <a:lstStyle/>
          <a:p>
            <a:r>
              <a:rPr lang="en-GB" sz="1100">
                <a:cs typeface="Calibri Light"/>
              </a:rPr>
              <a:t>Troels</a:t>
            </a:r>
            <a:r>
              <a:rPr lang="en-GB" sz="1100" dirty="0">
                <a:cs typeface="Calibri Light"/>
              </a:rPr>
              <a:t> Langkjær is a Consultant in ADC’s Engineering and Analytics team. </a:t>
            </a:r>
            <a:endParaRPr lang="en-US" sz="1100">
              <a:cs typeface="Calibri Light"/>
            </a:endParaRPr>
          </a:p>
          <a:p>
            <a:r>
              <a:rPr lang="en-GB" sz="1100" dirty="0">
                <a:cs typeface="Calibri Light"/>
              </a:rPr>
              <a:t>Troels has more than 20 years cybersecurity experience, having worked </a:t>
            </a:r>
            <a:r>
              <a:rPr lang="en-GB" sz="1100">
                <a:cs typeface="Calibri Light"/>
              </a:rPr>
              <a:t>hands-on at </a:t>
            </a:r>
            <a:r>
              <a:rPr lang="en-GB" sz="1100" dirty="0">
                <a:cs typeface="Calibri Light"/>
              </a:rPr>
              <a:t>the frontline and in various advisory and leadership roles, protecting large and critical </a:t>
            </a:r>
            <a:r>
              <a:rPr lang="en-GB" sz="1100">
                <a:cs typeface="Calibri Light"/>
              </a:rPr>
              <a:t>Danish public and private organisations.</a:t>
            </a:r>
          </a:p>
          <a:p>
            <a:r>
              <a:rPr lang="en-GB" sz="1100" dirty="0">
                <a:cs typeface="Calibri Light"/>
              </a:rPr>
              <a:t>Troels lives and breathes cyber threat </a:t>
            </a:r>
            <a:r>
              <a:rPr lang="en-GB" sz="1100">
                <a:cs typeface="Calibri Light"/>
              </a:rPr>
              <a:t>protection, detection, and response, and is always at the forefront of threat trends and </a:t>
            </a:r>
            <a:r>
              <a:rPr lang="en-GB" sz="1100" dirty="0">
                <a:cs typeface="Calibri Light"/>
              </a:rPr>
              <a:t>new developments to guard against.</a:t>
            </a:r>
          </a:p>
          <a:p>
            <a:r>
              <a:rPr lang="en-GB" sz="1100" dirty="0">
                <a:cs typeface="Calibri Light"/>
              </a:rPr>
              <a:t>Troels is a computer scientist from the University of Copenhagen, where he teaches cybersecurity and supervises theses and has </a:t>
            </a:r>
            <a:r>
              <a:rPr lang="en-GB" sz="1100">
                <a:cs typeface="Calibri Light"/>
              </a:rPr>
              <a:t>done so for more than 15 years.</a:t>
            </a:r>
          </a:p>
          <a:p>
            <a:r>
              <a:rPr lang="en-GB" sz="1100" dirty="0">
                <a:cs typeface="Calibri Light"/>
              </a:rPr>
              <a:t>Troels is a certified AI cybersecurity engineer and </a:t>
            </a:r>
            <a:r>
              <a:rPr lang="en-GB" sz="1100" err="1">
                <a:cs typeface="Calibri Light"/>
              </a:rPr>
              <a:t>secur</a:t>
            </a:r>
            <a:r>
              <a:rPr lang="en-GB" sz="1100">
                <a:cs typeface="Calibri Light"/>
              </a:rPr>
              <a:t>ity operations manager.</a:t>
            </a:r>
            <a:endParaRPr lang="en-GB" sz="1100" dirty="0">
              <a:cs typeface="Calibri Light"/>
            </a:endParaRPr>
          </a:p>
          <a:p>
            <a:endParaRPr lang="en-GB"/>
          </a:p>
        </p:txBody>
      </p:sp>
      <p:sp>
        <p:nvSpPr>
          <p:cNvPr id="39" name="Text Placeholder 38">
            <a:extLst>
              <a:ext uri="{FF2B5EF4-FFF2-40B4-BE49-F238E27FC236}">
                <a16:creationId xmlns:a16="http://schemas.microsoft.com/office/drawing/2014/main" id="{A71AE45D-C8AA-1B74-B00A-D1747B9C6718}"/>
              </a:ext>
            </a:extLst>
          </p:cNvPr>
          <p:cNvSpPr>
            <a:spLocks noGrp="1"/>
          </p:cNvSpPr>
          <p:nvPr>
            <p:ph type="body" sz="quarter" idx="49"/>
          </p:nvPr>
        </p:nvSpPr>
        <p:spPr/>
        <p:txBody>
          <a:bodyPr vert="horz" lIns="0" tIns="0" rIns="0" bIns="0" rtlCol="0" anchor="t">
            <a:noAutofit/>
          </a:bodyPr>
          <a:lstStyle/>
          <a:p>
            <a:pPr marL="171450" indent="-171450">
              <a:buChar char="•"/>
            </a:pPr>
            <a:r>
              <a:rPr lang="en-GB" sz="1100" dirty="0">
                <a:ea typeface="+mn-lt"/>
                <a:cs typeface="Calibri"/>
              </a:rPr>
              <a:t>Secure </a:t>
            </a:r>
            <a:r>
              <a:rPr lang="en-GB" sz="1100">
                <a:ea typeface="+mn-lt"/>
                <a:cs typeface="Calibri"/>
              </a:rPr>
              <a:t>operations of Cloud </a:t>
            </a:r>
            <a:r>
              <a:rPr lang="en-GB" sz="1100" dirty="0">
                <a:ea typeface="+mn-lt"/>
                <a:cs typeface="Calibri"/>
              </a:rPr>
              <a:t>and On-Premise hosting environments</a:t>
            </a:r>
            <a:endParaRPr lang="en-GB" sz="1100" dirty="0">
              <a:cs typeface="Calibri"/>
            </a:endParaRPr>
          </a:p>
          <a:p>
            <a:pPr marL="171450" indent="-171450">
              <a:buChar char="•"/>
            </a:pPr>
            <a:r>
              <a:rPr lang="en-GB" sz="1100" dirty="0">
                <a:cs typeface="Calibri"/>
              </a:rPr>
              <a:t>Secure architecture, configurations, and </a:t>
            </a:r>
            <a:r>
              <a:rPr lang="en-GB" sz="1100">
                <a:cs typeface="Calibri"/>
              </a:rPr>
              <a:t>hardening of Cloud and On-Premise hosting</a:t>
            </a:r>
            <a:r>
              <a:rPr lang="en-GB" sz="1100" dirty="0">
                <a:cs typeface="Calibri"/>
              </a:rPr>
              <a:t> environments</a:t>
            </a:r>
          </a:p>
          <a:p>
            <a:pPr marL="171450" indent="-171450">
              <a:buChar char="•"/>
            </a:pPr>
            <a:r>
              <a:rPr lang="en-GB" sz="1100">
                <a:cs typeface="Calibri"/>
              </a:rPr>
              <a:t>Secure operations of Windows, Linux, and Unix environments</a:t>
            </a:r>
            <a:endParaRPr lang="en-GB" sz="1100" dirty="0"/>
          </a:p>
          <a:p>
            <a:pPr marL="171450" indent="-171450">
              <a:buChar char="•"/>
            </a:pPr>
            <a:r>
              <a:rPr lang="en-GB" sz="1100">
                <a:cs typeface="Calibri"/>
              </a:rPr>
              <a:t>Technical management of Cloud and On-Premise transition projects and security tool </a:t>
            </a:r>
            <a:r>
              <a:rPr lang="en-GB" sz="1100" err="1">
                <a:cs typeface="Calibri"/>
              </a:rPr>
              <a:t>integr</a:t>
            </a:r>
            <a:r>
              <a:rPr lang="en-GB" sz="1100">
                <a:cs typeface="Calibri"/>
              </a:rPr>
              <a:t>ations</a:t>
            </a:r>
          </a:p>
          <a:p>
            <a:pPr marL="171450" indent="-171450">
              <a:buChar char="•"/>
            </a:pPr>
            <a:r>
              <a:rPr lang="en-GB" sz="1100" dirty="0">
                <a:cs typeface="Calibri"/>
              </a:rPr>
              <a:t>Governance, </a:t>
            </a:r>
            <a:r>
              <a:rPr lang="en-GB" sz="1100">
                <a:cs typeface="Calibri"/>
              </a:rPr>
              <a:t>risk, and compliance management </a:t>
            </a:r>
            <a:endParaRPr lang="en-GB" sz="1100" dirty="0">
              <a:cs typeface="Calibri"/>
            </a:endParaRPr>
          </a:p>
          <a:p>
            <a:pPr marL="171450" indent="-171450">
              <a:buChar char="•"/>
            </a:pPr>
            <a:r>
              <a:rPr lang="en-GB" sz="1100" dirty="0">
                <a:cs typeface="Calibri"/>
              </a:rPr>
              <a:t>Threat </a:t>
            </a:r>
            <a:r>
              <a:rPr lang="en-GB" sz="1100">
                <a:cs typeface="Calibri"/>
              </a:rPr>
              <a:t>modelling and continuous attack surface management</a:t>
            </a:r>
            <a:endParaRPr lang="en-GB" sz="1100" dirty="0"/>
          </a:p>
          <a:p>
            <a:pPr marL="171450" indent="-171450">
              <a:buChar char="•"/>
            </a:pPr>
            <a:endParaRPr lang="en-GB" sz="1100" dirty="0"/>
          </a:p>
          <a:p>
            <a:pPr marL="171450" indent="-171450">
              <a:buChar char="•"/>
            </a:pPr>
            <a:endParaRPr lang="en-GB" sz="1100" dirty="0"/>
          </a:p>
          <a:p>
            <a:pPr marL="171450" indent="-171450">
              <a:buChar char="•"/>
            </a:pPr>
            <a:endParaRPr lang="en-GB" sz="1100" dirty="0"/>
          </a:p>
          <a:p>
            <a:pPr marL="171450" indent="-171450">
              <a:buChar char="•"/>
            </a:pPr>
            <a:endParaRPr lang="en-GB" sz="1100" dirty="0"/>
          </a:p>
        </p:txBody>
      </p:sp>
      <p:sp>
        <p:nvSpPr>
          <p:cNvPr id="40" name="Text Placeholder 39">
            <a:extLst>
              <a:ext uri="{FF2B5EF4-FFF2-40B4-BE49-F238E27FC236}">
                <a16:creationId xmlns:a16="http://schemas.microsoft.com/office/drawing/2014/main" id="{7F6F38DE-4902-A891-D053-1D03DA55C5A3}"/>
              </a:ext>
            </a:extLst>
          </p:cNvPr>
          <p:cNvSpPr>
            <a:spLocks noGrp="1"/>
          </p:cNvSpPr>
          <p:nvPr>
            <p:ph type="body" sz="quarter" idx="51"/>
          </p:nvPr>
        </p:nvSpPr>
        <p:spPr>
          <a:xfrm>
            <a:off x="9549955" y="2037205"/>
            <a:ext cx="2281683" cy="3960000"/>
          </a:xfrm>
        </p:spPr>
        <p:txBody>
          <a:bodyPr vert="horz" lIns="0" tIns="0" rIns="0" bIns="0" rtlCol="0" anchor="t">
            <a:noAutofit/>
          </a:bodyPr>
          <a:lstStyle/>
          <a:p>
            <a:pPr marL="215900" indent="-215900"/>
            <a:r>
              <a:rPr lang="en-GB">
                <a:cs typeface="Calibri"/>
              </a:rPr>
              <a:t>A. P. Moller – Maersk A/S</a:t>
            </a:r>
            <a:endParaRPr lang="en-GB" dirty="0">
              <a:cs typeface="Calibri"/>
            </a:endParaRPr>
          </a:p>
          <a:p>
            <a:pPr marL="215900" indent="-215900"/>
            <a:r>
              <a:rPr lang="en-GB">
                <a:cs typeface="Calibri"/>
              </a:rPr>
              <a:t>Novo Nordisk A/S</a:t>
            </a:r>
            <a:endParaRPr lang="en-GB" dirty="0">
              <a:cs typeface="Calibri"/>
            </a:endParaRPr>
          </a:p>
          <a:p>
            <a:pPr marL="215900" indent="-215900"/>
            <a:r>
              <a:rPr lang="en-GB">
                <a:cs typeface="Calibri"/>
              </a:rPr>
              <a:t>Dansk Industry</a:t>
            </a:r>
            <a:endParaRPr lang="en-GB" dirty="0">
              <a:cs typeface="Calibri"/>
            </a:endParaRPr>
          </a:p>
          <a:p>
            <a:pPr marL="215900" indent="-215900"/>
            <a:r>
              <a:rPr lang="en-GB">
                <a:cs typeface="Calibri"/>
              </a:rPr>
              <a:t>IT-University of Copenhagen</a:t>
            </a:r>
            <a:endParaRPr lang="en-GB"/>
          </a:p>
          <a:p>
            <a:pPr marL="215900" indent="-215900"/>
            <a:r>
              <a:rPr lang="en-GB" dirty="0">
                <a:cs typeface="Calibri"/>
              </a:rPr>
              <a:t>Danish government and </a:t>
            </a:r>
            <a:r>
              <a:rPr lang="en-GB">
                <a:cs typeface="Calibri"/>
              </a:rPr>
              <a:t>defence</a:t>
            </a:r>
            <a:r>
              <a:rPr lang="en-GB" dirty="0">
                <a:cs typeface="Calibri"/>
              </a:rPr>
              <a:t> clients</a:t>
            </a:r>
          </a:p>
          <a:p>
            <a:pPr marL="215900" indent="-215900"/>
            <a:endParaRPr lang="en-GB" dirty="0"/>
          </a:p>
          <a:p>
            <a:endParaRPr lang="en-GB"/>
          </a:p>
          <a:p>
            <a:endParaRPr lang="en-GB"/>
          </a:p>
          <a:p>
            <a:pPr marR="0" lvl="0" algn="l" defTabSz="914400" rtl="0" eaLnBrk="1" fontAlgn="auto" latinLnBrk="0" hangingPunct="1">
              <a:lnSpc>
                <a:spcPct val="100000"/>
              </a:lnSpc>
              <a:spcBef>
                <a:spcPts val="600"/>
              </a:spcBef>
              <a:spcAft>
                <a:spcPts val="0"/>
              </a:spcAft>
              <a:buClrTx/>
              <a:buSzTx/>
              <a:tabLst/>
              <a:defRPr/>
            </a:pPr>
            <a:endParaRPr lang="en-GB" sz="1050" b="0" i="0" u="none" strike="noStrike" kern="1200" cap="none" spc="0" normalizeH="0" baseline="0" noProof="0">
              <a:ln>
                <a:noFill/>
              </a:ln>
              <a:solidFill>
                <a:srgbClr val="1F4953"/>
              </a:solidFill>
              <a:effectLst/>
              <a:uLnTx/>
              <a:uFillTx/>
              <a:latin typeface="Calibri Light"/>
            </a:endParaRPr>
          </a:p>
          <a:p>
            <a:pPr marL="215900" indent="-215900">
              <a:defRPr/>
            </a:pPr>
            <a:endParaRPr lang="en-GB">
              <a:solidFill>
                <a:srgbClr val="1F4953"/>
              </a:solidFill>
              <a:latin typeface="Calibri Light"/>
            </a:endParaRPr>
          </a:p>
          <a:p>
            <a:pPr marL="0" marR="0" lvl="0" indent="0" algn="l" defTabSz="914400" rtl="0" eaLnBrk="1" fontAlgn="auto" latinLnBrk="0" hangingPunct="1">
              <a:lnSpc>
                <a:spcPct val="100000"/>
              </a:lnSpc>
              <a:spcBef>
                <a:spcPts val="600"/>
              </a:spcBef>
              <a:spcAft>
                <a:spcPts val="0"/>
              </a:spcAft>
              <a:buClrTx/>
              <a:buSzTx/>
              <a:buFont typeface="Arial" pitchFamily="34" charset="0"/>
              <a:buNone/>
              <a:tabLst/>
              <a:defRPr/>
            </a:pPr>
            <a:r>
              <a:rPr kumimoji="0" lang="en-GB" sz="1050" b="0" i="0" u="none" strike="noStrike" kern="1200" cap="none" spc="0" normalizeH="0" baseline="0" noProof="0">
                <a:ln>
                  <a:noFill/>
                </a:ln>
                <a:solidFill>
                  <a:srgbClr val="2F7587"/>
                </a:solidFill>
                <a:effectLst/>
                <a:uLnTx/>
                <a:uFillTx/>
                <a:latin typeface="Calibri"/>
                <a:cs typeface="Calibri" panose="020F0502020204030204" pitchFamily="34" charset="0"/>
              </a:rPr>
              <a:t>Technical skills: </a:t>
            </a:r>
          </a:p>
          <a:p>
            <a:pPr marL="171450" indent="-171450">
              <a:defRPr/>
            </a:pPr>
            <a:r>
              <a:rPr kumimoji="0" lang="en-GB" sz="1050" b="0" i="0" u="none" strike="noStrike" kern="1200" cap="none" spc="0" normalizeH="0" baseline="0" noProof="0">
                <a:ln>
                  <a:noFill/>
                </a:ln>
                <a:solidFill>
                  <a:srgbClr val="2A6271"/>
                </a:solidFill>
                <a:effectLst/>
                <a:uLnTx/>
                <a:uFillTx/>
                <a:latin typeface="Calibri"/>
                <a:cs typeface="Calibri Light"/>
              </a:rPr>
              <a:t>Programming languages</a:t>
            </a:r>
            <a:r>
              <a:rPr kumimoji="0" lang="en-GB" sz="1050" b="0" i="0" u="none" strike="noStrike" kern="1200" cap="none" spc="0" normalizeH="0" baseline="0" noProof="0">
                <a:ln>
                  <a:noFill/>
                </a:ln>
                <a:solidFill>
                  <a:srgbClr val="2A6271"/>
                </a:solidFill>
                <a:effectLst/>
                <a:uLnTx/>
                <a:uFillTx/>
                <a:latin typeface="Calibri Light"/>
                <a:cs typeface="Calibri Light"/>
              </a:rPr>
              <a:t>:</a:t>
            </a:r>
            <a:r>
              <a:rPr lang="en-GB">
                <a:solidFill>
                  <a:srgbClr val="2A6271"/>
                </a:solidFill>
                <a:latin typeface="Calibri Light"/>
                <a:cs typeface="Calibri Light"/>
              </a:rPr>
              <a:t> Bash, Python</a:t>
            </a:r>
            <a:r>
              <a:rPr kumimoji="0" lang="en-GB" sz="1050" b="0" i="0" u="none" strike="noStrike" kern="1200" cap="none" spc="0" normalizeH="0" baseline="0" noProof="0">
                <a:ln>
                  <a:noFill/>
                </a:ln>
                <a:solidFill>
                  <a:srgbClr val="2A6271"/>
                </a:solidFill>
                <a:effectLst/>
                <a:uLnTx/>
                <a:uFillTx/>
                <a:latin typeface="Calibri Light"/>
                <a:cs typeface="Calibri Light"/>
              </a:rPr>
              <a:t>, </a:t>
            </a:r>
            <a:r>
              <a:rPr lang="en-GB">
                <a:solidFill>
                  <a:srgbClr val="2A6271"/>
                </a:solidFill>
                <a:latin typeface="Calibri Light"/>
                <a:cs typeface="Calibri Light"/>
              </a:rPr>
              <a:t>C</a:t>
            </a:r>
            <a:r>
              <a:rPr kumimoji="0" lang="en-GB" sz="1050" b="0" i="0" u="none" strike="noStrike" kern="1200" cap="none" spc="0" normalizeH="0" baseline="0" noProof="0">
                <a:ln>
                  <a:noFill/>
                </a:ln>
                <a:solidFill>
                  <a:srgbClr val="2A6271"/>
                </a:solidFill>
                <a:effectLst/>
                <a:uLnTx/>
                <a:uFillTx/>
                <a:latin typeface="Calibri Light"/>
                <a:cs typeface="Calibri Light"/>
              </a:rPr>
              <a:t>, </a:t>
            </a:r>
            <a:r>
              <a:rPr lang="en-GB">
                <a:solidFill>
                  <a:srgbClr val="2A6271"/>
                </a:solidFill>
                <a:latin typeface="Calibri Light"/>
                <a:cs typeface="Calibri Light"/>
              </a:rPr>
              <a:t>Java</a:t>
            </a:r>
            <a:endParaRPr lang="en-GB" sz="1050" b="0" i="0" u="none" strike="noStrike" kern="1200" cap="none" spc="0" normalizeH="0" baseline="0" noProof="0">
              <a:ln>
                <a:noFill/>
              </a:ln>
              <a:solidFill>
                <a:srgbClr val="2A6271"/>
              </a:solidFill>
              <a:effectLst/>
              <a:uLnTx/>
              <a:uFillTx/>
              <a:latin typeface="Calibri Light"/>
              <a:cs typeface="Calibri Light"/>
            </a:endParaRPr>
          </a:p>
          <a:p>
            <a:pPr marL="171450" marR="0" lvl="0" indent="-171450" algn="l" defTabSz="914400" rtl="0" eaLnBrk="1" fontAlgn="auto" latinLnBrk="0" hangingPunct="1">
              <a:lnSpc>
                <a:spcPct val="100000"/>
              </a:lnSpc>
              <a:spcBef>
                <a:spcPts val="600"/>
              </a:spcBef>
              <a:spcAft>
                <a:spcPts val="0"/>
              </a:spcAft>
              <a:buClrTx/>
              <a:buSzTx/>
              <a:tabLst/>
              <a:defRPr/>
            </a:pPr>
            <a:r>
              <a:rPr kumimoji="0" lang="en-GB" sz="1050" b="0" i="0" u="none" strike="noStrike" kern="1200" cap="none" spc="0" normalizeH="0" baseline="0" noProof="0">
                <a:ln>
                  <a:noFill/>
                </a:ln>
                <a:solidFill>
                  <a:srgbClr val="2A6271"/>
                </a:solidFill>
                <a:effectLst/>
                <a:uLnTx/>
                <a:uFillTx/>
                <a:latin typeface="Calibri"/>
                <a:cs typeface="Calibri Light"/>
              </a:rPr>
              <a:t>Developer tools</a:t>
            </a:r>
            <a:r>
              <a:rPr kumimoji="0" lang="en-GB" sz="1050" b="0" i="0" u="none" strike="noStrike" kern="1200" cap="none" spc="0" normalizeH="0" baseline="0" noProof="0">
                <a:ln>
                  <a:noFill/>
                </a:ln>
                <a:solidFill>
                  <a:srgbClr val="2A6271"/>
                </a:solidFill>
                <a:effectLst/>
                <a:uLnTx/>
                <a:uFillTx/>
                <a:latin typeface="Calibri Light"/>
                <a:cs typeface="Calibri Light"/>
              </a:rPr>
              <a:t>: Docker, Kubernetes</a:t>
            </a:r>
            <a:endParaRPr lang="en-GB" sz="1050" b="0" i="0" u="none" strike="noStrike" kern="1200" cap="none" spc="0" normalizeH="0" baseline="0" noProof="0">
              <a:ln>
                <a:noFill/>
              </a:ln>
              <a:solidFill>
                <a:srgbClr val="2A6271"/>
              </a:solidFill>
              <a:effectLst/>
              <a:uLnTx/>
              <a:uFillTx/>
              <a:latin typeface="Calibri Light"/>
              <a:cs typeface="Calibri Light"/>
            </a:endParaRPr>
          </a:p>
          <a:p>
            <a:pPr marL="171450" marR="0" lvl="0" indent="-171450" algn="l" defTabSz="914400" rtl="0" eaLnBrk="1" fontAlgn="auto" latinLnBrk="0" hangingPunct="1">
              <a:lnSpc>
                <a:spcPct val="100000"/>
              </a:lnSpc>
              <a:spcBef>
                <a:spcPts val="600"/>
              </a:spcBef>
              <a:spcAft>
                <a:spcPts val="0"/>
              </a:spcAft>
              <a:buClrTx/>
              <a:buSzTx/>
              <a:tabLst/>
              <a:defRPr/>
            </a:pPr>
            <a:r>
              <a:rPr kumimoji="0" lang="en-GB" sz="1050" b="0" i="0" u="none" strike="noStrike" kern="1200" cap="none" spc="0" normalizeH="0" baseline="0" noProof="0">
                <a:ln>
                  <a:noFill/>
                </a:ln>
                <a:solidFill>
                  <a:srgbClr val="2A6271"/>
                </a:solidFill>
                <a:effectLst/>
                <a:uLnTx/>
                <a:uFillTx/>
                <a:latin typeface="Calibri"/>
                <a:cs typeface="Calibri Light"/>
              </a:rPr>
              <a:t>Cloud experience</a:t>
            </a:r>
            <a:r>
              <a:rPr kumimoji="0" lang="en-GB" sz="1050" b="0" i="0" u="none" strike="noStrike" kern="1200" cap="none" spc="0" normalizeH="0" baseline="0" noProof="0">
                <a:ln>
                  <a:noFill/>
                </a:ln>
                <a:solidFill>
                  <a:srgbClr val="2A6271"/>
                </a:solidFill>
                <a:effectLst/>
                <a:uLnTx/>
                <a:uFillTx/>
                <a:latin typeface="Calibri Light"/>
                <a:cs typeface="Calibri Light"/>
              </a:rPr>
              <a:t>: Azure, AWS</a:t>
            </a:r>
          </a:p>
          <a:p>
            <a:pPr marL="171450" indent="-171450">
              <a:defRPr/>
            </a:pPr>
            <a:r>
              <a:rPr lang="en-GB" sz="1100">
                <a:solidFill>
                  <a:srgbClr val="2A6271"/>
                </a:solidFill>
                <a:latin typeface="Calibri"/>
                <a:ea typeface="Calibri"/>
                <a:cs typeface="Calibri"/>
              </a:rPr>
              <a:t>On-Premise experience</a:t>
            </a:r>
            <a:r>
              <a:rPr lang="en-GB" sz="1100">
                <a:solidFill>
                  <a:srgbClr val="2A6271"/>
                </a:solidFill>
                <a:latin typeface="Calibri Light"/>
                <a:cs typeface="Calibri Light"/>
              </a:rPr>
              <a:t>: ITIL</a:t>
            </a:r>
          </a:p>
          <a:p>
            <a:pPr marL="171450" indent="-171450">
              <a:defRPr/>
            </a:pPr>
            <a:r>
              <a:rPr lang="en-GB" sz="1100">
                <a:solidFill>
                  <a:srgbClr val="2A6271"/>
                </a:solidFill>
                <a:latin typeface="Calibri"/>
                <a:ea typeface="Calibri"/>
                <a:cs typeface="Calibri"/>
              </a:rPr>
              <a:t>Security tool experience</a:t>
            </a:r>
            <a:r>
              <a:rPr lang="en-GB" sz="1100">
                <a:solidFill>
                  <a:srgbClr val="2A6271"/>
                </a:solidFill>
                <a:latin typeface="Calibri Light"/>
                <a:cs typeface="Calibri Light"/>
              </a:rPr>
              <a:t>: SIEM, SOAR, EDR, XDR, NDR, AISOC, IAM</a:t>
            </a:r>
          </a:p>
        </p:txBody>
      </p:sp>
      <p:sp>
        <p:nvSpPr>
          <p:cNvPr id="41" name="Text Placeholder 40">
            <a:extLst>
              <a:ext uri="{FF2B5EF4-FFF2-40B4-BE49-F238E27FC236}">
                <a16:creationId xmlns:a16="http://schemas.microsoft.com/office/drawing/2014/main" id="{25F6BBB5-A529-4A06-7342-24DD3FD03E6D}"/>
              </a:ext>
            </a:extLst>
          </p:cNvPr>
          <p:cNvSpPr>
            <a:spLocks noGrp="1"/>
          </p:cNvSpPr>
          <p:nvPr>
            <p:ph type="body" sz="quarter" idx="52"/>
          </p:nvPr>
        </p:nvSpPr>
        <p:spPr/>
        <p:txBody>
          <a:bodyPr/>
          <a:lstStyle/>
          <a:p>
            <a:endParaRPr lang="en-US" dirty="0"/>
          </a:p>
        </p:txBody>
      </p:sp>
      <p:sp>
        <p:nvSpPr>
          <p:cNvPr id="42" name="Text Placeholder 41">
            <a:extLst>
              <a:ext uri="{FF2B5EF4-FFF2-40B4-BE49-F238E27FC236}">
                <a16:creationId xmlns:a16="http://schemas.microsoft.com/office/drawing/2014/main" id="{400F03B6-7F13-0E8E-C231-5197D443F388}"/>
              </a:ext>
            </a:extLst>
          </p:cNvPr>
          <p:cNvSpPr>
            <a:spLocks noGrp="1"/>
          </p:cNvSpPr>
          <p:nvPr>
            <p:ph type="body" sz="quarter" idx="53"/>
          </p:nvPr>
        </p:nvSpPr>
        <p:spPr/>
        <p:txBody>
          <a:bodyPr/>
          <a:lstStyle/>
          <a:p>
            <a:r>
              <a:rPr lang="en-GB">
                <a:cs typeface="Calibri"/>
              </a:rPr>
              <a:t>+45 53658009</a:t>
            </a:r>
            <a:endParaRPr lang="en-GB"/>
          </a:p>
        </p:txBody>
      </p:sp>
      <p:sp>
        <p:nvSpPr>
          <p:cNvPr id="22" name="Text Placeholder 21">
            <a:extLst>
              <a:ext uri="{FF2B5EF4-FFF2-40B4-BE49-F238E27FC236}">
                <a16:creationId xmlns:a16="http://schemas.microsoft.com/office/drawing/2014/main" id="{5FF5243A-CCB6-CAB3-DDC8-3355577E0C9A}"/>
              </a:ext>
            </a:extLst>
          </p:cNvPr>
          <p:cNvSpPr>
            <a:spLocks noGrp="1"/>
          </p:cNvSpPr>
          <p:nvPr>
            <p:ph type="body" sz="quarter" idx="40"/>
          </p:nvPr>
        </p:nvSpPr>
        <p:spPr/>
        <p:txBody>
          <a:bodyPr/>
          <a:lstStyle/>
          <a:p>
            <a:endParaRPr lang="en-US"/>
          </a:p>
        </p:txBody>
      </p:sp>
      <p:sp>
        <p:nvSpPr>
          <p:cNvPr id="24" name="Text Placeholder 23">
            <a:extLst>
              <a:ext uri="{FF2B5EF4-FFF2-40B4-BE49-F238E27FC236}">
                <a16:creationId xmlns:a16="http://schemas.microsoft.com/office/drawing/2014/main" id="{D92981C7-DE1B-3859-3C26-FF345ABEC349}"/>
              </a:ext>
            </a:extLst>
          </p:cNvPr>
          <p:cNvSpPr>
            <a:spLocks noGrp="1"/>
          </p:cNvSpPr>
          <p:nvPr>
            <p:ph type="body" sz="quarter" idx="39"/>
          </p:nvPr>
        </p:nvSpPr>
        <p:spPr/>
        <p:txBody>
          <a:bodyPr/>
          <a:lstStyle/>
          <a:p>
            <a:endParaRPr lang="en-US"/>
          </a:p>
        </p:txBody>
      </p:sp>
      <p:sp>
        <p:nvSpPr>
          <p:cNvPr id="32" name="Text Placeholder 31">
            <a:extLst>
              <a:ext uri="{FF2B5EF4-FFF2-40B4-BE49-F238E27FC236}">
                <a16:creationId xmlns:a16="http://schemas.microsoft.com/office/drawing/2014/main" id="{2A63235C-69FF-4DDE-2521-60738D1D4D02}"/>
              </a:ext>
            </a:extLst>
          </p:cNvPr>
          <p:cNvSpPr>
            <a:spLocks noGrp="1"/>
          </p:cNvSpPr>
          <p:nvPr>
            <p:ph type="body" sz="quarter" idx="38"/>
          </p:nvPr>
        </p:nvSpPr>
        <p:spPr/>
        <p:txBody>
          <a:bodyPr/>
          <a:lstStyle/>
          <a:p>
            <a:endParaRPr lang="en-US"/>
          </a:p>
        </p:txBody>
      </p:sp>
      <p:sp>
        <p:nvSpPr>
          <p:cNvPr id="34" name="Text Placeholder 18">
            <a:extLst>
              <a:ext uri="{FF2B5EF4-FFF2-40B4-BE49-F238E27FC236}">
                <a16:creationId xmlns:a16="http://schemas.microsoft.com/office/drawing/2014/main" id="{FFFBA3F1-4396-DAA7-C95C-B21BC65C9F4E}"/>
              </a:ext>
            </a:extLst>
          </p:cNvPr>
          <p:cNvSpPr txBox="1">
            <a:spLocks/>
          </p:cNvSpPr>
          <p:nvPr/>
        </p:nvSpPr>
        <p:spPr>
          <a:xfrm>
            <a:off x="393036" y="3820660"/>
            <a:ext cx="864000" cy="180000"/>
          </a:xfrm>
          <a:prstGeom prst="rect">
            <a:avLst/>
          </a:prstGeom>
        </p:spPr>
        <p:txBody>
          <a:bodyPr vert="horz" lIns="0" tIns="0" rIns="0" bIns="0" rtlCol="0" anchor="ctr">
            <a:noAutofit/>
          </a:bodyPr>
          <a:lstStyle>
            <a:lvl1pPr marL="0" indent="0" algn="l" defTabSz="914400" rtl="0" eaLnBrk="1" latinLnBrk="0" hangingPunct="1">
              <a:lnSpc>
                <a:spcPct val="100000"/>
              </a:lnSpc>
              <a:spcBef>
                <a:spcPts val="0"/>
              </a:spcBef>
              <a:buSzTx/>
              <a:buFont typeface="Arial" pitchFamily="34" charset="0"/>
              <a:buNone/>
              <a:defRPr lang="en-US" sz="1000" b="0" i="0" kern="1200" spc="0">
                <a:solidFill>
                  <a:schemeClr val="bg1"/>
                </a:solidFill>
                <a:latin typeface="+mn-lt"/>
                <a:ea typeface="+mn-ea"/>
                <a:cs typeface="Calibri" panose="020F0502020204030204" pitchFamily="34" charset="0"/>
              </a:defRPr>
            </a:lvl1pPr>
            <a:lvl2pPr marL="432000" indent="-216000" algn="l" defTabSz="914400" rtl="0" eaLnBrk="1" latinLnBrk="0" hangingPunct="1">
              <a:lnSpc>
                <a:spcPct val="100000"/>
              </a:lnSpc>
              <a:spcBef>
                <a:spcPts val="600"/>
              </a:spcBef>
              <a:buFont typeface="Arial" pitchFamily="34" charset="0"/>
              <a:buChar char="•"/>
              <a:defRPr sz="1200" b="0" i="0" kern="1200" spc="0">
                <a:solidFill>
                  <a:schemeClr val="tx1"/>
                </a:solidFill>
                <a:latin typeface="+mn-lt"/>
                <a:ea typeface="+mn-ea"/>
                <a:cs typeface="Calibri" panose="020F0502020204030204" pitchFamily="34" charset="0"/>
              </a:defRPr>
            </a:lvl2pPr>
            <a:lvl3pPr marL="648000" indent="-216000" algn="l" defTabSz="914400" rtl="0" eaLnBrk="1" latinLnBrk="0" hangingPunct="1">
              <a:lnSpc>
                <a:spcPct val="100000"/>
              </a:lnSpc>
              <a:spcBef>
                <a:spcPts val="600"/>
              </a:spcBef>
              <a:buFont typeface="Arial" pitchFamily="34" charset="0"/>
              <a:buChar char="•"/>
              <a:defRPr sz="1200" kern="1200" spc="0">
                <a:solidFill>
                  <a:schemeClr val="tx1"/>
                </a:solidFill>
                <a:latin typeface="+mn-lt"/>
                <a:ea typeface="+mn-ea"/>
                <a:cs typeface="+mn-cs"/>
              </a:defRPr>
            </a:lvl3pPr>
            <a:lvl4pPr marL="864000" indent="-216000" algn="l" defTabSz="914400" rtl="0" eaLnBrk="1" latinLnBrk="0" hangingPunct="1">
              <a:lnSpc>
                <a:spcPct val="100000"/>
              </a:lnSpc>
              <a:spcBef>
                <a:spcPts val="600"/>
              </a:spcBef>
              <a:buFont typeface="Arial" pitchFamily="34" charset="0"/>
              <a:buChar char="•"/>
              <a:defRPr sz="1200" kern="1200" cap="none" spc="0" baseline="0">
                <a:solidFill>
                  <a:schemeClr val="tx1"/>
                </a:solidFill>
                <a:latin typeface="+mn-lt"/>
                <a:ea typeface="+mn-ea"/>
                <a:cs typeface="+mn-cs"/>
              </a:defRPr>
            </a:lvl4pPr>
            <a:lvl5pPr marL="1080000" indent="-216000" algn="l" defTabSz="914400" rtl="0" eaLnBrk="1" latinLnBrk="0" hangingPunct="1">
              <a:lnSpc>
                <a:spcPct val="100000"/>
              </a:lnSpc>
              <a:spcBef>
                <a:spcPts val="600"/>
              </a:spcBef>
              <a:buFont typeface="Arial" pitchFamily="34" charset="0"/>
              <a:buChar char="•"/>
              <a:defRPr sz="1200" b="0" i="0" kern="1200" spc="0">
                <a:solidFill>
                  <a:schemeClr val="tx1"/>
                </a:solidFill>
                <a:latin typeface="+mn-lt"/>
                <a:ea typeface="+mn-ea"/>
                <a:cs typeface="Calibri Light" panose="020F0302020204030204" pitchFamily="34" charset="0"/>
              </a:defRPr>
            </a:lvl5pPr>
            <a:lvl6pPr marL="0" indent="0" algn="l" defTabSz="914400" rtl="0" eaLnBrk="1" latinLnBrk="0" hangingPunct="1">
              <a:lnSpc>
                <a:spcPct val="150000"/>
              </a:lnSpc>
              <a:spcBef>
                <a:spcPts val="600"/>
              </a:spcBef>
              <a:buFont typeface="Arial"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4"/>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Gotham-Light" pitchFamily="50" charset="0"/>
                <a:ea typeface="+mn-ea"/>
                <a:cs typeface="Gotham-Light" pitchFamily="50" charset="0"/>
              </a:defRPr>
            </a:lvl9p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GB" sz="1000" b="0" i="0" u="none" strike="noStrike" kern="1200" cap="none" spc="0" normalizeH="0" baseline="0" noProof="0">
                <a:ln>
                  <a:noFill/>
                </a:ln>
                <a:solidFill>
                  <a:srgbClr val="FFFFFF"/>
                </a:solidFill>
                <a:effectLst/>
                <a:uLnTx/>
                <a:uFillTx/>
                <a:latin typeface="Calibri Light"/>
                <a:ea typeface="+mn-ea"/>
                <a:cs typeface="Calibri"/>
              </a:rPr>
              <a:t>2006-2011</a:t>
            </a:r>
            <a:endParaRPr kumimoji="0" lang="en-GB" sz="1000" b="0" i="0" u="none" strike="noStrike" kern="1200" cap="none" spc="0" normalizeH="0" baseline="0" noProof="0">
              <a:ln>
                <a:noFill/>
              </a:ln>
              <a:solidFill>
                <a:srgbClr val="FFFFFF"/>
              </a:solidFill>
              <a:effectLst/>
              <a:uLnTx/>
              <a:uFillTx/>
              <a:latin typeface="Calibri Light"/>
              <a:ea typeface="+mn-ea"/>
              <a:cs typeface="Calibri" panose="020F0502020204030204" pitchFamily="34" charset="0"/>
            </a:endParaRPr>
          </a:p>
        </p:txBody>
      </p:sp>
      <p:sp>
        <p:nvSpPr>
          <p:cNvPr id="36" name="Text Placeholder 19">
            <a:extLst>
              <a:ext uri="{FF2B5EF4-FFF2-40B4-BE49-F238E27FC236}">
                <a16:creationId xmlns:a16="http://schemas.microsoft.com/office/drawing/2014/main" id="{FF50AC89-0D4E-9666-FCB6-DA7440009592}"/>
              </a:ext>
            </a:extLst>
          </p:cNvPr>
          <p:cNvSpPr txBox="1">
            <a:spLocks/>
          </p:cNvSpPr>
          <p:nvPr/>
        </p:nvSpPr>
        <p:spPr>
          <a:xfrm>
            <a:off x="1320068" y="3820660"/>
            <a:ext cx="2412000" cy="180000"/>
          </a:xfrm>
          <a:prstGeom prst="rect">
            <a:avLst/>
          </a:prstGeom>
        </p:spPr>
        <p:txBody>
          <a:bodyPr vert="horz" lIns="0" tIns="0" rIns="0" bIns="0" rtlCol="0" anchor="ctr">
            <a:noAutofit/>
          </a:bodyPr>
          <a:lstStyle>
            <a:lvl1pPr marL="0" indent="0" algn="l" defTabSz="914400" rtl="0" eaLnBrk="1" latinLnBrk="0" hangingPunct="1">
              <a:lnSpc>
                <a:spcPct val="100000"/>
              </a:lnSpc>
              <a:spcBef>
                <a:spcPts val="0"/>
              </a:spcBef>
              <a:buSzTx/>
              <a:buFont typeface="Arial" pitchFamily="34" charset="0"/>
              <a:buNone/>
              <a:defRPr lang="en-US" sz="1000" b="0" i="0" kern="1200" spc="0">
                <a:solidFill>
                  <a:schemeClr val="bg1"/>
                </a:solidFill>
                <a:latin typeface="+mn-lt"/>
                <a:ea typeface="+mn-ea"/>
                <a:cs typeface="Calibri" panose="020F0502020204030204" pitchFamily="34" charset="0"/>
              </a:defRPr>
            </a:lvl1pPr>
            <a:lvl2pPr marL="432000" indent="-216000" algn="l" defTabSz="914400" rtl="0" eaLnBrk="1" latinLnBrk="0" hangingPunct="1">
              <a:lnSpc>
                <a:spcPct val="100000"/>
              </a:lnSpc>
              <a:spcBef>
                <a:spcPts val="600"/>
              </a:spcBef>
              <a:buFont typeface="Arial" pitchFamily="34" charset="0"/>
              <a:buChar char="•"/>
              <a:defRPr sz="1200" b="0" i="0" kern="1200" spc="0">
                <a:solidFill>
                  <a:schemeClr val="tx1"/>
                </a:solidFill>
                <a:latin typeface="+mn-lt"/>
                <a:ea typeface="+mn-ea"/>
                <a:cs typeface="Calibri" panose="020F0502020204030204" pitchFamily="34" charset="0"/>
              </a:defRPr>
            </a:lvl2pPr>
            <a:lvl3pPr marL="648000" indent="-216000" algn="l" defTabSz="914400" rtl="0" eaLnBrk="1" latinLnBrk="0" hangingPunct="1">
              <a:lnSpc>
                <a:spcPct val="100000"/>
              </a:lnSpc>
              <a:spcBef>
                <a:spcPts val="600"/>
              </a:spcBef>
              <a:buFont typeface="Arial" pitchFamily="34" charset="0"/>
              <a:buChar char="•"/>
              <a:defRPr sz="1200" kern="1200" spc="0">
                <a:solidFill>
                  <a:schemeClr val="tx1"/>
                </a:solidFill>
                <a:latin typeface="+mn-lt"/>
                <a:ea typeface="+mn-ea"/>
                <a:cs typeface="+mn-cs"/>
              </a:defRPr>
            </a:lvl3pPr>
            <a:lvl4pPr marL="864000" indent="-216000" algn="l" defTabSz="914400" rtl="0" eaLnBrk="1" latinLnBrk="0" hangingPunct="1">
              <a:lnSpc>
                <a:spcPct val="100000"/>
              </a:lnSpc>
              <a:spcBef>
                <a:spcPts val="600"/>
              </a:spcBef>
              <a:buFont typeface="Arial" pitchFamily="34" charset="0"/>
              <a:buChar char="•"/>
              <a:defRPr sz="1200" kern="1200" cap="none" spc="0" baseline="0">
                <a:solidFill>
                  <a:schemeClr val="tx1"/>
                </a:solidFill>
                <a:latin typeface="+mn-lt"/>
                <a:ea typeface="+mn-ea"/>
                <a:cs typeface="+mn-cs"/>
              </a:defRPr>
            </a:lvl4pPr>
            <a:lvl5pPr marL="1080000" indent="-216000" algn="l" defTabSz="914400" rtl="0" eaLnBrk="1" latinLnBrk="0" hangingPunct="1">
              <a:lnSpc>
                <a:spcPct val="100000"/>
              </a:lnSpc>
              <a:spcBef>
                <a:spcPts val="600"/>
              </a:spcBef>
              <a:buFont typeface="Arial" pitchFamily="34" charset="0"/>
              <a:buChar char="•"/>
              <a:defRPr sz="1200" b="0" i="0" kern="1200" spc="0">
                <a:solidFill>
                  <a:schemeClr val="tx1"/>
                </a:solidFill>
                <a:latin typeface="+mn-lt"/>
                <a:ea typeface="+mn-ea"/>
                <a:cs typeface="Calibri Light" panose="020F0302020204030204" pitchFamily="34" charset="0"/>
              </a:defRPr>
            </a:lvl5pPr>
            <a:lvl6pPr marL="0" indent="0" algn="l" defTabSz="914400" rtl="0" eaLnBrk="1" latinLnBrk="0" hangingPunct="1">
              <a:lnSpc>
                <a:spcPct val="150000"/>
              </a:lnSpc>
              <a:spcBef>
                <a:spcPts val="600"/>
              </a:spcBef>
              <a:buFont typeface="Arial"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4"/>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Gotham-Light" pitchFamily="50" charset="0"/>
                <a:ea typeface="+mn-ea"/>
                <a:cs typeface="Gotham-Light" pitchFamily="50" charset="0"/>
              </a:defRPr>
            </a:lvl9p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GB" sz="1000" b="0" i="0" u="none" strike="noStrike" kern="1200" cap="none" spc="0" normalizeH="0" baseline="0" noProof="0">
                <a:ln>
                  <a:noFill/>
                </a:ln>
                <a:solidFill>
                  <a:srgbClr val="FFFFFF"/>
                </a:solidFill>
                <a:effectLst/>
                <a:uLnTx/>
                <a:uFillTx/>
                <a:latin typeface="Calibri Light"/>
                <a:ea typeface="+mn-ea"/>
                <a:cs typeface="Calibri"/>
              </a:rPr>
              <a:t>NNIT A/S</a:t>
            </a:r>
            <a:endParaRPr kumimoji="0" lang="en-GB" sz="1000" b="0" i="0" u="none" strike="noStrike" kern="1200" cap="none" spc="0" normalizeH="0" baseline="0" noProof="0">
              <a:ln>
                <a:noFill/>
              </a:ln>
              <a:solidFill>
                <a:srgbClr val="FFFFFF"/>
              </a:solidFill>
              <a:effectLst/>
              <a:uLnTx/>
              <a:uFillTx/>
              <a:latin typeface="Calibri Light"/>
              <a:ea typeface="+mn-ea"/>
              <a:cs typeface="Calibri" panose="020F0502020204030204" pitchFamily="34" charset="0"/>
            </a:endParaRPr>
          </a:p>
        </p:txBody>
      </p:sp>
      <p:sp>
        <p:nvSpPr>
          <p:cNvPr id="44" name="Text Placeholder 20">
            <a:extLst>
              <a:ext uri="{FF2B5EF4-FFF2-40B4-BE49-F238E27FC236}">
                <a16:creationId xmlns:a16="http://schemas.microsoft.com/office/drawing/2014/main" id="{FC8C604C-B07E-DEE2-81C0-E5F790A2BA6B}"/>
              </a:ext>
            </a:extLst>
          </p:cNvPr>
          <p:cNvSpPr txBox="1">
            <a:spLocks/>
          </p:cNvSpPr>
          <p:nvPr/>
        </p:nvSpPr>
        <p:spPr>
          <a:xfrm>
            <a:off x="1320068" y="4002552"/>
            <a:ext cx="2412000" cy="180000"/>
          </a:xfrm>
          <a:prstGeom prst="rect">
            <a:avLst/>
          </a:prstGeom>
        </p:spPr>
        <p:txBody>
          <a:bodyPr vert="horz" lIns="0" tIns="0" rIns="0" bIns="0" rtlCol="0" anchor="ctr">
            <a:noAutofit/>
          </a:bodyPr>
          <a:lstStyle>
            <a:lvl1pPr marL="0" indent="0" algn="l" defTabSz="914400" rtl="0" eaLnBrk="1" latinLnBrk="0" hangingPunct="1">
              <a:lnSpc>
                <a:spcPct val="100000"/>
              </a:lnSpc>
              <a:spcBef>
                <a:spcPts val="0"/>
              </a:spcBef>
              <a:buSzTx/>
              <a:buFont typeface="Arial" pitchFamily="34" charset="0"/>
              <a:buNone/>
              <a:defRPr lang="en-US" sz="1000" b="0" i="1" kern="1200" spc="0">
                <a:solidFill>
                  <a:schemeClr val="bg1"/>
                </a:solidFill>
                <a:latin typeface="+mn-lt"/>
                <a:ea typeface="+mn-ea"/>
                <a:cs typeface="Calibri" panose="020F0502020204030204" pitchFamily="34" charset="0"/>
              </a:defRPr>
            </a:lvl1pPr>
            <a:lvl2pPr marL="432000" indent="-216000" algn="l" defTabSz="914400" rtl="0" eaLnBrk="1" latinLnBrk="0" hangingPunct="1">
              <a:lnSpc>
                <a:spcPct val="100000"/>
              </a:lnSpc>
              <a:spcBef>
                <a:spcPts val="600"/>
              </a:spcBef>
              <a:buFont typeface="Arial" pitchFamily="34" charset="0"/>
              <a:buChar char="•"/>
              <a:defRPr sz="1200" b="0" i="0" kern="1200" spc="0">
                <a:solidFill>
                  <a:schemeClr val="tx1"/>
                </a:solidFill>
                <a:latin typeface="+mn-lt"/>
                <a:ea typeface="+mn-ea"/>
                <a:cs typeface="Calibri" panose="020F0502020204030204" pitchFamily="34" charset="0"/>
              </a:defRPr>
            </a:lvl2pPr>
            <a:lvl3pPr marL="648000" indent="-216000" algn="l" defTabSz="914400" rtl="0" eaLnBrk="1" latinLnBrk="0" hangingPunct="1">
              <a:lnSpc>
                <a:spcPct val="100000"/>
              </a:lnSpc>
              <a:spcBef>
                <a:spcPts val="600"/>
              </a:spcBef>
              <a:buFont typeface="Arial" pitchFamily="34" charset="0"/>
              <a:buChar char="•"/>
              <a:defRPr sz="1200" kern="1200" spc="0">
                <a:solidFill>
                  <a:schemeClr val="tx1"/>
                </a:solidFill>
                <a:latin typeface="+mn-lt"/>
                <a:ea typeface="+mn-ea"/>
                <a:cs typeface="+mn-cs"/>
              </a:defRPr>
            </a:lvl3pPr>
            <a:lvl4pPr marL="864000" indent="-216000" algn="l" defTabSz="914400" rtl="0" eaLnBrk="1" latinLnBrk="0" hangingPunct="1">
              <a:lnSpc>
                <a:spcPct val="100000"/>
              </a:lnSpc>
              <a:spcBef>
                <a:spcPts val="600"/>
              </a:spcBef>
              <a:buFont typeface="Arial" pitchFamily="34" charset="0"/>
              <a:buChar char="•"/>
              <a:defRPr sz="1200" kern="1200" cap="none" spc="0" baseline="0">
                <a:solidFill>
                  <a:schemeClr val="tx1"/>
                </a:solidFill>
                <a:latin typeface="+mn-lt"/>
                <a:ea typeface="+mn-ea"/>
                <a:cs typeface="+mn-cs"/>
              </a:defRPr>
            </a:lvl4pPr>
            <a:lvl5pPr marL="1080000" indent="-216000" algn="l" defTabSz="914400" rtl="0" eaLnBrk="1" latinLnBrk="0" hangingPunct="1">
              <a:lnSpc>
                <a:spcPct val="100000"/>
              </a:lnSpc>
              <a:spcBef>
                <a:spcPts val="600"/>
              </a:spcBef>
              <a:buFont typeface="Arial" pitchFamily="34" charset="0"/>
              <a:buChar char="•"/>
              <a:defRPr sz="1200" b="0" i="0" kern="1200" spc="0">
                <a:solidFill>
                  <a:schemeClr val="tx1"/>
                </a:solidFill>
                <a:latin typeface="+mn-lt"/>
                <a:ea typeface="+mn-ea"/>
                <a:cs typeface="Calibri Light" panose="020F0302020204030204" pitchFamily="34" charset="0"/>
              </a:defRPr>
            </a:lvl5pPr>
            <a:lvl6pPr marL="0" indent="0" algn="l" defTabSz="914400" rtl="0" eaLnBrk="1" latinLnBrk="0" hangingPunct="1">
              <a:lnSpc>
                <a:spcPct val="150000"/>
              </a:lnSpc>
              <a:spcBef>
                <a:spcPts val="600"/>
              </a:spcBef>
              <a:buFont typeface="Arial"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4"/>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Gotham-Light" pitchFamily="50" charset="0"/>
                <a:ea typeface="+mn-ea"/>
                <a:cs typeface="Gotham-Light" pitchFamily="50" charset="0"/>
              </a:defRPr>
            </a:lvl9p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GB" sz="1000" b="0" i="1" u="none" strike="noStrike" kern="1200" cap="none" spc="0" normalizeH="0" baseline="0" noProof="0">
                <a:ln>
                  <a:noFill/>
                </a:ln>
                <a:solidFill>
                  <a:srgbClr val="FFFFFF"/>
                </a:solidFill>
                <a:effectLst/>
                <a:uLnTx/>
                <a:uFillTx/>
                <a:latin typeface="Calibri Light"/>
                <a:ea typeface="+mn-ea"/>
                <a:cs typeface="Calibri"/>
              </a:rPr>
              <a:t>Threat Detection and Forensics Specialist</a:t>
            </a:r>
            <a:endParaRPr kumimoji="0" lang="en-GB" sz="1000" b="0" i="1" u="none" strike="noStrike" kern="1200" cap="none" spc="0" normalizeH="0" baseline="0" noProof="0">
              <a:ln>
                <a:noFill/>
              </a:ln>
              <a:solidFill>
                <a:srgbClr val="FFFFFF"/>
              </a:solidFill>
              <a:effectLst/>
              <a:uLnTx/>
              <a:uFillTx/>
              <a:latin typeface="Calibri Light"/>
              <a:ea typeface="+mn-ea"/>
              <a:cs typeface="Calibri" panose="020F0502020204030204" pitchFamily="34" charset="0"/>
            </a:endParaRPr>
          </a:p>
        </p:txBody>
      </p:sp>
    </p:spTree>
    <p:extLst>
      <p:ext uri="{BB962C8B-B14F-4D97-AF65-F5344CB8AC3E}">
        <p14:creationId xmlns:p14="http://schemas.microsoft.com/office/powerpoint/2010/main" val="4048082862"/>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dsholder til slidenummer 2">
            <a:extLst>
              <a:ext uri="{FF2B5EF4-FFF2-40B4-BE49-F238E27FC236}">
                <a16:creationId xmlns:a16="http://schemas.microsoft.com/office/drawing/2014/main" id="{E3B00D8D-D94E-3A28-7897-7B40845DA623}"/>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0B7701B-8974-48F8-B448-DF2B8164D2B4}" type="slidenum">
              <a:rPr kumimoji="0" lang="en-US" sz="1800" b="0" i="0" u="none" strike="noStrike" kern="1200" cap="none" spc="0" normalizeH="0" baseline="0" noProof="0" smtClean="0">
                <a:ln>
                  <a:noFill/>
                </a:ln>
                <a:solidFill>
                  <a:srgbClr val="1F4953"/>
                </a:solidFill>
                <a:effectLst/>
                <a:uLnTx/>
                <a:uFillTx/>
                <a:latin typeface="Calibri Ligh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39</a:t>
            </a:fld>
            <a:endParaRPr kumimoji="0" lang="en-US" sz="1800" b="0" i="0" u="none" strike="noStrike" kern="1200" cap="none" spc="0" normalizeH="0" baseline="0" noProof="0">
              <a:ln>
                <a:noFill/>
              </a:ln>
              <a:solidFill>
                <a:srgbClr val="1F4953"/>
              </a:solidFill>
              <a:effectLst/>
              <a:uLnTx/>
              <a:uFillTx/>
              <a:latin typeface="Calibri Light"/>
              <a:ea typeface="+mn-ea"/>
              <a:cs typeface="+mn-cs"/>
            </a:endParaRPr>
          </a:p>
        </p:txBody>
      </p:sp>
      <p:pic>
        <p:nvPicPr>
          <p:cNvPr id="46" name="Pladsholder til billede 45" descr="Et billede, der indeholder Ansigt, person, Pande, Hage&#10;&#10;AI-genereret indhold kan være ukorrekt.">
            <a:extLst>
              <a:ext uri="{FF2B5EF4-FFF2-40B4-BE49-F238E27FC236}">
                <a16:creationId xmlns:a16="http://schemas.microsoft.com/office/drawing/2014/main" id="{3B2457D8-A76B-9A68-CAC2-27C8F60FB89C}"/>
              </a:ext>
            </a:extLst>
          </p:cNvPr>
          <p:cNvPicPr>
            <a:picLocks noGrp="1" noChangeAspect="1"/>
          </p:cNvPicPr>
          <p:nvPr>
            <p:ph type="pic" sz="quarter" idx="13"/>
          </p:nvPr>
        </p:nvPicPr>
        <p:blipFill>
          <a:blip r:embed="rId2"/>
          <a:srcRect t="3426" b="11378"/>
          <a:stretch>
            <a:fillRect/>
          </a:stretch>
        </p:blipFill>
        <p:spPr>
          <a:xfrm>
            <a:off x="273892" y="237543"/>
            <a:ext cx="1080000" cy="1091219"/>
          </a:xfrm>
          <a:prstGeom prst="ellipse">
            <a:avLst/>
          </a:prstGeom>
          <a:solidFill>
            <a:srgbClr val="F1F1ED"/>
          </a:solidFill>
        </p:spPr>
      </p:pic>
      <p:sp>
        <p:nvSpPr>
          <p:cNvPr id="5" name="Pladsholder til tekst 4">
            <a:extLst>
              <a:ext uri="{FF2B5EF4-FFF2-40B4-BE49-F238E27FC236}">
                <a16:creationId xmlns:a16="http://schemas.microsoft.com/office/drawing/2014/main" id="{4F9F40A7-CFD7-3E26-A92B-3864F4485580}"/>
              </a:ext>
            </a:extLst>
          </p:cNvPr>
          <p:cNvSpPr>
            <a:spLocks noGrp="1"/>
          </p:cNvSpPr>
          <p:nvPr>
            <p:ph type="body" sz="quarter" idx="15"/>
          </p:nvPr>
        </p:nvSpPr>
        <p:spPr/>
        <p:txBody>
          <a:bodyPr/>
          <a:lstStyle/>
          <a:p>
            <a:r>
              <a:rPr lang="da-DK" dirty="0"/>
              <a:t>2023-present</a:t>
            </a:r>
          </a:p>
        </p:txBody>
      </p:sp>
      <p:sp>
        <p:nvSpPr>
          <p:cNvPr id="6" name="Pladsholder til tekst 5">
            <a:extLst>
              <a:ext uri="{FF2B5EF4-FFF2-40B4-BE49-F238E27FC236}">
                <a16:creationId xmlns:a16="http://schemas.microsoft.com/office/drawing/2014/main" id="{56580B14-EEA7-A031-8ADE-FDDF65C5DEC4}"/>
              </a:ext>
            </a:extLst>
          </p:cNvPr>
          <p:cNvSpPr>
            <a:spLocks noGrp="1"/>
          </p:cNvSpPr>
          <p:nvPr>
            <p:ph type="body" sz="quarter" idx="16"/>
          </p:nvPr>
        </p:nvSpPr>
        <p:spPr/>
        <p:txBody>
          <a:bodyPr/>
          <a:lstStyle/>
          <a:p>
            <a:r>
              <a:rPr lang="da-DK" dirty="0"/>
              <a:t>Freelancer</a:t>
            </a:r>
          </a:p>
        </p:txBody>
      </p:sp>
      <p:sp>
        <p:nvSpPr>
          <p:cNvPr id="7" name="Pladsholder til tekst 6">
            <a:extLst>
              <a:ext uri="{FF2B5EF4-FFF2-40B4-BE49-F238E27FC236}">
                <a16:creationId xmlns:a16="http://schemas.microsoft.com/office/drawing/2014/main" id="{558CC6BC-79CF-F31C-FC70-8A43DDE3556A}"/>
              </a:ext>
            </a:extLst>
          </p:cNvPr>
          <p:cNvSpPr>
            <a:spLocks noGrp="1"/>
          </p:cNvSpPr>
          <p:nvPr>
            <p:ph type="body" sz="quarter" idx="17"/>
          </p:nvPr>
        </p:nvSpPr>
        <p:spPr>
          <a:xfrm>
            <a:off x="1318062" y="1882230"/>
            <a:ext cx="2627345" cy="181012"/>
          </a:xfrm>
        </p:spPr>
        <p:txBody>
          <a:bodyPr/>
          <a:lstStyle/>
          <a:p>
            <a:r>
              <a:rPr lang="da-DK" dirty="0" err="1"/>
              <a:t>Cybersecurity</a:t>
            </a:r>
            <a:r>
              <a:rPr lang="da-DK" dirty="0"/>
              <a:t> Advisor and Architect</a:t>
            </a:r>
          </a:p>
        </p:txBody>
      </p:sp>
      <p:sp>
        <p:nvSpPr>
          <p:cNvPr id="8" name="Pladsholder til tekst 7">
            <a:extLst>
              <a:ext uri="{FF2B5EF4-FFF2-40B4-BE49-F238E27FC236}">
                <a16:creationId xmlns:a16="http://schemas.microsoft.com/office/drawing/2014/main" id="{75386D55-0AB7-5004-D45C-FAD676D96F57}"/>
              </a:ext>
            </a:extLst>
          </p:cNvPr>
          <p:cNvSpPr>
            <a:spLocks noGrp="1"/>
          </p:cNvSpPr>
          <p:nvPr>
            <p:ph type="body" sz="quarter" idx="18"/>
          </p:nvPr>
        </p:nvSpPr>
        <p:spPr/>
        <p:txBody>
          <a:bodyPr/>
          <a:lstStyle/>
          <a:p>
            <a:r>
              <a:rPr lang="en-US" dirty="0"/>
              <a:t>Martin Kiaer</a:t>
            </a:r>
            <a:endParaRPr lang="da-DK" dirty="0"/>
          </a:p>
        </p:txBody>
      </p:sp>
      <p:sp>
        <p:nvSpPr>
          <p:cNvPr id="9" name="Pladsholder til tekst 8">
            <a:extLst>
              <a:ext uri="{FF2B5EF4-FFF2-40B4-BE49-F238E27FC236}">
                <a16:creationId xmlns:a16="http://schemas.microsoft.com/office/drawing/2014/main" id="{20993007-2E66-1AE8-31DF-5734309C1436}"/>
              </a:ext>
            </a:extLst>
          </p:cNvPr>
          <p:cNvSpPr>
            <a:spLocks noGrp="1"/>
          </p:cNvSpPr>
          <p:nvPr>
            <p:ph type="body" sz="quarter" idx="19"/>
          </p:nvPr>
        </p:nvSpPr>
        <p:spPr/>
        <p:txBody>
          <a:bodyPr/>
          <a:lstStyle/>
          <a:p>
            <a:r>
              <a:rPr lang="en-US" dirty="0"/>
              <a:t>Principal Cybersecurity Advisor and Architect</a:t>
            </a:r>
            <a:endParaRPr lang="da-DK" dirty="0"/>
          </a:p>
        </p:txBody>
      </p:sp>
      <p:sp>
        <p:nvSpPr>
          <p:cNvPr id="10" name="Pladsholder til tekst 9">
            <a:extLst>
              <a:ext uri="{FF2B5EF4-FFF2-40B4-BE49-F238E27FC236}">
                <a16:creationId xmlns:a16="http://schemas.microsoft.com/office/drawing/2014/main" id="{73E074E3-4F3B-C357-ACDD-D590456B7566}"/>
              </a:ext>
            </a:extLst>
          </p:cNvPr>
          <p:cNvSpPr>
            <a:spLocks noGrp="1"/>
          </p:cNvSpPr>
          <p:nvPr>
            <p:ph type="body" sz="quarter" idx="20"/>
          </p:nvPr>
        </p:nvSpPr>
        <p:spPr/>
        <p:txBody>
          <a:bodyPr/>
          <a:lstStyle/>
          <a:p>
            <a:r>
              <a:rPr lang="da-DK" dirty="0"/>
              <a:t>2021-2023</a:t>
            </a:r>
          </a:p>
        </p:txBody>
      </p:sp>
      <p:sp>
        <p:nvSpPr>
          <p:cNvPr id="11" name="Pladsholder til tekst 10">
            <a:extLst>
              <a:ext uri="{FF2B5EF4-FFF2-40B4-BE49-F238E27FC236}">
                <a16:creationId xmlns:a16="http://schemas.microsoft.com/office/drawing/2014/main" id="{DDEA929E-8F9A-B610-3527-31FD77344DF6}"/>
              </a:ext>
            </a:extLst>
          </p:cNvPr>
          <p:cNvSpPr>
            <a:spLocks noGrp="1"/>
          </p:cNvSpPr>
          <p:nvPr>
            <p:ph type="body" sz="quarter" idx="21"/>
          </p:nvPr>
        </p:nvSpPr>
        <p:spPr/>
        <p:txBody>
          <a:bodyPr/>
          <a:lstStyle/>
          <a:p>
            <a:r>
              <a:rPr lang="da-DK" dirty="0"/>
              <a:t>Microsoft</a:t>
            </a:r>
          </a:p>
        </p:txBody>
      </p:sp>
      <p:sp>
        <p:nvSpPr>
          <p:cNvPr id="12" name="Pladsholder til tekst 11">
            <a:extLst>
              <a:ext uri="{FF2B5EF4-FFF2-40B4-BE49-F238E27FC236}">
                <a16:creationId xmlns:a16="http://schemas.microsoft.com/office/drawing/2014/main" id="{1E67B5A7-1F84-C23D-5D14-565075CDA69B}"/>
              </a:ext>
            </a:extLst>
          </p:cNvPr>
          <p:cNvSpPr>
            <a:spLocks noGrp="1"/>
          </p:cNvSpPr>
          <p:nvPr>
            <p:ph type="body" sz="quarter" idx="22"/>
          </p:nvPr>
        </p:nvSpPr>
        <p:spPr>
          <a:xfrm>
            <a:off x="1318062" y="2305591"/>
            <a:ext cx="2627345" cy="181012"/>
          </a:xfrm>
        </p:spPr>
        <p:txBody>
          <a:bodyPr/>
          <a:lstStyle/>
          <a:p>
            <a:r>
              <a:rPr lang="da-DK" dirty="0"/>
              <a:t>Security Solution Manager - Security Service Line </a:t>
            </a:r>
            <a:r>
              <a:rPr lang="da-DK" dirty="0" err="1"/>
              <a:t>Strategy</a:t>
            </a:r>
            <a:r>
              <a:rPr lang="da-DK" dirty="0"/>
              <a:t> Team</a:t>
            </a:r>
          </a:p>
        </p:txBody>
      </p:sp>
      <p:sp>
        <p:nvSpPr>
          <p:cNvPr id="13" name="Pladsholder til tekst 12">
            <a:extLst>
              <a:ext uri="{FF2B5EF4-FFF2-40B4-BE49-F238E27FC236}">
                <a16:creationId xmlns:a16="http://schemas.microsoft.com/office/drawing/2014/main" id="{E3C8E999-4A1C-C340-8D9B-C7D3347F848C}"/>
              </a:ext>
            </a:extLst>
          </p:cNvPr>
          <p:cNvSpPr>
            <a:spLocks noGrp="1"/>
          </p:cNvSpPr>
          <p:nvPr>
            <p:ph type="body" sz="quarter" idx="23"/>
          </p:nvPr>
        </p:nvSpPr>
        <p:spPr/>
        <p:txBody>
          <a:bodyPr/>
          <a:lstStyle/>
          <a:p>
            <a:r>
              <a:rPr lang="da-DK" dirty="0"/>
              <a:t>2011-2021</a:t>
            </a:r>
          </a:p>
        </p:txBody>
      </p:sp>
      <p:sp>
        <p:nvSpPr>
          <p:cNvPr id="14" name="Pladsholder til tekst 13">
            <a:extLst>
              <a:ext uri="{FF2B5EF4-FFF2-40B4-BE49-F238E27FC236}">
                <a16:creationId xmlns:a16="http://schemas.microsoft.com/office/drawing/2014/main" id="{9D0AD794-7997-34E2-54E9-791087BBED97}"/>
              </a:ext>
            </a:extLst>
          </p:cNvPr>
          <p:cNvSpPr>
            <a:spLocks noGrp="1"/>
          </p:cNvSpPr>
          <p:nvPr>
            <p:ph type="body" sz="quarter" idx="24"/>
          </p:nvPr>
        </p:nvSpPr>
        <p:spPr/>
        <p:txBody>
          <a:bodyPr/>
          <a:lstStyle/>
          <a:p>
            <a:r>
              <a:rPr lang="da-DK" dirty="0"/>
              <a:t>Microsoft</a:t>
            </a:r>
          </a:p>
        </p:txBody>
      </p:sp>
      <p:sp>
        <p:nvSpPr>
          <p:cNvPr id="15" name="Pladsholder til tekst 14">
            <a:extLst>
              <a:ext uri="{FF2B5EF4-FFF2-40B4-BE49-F238E27FC236}">
                <a16:creationId xmlns:a16="http://schemas.microsoft.com/office/drawing/2014/main" id="{0DBEA939-8A10-0838-FE86-37CD7A79010B}"/>
              </a:ext>
            </a:extLst>
          </p:cNvPr>
          <p:cNvSpPr>
            <a:spLocks noGrp="1"/>
          </p:cNvSpPr>
          <p:nvPr>
            <p:ph type="body" sz="quarter" idx="25"/>
          </p:nvPr>
        </p:nvSpPr>
        <p:spPr/>
        <p:txBody>
          <a:bodyPr/>
          <a:lstStyle/>
          <a:p>
            <a:r>
              <a:rPr lang="da-DK" dirty="0"/>
              <a:t>Security &amp; Cloud Senior Architect / Global </a:t>
            </a:r>
            <a:r>
              <a:rPr lang="da-DK" dirty="0" err="1"/>
              <a:t>Cyber</a:t>
            </a:r>
            <a:r>
              <a:rPr lang="da-DK" dirty="0"/>
              <a:t> Security Practice</a:t>
            </a:r>
          </a:p>
        </p:txBody>
      </p:sp>
      <p:sp>
        <p:nvSpPr>
          <p:cNvPr id="16" name="Pladsholder til tekst 15">
            <a:extLst>
              <a:ext uri="{FF2B5EF4-FFF2-40B4-BE49-F238E27FC236}">
                <a16:creationId xmlns:a16="http://schemas.microsoft.com/office/drawing/2014/main" id="{BAA82B01-1D7C-6051-0ADE-26D92692770F}"/>
              </a:ext>
            </a:extLst>
          </p:cNvPr>
          <p:cNvSpPr>
            <a:spLocks noGrp="1"/>
          </p:cNvSpPr>
          <p:nvPr>
            <p:ph type="body" sz="quarter" idx="26"/>
          </p:nvPr>
        </p:nvSpPr>
        <p:spPr/>
        <p:txBody>
          <a:bodyPr/>
          <a:lstStyle/>
          <a:p>
            <a:r>
              <a:rPr lang="da-DK" dirty="0"/>
              <a:t>2004-2011</a:t>
            </a:r>
          </a:p>
        </p:txBody>
      </p:sp>
      <p:sp>
        <p:nvSpPr>
          <p:cNvPr id="17" name="Pladsholder til tekst 16">
            <a:extLst>
              <a:ext uri="{FF2B5EF4-FFF2-40B4-BE49-F238E27FC236}">
                <a16:creationId xmlns:a16="http://schemas.microsoft.com/office/drawing/2014/main" id="{5360DB9D-ABC2-2AA8-FC08-2E4C9C70C526}"/>
              </a:ext>
            </a:extLst>
          </p:cNvPr>
          <p:cNvSpPr>
            <a:spLocks noGrp="1"/>
          </p:cNvSpPr>
          <p:nvPr>
            <p:ph type="body" sz="quarter" idx="27"/>
          </p:nvPr>
        </p:nvSpPr>
        <p:spPr/>
        <p:txBody>
          <a:bodyPr/>
          <a:lstStyle/>
          <a:p>
            <a:r>
              <a:rPr lang="da-DK" dirty="0" err="1"/>
              <a:t>Logica</a:t>
            </a:r>
            <a:endParaRPr lang="da-DK" dirty="0"/>
          </a:p>
        </p:txBody>
      </p:sp>
      <p:sp>
        <p:nvSpPr>
          <p:cNvPr id="18" name="Pladsholder til tekst 17">
            <a:extLst>
              <a:ext uri="{FF2B5EF4-FFF2-40B4-BE49-F238E27FC236}">
                <a16:creationId xmlns:a16="http://schemas.microsoft.com/office/drawing/2014/main" id="{C475A432-C42E-2134-F769-F5CB89F94A41}"/>
              </a:ext>
            </a:extLst>
          </p:cNvPr>
          <p:cNvSpPr>
            <a:spLocks noGrp="1"/>
          </p:cNvSpPr>
          <p:nvPr>
            <p:ph type="body" sz="quarter" idx="28"/>
          </p:nvPr>
        </p:nvSpPr>
        <p:spPr>
          <a:xfrm>
            <a:off x="1318062" y="3154827"/>
            <a:ext cx="2545855" cy="175444"/>
          </a:xfrm>
        </p:spPr>
        <p:txBody>
          <a:bodyPr/>
          <a:lstStyle/>
          <a:p>
            <a:r>
              <a:rPr lang="da-DK" dirty="0"/>
              <a:t>Head of Department - Projects and </a:t>
            </a:r>
            <a:r>
              <a:rPr lang="da-DK" dirty="0" err="1"/>
              <a:t>Consultancy</a:t>
            </a:r>
            <a:r>
              <a:rPr lang="da-DK" dirty="0"/>
              <a:t>,</a:t>
            </a:r>
          </a:p>
        </p:txBody>
      </p:sp>
      <p:sp>
        <p:nvSpPr>
          <p:cNvPr id="19" name="Pladsholder til tekst 18">
            <a:extLst>
              <a:ext uri="{FF2B5EF4-FFF2-40B4-BE49-F238E27FC236}">
                <a16:creationId xmlns:a16="http://schemas.microsoft.com/office/drawing/2014/main" id="{C435B0F4-B168-B29A-415E-1F7925A5403C}"/>
              </a:ext>
            </a:extLst>
          </p:cNvPr>
          <p:cNvSpPr>
            <a:spLocks noGrp="1"/>
          </p:cNvSpPr>
          <p:nvPr>
            <p:ph type="body" sz="quarter" idx="29"/>
          </p:nvPr>
        </p:nvSpPr>
        <p:spPr/>
        <p:txBody>
          <a:bodyPr/>
          <a:lstStyle/>
          <a:p>
            <a:r>
              <a:rPr lang="da-DK" dirty="0"/>
              <a:t>2001-2004</a:t>
            </a:r>
          </a:p>
        </p:txBody>
      </p:sp>
      <p:sp>
        <p:nvSpPr>
          <p:cNvPr id="20" name="Pladsholder til tekst 19">
            <a:extLst>
              <a:ext uri="{FF2B5EF4-FFF2-40B4-BE49-F238E27FC236}">
                <a16:creationId xmlns:a16="http://schemas.microsoft.com/office/drawing/2014/main" id="{81F7A90A-352B-BD9F-AAFA-0D0B51D6CF4C}"/>
              </a:ext>
            </a:extLst>
          </p:cNvPr>
          <p:cNvSpPr>
            <a:spLocks noGrp="1"/>
          </p:cNvSpPr>
          <p:nvPr>
            <p:ph type="body" sz="quarter" idx="30"/>
          </p:nvPr>
        </p:nvSpPr>
        <p:spPr/>
        <p:txBody>
          <a:bodyPr/>
          <a:lstStyle/>
          <a:p>
            <a:r>
              <a:rPr lang="da-DK" dirty="0" err="1"/>
              <a:t>Interprise</a:t>
            </a:r>
            <a:r>
              <a:rPr lang="da-DK" dirty="0"/>
              <a:t> Consulting</a:t>
            </a:r>
          </a:p>
        </p:txBody>
      </p:sp>
      <p:sp>
        <p:nvSpPr>
          <p:cNvPr id="21" name="Pladsholder til tekst 20">
            <a:extLst>
              <a:ext uri="{FF2B5EF4-FFF2-40B4-BE49-F238E27FC236}">
                <a16:creationId xmlns:a16="http://schemas.microsoft.com/office/drawing/2014/main" id="{46BC0522-6317-5696-4595-A94F2A2FB5EC}"/>
              </a:ext>
            </a:extLst>
          </p:cNvPr>
          <p:cNvSpPr>
            <a:spLocks noGrp="1"/>
          </p:cNvSpPr>
          <p:nvPr>
            <p:ph type="body" sz="quarter" idx="31"/>
          </p:nvPr>
        </p:nvSpPr>
        <p:spPr/>
        <p:txBody>
          <a:bodyPr/>
          <a:lstStyle/>
          <a:p>
            <a:r>
              <a:rPr lang="da-DK" dirty="0"/>
              <a:t>Principal Consultant</a:t>
            </a:r>
          </a:p>
        </p:txBody>
      </p:sp>
      <p:sp>
        <p:nvSpPr>
          <p:cNvPr id="22" name="Pladsholder til tekst 21">
            <a:extLst>
              <a:ext uri="{FF2B5EF4-FFF2-40B4-BE49-F238E27FC236}">
                <a16:creationId xmlns:a16="http://schemas.microsoft.com/office/drawing/2014/main" id="{BECF516C-4868-456D-B5BA-6657A45D17C5}"/>
              </a:ext>
            </a:extLst>
          </p:cNvPr>
          <p:cNvSpPr>
            <a:spLocks noGrp="1"/>
          </p:cNvSpPr>
          <p:nvPr>
            <p:ph type="body" sz="quarter" idx="32"/>
          </p:nvPr>
        </p:nvSpPr>
        <p:spPr/>
        <p:txBody>
          <a:bodyPr/>
          <a:lstStyle/>
          <a:p>
            <a:r>
              <a:rPr lang="da-DK" dirty="0"/>
              <a:t>1999-2001</a:t>
            </a:r>
          </a:p>
        </p:txBody>
      </p:sp>
      <p:sp>
        <p:nvSpPr>
          <p:cNvPr id="23" name="Pladsholder til tekst 22">
            <a:extLst>
              <a:ext uri="{FF2B5EF4-FFF2-40B4-BE49-F238E27FC236}">
                <a16:creationId xmlns:a16="http://schemas.microsoft.com/office/drawing/2014/main" id="{6A7D721B-E435-9E47-0823-B4A5647FDFC6}"/>
              </a:ext>
            </a:extLst>
          </p:cNvPr>
          <p:cNvSpPr>
            <a:spLocks noGrp="1"/>
          </p:cNvSpPr>
          <p:nvPr>
            <p:ph type="body" sz="quarter" idx="33"/>
          </p:nvPr>
        </p:nvSpPr>
        <p:spPr/>
        <p:txBody>
          <a:bodyPr/>
          <a:lstStyle/>
          <a:p>
            <a:r>
              <a:rPr lang="da-DK" dirty="0" err="1"/>
              <a:t>Getronics</a:t>
            </a:r>
            <a:r>
              <a:rPr lang="da-DK" dirty="0"/>
              <a:t> </a:t>
            </a:r>
          </a:p>
        </p:txBody>
      </p:sp>
      <p:sp>
        <p:nvSpPr>
          <p:cNvPr id="24" name="Pladsholder til tekst 23">
            <a:extLst>
              <a:ext uri="{FF2B5EF4-FFF2-40B4-BE49-F238E27FC236}">
                <a16:creationId xmlns:a16="http://schemas.microsoft.com/office/drawing/2014/main" id="{174A46B3-7DD6-6280-28FF-A3B75EBB153B}"/>
              </a:ext>
            </a:extLst>
          </p:cNvPr>
          <p:cNvSpPr>
            <a:spLocks noGrp="1"/>
          </p:cNvSpPr>
          <p:nvPr>
            <p:ph type="body" sz="quarter" idx="34"/>
          </p:nvPr>
        </p:nvSpPr>
        <p:spPr/>
        <p:txBody>
          <a:bodyPr/>
          <a:lstStyle/>
          <a:p>
            <a:r>
              <a:rPr lang="da-DK" dirty="0"/>
              <a:t>Senior Consultant,</a:t>
            </a:r>
          </a:p>
        </p:txBody>
      </p:sp>
      <p:sp>
        <p:nvSpPr>
          <p:cNvPr id="25" name="Pladsholder til tekst 24">
            <a:extLst>
              <a:ext uri="{FF2B5EF4-FFF2-40B4-BE49-F238E27FC236}">
                <a16:creationId xmlns:a16="http://schemas.microsoft.com/office/drawing/2014/main" id="{442FF904-B5FE-0281-606E-CE7ECE4CDC7B}"/>
              </a:ext>
            </a:extLst>
          </p:cNvPr>
          <p:cNvSpPr>
            <a:spLocks noGrp="1"/>
          </p:cNvSpPr>
          <p:nvPr>
            <p:ph type="body" sz="quarter" idx="35"/>
          </p:nvPr>
        </p:nvSpPr>
        <p:spPr/>
        <p:txBody>
          <a:bodyPr/>
          <a:lstStyle/>
          <a:p>
            <a:endParaRPr lang="da-DK"/>
          </a:p>
        </p:txBody>
      </p:sp>
      <p:sp>
        <p:nvSpPr>
          <p:cNvPr id="26" name="Pladsholder til tekst 25">
            <a:extLst>
              <a:ext uri="{FF2B5EF4-FFF2-40B4-BE49-F238E27FC236}">
                <a16:creationId xmlns:a16="http://schemas.microsoft.com/office/drawing/2014/main" id="{D00BC68D-F018-9666-73C2-E72CCE09C6C3}"/>
              </a:ext>
            </a:extLst>
          </p:cNvPr>
          <p:cNvSpPr>
            <a:spLocks noGrp="1"/>
          </p:cNvSpPr>
          <p:nvPr>
            <p:ph type="body" sz="quarter" idx="36"/>
          </p:nvPr>
        </p:nvSpPr>
        <p:spPr/>
        <p:txBody>
          <a:bodyPr/>
          <a:lstStyle/>
          <a:p>
            <a:r>
              <a:rPr lang="da-DK" dirty="0"/>
              <a:t>Computer Science major</a:t>
            </a:r>
          </a:p>
        </p:txBody>
      </p:sp>
      <p:sp>
        <p:nvSpPr>
          <p:cNvPr id="27" name="Pladsholder til tekst 26">
            <a:extLst>
              <a:ext uri="{FF2B5EF4-FFF2-40B4-BE49-F238E27FC236}">
                <a16:creationId xmlns:a16="http://schemas.microsoft.com/office/drawing/2014/main" id="{7DD80C7C-9C83-C0A9-6490-8E639FDC8C96}"/>
              </a:ext>
            </a:extLst>
          </p:cNvPr>
          <p:cNvSpPr>
            <a:spLocks noGrp="1"/>
          </p:cNvSpPr>
          <p:nvPr>
            <p:ph type="body" sz="quarter" idx="37"/>
          </p:nvPr>
        </p:nvSpPr>
        <p:spPr/>
        <p:txBody>
          <a:bodyPr/>
          <a:lstStyle/>
          <a:p>
            <a:r>
              <a:rPr lang="da-DK" dirty="0"/>
              <a:t>Rochester Technical College, Minnesota, USA</a:t>
            </a:r>
          </a:p>
        </p:txBody>
      </p:sp>
      <p:sp>
        <p:nvSpPr>
          <p:cNvPr id="28" name="Pladsholder til tekst 27">
            <a:extLst>
              <a:ext uri="{FF2B5EF4-FFF2-40B4-BE49-F238E27FC236}">
                <a16:creationId xmlns:a16="http://schemas.microsoft.com/office/drawing/2014/main" id="{3E156E5B-F7D1-4335-F79F-62B1CAF65841}"/>
              </a:ext>
            </a:extLst>
          </p:cNvPr>
          <p:cNvSpPr>
            <a:spLocks noGrp="1"/>
          </p:cNvSpPr>
          <p:nvPr>
            <p:ph type="body" sz="quarter" idx="38"/>
          </p:nvPr>
        </p:nvSpPr>
        <p:spPr/>
        <p:txBody>
          <a:bodyPr/>
          <a:lstStyle/>
          <a:p>
            <a:endParaRPr lang="da-DK"/>
          </a:p>
        </p:txBody>
      </p:sp>
      <p:sp>
        <p:nvSpPr>
          <p:cNvPr id="29" name="Pladsholder til tekst 28">
            <a:extLst>
              <a:ext uri="{FF2B5EF4-FFF2-40B4-BE49-F238E27FC236}">
                <a16:creationId xmlns:a16="http://schemas.microsoft.com/office/drawing/2014/main" id="{654C0404-7F74-E9C0-7973-A331F20FE2A7}"/>
              </a:ext>
            </a:extLst>
          </p:cNvPr>
          <p:cNvSpPr>
            <a:spLocks noGrp="1"/>
          </p:cNvSpPr>
          <p:nvPr>
            <p:ph type="body" sz="quarter" idx="39"/>
          </p:nvPr>
        </p:nvSpPr>
        <p:spPr/>
        <p:txBody>
          <a:bodyPr/>
          <a:lstStyle/>
          <a:p>
            <a:r>
              <a:rPr lang="da-DK" dirty="0"/>
              <a:t>Computer Science Major</a:t>
            </a:r>
          </a:p>
        </p:txBody>
      </p:sp>
      <p:sp>
        <p:nvSpPr>
          <p:cNvPr id="30" name="Pladsholder til tekst 29">
            <a:extLst>
              <a:ext uri="{FF2B5EF4-FFF2-40B4-BE49-F238E27FC236}">
                <a16:creationId xmlns:a16="http://schemas.microsoft.com/office/drawing/2014/main" id="{A0BD0D40-11FB-BC51-E576-2FCE064491AC}"/>
              </a:ext>
            </a:extLst>
          </p:cNvPr>
          <p:cNvSpPr>
            <a:spLocks noGrp="1"/>
          </p:cNvSpPr>
          <p:nvPr>
            <p:ph type="body" sz="quarter" idx="40"/>
          </p:nvPr>
        </p:nvSpPr>
        <p:spPr/>
        <p:txBody>
          <a:bodyPr/>
          <a:lstStyle/>
          <a:p>
            <a:r>
              <a:rPr lang="en-US" dirty="0"/>
              <a:t>St. Cloud State University, Minnesota, USA</a:t>
            </a:r>
            <a:endParaRPr lang="da-DK" dirty="0"/>
          </a:p>
        </p:txBody>
      </p:sp>
      <p:sp>
        <p:nvSpPr>
          <p:cNvPr id="31" name="Pladsholder til tekst 30">
            <a:extLst>
              <a:ext uri="{FF2B5EF4-FFF2-40B4-BE49-F238E27FC236}">
                <a16:creationId xmlns:a16="http://schemas.microsoft.com/office/drawing/2014/main" id="{467CF512-9FD1-9682-C855-973E4BE63056}"/>
              </a:ext>
            </a:extLst>
          </p:cNvPr>
          <p:cNvSpPr>
            <a:spLocks noGrp="1"/>
          </p:cNvSpPr>
          <p:nvPr>
            <p:ph type="body" sz="quarter" idx="41"/>
          </p:nvPr>
        </p:nvSpPr>
        <p:spPr/>
        <p:txBody>
          <a:bodyPr/>
          <a:lstStyle/>
          <a:p>
            <a:endParaRPr lang="da-DK"/>
          </a:p>
        </p:txBody>
      </p:sp>
      <p:sp>
        <p:nvSpPr>
          <p:cNvPr id="32" name="Pladsholder til tekst 31">
            <a:extLst>
              <a:ext uri="{FF2B5EF4-FFF2-40B4-BE49-F238E27FC236}">
                <a16:creationId xmlns:a16="http://schemas.microsoft.com/office/drawing/2014/main" id="{861A8ACC-99EE-2E72-B558-BE4733ABCBE1}"/>
              </a:ext>
            </a:extLst>
          </p:cNvPr>
          <p:cNvSpPr>
            <a:spLocks noGrp="1"/>
          </p:cNvSpPr>
          <p:nvPr>
            <p:ph type="body" sz="quarter" idx="42"/>
          </p:nvPr>
        </p:nvSpPr>
        <p:spPr/>
        <p:txBody>
          <a:bodyPr/>
          <a:lstStyle/>
          <a:p>
            <a:r>
              <a:rPr lang="da-DK" dirty="0"/>
              <a:t>Business Information Systems Minor</a:t>
            </a:r>
          </a:p>
        </p:txBody>
      </p:sp>
      <p:sp>
        <p:nvSpPr>
          <p:cNvPr id="33" name="Pladsholder til tekst 32">
            <a:extLst>
              <a:ext uri="{FF2B5EF4-FFF2-40B4-BE49-F238E27FC236}">
                <a16:creationId xmlns:a16="http://schemas.microsoft.com/office/drawing/2014/main" id="{37A75DE4-FFB6-9DE6-78EA-F1A186F95A07}"/>
              </a:ext>
            </a:extLst>
          </p:cNvPr>
          <p:cNvSpPr>
            <a:spLocks noGrp="1"/>
          </p:cNvSpPr>
          <p:nvPr>
            <p:ph type="body" sz="quarter" idx="43"/>
          </p:nvPr>
        </p:nvSpPr>
        <p:spPr/>
        <p:txBody>
          <a:bodyPr/>
          <a:lstStyle/>
          <a:p>
            <a:r>
              <a:rPr lang="en-US" dirty="0"/>
              <a:t>St. Cloud State University, Minnesota, USA</a:t>
            </a:r>
            <a:endParaRPr lang="da-DK" dirty="0"/>
          </a:p>
        </p:txBody>
      </p:sp>
      <p:sp>
        <p:nvSpPr>
          <p:cNvPr id="34" name="Pladsholder til tekst 33">
            <a:extLst>
              <a:ext uri="{FF2B5EF4-FFF2-40B4-BE49-F238E27FC236}">
                <a16:creationId xmlns:a16="http://schemas.microsoft.com/office/drawing/2014/main" id="{1075E063-F510-DE66-69E9-701E82B13317}"/>
              </a:ext>
            </a:extLst>
          </p:cNvPr>
          <p:cNvSpPr>
            <a:spLocks noGrp="1"/>
          </p:cNvSpPr>
          <p:nvPr>
            <p:ph type="body" sz="quarter" idx="44"/>
          </p:nvPr>
        </p:nvSpPr>
        <p:spPr/>
        <p:txBody>
          <a:bodyPr/>
          <a:lstStyle/>
          <a:p>
            <a:endParaRPr lang="da-DK"/>
          </a:p>
        </p:txBody>
      </p:sp>
      <p:sp>
        <p:nvSpPr>
          <p:cNvPr id="35" name="Pladsholder til tekst 34">
            <a:extLst>
              <a:ext uri="{FF2B5EF4-FFF2-40B4-BE49-F238E27FC236}">
                <a16:creationId xmlns:a16="http://schemas.microsoft.com/office/drawing/2014/main" id="{19B54A68-2B0B-21C8-4E1A-37CB4EC19929}"/>
              </a:ext>
            </a:extLst>
          </p:cNvPr>
          <p:cNvSpPr>
            <a:spLocks noGrp="1"/>
          </p:cNvSpPr>
          <p:nvPr>
            <p:ph type="body" sz="quarter" idx="45"/>
          </p:nvPr>
        </p:nvSpPr>
        <p:spPr/>
        <p:txBody>
          <a:bodyPr/>
          <a:lstStyle/>
          <a:p>
            <a:endParaRPr lang="da-DK"/>
          </a:p>
        </p:txBody>
      </p:sp>
      <p:sp>
        <p:nvSpPr>
          <p:cNvPr id="36" name="Pladsholder til tekst 35">
            <a:extLst>
              <a:ext uri="{FF2B5EF4-FFF2-40B4-BE49-F238E27FC236}">
                <a16:creationId xmlns:a16="http://schemas.microsoft.com/office/drawing/2014/main" id="{D4DC4BA6-C49E-6049-602C-7303C5A26DB4}"/>
              </a:ext>
            </a:extLst>
          </p:cNvPr>
          <p:cNvSpPr>
            <a:spLocks noGrp="1"/>
          </p:cNvSpPr>
          <p:nvPr>
            <p:ph type="body" sz="quarter" idx="46"/>
          </p:nvPr>
        </p:nvSpPr>
        <p:spPr/>
        <p:txBody>
          <a:bodyPr/>
          <a:lstStyle/>
          <a:p>
            <a:endParaRPr lang="da-DK"/>
          </a:p>
        </p:txBody>
      </p:sp>
      <p:sp>
        <p:nvSpPr>
          <p:cNvPr id="37" name="Pladsholder til tekst 36">
            <a:extLst>
              <a:ext uri="{FF2B5EF4-FFF2-40B4-BE49-F238E27FC236}">
                <a16:creationId xmlns:a16="http://schemas.microsoft.com/office/drawing/2014/main" id="{E13C5ABE-43EA-DF2A-71D3-43C031C9B7F6}"/>
              </a:ext>
            </a:extLst>
          </p:cNvPr>
          <p:cNvSpPr>
            <a:spLocks noGrp="1"/>
          </p:cNvSpPr>
          <p:nvPr>
            <p:ph type="body" sz="quarter" idx="47"/>
          </p:nvPr>
        </p:nvSpPr>
        <p:spPr/>
        <p:txBody>
          <a:bodyPr/>
          <a:lstStyle/>
          <a:p>
            <a:r>
              <a:rPr lang="en-US" dirty="0"/>
              <a:t>Danish, English: C2 (fluent), German: A2, Swedish: A2, Norwegian: A2, Polish: A1</a:t>
            </a:r>
            <a:endParaRPr lang="da-DK" dirty="0"/>
          </a:p>
        </p:txBody>
      </p:sp>
      <p:sp>
        <p:nvSpPr>
          <p:cNvPr id="38" name="Pladsholder til tekst 37">
            <a:extLst>
              <a:ext uri="{FF2B5EF4-FFF2-40B4-BE49-F238E27FC236}">
                <a16:creationId xmlns:a16="http://schemas.microsoft.com/office/drawing/2014/main" id="{01271568-694A-79A2-7878-E2C009384F0A}"/>
              </a:ext>
            </a:extLst>
          </p:cNvPr>
          <p:cNvSpPr>
            <a:spLocks noGrp="1"/>
          </p:cNvSpPr>
          <p:nvPr>
            <p:ph type="body" sz="quarter" idx="48"/>
          </p:nvPr>
        </p:nvSpPr>
        <p:spPr/>
        <p:txBody>
          <a:bodyPr/>
          <a:lstStyle/>
          <a:p>
            <a:r>
              <a:rPr lang="en-US" dirty="0"/>
              <a:t>Martin is currently working as a principal cybersecurity advisor and architect with more than 20 years of experience helping global enterprises build modern, resilient, and business-aligned security programs. </a:t>
            </a:r>
          </a:p>
          <a:p>
            <a:r>
              <a:rPr lang="en-US" dirty="0"/>
              <a:t>His current work focuses on Zero Trust Security, identity governance, Microsoft and multi-cloud security, cybersecurity risk management, and compliance.</a:t>
            </a:r>
          </a:p>
          <a:p>
            <a:r>
              <a:rPr lang="en-US" dirty="0"/>
              <a:t>He has specialized in translating complex security challenges into clear, actionable roadmaps that balance business priorities, technical realities, and operational capabilities. </a:t>
            </a:r>
          </a:p>
          <a:p>
            <a:r>
              <a:rPr lang="en-US" dirty="0"/>
              <a:t>He works closely with executives, architects, and implementation teams, ensuring that security becomes an enabler rather than an obstacle.</a:t>
            </a:r>
            <a:endParaRPr lang="da-DK" dirty="0"/>
          </a:p>
        </p:txBody>
      </p:sp>
      <p:sp>
        <p:nvSpPr>
          <p:cNvPr id="39" name="Pladsholder til tekst 38">
            <a:extLst>
              <a:ext uri="{FF2B5EF4-FFF2-40B4-BE49-F238E27FC236}">
                <a16:creationId xmlns:a16="http://schemas.microsoft.com/office/drawing/2014/main" id="{D60667AD-06F8-27AE-8AB3-A16656B2BEA5}"/>
              </a:ext>
            </a:extLst>
          </p:cNvPr>
          <p:cNvSpPr>
            <a:spLocks noGrp="1"/>
          </p:cNvSpPr>
          <p:nvPr>
            <p:ph type="body" sz="quarter" idx="49"/>
          </p:nvPr>
        </p:nvSpPr>
        <p:spPr>
          <a:xfrm>
            <a:off x="6814610" y="2041126"/>
            <a:ext cx="2520000" cy="4647840"/>
          </a:xfrm>
        </p:spPr>
        <p:txBody>
          <a:bodyPr/>
          <a:lstStyle/>
          <a:p>
            <a:pPr marL="171450" indent="-171450">
              <a:spcBef>
                <a:spcPts val="0"/>
              </a:spcBef>
              <a:spcAft>
                <a:spcPts val="300"/>
              </a:spcAft>
              <a:buFont typeface="Arial" panose="020B0604020202020204" pitchFamily="34" charset="0"/>
              <a:buChar char="•"/>
            </a:pPr>
            <a:r>
              <a:rPr lang="en-US" dirty="0"/>
              <a:t>Zero Trust Security</a:t>
            </a:r>
          </a:p>
          <a:p>
            <a:pPr marL="171450" indent="-171450">
              <a:spcBef>
                <a:spcPts val="0"/>
              </a:spcBef>
              <a:spcAft>
                <a:spcPts val="300"/>
              </a:spcAft>
              <a:buFont typeface="Arial" panose="020B0604020202020204" pitchFamily="34" charset="0"/>
              <a:buChar char="•"/>
            </a:pPr>
            <a:r>
              <a:rPr lang="en-US" dirty="0"/>
              <a:t>Zero Trust Security for Operational Technology (OT)/Critical infrastructure</a:t>
            </a:r>
          </a:p>
          <a:p>
            <a:pPr marL="171450" indent="-171450">
              <a:spcBef>
                <a:spcPts val="0"/>
              </a:spcBef>
              <a:spcAft>
                <a:spcPts val="300"/>
              </a:spcAft>
              <a:buFont typeface="Arial" panose="020B0604020202020204" pitchFamily="34" charset="0"/>
              <a:buChar char="•"/>
            </a:pPr>
            <a:r>
              <a:rPr lang="en-US" dirty="0"/>
              <a:t>Zero Trust Network Access (ZTNA) architecture</a:t>
            </a:r>
          </a:p>
          <a:p>
            <a:pPr marL="171450" indent="-171450">
              <a:spcBef>
                <a:spcPts val="0"/>
              </a:spcBef>
              <a:spcAft>
                <a:spcPts val="300"/>
              </a:spcAft>
              <a:buFont typeface="Arial" panose="020B0604020202020204" pitchFamily="34" charset="0"/>
              <a:buChar char="•"/>
            </a:pPr>
            <a:r>
              <a:rPr lang="en-US" dirty="0"/>
              <a:t>Identity Management (IAM) and Identity Governance (IGA)</a:t>
            </a:r>
          </a:p>
          <a:p>
            <a:pPr marL="171450" indent="-171450">
              <a:spcBef>
                <a:spcPts val="0"/>
              </a:spcBef>
              <a:spcAft>
                <a:spcPts val="300"/>
              </a:spcAft>
              <a:buFont typeface="Arial" panose="020B0604020202020204" pitchFamily="34" charset="0"/>
              <a:buChar char="•"/>
            </a:pPr>
            <a:r>
              <a:rPr lang="en-US" dirty="0"/>
              <a:t>Enterprise Access Management (EAM)</a:t>
            </a:r>
          </a:p>
          <a:p>
            <a:pPr marL="171450" indent="-171450">
              <a:spcBef>
                <a:spcPts val="0"/>
              </a:spcBef>
              <a:spcAft>
                <a:spcPts val="300"/>
              </a:spcAft>
              <a:buFont typeface="Arial" panose="020B0604020202020204" pitchFamily="34" charset="0"/>
              <a:buChar char="•"/>
            </a:pPr>
            <a:r>
              <a:rPr lang="en-US" dirty="0"/>
              <a:t>Multi-Cloud Security and Compliance</a:t>
            </a:r>
          </a:p>
          <a:p>
            <a:pPr marL="171450" indent="-171450">
              <a:spcBef>
                <a:spcPts val="0"/>
              </a:spcBef>
              <a:spcAft>
                <a:spcPts val="300"/>
              </a:spcAft>
              <a:buFont typeface="Arial" panose="020B0604020202020204" pitchFamily="34" charset="0"/>
              <a:buChar char="•"/>
            </a:pPr>
            <a:r>
              <a:rPr lang="en-US" dirty="0"/>
              <a:t>Data protection, Classification and Privacy</a:t>
            </a:r>
          </a:p>
          <a:p>
            <a:pPr marL="171450" indent="-171450">
              <a:spcBef>
                <a:spcPts val="0"/>
              </a:spcBef>
              <a:spcAft>
                <a:spcPts val="300"/>
              </a:spcAft>
              <a:buFont typeface="Arial" panose="020B0604020202020204" pitchFamily="34" charset="0"/>
              <a:buChar char="•"/>
            </a:pPr>
            <a:r>
              <a:rPr lang="en-US" dirty="0"/>
              <a:t>Offensive Security Strategy</a:t>
            </a:r>
          </a:p>
          <a:p>
            <a:pPr marL="171450" indent="-171450">
              <a:spcBef>
                <a:spcPts val="0"/>
              </a:spcBef>
              <a:spcAft>
                <a:spcPts val="300"/>
              </a:spcAft>
              <a:buFont typeface="Arial" panose="020B0604020202020204" pitchFamily="34" charset="0"/>
              <a:buChar char="•"/>
            </a:pPr>
            <a:r>
              <a:rPr lang="en-US" dirty="0"/>
              <a:t>Security and Compliance Reference Architectures</a:t>
            </a:r>
          </a:p>
          <a:p>
            <a:pPr marL="171450" indent="-171450">
              <a:spcBef>
                <a:spcPts val="0"/>
              </a:spcBef>
              <a:spcAft>
                <a:spcPts val="300"/>
              </a:spcAft>
              <a:buFont typeface="Arial" panose="020B0604020202020204" pitchFamily="34" charset="0"/>
              <a:buChar char="•"/>
            </a:pPr>
            <a:r>
              <a:rPr lang="en-US" dirty="0"/>
              <a:t>Application Security and </a:t>
            </a:r>
            <a:r>
              <a:rPr lang="en-US" dirty="0" err="1"/>
              <a:t>SecDevOps</a:t>
            </a:r>
            <a:endParaRPr lang="en-US" dirty="0"/>
          </a:p>
          <a:p>
            <a:pPr marL="171450" indent="-171450">
              <a:spcBef>
                <a:spcPts val="0"/>
              </a:spcBef>
              <a:spcAft>
                <a:spcPts val="300"/>
              </a:spcAft>
              <a:buFont typeface="Arial" panose="020B0604020202020204" pitchFamily="34" charset="0"/>
              <a:buChar char="•"/>
            </a:pPr>
            <a:r>
              <a:rPr lang="en-US" dirty="0"/>
              <a:t>Risk Assessments (both quantitative and qualitative)</a:t>
            </a:r>
          </a:p>
          <a:p>
            <a:pPr marL="171450" indent="-171450">
              <a:spcBef>
                <a:spcPts val="0"/>
              </a:spcBef>
              <a:spcAft>
                <a:spcPts val="300"/>
              </a:spcAft>
              <a:buFont typeface="Arial" panose="020B0604020202020204" pitchFamily="34" charset="0"/>
              <a:buChar char="•"/>
            </a:pPr>
            <a:r>
              <a:rPr lang="en-US" dirty="0"/>
              <a:t>Incident Response (IR), Compromised Recovery (CR) and Strategic Recovery (SR)</a:t>
            </a:r>
          </a:p>
          <a:p>
            <a:pPr marL="171450" indent="-171450">
              <a:spcBef>
                <a:spcPts val="0"/>
              </a:spcBef>
              <a:spcAft>
                <a:spcPts val="300"/>
              </a:spcAft>
              <a:buFont typeface="Arial" panose="020B0604020202020204" pitchFamily="34" charset="0"/>
              <a:buChar char="•"/>
            </a:pPr>
            <a:r>
              <a:rPr lang="en-US" dirty="0"/>
              <a:t> IoT and Smart Device Security Framework and Architecture</a:t>
            </a:r>
          </a:p>
          <a:p>
            <a:pPr marL="171450" indent="-171450">
              <a:spcBef>
                <a:spcPts val="0"/>
              </a:spcBef>
              <a:spcAft>
                <a:spcPts val="300"/>
              </a:spcAft>
              <a:buFont typeface="Arial" panose="020B0604020202020204" pitchFamily="34" charset="0"/>
              <a:buChar char="•"/>
            </a:pPr>
            <a:r>
              <a:rPr lang="en-US" dirty="0"/>
              <a:t>Secure Remote Access Solutions</a:t>
            </a:r>
          </a:p>
          <a:p>
            <a:pPr marL="171450" indent="-171450">
              <a:spcBef>
                <a:spcPts val="0"/>
              </a:spcBef>
              <a:spcAft>
                <a:spcPts val="300"/>
              </a:spcAft>
              <a:buFont typeface="Arial" panose="020B0604020202020204" pitchFamily="34" charset="0"/>
              <a:buChar char="•"/>
            </a:pPr>
            <a:r>
              <a:rPr lang="en-US" dirty="0"/>
              <a:t>Application Threat Modelling</a:t>
            </a:r>
          </a:p>
          <a:p>
            <a:pPr marL="171450" indent="-171450">
              <a:spcBef>
                <a:spcPts val="0"/>
              </a:spcBef>
              <a:spcAft>
                <a:spcPts val="300"/>
              </a:spcAft>
              <a:buFont typeface="Arial" panose="020B0604020202020204" pitchFamily="34" charset="0"/>
              <a:buChar char="•"/>
            </a:pPr>
            <a:r>
              <a:rPr lang="en-US" dirty="0"/>
              <a:t>Program Management</a:t>
            </a:r>
          </a:p>
          <a:p>
            <a:pPr marL="171450" indent="-171450">
              <a:spcBef>
                <a:spcPts val="0"/>
              </a:spcBef>
              <a:spcAft>
                <a:spcPts val="300"/>
              </a:spcAft>
              <a:buFont typeface="Arial" panose="020B0604020202020204" pitchFamily="34" charset="0"/>
              <a:buChar char="•"/>
            </a:pPr>
            <a:r>
              <a:rPr lang="en-US" dirty="0"/>
              <a:t>Security Business Development</a:t>
            </a:r>
            <a:endParaRPr lang="da-DK" dirty="0"/>
          </a:p>
        </p:txBody>
      </p:sp>
      <p:sp>
        <p:nvSpPr>
          <p:cNvPr id="40" name="Pladsholder til tekst 39">
            <a:extLst>
              <a:ext uri="{FF2B5EF4-FFF2-40B4-BE49-F238E27FC236}">
                <a16:creationId xmlns:a16="http://schemas.microsoft.com/office/drawing/2014/main" id="{C252E013-AC3C-A65C-7736-DF959FB07632}"/>
              </a:ext>
            </a:extLst>
          </p:cNvPr>
          <p:cNvSpPr>
            <a:spLocks noGrp="1"/>
          </p:cNvSpPr>
          <p:nvPr>
            <p:ph type="body" sz="quarter" idx="51"/>
          </p:nvPr>
        </p:nvSpPr>
        <p:spPr/>
        <p:txBody>
          <a:bodyPr/>
          <a:lstStyle/>
          <a:p>
            <a:pPr>
              <a:spcBef>
                <a:spcPts val="0"/>
              </a:spcBef>
              <a:spcAft>
                <a:spcPts val="400"/>
              </a:spcAft>
            </a:pPr>
            <a:r>
              <a:rPr lang="da-DK" dirty="0"/>
              <a:t>Danish </a:t>
            </a:r>
            <a:r>
              <a:rPr lang="da-DK" dirty="0" err="1"/>
              <a:t>Defense</a:t>
            </a:r>
            <a:r>
              <a:rPr lang="da-DK" dirty="0"/>
              <a:t> </a:t>
            </a:r>
          </a:p>
          <a:p>
            <a:pPr>
              <a:spcBef>
                <a:spcPts val="0"/>
              </a:spcBef>
              <a:spcAft>
                <a:spcPts val="400"/>
              </a:spcAft>
            </a:pPr>
            <a:r>
              <a:rPr lang="da-DK" dirty="0"/>
              <a:t>Danish Police </a:t>
            </a:r>
          </a:p>
          <a:p>
            <a:pPr>
              <a:spcBef>
                <a:spcPts val="0"/>
              </a:spcBef>
              <a:spcAft>
                <a:spcPts val="400"/>
              </a:spcAft>
            </a:pPr>
            <a:r>
              <a:rPr lang="da-DK" dirty="0"/>
              <a:t>Danish Military Intelligence Service </a:t>
            </a:r>
          </a:p>
          <a:p>
            <a:pPr>
              <a:spcBef>
                <a:spcPts val="0"/>
              </a:spcBef>
              <a:spcAft>
                <a:spcPts val="400"/>
              </a:spcAft>
            </a:pPr>
            <a:r>
              <a:rPr lang="da-DK" dirty="0"/>
              <a:t>Danish Security and Intelligence Service </a:t>
            </a:r>
          </a:p>
          <a:p>
            <a:pPr>
              <a:spcBef>
                <a:spcPts val="0"/>
              </a:spcBef>
              <a:spcAft>
                <a:spcPts val="400"/>
              </a:spcAft>
            </a:pPr>
            <a:r>
              <a:rPr lang="da-DK" dirty="0"/>
              <a:t>Maersk </a:t>
            </a:r>
          </a:p>
          <a:p>
            <a:pPr>
              <a:spcBef>
                <a:spcPts val="0"/>
              </a:spcBef>
              <a:spcAft>
                <a:spcPts val="400"/>
              </a:spcAft>
            </a:pPr>
            <a:r>
              <a:rPr lang="da-DK" dirty="0"/>
              <a:t>PFA </a:t>
            </a:r>
          </a:p>
          <a:p>
            <a:pPr>
              <a:spcBef>
                <a:spcPts val="0"/>
              </a:spcBef>
              <a:spcAft>
                <a:spcPts val="400"/>
              </a:spcAft>
            </a:pPr>
            <a:r>
              <a:rPr lang="da-DK" dirty="0"/>
              <a:t>LEO Pharma </a:t>
            </a:r>
          </a:p>
          <a:p>
            <a:pPr>
              <a:spcBef>
                <a:spcPts val="0"/>
              </a:spcBef>
              <a:spcAft>
                <a:spcPts val="400"/>
              </a:spcAft>
            </a:pPr>
            <a:r>
              <a:rPr lang="da-DK" dirty="0"/>
              <a:t>Novo Nordisk </a:t>
            </a:r>
          </a:p>
          <a:p>
            <a:pPr>
              <a:spcBef>
                <a:spcPts val="0"/>
              </a:spcBef>
              <a:spcAft>
                <a:spcPts val="400"/>
              </a:spcAft>
            </a:pPr>
            <a:r>
              <a:rPr lang="da-DK" dirty="0"/>
              <a:t>Falck </a:t>
            </a:r>
          </a:p>
          <a:p>
            <a:pPr>
              <a:spcBef>
                <a:spcPts val="0"/>
              </a:spcBef>
              <a:spcAft>
                <a:spcPts val="400"/>
              </a:spcAft>
            </a:pPr>
            <a:r>
              <a:rPr lang="da-DK" dirty="0"/>
              <a:t>Heineken </a:t>
            </a:r>
          </a:p>
          <a:p>
            <a:pPr>
              <a:spcBef>
                <a:spcPts val="0"/>
              </a:spcBef>
              <a:spcAft>
                <a:spcPts val="400"/>
              </a:spcAft>
            </a:pPr>
            <a:r>
              <a:rPr lang="da-DK" dirty="0"/>
              <a:t>KMD </a:t>
            </a:r>
          </a:p>
          <a:p>
            <a:pPr>
              <a:spcBef>
                <a:spcPts val="0"/>
              </a:spcBef>
              <a:spcAft>
                <a:spcPts val="400"/>
              </a:spcAft>
            </a:pPr>
            <a:r>
              <a:rPr lang="da-DK" dirty="0"/>
              <a:t>Dubai </a:t>
            </a:r>
            <a:r>
              <a:rPr lang="da-DK" dirty="0" err="1"/>
              <a:t>Ministry</a:t>
            </a:r>
            <a:r>
              <a:rPr lang="da-DK" dirty="0"/>
              <a:t> of </a:t>
            </a:r>
            <a:r>
              <a:rPr lang="da-DK" dirty="0" err="1"/>
              <a:t>Interior</a:t>
            </a:r>
            <a:r>
              <a:rPr lang="da-DK" dirty="0"/>
              <a:t> </a:t>
            </a:r>
          </a:p>
          <a:p>
            <a:pPr>
              <a:spcBef>
                <a:spcPts val="0"/>
              </a:spcBef>
              <a:spcAft>
                <a:spcPts val="400"/>
              </a:spcAft>
            </a:pPr>
            <a:r>
              <a:rPr lang="da-DK" dirty="0"/>
              <a:t>Abu Dhabi </a:t>
            </a:r>
            <a:r>
              <a:rPr lang="da-DK" dirty="0" err="1"/>
              <a:t>Ministry</a:t>
            </a:r>
            <a:r>
              <a:rPr lang="da-DK" dirty="0"/>
              <a:t> of </a:t>
            </a:r>
            <a:r>
              <a:rPr lang="da-DK" dirty="0" err="1"/>
              <a:t>Interior</a:t>
            </a:r>
            <a:endParaRPr lang="da-DK" dirty="0"/>
          </a:p>
          <a:p>
            <a:pPr>
              <a:spcBef>
                <a:spcPts val="0"/>
              </a:spcBef>
              <a:spcAft>
                <a:spcPts val="400"/>
              </a:spcAft>
            </a:pPr>
            <a:r>
              <a:rPr lang="da-DK" dirty="0"/>
              <a:t>Lloyds Bank </a:t>
            </a:r>
          </a:p>
          <a:p>
            <a:pPr>
              <a:spcBef>
                <a:spcPts val="0"/>
              </a:spcBef>
              <a:spcAft>
                <a:spcPts val="400"/>
              </a:spcAft>
            </a:pPr>
            <a:r>
              <a:rPr lang="da-DK" dirty="0" err="1"/>
              <a:t>Equinor</a:t>
            </a:r>
            <a:r>
              <a:rPr lang="da-DK" dirty="0"/>
              <a:t> </a:t>
            </a:r>
          </a:p>
          <a:p>
            <a:pPr>
              <a:spcBef>
                <a:spcPts val="0"/>
              </a:spcBef>
              <a:spcAft>
                <a:spcPts val="400"/>
              </a:spcAft>
            </a:pPr>
            <a:r>
              <a:rPr lang="da-DK" dirty="0"/>
              <a:t>Shell</a:t>
            </a:r>
          </a:p>
          <a:p>
            <a:pPr>
              <a:spcBef>
                <a:spcPts val="0"/>
              </a:spcBef>
              <a:spcAft>
                <a:spcPts val="400"/>
              </a:spcAft>
            </a:pPr>
            <a:r>
              <a:rPr lang="da-DK" dirty="0"/>
              <a:t>BP </a:t>
            </a:r>
          </a:p>
          <a:p>
            <a:pPr>
              <a:spcBef>
                <a:spcPts val="0"/>
              </a:spcBef>
              <a:spcAft>
                <a:spcPts val="400"/>
              </a:spcAft>
            </a:pPr>
            <a:r>
              <a:rPr lang="da-DK" dirty="0"/>
              <a:t>Santander Bank</a:t>
            </a:r>
          </a:p>
        </p:txBody>
      </p:sp>
      <p:sp>
        <p:nvSpPr>
          <p:cNvPr id="41" name="Pladsholder til tekst 40">
            <a:extLst>
              <a:ext uri="{FF2B5EF4-FFF2-40B4-BE49-F238E27FC236}">
                <a16:creationId xmlns:a16="http://schemas.microsoft.com/office/drawing/2014/main" id="{7E475522-88A3-3482-1005-F7E73E5FA48F}"/>
              </a:ext>
            </a:extLst>
          </p:cNvPr>
          <p:cNvSpPr>
            <a:spLocks noGrp="1"/>
          </p:cNvSpPr>
          <p:nvPr>
            <p:ph type="body" sz="quarter" idx="52"/>
          </p:nvPr>
        </p:nvSpPr>
        <p:spPr/>
        <p:txBody>
          <a:bodyPr/>
          <a:lstStyle/>
          <a:p>
            <a:endParaRPr lang="da-DK"/>
          </a:p>
        </p:txBody>
      </p:sp>
      <p:sp>
        <p:nvSpPr>
          <p:cNvPr id="42" name="Pladsholder til tekst 41">
            <a:extLst>
              <a:ext uri="{FF2B5EF4-FFF2-40B4-BE49-F238E27FC236}">
                <a16:creationId xmlns:a16="http://schemas.microsoft.com/office/drawing/2014/main" id="{B7D7EE8B-6EF2-4792-EE47-F704C0ECE692}"/>
              </a:ext>
            </a:extLst>
          </p:cNvPr>
          <p:cNvSpPr>
            <a:spLocks noGrp="1"/>
          </p:cNvSpPr>
          <p:nvPr>
            <p:ph type="body" sz="quarter" idx="53"/>
          </p:nvPr>
        </p:nvSpPr>
        <p:spPr/>
        <p:txBody>
          <a:bodyPr/>
          <a:lstStyle/>
          <a:p>
            <a:r>
              <a:rPr lang="da-DK" dirty="0"/>
              <a:t>+45 2949 9808</a:t>
            </a:r>
          </a:p>
        </p:txBody>
      </p:sp>
    </p:spTree>
    <p:extLst>
      <p:ext uri="{BB962C8B-B14F-4D97-AF65-F5344CB8AC3E}">
        <p14:creationId xmlns:p14="http://schemas.microsoft.com/office/powerpoint/2010/main" val="1539733358"/>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98">
          <a:extLst>
            <a:ext uri="{FF2B5EF4-FFF2-40B4-BE49-F238E27FC236}">
              <a16:creationId xmlns:a16="http://schemas.microsoft.com/office/drawing/2014/main" id="{FB22128C-B193-A4A4-88D9-D501A49654F4}"/>
            </a:ext>
          </a:extLst>
        </p:cNvPr>
        <p:cNvGrpSpPr/>
        <p:nvPr/>
      </p:nvGrpSpPr>
      <p:grpSpPr>
        <a:xfrm>
          <a:off x="0" y="0"/>
          <a:ext cx="0" cy="0"/>
          <a:chOff x="0" y="0"/>
          <a:chExt cx="0" cy="0"/>
        </a:xfrm>
      </p:grpSpPr>
      <p:sp>
        <p:nvSpPr>
          <p:cNvPr id="299" name="Google Shape;299;p1">
            <a:extLst>
              <a:ext uri="{FF2B5EF4-FFF2-40B4-BE49-F238E27FC236}">
                <a16:creationId xmlns:a16="http://schemas.microsoft.com/office/drawing/2014/main" id="{378813D9-BB15-14BE-04D2-DD3F0DAEC1CB}"/>
              </a:ext>
            </a:extLst>
          </p:cNvPr>
          <p:cNvSpPr txBox="1">
            <a:spLocks noGrp="1"/>
          </p:cNvSpPr>
          <p:nvPr>
            <p:ph type="body" idx="39"/>
          </p:nvPr>
        </p:nvSpPr>
        <p:spPr>
          <a:xfrm>
            <a:off x="6814610" y="2041126"/>
            <a:ext cx="2520000" cy="3960000"/>
          </a:xfrm>
          <a:prstGeom prst="rect">
            <a:avLst/>
          </a:prstGeom>
          <a:noFill/>
          <a:ln>
            <a:noFill/>
          </a:ln>
        </p:spPr>
        <p:txBody>
          <a:bodyPr spcFirstLastPara="1" wrap="square" lIns="0" tIns="0" rIns="0" bIns="0" anchor="t" anchorCtr="0">
            <a:noAutofit/>
          </a:bodyPr>
          <a:lstStyle/>
          <a:p>
            <a:pPr marL="0" indent="0"/>
            <a:r>
              <a:rPr lang="en-GB" b="1">
                <a:cs typeface="Calibri"/>
              </a:rPr>
              <a:t>Public-Sector Case Acceleration</a:t>
            </a:r>
            <a:br>
              <a:rPr lang="en-GB" b="1"/>
            </a:br>
            <a:r>
              <a:rPr lang="en-GB">
                <a:latin typeface="Calibri Light"/>
                <a:cs typeface="Calibri"/>
              </a:rPr>
              <a:t>Kristian built systems that help public teams review cases and contracts in about 20 seconds, delivering high-quality draft answers with accuracy above 95%.</a:t>
            </a:r>
          </a:p>
          <a:p>
            <a:pPr marL="0" indent="0"/>
            <a:r>
              <a:rPr lang="en-GB" b="1">
                <a:cs typeface="Calibri"/>
              </a:rPr>
              <a:t>Maritime Traffic Intelligence</a:t>
            </a:r>
            <a:br>
              <a:rPr lang="en-GB" b="1"/>
            </a:br>
            <a:r>
              <a:rPr lang="en-GB">
                <a:latin typeface="Calibri Light"/>
                <a:cs typeface="Calibri"/>
              </a:rPr>
              <a:t>He designed computer-vision tools that track and classify </a:t>
            </a:r>
            <a:r>
              <a:rPr lang="en-GB" err="1">
                <a:latin typeface="Calibri Light"/>
                <a:cs typeface="Calibri"/>
              </a:rPr>
              <a:t>harbor</a:t>
            </a:r>
            <a:r>
              <a:rPr lang="en-GB">
                <a:latin typeface="Calibri Light"/>
                <a:cs typeface="Calibri"/>
              </a:rPr>
              <a:t> ship traffic from camera feeds, powering better reporting and real-time insight.</a:t>
            </a:r>
          </a:p>
          <a:p>
            <a:pPr marL="0" indent="0"/>
            <a:r>
              <a:rPr lang="en-GB" b="1">
                <a:cs typeface="Calibri"/>
              </a:rPr>
              <a:t>Data architecture design</a:t>
            </a:r>
            <a:br>
              <a:rPr lang="en-GB" b="1">
                <a:cs typeface="Calibri"/>
              </a:rPr>
            </a:br>
            <a:r>
              <a:rPr lang="en-GB">
                <a:latin typeface="Calibri Light"/>
                <a:cs typeface="Calibri"/>
              </a:rPr>
              <a:t>Kristian has helped inform and shape the initial data architecture sketches for a large </a:t>
            </a:r>
            <a:r>
              <a:rPr lang="en-GB" err="1">
                <a:latin typeface="Calibri Light"/>
                <a:cs typeface="Calibri"/>
              </a:rPr>
              <a:t>defense</a:t>
            </a:r>
            <a:r>
              <a:rPr lang="en-GB">
                <a:latin typeface="Calibri Light"/>
                <a:cs typeface="Calibri"/>
              </a:rPr>
              <a:t> client.</a:t>
            </a:r>
            <a:endParaRPr>
              <a:latin typeface="Calibri Light"/>
              <a:cs typeface="Calibri"/>
            </a:endParaRPr>
          </a:p>
          <a:p>
            <a:pPr marL="0" indent="0"/>
            <a:r>
              <a:rPr lang="en-GB" b="1">
                <a:cs typeface="Calibri"/>
              </a:rPr>
              <a:t>Intelligent Email Assistant</a:t>
            </a:r>
            <a:br>
              <a:rPr lang="en-GB">
                <a:latin typeface="Calibri Light"/>
              </a:rPr>
            </a:br>
            <a:r>
              <a:rPr lang="en-GB">
                <a:latin typeface="Calibri Light"/>
                <a:cs typeface="Calibri"/>
              </a:rPr>
              <a:t>He developed an assistant that spots what matters in emails, extracts tasks, and drafts focused replies using internal knowledge bases and factoids. All running using local language models.</a:t>
            </a:r>
          </a:p>
          <a:p>
            <a:pPr marL="0" indent="0"/>
            <a:r>
              <a:rPr lang="en-GB" b="1">
                <a:cs typeface="Calibri"/>
              </a:rPr>
              <a:t>On-prem Speech-to-Text for Interviews</a:t>
            </a:r>
            <a:br>
              <a:rPr lang="en-GB">
                <a:latin typeface="Calibri Light"/>
              </a:rPr>
            </a:br>
            <a:r>
              <a:rPr lang="en-GB">
                <a:latin typeface="Calibri Light"/>
                <a:cs typeface="Calibri"/>
              </a:rPr>
              <a:t>Kristian built a fast, privacy-friendly transcription app with speaker labels, making interviews simple to search, skim, and share—no technical skills required.</a:t>
            </a:r>
            <a:endParaRPr>
              <a:latin typeface="Calibri Light"/>
              <a:cs typeface="Calibri"/>
            </a:endParaRPr>
          </a:p>
          <a:p>
            <a:pPr marL="0" indent="0"/>
            <a:endParaRPr lang="en-GB" sz="1000" b="1"/>
          </a:p>
          <a:p>
            <a:pPr marL="0" indent="0"/>
            <a:endParaRPr lang="en-GB" sz="1000">
              <a:latin typeface="Calibri Light"/>
            </a:endParaRPr>
          </a:p>
          <a:p>
            <a:pPr marL="0" lvl="0" indent="0" algn="l">
              <a:lnSpc>
                <a:spcPct val="100000"/>
              </a:lnSpc>
              <a:spcBef>
                <a:spcPts val="0"/>
              </a:spcBef>
              <a:spcAft>
                <a:spcPts val="0"/>
              </a:spcAft>
              <a:buSzPts val="1050"/>
              <a:buNone/>
            </a:pPr>
            <a:endParaRPr lang="en-GB" sz="1000">
              <a:latin typeface="Calibri Light"/>
            </a:endParaRPr>
          </a:p>
        </p:txBody>
      </p:sp>
      <p:sp>
        <p:nvSpPr>
          <p:cNvPr id="300" name="Google Shape;300;p1">
            <a:extLst>
              <a:ext uri="{FF2B5EF4-FFF2-40B4-BE49-F238E27FC236}">
                <a16:creationId xmlns:a16="http://schemas.microsoft.com/office/drawing/2014/main" id="{B9334347-FDAB-1ADB-510F-20A763E8541C}"/>
              </a:ext>
            </a:extLst>
          </p:cNvPr>
          <p:cNvSpPr txBox="1">
            <a:spLocks noGrp="1"/>
          </p:cNvSpPr>
          <p:nvPr>
            <p:ph type="body" idx="40"/>
          </p:nvPr>
        </p:nvSpPr>
        <p:spPr>
          <a:xfrm>
            <a:off x="9549955" y="2037205"/>
            <a:ext cx="2520000" cy="3960000"/>
          </a:xfrm>
          <a:prstGeom prst="rect">
            <a:avLst/>
          </a:prstGeom>
          <a:noFill/>
          <a:ln>
            <a:noFill/>
          </a:ln>
        </p:spPr>
        <p:txBody>
          <a:bodyPr spcFirstLastPara="1" wrap="square" lIns="0" tIns="0" rIns="0" bIns="0" anchor="t" anchorCtr="0">
            <a:noAutofit/>
          </a:bodyPr>
          <a:lstStyle/>
          <a:p>
            <a:pPr marL="171450" lvl="0" indent="-171450" algn="l" rtl="0">
              <a:lnSpc>
                <a:spcPct val="100000"/>
              </a:lnSpc>
              <a:spcBef>
                <a:spcPts val="0"/>
              </a:spcBef>
              <a:spcAft>
                <a:spcPts val="0"/>
              </a:spcAft>
              <a:buClr>
                <a:schemeClr val="dk1"/>
              </a:buClr>
              <a:buSzPts val="1050"/>
            </a:pPr>
            <a:r>
              <a:rPr lang="en-GB">
                <a:latin typeface="Calibri Light"/>
                <a:cs typeface="Calibri"/>
              </a:rPr>
              <a:t>By &amp; Havn</a:t>
            </a:r>
            <a:endParaRPr lang="en-US">
              <a:cs typeface="Calibri"/>
            </a:endParaRPr>
          </a:p>
          <a:p>
            <a:pPr marL="171450" indent="-171450">
              <a:spcBef>
                <a:spcPts val="0"/>
              </a:spcBef>
            </a:pPr>
            <a:r>
              <a:rPr lang="en-GB">
                <a:latin typeface="Calibri Light"/>
                <a:cs typeface="Calibri"/>
              </a:rPr>
              <a:t>Danish leasing company (anon)</a:t>
            </a:r>
          </a:p>
          <a:p>
            <a:pPr marL="171450" lvl="0" indent="-171450" algn="l">
              <a:lnSpc>
                <a:spcPct val="100000"/>
              </a:lnSpc>
              <a:spcBef>
                <a:spcPts val="0"/>
              </a:spcBef>
              <a:spcAft>
                <a:spcPts val="0"/>
              </a:spcAft>
              <a:buSzPts val="1050"/>
            </a:pPr>
            <a:r>
              <a:rPr lang="en-GB">
                <a:latin typeface="Calibri Light"/>
                <a:cs typeface="Calibri"/>
              </a:rPr>
              <a:t>Danish public administration (anon)</a:t>
            </a:r>
          </a:p>
          <a:p>
            <a:pPr marL="171450" lvl="0" indent="-171450" algn="l">
              <a:lnSpc>
                <a:spcPct val="100000"/>
              </a:lnSpc>
              <a:spcBef>
                <a:spcPts val="0"/>
              </a:spcBef>
              <a:spcAft>
                <a:spcPts val="0"/>
              </a:spcAft>
              <a:buSzPts val="1050"/>
            </a:pPr>
            <a:r>
              <a:rPr lang="en-GB">
                <a:latin typeface="Calibri Light"/>
              </a:rPr>
              <a:t>Danish </a:t>
            </a:r>
            <a:r>
              <a:rPr lang="en-GB" err="1">
                <a:latin typeface="Calibri Light"/>
              </a:rPr>
              <a:t>Defense</a:t>
            </a:r>
            <a:r>
              <a:rPr lang="en-GB">
                <a:latin typeface="Calibri Light"/>
              </a:rPr>
              <a:t> organisation (anon)</a:t>
            </a:r>
            <a:endParaRPr lang="en-GB">
              <a:latin typeface="Calibri Light"/>
              <a:cs typeface="Calibri"/>
            </a:endParaRPr>
          </a:p>
          <a:p>
            <a:pPr marL="171450" indent="-171450">
              <a:spcBef>
                <a:spcPts val="0"/>
              </a:spcBef>
            </a:pPr>
            <a:r>
              <a:rPr lang="en-GB">
                <a:latin typeface="Calibri Light"/>
                <a:cs typeface="Calibri"/>
              </a:rPr>
              <a:t>Ferring</a:t>
            </a:r>
          </a:p>
          <a:p>
            <a:pPr marL="171450" indent="-171450">
              <a:spcBef>
                <a:spcPts val="0"/>
              </a:spcBef>
            </a:pPr>
            <a:r>
              <a:rPr lang="en-GB">
                <a:latin typeface="Calibri Light"/>
                <a:cs typeface="Calibri"/>
              </a:rPr>
              <a:t>Salling Group</a:t>
            </a:r>
            <a:endParaRPr lang="en-GB">
              <a:cs typeface="Calibri"/>
            </a:endParaRPr>
          </a:p>
          <a:p>
            <a:pPr marL="171450" lvl="0" indent="-171450" algn="l" rtl="0">
              <a:lnSpc>
                <a:spcPct val="100000"/>
              </a:lnSpc>
              <a:spcBef>
                <a:spcPts val="0"/>
              </a:spcBef>
              <a:spcAft>
                <a:spcPts val="0"/>
              </a:spcAft>
              <a:buClr>
                <a:schemeClr val="dk1"/>
              </a:buClr>
              <a:buSzPts val="1050"/>
            </a:pPr>
            <a:r>
              <a:rPr lang="en-GB" err="1">
                <a:latin typeface="Calibri Light"/>
                <a:cs typeface="Calibri"/>
              </a:rPr>
              <a:t>WiseThinking</a:t>
            </a:r>
            <a:endParaRPr lang="en-GB">
              <a:latin typeface="Calibri Light"/>
              <a:cs typeface="Calibri"/>
            </a:endParaRPr>
          </a:p>
          <a:p>
            <a:pPr marL="171450" indent="-171450">
              <a:spcBef>
                <a:spcPts val="0"/>
              </a:spcBef>
            </a:pPr>
            <a:r>
              <a:rPr lang="en-GB" err="1">
                <a:latin typeface="Calibri Light"/>
                <a:cs typeface="Calibri"/>
              </a:rPr>
              <a:t>TechSavvy</a:t>
            </a:r>
            <a:endParaRPr lang="en-GB">
              <a:latin typeface="Calibri Light"/>
              <a:cs typeface="Calibri"/>
            </a:endParaRPr>
          </a:p>
          <a:p>
            <a:pPr marL="0" indent="0">
              <a:spcBef>
                <a:spcPts val="0"/>
              </a:spcBef>
              <a:buNone/>
            </a:pPr>
            <a:endParaRPr lang="en-GB">
              <a:latin typeface="Calibri Light"/>
            </a:endParaRPr>
          </a:p>
          <a:p>
            <a:pPr marL="0" indent="0">
              <a:spcBef>
                <a:spcPts val="0"/>
              </a:spcBef>
              <a:buNone/>
            </a:pPr>
            <a:r>
              <a:rPr lang="en-GB" b="1">
                <a:cs typeface="Calibri"/>
              </a:rPr>
              <a:t>Technical Skills</a:t>
            </a:r>
            <a:br>
              <a:rPr lang="en-GB" b="1"/>
            </a:br>
            <a:endParaRPr lang="en-GB" b="1"/>
          </a:p>
          <a:p>
            <a:pPr marL="0" indent="0">
              <a:spcBef>
                <a:spcPts val="0"/>
              </a:spcBef>
              <a:buNone/>
            </a:pPr>
            <a:r>
              <a:rPr lang="en-GB">
                <a:latin typeface="Calibri Light"/>
                <a:cs typeface="Calibri"/>
              </a:rPr>
              <a:t>Backend: Python,</a:t>
            </a:r>
            <a:r>
              <a:rPr lang="en-GB" b="1">
                <a:cs typeface="Calibri"/>
              </a:rPr>
              <a:t> </a:t>
            </a:r>
            <a:r>
              <a:rPr lang="en-GB" err="1">
                <a:latin typeface="Calibri Light"/>
                <a:ea typeface="Calibri Light"/>
                <a:cs typeface="Calibri Light"/>
              </a:rPr>
              <a:t>FastAPI</a:t>
            </a:r>
            <a:r>
              <a:rPr lang="en-GB">
                <a:latin typeface="Calibri Light"/>
                <a:ea typeface="Calibri Light"/>
                <a:cs typeface="Calibri Light"/>
              </a:rPr>
              <a:t>, Docker, </a:t>
            </a:r>
            <a:r>
              <a:rPr lang="en-GB" err="1">
                <a:latin typeface="Calibri Light"/>
                <a:ea typeface="Calibri Light"/>
                <a:cs typeface="Calibri Light"/>
              </a:rPr>
              <a:t>postgres</a:t>
            </a:r>
            <a:r>
              <a:rPr lang="en-GB">
                <a:latin typeface="Calibri Light"/>
                <a:ea typeface="Calibri Light"/>
                <a:cs typeface="Calibri Light"/>
              </a:rPr>
              <a:t>,</a:t>
            </a:r>
            <a:br>
              <a:rPr lang="en-GB">
                <a:latin typeface="Calibri Light"/>
                <a:ea typeface="Calibri Light"/>
                <a:cs typeface="Calibri Light"/>
              </a:rPr>
            </a:br>
            <a:endParaRPr lang="en-GB">
              <a:latin typeface="Calibri Light"/>
              <a:ea typeface="Calibri Light"/>
              <a:cs typeface="Calibri Light"/>
            </a:endParaRPr>
          </a:p>
          <a:p>
            <a:pPr marL="0" indent="0">
              <a:spcBef>
                <a:spcPts val="0"/>
              </a:spcBef>
              <a:buNone/>
            </a:pPr>
            <a:r>
              <a:rPr lang="en-GB">
                <a:latin typeface="Calibri Light"/>
                <a:ea typeface="Calibri Light"/>
                <a:cs typeface="Calibri Light"/>
              </a:rPr>
              <a:t>Frontend: React, </a:t>
            </a:r>
            <a:r>
              <a:rPr lang="en-GB" err="1">
                <a:latin typeface="Calibri Light"/>
                <a:ea typeface="Calibri Light"/>
                <a:cs typeface="Calibri Light"/>
              </a:rPr>
              <a:t>nextjs</a:t>
            </a:r>
            <a:r>
              <a:rPr lang="en-GB">
                <a:latin typeface="Calibri Light"/>
                <a:ea typeface="Calibri Light"/>
                <a:cs typeface="Calibri Light"/>
              </a:rPr>
              <a:t>, typescript</a:t>
            </a:r>
            <a:br>
              <a:rPr lang="en-GB">
                <a:latin typeface="Calibri Light"/>
                <a:ea typeface="Calibri Light"/>
                <a:cs typeface="Calibri Light"/>
              </a:rPr>
            </a:br>
            <a:endParaRPr lang="en-GB">
              <a:latin typeface="Calibri Light"/>
              <a:ea typeface="Calibri Light"/>
              <a:cs typeface="Calibri Light"/>
            </a:endParaRPr>
          </a:p>
          <a:p>
            <a:pPr marL="0" indent="0">
              <a:spcBef>
                <a:spcPts val="0"/>
              </a:spcBef>
              <a:buNone/>
            </a:pPr>
            <a:r>
              <a:rPr lang="en-GB">
                <a:latin typeface="Calibri Light"/>
                <a:ea typeface="Calibri Light"/>
                <a:cs typeface="Calibri Light"/>
              </a:rPr>
              <a:t>AI/Machine learning: Kristian knows a lot of tensor libraries, AI agent SDKs, experiment tracking and </a:t>
            </a:r>
            <a:r>
              <a:rPr lang="en-GB" err="1">
                <a:latin typeface="Calibri Light"/>
                <a:ea typeface="Calibri Light"/>
                <a:cs typeface="Calibri Light"/>
              </a:rPr>
              <a:t>MLOps</a:t>
            </a:r>
            <a:r>
              <a:rPr lang="en-GB">
                <a:latin typeface="Calibri Light"/>
                <a:ea typeface="Calibri Light"/>
                <a:cs typeface="Calibri Light"/>
              </a:rPr>
              <a:t> tools &amp; platforms.</a:t>
            </a:r>
          </a:p>
          <a:p>
            <a:pPr marL="0" indent="0">
              <a:spcBef>
                <a:spcPts val="0"/>
              </a:spcBef>
              <a:buNone/>
            </a:pPr>
            <a:endParaRPr lang="en-GB">
              <a:latin typeface="Calibri Light"/>
              <a:ea typeface="Calibri Light"/>
              <a:cs typeface="Calibri Light"/>
            </a:endParaRPr>
          </a:p>
          <a:p>
            <a:pPr marL="0" indent="0">
              <a:spcBef>
                <a:spcPts val="0"/>
              </a:spcBef>
              <a:buNone/>
            </a:pPr>
            <a:r>
              <a:rPr lang="en-GB" b="1">
                <a:cs typeface="Calibri"/>
              </a:rPr>
              <a:t>Certifications</a:t>
            </a:r>
          </a:p>
          <a:p>
            <a:pPr marL="0" indent="0">
              <a:spcBef>
                <a:spcPts val="0"/>
              </a:spcBef>
              <a:buNone/>
            </a:pPr>
            <a:r>
              <a:rPr lang="en-GB" err="1">
                <a:latin typeface="Calibri Light"/>
                <a:cs typeface="Calibri"/>
              </a:rPr>
              <a:t>DeepLearning.AI</a:t>
            </a:r>
            <a:r>
              <a:rPr lang="en-GB">
                <a:latin typeface="Calibri Light"/>
                <a:cs typeface="Calibri"/>
              </a:rPr>
              <a:t> (Calculus and Linear Algebra)</a:t>
            </a:r>
          </a:p>
          <a:p>
            <a:pPr marL="0" indent="0">
              <a:spcBef>
                <a:spcPts val="0"/>
              </a:spcBef>
              <a:buNone/>
            </a:pPr>
            <a:r>
              <a:rPr lang="en-GB">
                <a:latin typeface="Calibri Light"/>
                <a:cs typeface="Calibri"/>
              </a:rPr>
              <a:t>Meta (Introduction to databases)</a:t>
            </a:r>
          </a:p>
          <a:p>
            <a:pPr marL="0" indent="0">
              <a:spcBef>
                <a:spcPts val="0"/>
              </a:spcBef>
              <a:buNone/>
            </a:pPr>
            <a:r>
              <a:rPr lang="en-GB">
                <a:latin typeface="Calibri Light"/>
                <a:cs typeface="Calibri"/>
              </a:rPr>
              <a:t>Wharton (Effective communication)</a:t>
            </a:r>
          </a:p>
          <a:p>
            <a:pPr marL="0" indent="0">
              <a:spcBef>
                <a:spcPts val="0"/>
              </a:spcBef>
              <a:buNone/>
            </a:pPr>
            <a:endParaRPr lang="en-GB" sz="1000" b="1"/>
          </a:p>
          <a:p>
            <a:pPr marL="0" indent="0">
              <a:spcBef>
                <a:spcPts val="0"/>
              </a:spcBef>
              <a:buNone/>
            </a:pPr>
            <a:endParaRPr lang="en-GB" sz="1000" b="1"/>
          </a:p>
        </p:txBody>
      </p:sp>
      <p:pic>
        <p:nvPicPr>
          <p:cNvPr id="301" name="Google Shape;301;p1" title="side (1).jpg">
            <a:extLst>
              <a:ext uri="{FF2B5EF4-FFF2-40B4-BE49-F238E27FC236}">
                <a16:creationId xmlns:a16="http://schemas.microsoft.com/office/drawing/2014/main" id="{0E364580-5D08-F499-5686-AF1DE2441A85}"/>
              </a:ext>
            </a:extLst>
          </p:cNvPr>
          <p:cNvPicPr preferRelativeResize="0">
            <a:picLocks noGrp="1"/>
          </p:cNvPicPr>
          <p:nvPr>
            <p:ph type="pic" idx="2"/>
          </p:nvPr>
        </p:nvPicPr>
        <p:blipFill rotWithShape="1">
          <a:blip r:embed="rId3">
            <a:alphaModFix/>
          </a:blip>
          <a:srcRect t="-2658" b="36010"/>
          <a:stretch/>
        </p:blipFill>
        <p:spPr>
          <a:xfrm>
            <a:off x="266272" y="225500"/>
            <a:ext cx="1080000" cy="1080000"/>
          </a:xfrm>
          <a:prstGeom prst="ellipse">
            <a:avLst/>
          </a:prstGeom>
          <a:solidFill>
            <a:schemeClr val="lt1"/>
          </a:solidFill>
          <a:ln>
            <a:noFill/>
          </a:ln>
        </p:spPr>
      </p:pic>
      <p:sp>
        <p:nvSpPr>
          <p:cNvPr id="302" name="Google Shape;302;p1">
            <a:extLst>
              <a:ext uri="{FF2B5EF4-FFF2-40B4-BE49-F238E27FC236}">
                <a16:creationId xmlns:a16="http://schemas.microsoft.com/office/drawing/2014/main" id="{25F305E4-A749-470B-BB29-ECAE8A2E4B8F}"/>
              </a:ext>
            </a:extLst>
          </p:cNvPr>
          <p:cNvSpPr txBox="1">
            <a:spLocks noGrp="1"/>
          </p:cNvSpPr>
          <p:nvPr>
            <p:ph type="body" idx="1"/>
          </p:nvPr>
        </p:nvSpPr>
        <p:spPr>
          <a:xfrm>
            <a:off x="407368" y="1699082"/>
            <a:ext cx="864000" cy="180000"/>
          </a:xfrm>
          <a:prstGeom prst="rect">
            <a:avLst/>
          </a:prstGeom>
          <a:noFill/>
          <a:ln>
            <a:noFill/>
          </a:ln>
        </p:spPr>
        <p:txBody>
          <a:bodyPr spcFirstLastPara="1" wrap="square" lIns="0" tIns="0" rIns="0" bIns="0" anchor="ctr" anchorCtr="0">
            <a:noAutofit/>
          </a:bodyPr>
          <a:lstStyle/>
          <a:p>
            <a:pPr marL="0" indent="0"/>
            <a:r>
              <a:rPr lang="en-GB"/>
              <a:t>2025 - now</a:t>
            </a:r>
            <a:endParaRPr/>
          </a:p>
        </p:txBody>
      </p:sp>
      <p:sp>
        <p:nvSpPr>
          <p:cNvPr id="303" name="Google Shape;303;p1">
            <a:extLst>
              <a:ext uri="{FF2B5EF4-FFF2-40B4-BE49-F238E27FC236}">
                <a16:creationId xmlns:a16="http://schemas.microsoft.com/office/drawing/2014/main" id="{3086EADF-2089-DE97-45F0-8296E1BBF78F}"/>
              </a:ext>
            </a:extLst>
          </p:cNvPr>
          <p:cNvSpPr txBox="1">
            <a:spLocks noGrp="1"/>
          </p:cNvSpPr>
          <p:nvPr>
            <p:ph type="body" idx="3"/>
          </p:nvPr>
        </p:nvSpPr>
        <p:spPr>
          <a:xfrm>
            <a:off x="1318063" y="1698131"/>
            <a:ext cx="2412000" cy="180000"/>
          </a:xfrm>
          <a:prstGeom prst="rect">
            <a:avLst/>
          </a:prstGeom>
          <a:noFill/>
          <a:ln>
            <a:noFill/>
          </a:ln>
        </p:spPr>
        <p:txBody>
          <a:bodyPr spcFirstLastPara="1" wrap="square" lIns="0" tIns="0" rIns="0" bIns="0" anchor="ctr" anchorCtr="0">
            <a:noAutofit/>
          </a:bodyPr>
          <a:lstStyle/>
          <a:p>
            <a:pPr marL="0" indent="0"/>
            <a:r>
              <a:rPr lang="en-GB"/>
              <a:t>ADC Denmark</a:t>
            </a:r>
          </a:p>
        </p:txBody>
      </p:sp>
      <p:sp>
        <p:nvSpPr>
          <p:cNvPr id="304" name="Google Shape;304;p1">
            <a:extLst>
              <a:ext uri="{FF2B5EF4-FFF2-40B4-BE49-F238E27FC236}">
                <a16:creationId xmlns:a16="http://schemas.microsoft.com/office/drawing/2014/main" id="{1460C9A6-44D1-5970-EC41-5AE1B252A2CF}"/>
              </a:ext>
            </a:extLst>
          </p:cNvPr>
          <p:cNvSpPr txBox="1">
            <a:spLocks noGrp="1"/>
          </p:cNvSpPr>
          <p:nvPr>
            <p:ph type="body" idx="4"/>
          </p:nvPr>
        </p:nvSpPr>
        <p:spPr>
          <a:xfrm>
            <a:off x="1318063" y="1883242"/>
            <a:ext cx="2412000" cy="180000"/>
          </a:xfrm>
          <a:prstGeom prst="rect">
            <a:avLst/>
          </a:prstGeom>
          <a:noFill/>
          <a:ln>
            <a:noFill/>
          </a:ln>
        </p:spPr>
        <p:txBody>
          <a:bodyPr spcFirstLastPara="1" wrap="square" lIns="0" tIns="0" rIns="0" bIns="0" anchor="ctr" anchorCtr="0">
            <a:noAutofit/>
          </a:bodyPr>
          <a:lstStyle/>
          <a:p>
            <a:pPr marL="0" indent="0"/>
            <a:r>
              <a:rPr lang="en-GB"/>
              <a:t>Senior consultant</a:t>
            </a:r>
            <a:endParaRPr lang="en-US"/>
          </a:p>
        </p:txBody>
      </p:sp>
      <p:sp>
        <p:nvSpPr>
          <p:cNvPr id="305" name="Google Shape;305;p1">
            <a:extLst>
              <a:ext uri="{FF2B5EF4-FFF2-40B4-BE49-F238E27FC236}">
                <a16:creationId xmlns:a16="http://schemas.microsoft.com/office/drawing/2014/main" id="{C360BE1E-05D5-2336-3DFC-CFD5ECC40B5C}"/>
              </a:ext>
            </a:extLst>
          </p:cNvPr>
          <p:cNvSpPr txBox="1">
            <a:spLocks noGrp="1"/>
          </p:cNvSpPr>
          <p:nvPr>
            <p:ph type="body" idx="5"/>
          </p:nvPr>
        </p:nvSpPr>
        <p:spPr>
          <a:xfrm>
            <a:off x="1435999" y="537937"/>
            <a:ext cx="2304000" cy="1800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chemeClr val="lt1"/>
              </a:buClr>
              <a:buSzPts val="1100"/>
              <a:buNone/>
            </a:pPr>
            <a:r>
              <a:rPr lang="en-GB" dirty="0"/>
              <a:t>Kristian Ernst</a:t>
            </a:r>
            <a:endParaRPr dirty="0"/>
          </a:p>
        </p:txBody>
      </p:sp>
      <p:sp>
        <p:nvSpPr>
          <p:cNvPr id="306" name="Google Shape;306;p1">
            <a:extLst>
              <a:ext uri="{FF2B5EF4-FFF2-40B4-BE49-F238E27FC236}">
                <a16:creationId xmlns:a16="http://schemas.microsoft.com/office/drawing/2014/main" id="{76DA0B60-26E2-0951-6B9A-6BFC33AC856A}"/>
              </a:ext>
            </a:extLst>
          </p:cNvPr>
          <p:cNvSpPr txBox="1">
            <a:spLocks noGrp="1"/>
          </p:cNvSpPr>
          <p:nvPr>
            <p:ph type="body" idx="6"/>
          </p:nvPr>
        </p:nvSpPr>
        <p:spPr>
          <a:xfrm>
            <a:off x="1435999" y="791602"/>
            <a:ext cx="2304000" cy="1800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chemeClr val="lt1"/>
              </a:buClr>
              <a:buSzPts val="1050"/>
              <a:buNone/>
            </a:pPr>
            <a:r>
              <a:rPr lang="en-GB"/>
              <a:t>Senior AI </a:t>
            </a:r>
            <a:r>
              <a:rPr lang="en-GB" dirty="0"/>
              <a:t>solutions engineer</a:t>
            </a:r>
            <a:endParaRPr dirty="0"/>
          </a:p>
        </p:txBody>
      </p:sp>
      <p:sp>
        <p:nvSpPr>
          <p:cNvPr id="307" name="Google Shape;307;p1">
            <a:extLst>
              <a:ext uri="{FF2B5EF4-FFF2-40B4-BE49-F238E27FC236}">
                <a16:creationId xmlns:a16="http://schemas.microsoft.com/office/drawing/2014/main" id="{C2F18395-85D4-2A95-C571-82D5128D0F33}"/>
              </a:ext>
            </a:extLst>
          </p:cNvPr>
          <p:cNvSpPr txBox="1">
            <a:spLocks noGrp="1"/>
          </p:cNvSpPr>
          <p:nvPr>
            <p:ph type="body" idx="7"/>
          </p:nvPr>
        </p:nvSpPr>
        <p:spPr>
          <a:xfrm>
            <a:off x="407368" y="2123699"/>
            <a:ext cx="864000" cy="1800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chemeClr val="lt1"/>
              </a:buClr>
              <a:buSzPts val="1000"/>
              <a:buNone/>
            </a:pPr>
            <a:r>
              <a:rPr lang="en-GB"/>
              <a:t>2021-2025</a:t>
            </a:r>
            <a:endParaRPr/>
          </a:p>
        </p:txBody>
      </p:sp>
      <p:sp>
        <p:nvSpPr>
          <p:cNvPr id="308" name="Google Shape;308;p1">
            <a:extLst>
              <a:ext uri="{FF2B5EF4-FFF2-40B4-BE49-F238E27FC236}">
                <a16:creationId xmlns:a16="http://schemas.microsoft.com/office/drawing/2014/main" id="{724C2F6D-5892-E1D2-B026-3CD4DFAFB29C}"/>
              </a:ext>
            </a:extLst>
          </p:cNvPr>
          <p:cNvSpPr txBox="1">
            <a:spLocks noGrp="1"/>
          </p:cNvSpPr>
          <p:nvPr>
            <p:ph type="body" idx="8"/>
          </p:nvPr>
        </p:nvSpPr>
        <p:spPr>
          <a:xfrm>
            <a:off x="1318063" y="2123699"/>
            <a:ext cx="2412000" cy="180000"/>
          </a:xfrm>
          <a:prstGeom prst="rect">
            <a:avLst/>
          </a:prstGeom>
          <a:noFill/>
          <a:ln>
            <a:noFill/>
          </a:ln>
        </p:spPr>
        <p:txBody>
          <a:bodyPr spcFirstLastPara="1" wrap="square" lIns="0" tIns="0" rIns="0" bIns="0" anchor="ctr" anchorCtr="0">
            <a:noAutofit/>
          </a:bodyPr>
          <a:lstStyle/>
          <a:p>
            <a:pPr marL="0" indent="0"/>
            <a:r>
              <a:rPr lang="en-GB"/>
              <a:t>PwC Denmark</a:t>
            </a:r>
            <a:endParaRPr lang="en-US"/>
          </a:p>
        </p:txBody>
      </p:sp>
      <p:sp>
        <p:nvSpPr>
          <p:cNvPr id="309" name="Google Shape;309;p1">
            <a:extLst>
              <a:ext uri="{FF2B5EF4-FFF2-40B4-BE49-F238E27FC236}">
                <a16:creationId xmlns:a16="http://schemas.microsoft.com/office/drawing/2014/main" id="{A59D1861-8559-014D-4D6B-7DD726D9AC89}"/>
              </a:ext>
            </a:extLst>
          </p:cNvPr>
          <p:cNvSpPr txBox="1">
            <a:spLocks noGrp="1"/>
          </p:cNvSpPr>
          <p:nvPr>
            <p:ph type="body" idx="9"/>
          </p:nvPr>
        </p:nvSpPr>
        <p:spPr>
          <a:xfrm>
            <a:off x="1318063" y="2306603"/>
            <a:ext cx="2412000" cy="180000"/>
          </a:xfrm>
          <a:prstGeom prst="rect">
            <a:avLst/>
          </a:prstGeom>
          <a:noFill/>
          <a:ln>
            <a:noFill/>
          </a:ln>
        </p:spPr>
        <p:txBody>
          <a:bodyPr spcFirstLastPara="1" wrap="square" lIns="0" tIns="0" rIns="0" bIns="0" anchor="ctr" anchorCtr="0">
            <a:noAutofit/>
          </a:bodyPr>
          <a:lstStyle/>
          <a:p>
            <a:pPr marL="0" indent="0"/>
            <a:r>
              <a:rPr lang="en-GB"/>
              <a:t>Senior associate / Associate / Trainee</a:t>
            </a:r>
          </a:p>
        </p:txBody>
      </p:sp>
      <p:sp>
        <p:nvSpPr>
          <p:cNvPr id="310" name="Google Shape;310;p1">
            <a:extLst>
              <a:ext uri="{FF2B5EF4-FFF2-40B4-BE49-F238E27FC236}">
                <a16:creationId xmlns:a16="http://schemas.microsoft.com/office/drawing/2014/main" id="{C345718C-FE7F-C28E-EE23-A5B638EFD962}"/>
              </a:ext>
            </a:extLst>
          </p:cNvPr>
          <p:cNvSpPr txBox="1">
            <a:spLocks noGrp="1"/>
          </p:cNvSpPr>
          <p:nvPr>
            <p:ph type="body" idx="13"/>
          </p:nvPr>
        </p:nvSpPr>
        <p:spPr>
          <a:xfrm>
            <a:off x="407368" y="2548316"/>
            <a:ext cx="864000" cy="180000"/>
          </a:xfrm>
          <a:prstGeom prst="rect">
            <a:avLst/>
          </a:prstGeom>
          <a:noFill/>
          <a:ln>
            <a:noFill/>
          </a:ln>
        </p:spPr>
        <p:txBody>
          <a:bodyPr spcFirstLastPara="1" wrap="square" lIns="0" tIns="0" rIns="0" bIns="0" anchor="ctr" anchorCtr="0">
            <a:noAutofit/>
          </a:bodyPr>
          <a:lstStyle/>
          <a:p>
            <a:pPr marL="0" lvl="0" indent="0" algn="l">
              <a:lnSpc>
                <a:spcPct val="100000"/>
              </a:lnSpc>
              <a:spcBef>
                <a:spcPts val="0"/>
              </a:spcBef>
              <a:spcAft>
                <a:spcPts val="0"/>
              </a:spcAft>
              <a:buNone/>
            </a:pPr>
            <a:r>
              <a:rPr lang="en-GB"/>
              <a:t>2019-2020</a:t>
            </a:r>
            <a:endParaRPr lang="en-US"/>
          </a:p>
        </p:txBody>
      </p:sp>
      <p:sp>
        <p:nvSpPr>
          <p:cNvPr id="311" name="Google Shape;311;p1">
            <a:extLst>
              <a:ext uri="{FF2B5EF4-FFF2-40B4-BE49-F238E27FC236}">
                <a16:creationId xmlns:a16="http://schemas.microsoft.com/office/drawing/2014/main" id="{AE053E69-E90A-F384-FF07-86D752CFB977}"/>
              </a:ext>
            </a:extLst>
          </p:cNvPr>
          <p:cNvSpPr txBox="1">
            <a:spLocks noGrp="1"/>
          </p:cNvSpPr>
          <p:nvPr>
            <p:ph type="body" idx="14"/>
          </p:nvPr>
        </p:nvSpPr>
        <p:spPr>
          <a:xfrm>
            <a:off x="1318063" y="2548316"/>
            <a:ext cx="2412000" cy="180000"/>
          </a:xfrm>
          <a:prstGeom prst="rect">
            <a:avLst/>
          </a:prstGeom>
          <a:noFill/>
          <a:ln>
            <a:noFill/>
          </a:ln>
        </p:spPr>
        <p:txBody>
          <a:bodyPr spcFirstLastPara="1" wrap="square" lIns="0" tIns="0" rIns="0" bIns="0" anchor="ctr" anchorCtr="0">
            <a:noAutofit/>
          </a:bodyPr>
          <a:lstStyle/>
          <a:p>
            <a:pPr marL="0" indent="0"/>
            <a:r>
              <a:rPr lang="en-GB"/>
              <a:t>Crey Games</a:t>
            </a:r>
            <a:endParaRPr lang="en-US"/>
          </a:p>
        </p:txBody>
      </p:sp>
      <p:sp>
        <p:nvSpPr>
          <p:cNvPr id="312" name="Google Shape;312;p1">
            <a:extLst>
              <a:ext uri="{FF2B5EF4-FFF2-40B4-BE49-F238E27FC236}">
                <a16:creationId xmlns:a16="http://schemas.microsoft.com/office/drawing/2014/main" id="{8E2370E1-5B2F-CD6F-AC0B-DCA36AB2104B}"/>
              </a:ext>
            </a:extLst>
          </p:cNvPr>
          <p:cNvSpPr txBox="1">
            <a:spLocks noGrp="1"/>
          </p:cNvSpPr>
          <p:nvPr>
            <p:ph type="body" idx="15"/>
          </p:nvPr>
        </p:nvSpPr>
        <p:spPr>
          <a:xfrm>
            <a:off x="1318063" y="2732885"/>
            <a:ext cx="2412000" cy="180000"/>
          </a:xfrm>
          <a:prstGeom prst="rect">
            <a:avLst/>
          </a:prstGeom>
          <a:noFill/>
          <a:ln>
            <a:noFill/>
          </a:ln>
        </p:spPr>
        <p:txBody>
          <a:bodyPr spcFirstLastPara="1" wrap="square" lIns="0" tIns="0" rIns="0" bIns="0" anchor="ctr" anchorCtr="0">
            <a:noAutofit/>
          </a:bodyPr>
          <a:lstStyle/>
          <a:p>
            <a:pPr marL="0" indent="0"/>
            <a:r>
              <a:rPr lang="en-GB"/>
              <a:t>Business Developer (student worker)</a:t>
            </a:r>
            <a:endParaRPr lang="en-US"/>
          </a:p>
        </p:txBody>
      </p:sp>
      <p:sp>
        <p:nvSpPr>
          <p:cNvPr id="313" name="Google Shape;313;p1">
            <a:extLst>
              <a:ext uri="{FF2B5EF4-FFF2-40B4-BE49-F238E27FC236}">
                <a16:creationId xmlns:a16="http://schemas.microsoft.com/office/drawing/2014/main" id="{3B72843B-E1E0-910D-5751-67AB8A20C5CF}"/>
              </a:ext>
            </a:extLst>
          </p:cNvPr>
          <p:cNvSpPr txBox="1">
            <a:spLocks noGrp="1"/>
          </p:cNvSpPr>
          <p:nvPr>
            <p:ph type="body" idx="25"/>
          </p:nvPr>
        </p:nvSpPr>
        <p:spPr>
          <a:xfrm>
            <a:off x="391031" y="4530526"/>
            <a:ext cx="864000" cy="1800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chemeClr val="lt1"/>
              </a:buClr>
              <a:buSzPts val="1000"/>
              <a:buNone/>
            </a:pPr>
            <a:r>
              <a:rPr lang="en-GB"/>
              <a:t>CBS</a:t>
            </a:r>
            <a:endParaRPr/>
          </a:p>
        </p:txBody>
      </p:sp>
      <p:sp>
        <p:nvSpPr>
          <p:cNvPr id="314" name="Google Shape;314;p1">
            <a:extLst>
              <a:ext uri="{FF2B5EF4-FFF2-40B4-BE49-F238E27FC236}">
                <a16:creationId xmlns:a16="http://schemas.microsoft.com/office/drawing/2014/main" id="{ADA47DED-3E0A-18EF-0C2D-5A65B04B4BFC}"/>
              </a:ext>
            </a:extLst>
          </p:cNvPr>
          <p:cNvSpPr txBox="1">
            <a:spLocks noGrp="1"/>
          </p:cNvSpPr>
          <p:nvPr>
            <p:ph type="body" idx="26"/>
          </p:nvPr>
        </p:nvSpPr>
        <p:spPr>
          <a:xfrm>
            <a:off x="1301726" y="4530526"/>
            <a:ext cx="2412000" cy="1800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chemeClr val="lt1"/>
              </a:buClr>
              <a:buSzPts val="1000"/>
              <a:buNone/>
            </a:pPr>
            <a:r>
              <a:rPr lang="en-GB"/>
              <a:t>M.Sc., International Business</a:t>
            </a:r>
            <a:endParaRPr/>
          </a:p>
        </p:txBody>
      </p:sp>
      <p:sp>
        <p:nvSpPr>
          <p:cNvPr id="315" name="Google Shape;315;p1">
            <a:extLst>
              <a:ext uri="{FF2B5EF4-FFF2-40B4-BE49-F238E27FC236}">
                <a16:creationId xmlns:a16="http://schemas.microsoft.com/office/drawing/2014/main" id="{79DED8FC-2E9D-80B0-FBB2-EED08ED4CDEC}"/>
              </a:ext>
            </a:extLst>
          </p:cNvPr>
          <p:cNvSpPr txBox="1">
            <a:spLocks noGrp="1"/>
          </p:cNvSpPr>
          <p:nvPr>
            <p:ph type="body" idx="27"/>
          </p:nvPr>
        </p:nvSpPr>
        <p:spPr>
          <a:xfrm>
            <a:off x="1301726" y="4712796"/>
            <a:ext cx="2412000" cy="1800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chemeClr val="lt1"/>
              </a:buClr>
              <a:buSzPts val="1000"/>
              <a:buNone/>
            </a:pPr>
            <a:r>
              <a:rPr lang="en-GB"/>
              <a:t>2021-2023</a:t>
            </a:r>
            <a:endParaRPr/>
          </a:p>
        </p:txBody>
      </p:sp>
      <p:sp>
        <p:nvSpPr>
          <p:cNvPr id="316" name="Google Shape;316;p1">
            <a:extLst>
              <a:ext uri="{FF2B5EF4-FFF2-40B4-BE49-F238E27FC236}">
                <a16:creationId xmlns:a16="http://schemas.microsoft.com/office/drawing/2014/main" id="{6C7A72EF-5B39-D5AB-1C91-64A7BFA40FCD}"/>
              </a:ext>
            </a:extLst>
          </p:cNvPr>
          <p:cNvSpPr txBox="1">
            <a:spLocks noGrp="1"/>
          </p:cNvSpPr>
          <p:nvPr>
            <p:ph type="body" idx="28"/>
          </p:nvPr>
        </p:nvSpPr>
        <p:spPr>
          <a:xfrm>
            <a:off x="391031" y="4950211"/>
            <a:ext cx="864000" cy="1800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chemeClr val="lt1"/>
              </a:buClr>
              <a:buSzPts val="1000"/>
              <a:buNone/>
            </a:pPr>
            <a:r>
              <a:rPr lang="en-GB"/>
              <a:t>CBS</a:t>
            </a:r>
            <a:endParaRPr/>
          </a:p>
        </p:txBody>
      </p:sp>
      <p:sp>
        <p:nvSpPr>
          <p:cNvPr id="317" name="Google Shape;317;p1">
            <a:extLst>
              <a:ext uri="{FF2B5EF4-FFF2-40B4-BE49-F238E27FC236}">
                <a16:creationId xmlns:a16="http://schemas.microsoft.com/office/drawing/2014/main" id="{2EC1E5CE-5FFF-486D-5E74-3D72C819DBF4}"/>
              </a:ext>
            </a:extLst>
          </p:cNvPr>
          <p:cNvSpPr txBox="1">
            <a:spLocks noGrp="1"/>
          </p:cNvSpPr>
          <p:nvPr>
            <p:ph type="body" idx="29"/>
          </p:nvPr>
        </p:nvSpPr>
        <p:spPr>
          <a:xfrm>
            <a:off x="1301726" y="4950211"/>
            <a:ext cx="2412000" cy="1800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chemeClr val="lt1"/>
              </a:buClr>
              <a:buSzPts val="1000"/>
              <a:buNone/>
            </a:pPr>
            <a:r>
              <a:rPr lang="en-GB"/>
              <a:t>B.Sc., Business Administration and Philosophy</a:t>
            </a:r>
            <a:endParaRPr/>
          </a:p>
        </p:txBody>
      </p:sp>
      <p:sp>
        <p:nvSpPr>
          <p:cNvPr id="318" name="Google Shape;318;p1">
            <a:extLst>
              <a:ext uri="{FF2B5EF4-FFF2-40B4-BE49-F238E27FC236}">
                <a16:creationId xmlns:a16="http://schemas.microsoft.com/office/drawing/2014/main" id="{7B8A6227-72BC-629F-874C-66EA9DA39CAF}"/>
              </a:ext>
            </a:extLst>
          </p:cNvPr>
          <p:cNvSpPr txBox="1">
            <a:spLocks noGrp="1"/>
          </p:cNvSpPr>
          <p:nvPr>
            <p:ph type="body" idx="30"/>
          </p:nvPr>
        </p:nvSpPr>
        <p:spPr>
          <a:xfrm>
            <a:off x="1301726" y="5132481"/>
            <a:ext cx="2412000" cy="1800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chemeClr val="lt1"/>
              </a:buClr>
              <a:buSzPts val="1000"/>
              <a:buNone/>
            </a:pPr>
            <a:r>
              <a:rPr lang="en-GB"/>
              <a:t>2018-2021</a:t>
            </a:r>
            <a:endParaRPr/>
          </a:p>
        </p:txBody>
      </p:sp>
      <p:sp>
        <p:nvSpPr>
          <p:cNvPr id="319" name="Google Shape;319;p1">
            <a:extLst>
              <a:ext uri="{FF2B5EF4-FFF2-40B4-BE49-F238E27FC236}">
                <a16:creationId xmlns:a16="http://schemas.microsoft.com/office/drawing/2014/main" id="{55C2DE26-98B7-4110-CA17-419B8FF8443B}"/>
              </a:ext>
            </a:extLst>
          </p:cNvPr>
          <p:cNvSpPr txBox="1">
            <a:spLocks noGrp="1"/>
          </p:cNvSpPr>
          <p:nvPr>
            <p:ph type="body" idx="37"/>
          </p:nvPr>
        </p:nvSpPr>
        <p:spPr>
          <a:xfrm>
            <a:off x="407368" y="6508966"/>
            <a:ext cx="3348000" cy="180000"/>
          </a:xfrm>
          <a:prstGeom prst="rect">
            <a:avLst/>
          </a:prstGeom>
          <a:noFill/>
          <a:ln>
            <a:noFill/>
          </a:ln>
        </p:spPr>
        <p:txBody>
          <a:bodyPr spcFirstLastPara="1" wrap="square" lIns="0" tIns="0" rIns="0" bIns="0" anchor="ctr" anchorCtr="0">
            <a:noAutofit/>
          </a:bodyPr>
          <a:lstStyle/>
          <a:p>
            <a:pPr marL="0" indent="0"/>
            <a:r>
              <a:rPr lang="en-GB" dirty="0"/>
              <a:t>Danish, English, Python, TypeScript</a:t>
            </a:r>
            <a:endParaRPr dirty="0"/>
          </a:p>
        </p:txBody>
      </p:sp>
      <p:sp>
        <p:nvSpPr>
          <p:cNvPr id="320" name="Google Shape;320;p1">
            <a:extLst>
              <a:ext uri="{FF2B5EF4-FFF2-40B4-BE49-F238E27FC236}">
                <a16:creationId xmlns:a16="http://schemas.microsoft.com/office/drawing/2014/main" id="{0E52C036-3CE5-EE8A-AED3-B6C2F547BEA6}"/>
              </a:ext>
            </a:extLst>
          </p:cNvPr>
          <p:cNvSpPr txBox="1">
            <a:spLocks noGrp="1"/>
          </p:cNvSpPr>
          <p:nvPr>
            <p:ph type="body" idx="38"/>
          </p:nvPr>
        </p:nvSpPr>
        <p:spPr>
          <a:xfrm>
            <a:off x="4079264" y="2041126"/>
            <a:ext cx="2520000" cy="3960000"/>
          </a:xfrm>
          <a:prstGeom prst="rect">
            <a:avLst/>
          </a:prstGeom>
          <a:noFill/>
          <a:ln>
            <a:noFill/>
          </a:ln>
        </p:spPr>
        <p:txBody>
          <a:bodyPr spcFirstLastPara="1" wrap="square" lIns="0" tIns="0" rIns="0" bIns="0" anchor="t" anchorCtr="0">
            <a:noAutofit/>
          </a:bodyPr>
          <a:lstStyle/>
          <a:p>
            <a:pPr marL="0" indent="0">
              <a:spcBef>
                <a:spcPts val="0"/>
              </a:spcBef>
            </a:pPr>
            <a:r>
              <a:rPr lang="en-GB">
                <a:latin typeface="Calibri Light"/>
                <a:cs typeface="Calibri"/>
              </a:rPr>
              <a:t>Kristian is a senior consultant at ADC with more than 3 years of experience building AI/ML software solutions for clients.</a:t>
            </a:r>
          </a:p>
          <a:p>
            <a:pPr marL="0" indent="0">
              <a:spcBef>
                <a:spcPts val="0"/>
              </a:spcBef>
            </a:pPr>
            <a:endParaRPr lang="en-GB">
              <a:latin typeface="Calibri Light"/>
            </a:endParaRPr>
          </a:p>
          <a:p>
            <a:pPr marL="0" indent="0">
              <a:spcBef>
                <a:spcPts val="0"/>
              </a:spcBef>
            </a:pPr>
            <a:r>
              <a:rPr lang="en-GB">
                <a:latin typeface="Calibri Light"/>
                <a:cs typeface="Calibri"/>
              </a:rPr>
              <a:t>Kristian is heavily experienced with building software solutions leveraging large language models to their fullest potential. He follows the journey end to end – from initial scoping and business case formulation to final production-ready implementation. </a:t>
            </a:r>
          </a:p>
          <a:p>
            <a:pPr marL="0" indent="0">
              <a:spcBef>
                <a:spcPts val="0"/>
              </a:spcBef>
            </a:pPr>
            <a:endParaRPr lang="en-US">
              <a:latin typeface="Calibri Light"/>
              <a:ea typeface="Calibri Light"/>
              <a:cs typeface="Calibri Light"/>
            </a:endParaRPr>
          </a:p>
          <a:p>
            <a:pPr marL="0" indent="0">
              <a:spcBef>
                <a:spcPts val="0"/>
              </a:spcBef>
            </a:pPr>
            <a:r>
              <a:rPr lang="en-GB">
                <a:latin typeface="Calibri Light"/>
                <a:ea typeface="Calibri Light"/>
                <a:cs typeface="Calibri Light"/>
              </a:rPr>
              <a:t>He leverages and understand state of the art technologies within machine learning and deep learning but always go with a “simple first” approach - no need to add complexity if a simple solution solves the task at hand adequately.</a:t>
            </a:r>
            <a:endParaRPr lang="en-GB">
              <a:latin typeface="Calibri Light"/>
            </a:endParaRPr>
          </a:p>
        </p:txBody>
      </p:sp>
      <p:sp>
        <p:nvSpPr>
          <p:cNvPr id="321" name="Google Shape;321;p1">
            <a:extLst>
              <a:ext uri="{FF2B5EF4-FFF2-40B4-BE49-F238E27FC236}">
                <a16:creationId xmlns:a16="http://schemas.microsoft.com/office/drawing/2014/main" id="{E2455D6D-74E7-8BD4-287D-B843486F915F}"/>
              </a:ext>
            </a:extLst>
          </p:cNvPr>
          <p:cNvSpPr txBox="1">
            <a:spLocks noGrp="1"/>
          </p:cNvSpPr>
          <p:nvPr>
            <p:ph type="body" idx="41"/>
          </p:nvPr>
        </p:nvSpPr>
        <p:spPr>
          <a:xfrm>
            <a:off x="4068405" y="542083"/>
            <a:ext cx="2592000" cy="180000"/>
          </a:xfrm>
          <a:prstGeom prst="rect">
            <a:avLst/>
          </a:prstGeom>
          <a:noFill/>
          <a:ln>
            <a:noFill/>
          </a:ln>
        </p:spPr>
        <p:txBody>
          <a:bodyPr spcFirstLastPara="1" wrap="square" lIns="0" tIns="0" rIns="0" bIns="0" anchor="ctr" anchorCtr="0">
            <a:noAutofit/>
          </a:bodyPr>
          <a:lstStyle/>
          <a:p>
            <a:pPr marL="0" lvl="0" indent="0" algn="l">
              <a:lnSpc>
                <a:spcPct val="100000"/>
              </a:lnSpc>
              <a:spcBef>
                <a:spcPts val="0"/>
              </a:spcBef>
              <a:spcAft>
                <a:spcPts val="0"/>
              </a:spcAft>
              <a:buNone/>
            </a:pPr>
            <a:r>
              <a:rPr lang="en-GB"/>
              <a:t>kristian.e@adc-consulting.com</a:t>
            </a:r>
            <a:endParaRPr lang="en-US"/>
          </a:p>
        </p:txBody>
      </p:sp>
      <p:sp>
        <p:nvSpPr>
          <p:cNvPr id="322" name="Google Shape;322;p1">
            <a:extLst>
              <a:ext uri="{FF2B5EF4-FFF2-40B4-BE49-F238E27FC236}">
                <a16:creationId xmlns:a16="http://schemas.microsoft.com/office/drawing/2014/main" id="{223DEFD1-D79C-F6AE-CF5C-B807A20137E8}"/>
              </a:ext>
            </a:extLst>
          </p:cNvPr>
          <p:cNvSpPr txBox="1">
            <a:spLocks noGrp="1"/>
          </p:cNvSpPr>
          <p:nvPr>
            <p:ph type="body" idx="42"/>
          </p:nvPr>
        </p:nvSpPr>
        <p:spPr>
          <a:xfrm>
            <a:off x="4068405" y="791602"/>
            <a:ext cx="2592000" cy="180000"/>
          </a:xfrm>
          <a:prstGeom prst="rect">
            <a:avLst/>
          </a:prstGeom>
          <a:noFill/>
          <a:ln>
            <a:noFill/>
          </a:ln>
        </p:spPr>
        <p:txBody>
          <a:bodyPr spcFirstLastPara="1" wrap="square" lIns="0" tIns="0" rIns="0" bIns="0" anchor="ctr" anchorCtr="0">
            <a:noAutofit/>
          </a:bodyPr>
          <a:lstStyle/>
          <a:p>
            <a:pPr marL="0" indent="0"/>
            <a:r>
              <a:rPr lang="en-GB"/>
              <a:t>+45 60 52 35 77</a:t>
            </a:r>
            <a:endParaRPr lang="en-US"/>
          </a:p>
        </p:txBody>
      </p:sp>
    </p:spTree>
    <p:extLst>
      <p:ext uri="{BB962C8B-B14F-4D97-AF65-F5344CB8AC3E}">
        <p14:creationId xmlns:p14="http://schemas.microsoft.com/office/powerpoint/2010/main" val="5604258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296DE-8C15-EC30-C2E4-AE8B9D884D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B7D591-AF85-7AF5-1618-4C6712D73471}"/>
              </a:ext>
            </a:extLst>
          </p:cNvPr>
          <p:cNvSpPr>
            <a:spLocks noGrp="1"/>
          </p:cNvSpPr>
          <p:nvPr>
            <p:ph type="ctrTitle"/>
          </p:nvPr>
        </p:nvSpPr>
        <p:spPr>
          <a:xfrm>
            <a:off x="360364" y="1709977"/>
            <a:ext cx="10869611" cy="1473743"/>
          </a:xfrm>
        </p:spPr>
        <p:txBody>
          <a:bodyPr/>
          <a:lstStyle/>
          <a:p>
            <a:r>
              <a:rPr lang="en-GB">
                <a:solidFill>
                  <a:schemeClr val="bg2"/>
                </a:solidFill>
              </a:rPr>
              <a:t>A3 - </a:t>
            </a:r>
            <a:r>
              <a:rPr lang="da-DK">
                <a:solidFill>
                  <a:schemeClr val="bg2"/>
                </a:solidFill>
              </a:rPr>
              <a:t>Referencer og kvalifikationer fra relevante tidligere projekter</a:t>
            </a:r>
            <a:endParaRPr lang="en-GB">
              <a:solidFill>
                <a:schemeClr val="bg2"/>
              </a:solidFill>
            </a:endParaRPr>
          </a:p>
        </p:txBody>
      </p:sp>
      <p:sp>
        <p:nvSpPr>
          <p:cNvPr id="3" name="Text Placeholder 2">
            <a:extLst>
              <a:ext uri="{FF2B5EF4-FFF2-40B4-BE49-F238E27FC236}">
                <a16:creationId xmlns:a16="http://schemas.microsoft.com/office/drawing/2014/main" id="{B955BAD5-BED8-6314-EEF3-51FDD7A010DD}"/>
              </a:ext>
            </a:extLst>
          </p:cNvPr>
          <p:cNvSpPr>
            <a:spLocks noGrp="1"/>
          </p:cNvSpPr>
          <p:nvPr>
            <p:ph type="subTitle" idx="1"/>
          </p:nvPr>
        </p:nvSpPr>
        <p:spPr>
          <a:xfrm>
            <a:off x="802127" y="3381616"/>
            <a:ext cx="6414362" cy="2196178"/>
          </a:xfrm>
        </p:spPr>
        <p:txBody>
          <a:bodyPr/>
          <a:lstStyle/>
          <a:p>
            <a:r>
              <a:rPr lang="en-GB">
                <a:solidFill>
                  <a:schemeClr val="bg2"/>
                </a:solidFill>
              </a:rPr>
              <a:t>A3.1. Gen AI Experience</a:t>
            </a:r>
          </a:p>
          <a:p>
            <a:r>
              <a:rPr lang="en-GB">
                <a:solidFill>
                  <a:schemeClr val="bg2"/>
                </a:solidFill>
              </a:rPr>
              <a:t>A3.2. Experience with AI Speech to text </a:t>
            </a:r>
          </a:p>
          <a:p>
            <a:r>
              <a:rPr lang="en-GB">
                <a:solidFill>
                  <a:schemeClr val="bg2"/>
                </a:solidFill>
              </a:rPr>
              <a:t>A3.3. Life Science analytics</a:t>
            </a:r>
          </a:p>
          <a:p>
            <a:r>
              <a:rPr lang="en-GB">
                <a:solidFill>
                  <a:schemeClr val="bg2"/>
                </a:solidFill>
              </a:rPr>
              <a:t>A3.4. Designing &amp; building Data Foundations​​in Hospitals</a:t>
            </a:r>
          </a:p>
          <a:p>
            <a:endParaRPr lang="en-GB">
              <a:solidFill>
                <a:schemeClr val="bg2"/>
              </a:solidFill>
            </a:endParaRPr>
          </a:p>
          <a:p>
            <a:endParaRPr lang="en-GB">
              <a:solidFill>
                <a:schemeClr val="bg2"/>
              </a:solidFill>
            </a:endParaRPr>
          </a:p>
          <a:p>
            <a:endParaRPr lang="en-GB">
              <a:solidFill>
                <a:schemeClr val="bg2"/>
              </a:solidFill>
            </a:endParaRPr>
          </a:p>
          <a:p>
            <a:endParaRPr lang="en-GB">
              <a:solidFill>
                <a:schemeClr val="bg2"/>
              </a:solidFill>
            </a:endParaRPr>
          </a:p>
        </p:txBody>
      </p:sp>
    </p:spTree>
    <p:extLst>
      <p:ext uri="{BB962C8B-B14F-4D97-AF65-F5344CB8AC3E}">
        <p14:creationId xmlns:p14="http://schemas.microsoft.com/office/powerpoint/2010/main" val="32495960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0" name="Rectangle 1119">
            <a:extLst>
              <a:ext uri="{FF2B5EF4-FFF2-40B4-BE49-F238E27FC236}">
                <a16:creationId xmlns:a16="http://schemas.microsoft.com/office/drawing/2014/main" id="{6D01FE82-9ADA-C146-61C9-BDB4EE195F0A}"/>
              </a:ext>
            </a:extLst>
          </p:cNvPr>
          <p:cNvSpPr/>
          <p:nvPr/>
        </p:nvSpPr>
        <p:spPr bwMode="gray">
          <a:xfrm>
            <a:off x="-8057" y="0"/>
            <a:ext cx="4510589" cy="6906011"/>
          </a:xfrm>
          <a:prstGeom prst="rect">
            <a:avLst/>
          </a:prstGeom>
          <a:solidFill>
            <a:schemeClr val="accent2"/>
          </a:solidFill>
        </p:spPr>
        <p:txBody>
          <a:bodyPr vert="horz" lIns="90000" tIns="46800" rIns="90000" bIns="4680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6000" marR="0" lvl="0" indent="-216000" algn="l" defTabSz="914400" rtl="0" eaLnBrk="1" fontAlgn="auto" latinLnBrk="0" hangingPunct="1">
              <a:lnSpc>
                <a:spcPct val="100000"/>
              </a:lnSpc>
              <a:spcBef>
                <a:spcPts val="600"/>
              </a:spcBef>
              <a:spcAft>
                <a:spcPct val="0"/>
              </a:spcAft>
              <a:buClrTx/>
              <a:buSzTx/>
              <a:buFont typeface="Arial" pitchFamily="34" charset="0"/>
              <a:buChar char="•"/>
              <a:tabLst/>
              <a:defRPr/>
            </a:pPr>
            <a:endParaRPr kumimoji="0" lang="da-DK" sz="1200" b="0" i="0" u="none" strike="noStrike" kern="1200" cap="none" spc="0" normalizeH="0" baseline="0" noProof="0">
              <a:ln>
                <a:noFill/>
              </a:ln>
              <a:solidFill>
                <a:srgbClr val="44463E"/>
              </a:solidFill>
              <a:effectLst/>
              <a:uLnTx/>
              <a:uFillTx/>
              <a:latin typeface="Calibri Light"/>
              <a:ea typeface="Calibri Light"/>
              <a:cs typeface="Arial"/>
            </a:endParaRPr>
          </a:p>
        </p:txBody>
      </p:sp>
      <p:grpSp>
        <p:nvGrpSpPr>
          <p:cNvPr id="1039" name="Group 1038">
            <a:extLst>
              <a:ext uri="{FF2B5EF4-FFF2-40B4-BE49-F238E27FC236}">
                <a16:creationId xmlns:a16="http://schemas.microsoft.com/office/drawing/2014/main" id="{A25174EB-1D00-DF76-A8D4-FFC401D1C428}"/>
              </a:ext>
            </a:extLst>
          </p:cNvPr>
          <p:cNvGrpSpPr/>
          <p:nvPr/>
        </p:nvGrpSpPr>
        <p:grpSpPr>
          <a:xfrm>
            <a:off x="4757738" y="796555"/>
            <a:ext cx="7065431" cy="5524869"/>
            <a:chOff x="4552779" y="866772"/>
            <a:chExt cx="7065431" cy="5524869"/>
          </a:xfrm>
        </p:grpSpPr>
        <p:grpSp>
          <p:nvGrpSpPr>
            <p:cNvPr id="8" name="Group 7">
              <a:extLst>
                <a:ext uri="{FF2B5EF4-FFF2-40B4-BE49-F238E27FC236}">
                  <a16:creationId xmlns:a16="http://schemas.microsoft.com/office/drawing/2014/main" id="{1B6C6F59-BBE1-93A4-8624-C3CC669C43D0}"/>
                </a:ext>
              </a:extLst>
            </p:cNvPr>
            <p:cNvGrpSpPr/>
            <p:nvPr/>
          </p:nvGrpSpPr>
          <p:grpSpPr>
            <a:xfrm>
              <a:off x="4552779" y="866772"/>
              <a:ext cx="7065431" cy="5524869"/>
              <a:chOff x="4554573" y="867570"/>
              <a:chExt cx="7065431" cy="5524869"/>
            </a:xfrm>
          </p:grpSpPr>
          <p:pic>
            <p:nvPicPr>
              <p:cNvPr id="5" name="Picture 4">
                <a:extLst>
                  <a:ext uri="{FF2B5EF4-FFF2-40B4-BE49-F238E27FC236}">
                    <a16:creationId xmlns:a16="http://schemas.microsoft.com/office/drawing/2014/main" id="{0472DDC0-7A85-217E-572C-C3B005D48E33}"/>
                  </a:ext>
                </a:extLst>
              </p:cNvPr>
              <p:cNvPicPr>
                <a:picLocks noChangeAspect="1"/>
              </p:cNvPicPr>
              <p:nvPr/>
            </p:nvPicPr>
            <p:blipFill>
              <a:blip r:embed="rId4"/>
              <a:stretch>
                <a:fillRect/>
              </a:stretch>
            </p:blipFill>
            <p:spPr>
              <a:xfrm>
                <a:off x="4554573" y="867570"/>
                <a:ext cx="7065431" cy="5524869"/>
              </a:xfrm>
              <a:prstGeom prst="rect">
                <a:avLst/>
              </a:prstGeom>
              <a:effectLst>
                <a:outerShdw blurRad="50800" dist="38100" dir="2700000" algn="tl" rotWithShape="0">
                  <a:prstClr val="black">
                    <a:alpha val="40000"/>
                  </a:prstClr>
                </a:outerShdw>
              </a:effectLst>
            </p:spPr>
          </p:pic>
          <p:sp>
            <p:nvSpPr>
              <p:cNvPr id="7" name="Rectangle 6">
                <a:extLst>
                  <a:ext uri="{FF2B5EF4-FFF2-40B4-BE49-F238E27FC236}">
                    <a16:creationId xmlns:a16="http://schemas.microsoft.com/office/drawing/2014/main" id="{366B2FF6-4E30-B7B8-5CA7-3C97ED049E05}"/>
                  </a:ext>
                </a:extLst>
              </p:cNvPr>
              <p:cNvSpPr/>
              <p:nvPr/>
            </p:nvSpPr>
            <p:spPr bwMode="gray">
              <a:xfrm>
                <a:off x="4821273" y="1122218"/>
                <a:ext cx="6507788" cy="3443844"/>
              </a:xfrm>
              <a:prstGeom prst="rect">
                <a:avLst/>
              </a:prstGeom>
              <a:solidFill>
                <a:srgbClr val="EAEAEA"/>
              </a:solidFill>
            </p:spPr>
            <p:txBody>
              <a:bodyPr vert="horz" lIns="90000" tIns="46800" rIns="90000" bIns="4680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6000" marR="0" lvl="0" indent="-216000" algn="l" defTabSz="914400" rtl="0" eaLnBrk="1" fontAlgn="auto" latinLnBrk="0" hangingPunct="1">
                  <a:lnSpc>
                    <a:spcPct val="100000"/>
                  </a:lnSpc>
                  <a:spcBef>
                    <a:spcPts val="600"/>
                  </a:spcBef>
                  <a:spcAft>
                    <a:spcPct val="0"/>
                  </a:spcAft>
                  <a:buClrTx/>
                  <a:buSzTx/>
                  <a:buFont typeface="Arial" pitchFamily="34" charset="0"/>
                  <a:buChar char="•"/>
                  <a:tabLst/>
                  <a:defRPr/>
                </a:pPr>
                <a:endParaRPr kumimoji="0" lang="da-DK" sz="1200" b="0" i="0" u="none" strike="noStrike" kern="1200" cap="none" spc="0" normalizeH="0" baseline="0" noProof="0">
                  <a:ln>
                    <a:noFill/>
                  </a:ln>
                  <a:solidFill>
                    <a:srgbClr val="44463E"/>
                  </a:solidFill>
                  <a:effectLst/>
                  <a:uLnTx/>
                  <a:uFillTx/>
                  <a:latin typeface="Calibri Light"/>
                  <a:ea typeface="Calibri Light"/>
                  <a:cs typeface="Arial"/>
                </a:endParaRPr>
              </a:p>
            </p:txBody>
          </p:sp>
        </p:grpSp>
        <p:sp>
          <p:nvSpPr>
            <p:cNvPr id="1033" name="Rectangle 1032">
              <a:extLst>
                <a:ext uri="{FF2B5EF4-FFF2-40B4-BE49-F238E27FC236}">
                  <a16:creationId xmlns:a16="http://schemas.microsoft.com/office/drawing/2014/main" id="{2BD56049-715B-D0CC-7EF4-9E23B0A1AD5B}"/>
                </a:ext>
              </a:extLst>
            </p:cNvPr>
            <p:cNvSpPr/>
            <p:nvPr/>
          </p:nvSpPr>
          <p:spPr bwMode="gray">
            <a:xfrm>
              <a:off x="4819479" y="1120655"/>
              <a:ext cx="6509581" cy="402645"/>
            </a:xfrm>
            <a:prstGeom prst="rect">
              <a:avLst/>
            </a:prstGeom>
            <a:solidFill>
              <a:schemeClr val="accent5"/>
            </a:solidFill>
          </p:spPr>
          <p:txBody>
            <a:bodyPr vert="horz" lIns="90000" tIns="46800" rIns="90000" bIns="4680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6000" marR="0" lvl="0" indent="-216000" algn="l" defTabSz="914400" rtl="0" eaLnBrk="1" fontAlgn="auto" latinLnBrk="0" hangingPunct="1">
                <a:lnSpc>
                  <a:spcPct val="100000"/>
                </a:lnSpc>
                <a:spcBef>
                  <a:spcPts val="600"/>
                </a:spcBef>
                <a:spcAft>
                  <a:spcPct val="0"/>
                </a:spcAft>
                <a:buClrTx/>
                <a:buSzTx/>
                <a:buFont typeface="Arial" pitchFamily="34" charset="0"/>
                <a:buChar char="•"/>
                <a:tabLst/>
                <a:defRPr/>
              </a:pPr>
              <a:endParaRPr kumimoji="0" lang="da-DK" sz="1200" b="0" i="0" u="none" strike="noStrike" kern="1200" cap="none" spc="0" normalizeH="0" baseline="0" noProof="0">
                <a:ln>
                  <a:noFill/>
                </a:ln>
                <a:solidFill>
                  <a:srgbClr val="44463E"/>
                </a:solidFill>
                <a:effectLst/>
                <a:uLnTx/>
                <a:uFillTx/>
                <a:latin typeface="Calibri Light"/>
                <a:ea typeface="Calibri Light"/>
                <a:cs typeface="Arial"/>
              </a:endParaRPr>
            </a:p>
          </p:txBody>
        </p:sp>
        <p:sp>
          <p:nvSpPr>
            <p:cNvPr id="10" name="TextBox 9">
              <a:extLst>
                <a:ext uri="{FF2B5EF4-FFF2-40B4-BE49-F238E27FC236}">
                  <a16:creationId xmlns:a16="http://schemas.microsoft.com/office/drawing/2014/main" id="{624555AC-BB53-A536-C58D-8182CF256676}"/>
                </a:ext>
              </a:extLst>
            </p:cNvPr>
            <p:cNvSpPr txBox="1"/>
            <p:nvPr/>
          </p:nvSpPr>
          <p:spPr bwMode="gray">
            <a:xfrm>
              <a:off x="5714880" y="1238640"/>
              <a:ext cx="3497283" cy="231569"/>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da-DK" sz="1200" b="0" i="0" u="none" strike="noStrike" kern="1200" cap="none" spc="0" normalizeH="0" baseline="0" noProof="0" err="1">
                  <a:ln>
                    <a:noFill/>
                  </a:ln>
                  <a:solidFill>
                    <a:srgbClr val="FFFFFF"/>
                  </a:solidFill>
                  <a:effectLst/>
                  <a:uLnTx/>
                  <a:uFillTx/>
                  <a:latin typeface="Calibri bold" panose="020F0702030404030204" pitchFamily="34" charset="0"/>
                  <a:ea typeface="Calibri bold" panose="020F0702030404030204" pitchFamily="34" charset="0"/>
                  <a:cs typeface="Calibri bold" panose="020F0702030404030204" pitchFamily="34" charset="0"/>
                </a:rPr>
                <a:t>Qualitative</a:t>
              </a:r>
              <a:r>
                <a:rPr kumimoji="0" lang="da-DK" sz="1200" b="0" i="0" u="none" strike="noStrike" kern="1200" cap="none" spc="0" normalizeH="0" baseline="0" noProof="0">
                  <a:ln>
                    <a:noFill/>
                  </a:ln>
                  <a:solidFill>
                    <a:srgbClr val="FFFFFF"/>
                  </a:solidFill>
                  <a:effectLst/>
                  <a:uLnTx/>
                  <a:uFillTx/>
                  <a:latin typeface="Calibri bold" panose="020F0702030404030204" pitchFamily="34" charset="0"/>
                  <a:ea typeface="Calibri bold" panose="020F0702030404030204" pitchFamily="34" charset="0"/>
                  <a:cs typeface="Calibri bold" panose="020F0702030404030204" pitchFamily="34" charset="0"/>
                </a:rPr>
                <a:t> AI Assistant</a:t>
              </a:r>
            </a:p>
          </p:txBody>
        </p:sp>
      </p:grpSp>
      <p:sp>
        <p:nvSpPr>
          <p:cNvPr id="1118" name="Title 2">
            <a:extLst>
              <a:ext uri="{FF2B5EF4-FFF2-40B4-BE49-F238E27FC236}">
                <a16:creationId xmlns:a16="http://schemas.microsoft.com/office/drawing/2014/main" id="{CDDC5398-7334-308D-3105-F65F76403270}"/>
              </a:ext>
            </a:extLst>
          </p:cNvPr>
          <p:cNvSpPr>
            <a:spLocks noGrp="1"/>
          </p:cNvSpPr>
          <p:nvPr>
            <p:ph type="title"/>
          </p:nvPr>
        </p:nvSpPr>
        <p:spPr>
          <a:xfrm>
            <a:off x="360000" y="536576"/>
            <a:ext cx="4106795" cy="661987"/>
          </a:xfrm>
        </p:spPr>
        <p:txBody>
          <a:bodyPr/>
          <a:lstStyle/>
          <a:p>
            <a:r>
              <a:rPr lang="da-DK" b="1">
                <a:solidFill>
                  <a:schemeClr val="bg2"/>
                </a:solidFill>
              </a:rPr>
              <a:t>Udvikling af en kvalitativ AI-assistent</a:t>
            </a:r>
            <a:endParaRPr lang="da-DK" b="1">
              <a:solidFill>
                <a:schemeClr val="accent6">
                  <a:lumMod val="60000"/>
                  <a:lumOff val="40000"/>
                </a:schemeClr>
              </a:solidFill>
            </a:endParaRPr>
          </a:p>
        </p:txBody>
      </p:sp>
      <p:sp>
        <p:nvSpPr>
          <p:cNvPr id="1119" name="Text Placeholder 4">
            <a:extLst>
              <a:ext uri="{FF2B5EF4-FFF2-40B4-BE49-F238E27FC236}">
                <a16:creationId xmlns:a16="http://schemas.microsoft.com/office/drawing/2014/main" id="{E5653C88-7B94-3040-6B88-447EFD565ECE}"/>
              </a:ext>
            </a:extLst>
          </p:cNvPr>
          <p:cNvSpPr>
            <a:spLocks noGrp="1"/>
          </p:cNvSpPr>
          <p:nvPr>
            <p:ph type="body" sz="quarter" idx="12"/>
          </p:nvPr>
        </p:nvSpPr>
        <p:spPr>
          <a:xfrm>
            <a:off x="360364" y="207165"/>
            <a:ext cx="7485260" cy="178593"/>
          </a:xfrm>
        </p:spPr>
        <p:txBody>
          <a:bodyPr/>
          <a:lstStyle/>
          <a:p>
            <a:r>
              <a:rPr lang="da-DK"/>
              <a:t>A3 - </a:t>
            </a:r>
            <a:r>
              <a:rPr lang="da-DK" b="1"/>
              <a:t>ADC</a:t>
            </a:r>
            <a:r>
              <a:rPr lang="da-DK"/>
              <a:t> – </a:t>
            </a:r>
            <a:r>
              <a:rPr lang="da-DK" noProof="0"/>
              <a:t>Gen AI </a:t>
            </a:r>
            <a:r>
              <a:rPr lang="da-DK" noProof="0" err="1"/>
              <a:t>Experience</a:t>
            </a:r>
            <a:endParaRPr lang="da-DK">
              <a:solidFill>
                <a:schemeClr val="bg2"/>
              </a:solidFill>
            </a:endParaRPr>
          </a:p>
        </p:txBody>
      </p:sp>
      <p:sp>
        <p:nvSpPr>
          <p:cNvPr id="1123" name="TextBox 1122">
            <a:extLst>
              <a:ext uri="{FF2B5EF4-FFF2-40B4-BE49-F238E27FC236}">
                <a16:creationId xmlns:a16="http://schemas.microsoft.com/office/drawing/2014/main" id="{2B70D317-A57D-A4D7-9BF1-4AAD085FB19D}"/>
              </a:ext>
            </a:extLst>
          </p:cNvPr>
          <p:cNvSpPr txBox="1"/>
          <p:nvPr/>
        </p:nvSpPr>
        <p:spPr bwMode="gray">
          <a:xfrm>
            <a:off x="295855" y="1488004"/>
            <a:ext cx="3759477" cy="4647426"/>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da-DK" sz="1200" b="1" i="0" u="none" strike="noStrike" kern="1200" cap="none" spc="0" normalizeH="0" baseline="0" noProof="0">
                <a:ln>
                  <a:noFill/>
                </a:ln>
                <a:solidFill>
                  <a:srgbClr val="7FDEFF">
                    <a:lumMod val="60000"/>
                    <a:lumOff val="40000"/>
                  </a:srgbClr>
                </a:solidFill>
                <a:effectLst/>
                <a:uLnTx/>
                <a:uFillTx/>
                <a:latin typeface="Calibri Light"/>
                <a:ea typeface="Calibri Light"/>
                <a:cs typeface="Arial"/>
              </a:rPr>
              <a:t>Beskrivelse af brugscase</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da-DK" sz="1200" b="0" i="0" u="none" strike="noStrike" kern="1200" cap="none" spc="0" normalizeH="0" baseline="0" noProof="0">
                <a:ln>
                  <a:noFill/>
                </a:ln>
                <a:solidFill>
                  <a:srgbClr val="FFFFFF"/>
                </a:solidFill>
                <a:effectLst/>
                <a:uLnTx/>
                <a:uFillTx/>
                <a:latin typeface="Calibri Light"/>
                <a:ea typeface="Calibri Light"/>
                <a:cs typeface="Arial"/>
              </a:rPr>
              <a:t>Kvalitative data er kernen i overvågningen og evalueringen af internationale udviklingsprojekter i form af narrative rapporter, effektberetninger, billeder og videoer.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200" b="0" i="0" u="none" strike="noStrike" kern="1200" cap="none" spc="0" normalizeH="0" baseline="0" noProof="0">
              <a:ln>
                <a:noFill/>
              </a:ln>
              <a:solidFill>
                <a:srgbClr val="FFFFFF"/>
              </a:solidFill>
              <a:effectLst/>
              <a:uLnTx/>
              <a:uFillTx/>
              <a:latin typeface="Calibri Light"/>
              <a:ea typeface="Calibri Light"/>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1200" b="0" i="0" u="none" strike="noStrike" kern="1200" cap="none" spc="0" normalizeH="0" baseline="0" noProof="0">
                <a:ln>
                  <a:noFill/>
                </a:ln>
                <a:solidFill>
                  <a:srgbClr val="FFFFFF"/>
                </a:solidFill>
                <a:effectLst/>
                <a:uLnTx/>
                <a:uFillTx/>
                <a:latin typeface="Calibri Light"/>
                <a:ea typeface="Calibri Light"/>
                <a:cs typeface="Arial"/>
              </a:rPr>
              <a:t>Et AI-baseret værktøj til støtte for kvalitativ dataanalyse kan i høj grad forbedre tilgængeligheden af rapporter ved systematisk at organisere og kategorisere store mængder kvalitative data, så brugerne nemt kan hente og gennemgå relevante oplysninger. Det kan også hjælpe med at identificere centrale temaer og mønstre, hvilket fører til mere meningsfulde og effektive rapporter. Forbedring af tilgængeligheden af narrative rapporter letter samarbejdet og informationsudvekslingen mellem teammedlemmer eller interessenter, hvilket fremmer kollektiv forståelse og beslutningstagning.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200" b="0" i="0" u="none" strike="noStrike" kern="1200" cap="none" spc="0" normalizeH="0" baseline="0" noProof="0">
              <a:ln>
                <a:noFill/>
              </a:ln>
              <a:solidFill>
                <a:srgbClr val="FFFFFF"/>
              </a:solidFill>
              <a:effectLst/>
              <a:uLnTx/>
              <a:uFillTx/>
              <a:latin typeface="Calibri Light"/>
              <a:ea typeface="Calibri Light"/>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1200" b="0" i="0" u="none" strike="noStrike" kern="1200" cap="none" spc="0" normalizeH="0" baseline="0" noProof="0">
                <a:ln>
                  <a:noFill/>
                </a:ln>
                <a:solidFill>
                  <a:srgbClr val="FFFFFF"/>
                </a:solidFill>
                <a:effectLst/>
                <a:uLnTx/>
                <a:uFillTx/>
                <a:latin typeface="Calibri Light"/>
                <a:ea typeface="Calibri Light"/>
                <a:cs typeface="Arial"/>
              </a:rPr>
              <a:t>Ved hjælp af et stort sprogmodel (</a:t>
            </a:r>
            <a:r>
              <a:rPr kumimoji="0" lang="da-DK" sz="1200" b="0" i="0" u="none" strike="noStrike" kern="1200" cap="none" spc="0" normalizeH="0" baseline="0" noProof="0" err="1">
                <a:ln>
                  <a:noFill/>
                </a:ln>
                <a:solidFill>
                  <a:srgbClr val="FFFFFF"/>
                </a:solidFill>
                <a:effectLst/>
                <a:uLnTx/>
                <a:uFillTx/>
                <a:latin typeface="Calibri Light"/>
                <a:ea typeface="Calibri Light"/>
                <a:cs typeface="Arial"/>
              </a:rPr>
              <a:t>LLM</a:t>
            </a:r>
            <a:r>
              <a:rPr kumimoji="0" lang="da-DK" sz="1200" b="0" i="0" u="none" strike="noStrike" kern="1200" cap="none" spc="0" normalizeH="0" baseline="0" noProof="0">
                <a:ln>
                  <a:noFill/>
                </a:ln>
                <a:solidFill>
                  <a:srgbClr val="FFFFFF"/>
                </a:solidFill>
                <a:effectLst/>
                <a:uLnTx/>
                <a:uFillTx/>
                <a:latin typeface="Calibri Light"/>
                <a:ea typeface="Calibri Light"/>
                <a:cs typeface="Arial"/>
              </a:rPr>
              <a:t>) kan et kvalitativt dataanalyseværktøj også hjælpe med at generere tilpassede rapporter baseret på forskellige (donor) rapporteringsformater, hvilket sparer tid, kræfter og penge i forbindelse med rapportering om projekter og fundraising.</a:t>
            </a:r>
          </a:p>
        </p:txBody>
      </p:sp>
      <p:sp>
        <p:nvSpPr>
          <p:cNvPr id="2" name="Rectangle 1">
            <a:extLst>
              <a:ext uri="{FF2B5EF4-FFF2-40B4-BE49-F238E27FC236}">
                <a16:creationId xmlns:a16="http://schemas.microsoft.com/office/drawing/2014/main" id="{C2774152-4716-2167-5B7B-9054C28094E3}"/>
              </a:ext>
            </a:extLst>
          </p:cNvPr>
          <p:cNvSpPr/>
          <p:nvPr/>
        </p:nvSpPr>
        <p:spPr bwMode="gray">
          <a:xfrm>
            <a:off x="5081704" y="1490295"/>
            <a:ext cx="2903421" cy="2954705"/>
          </a:xfrm>
          <a:prstGeom prst="rect">
            <a:avLst/>
          </a:prstGeom>
          <a:solidFill>
            <a:schemeClr val="bg2"/>
          </a:solidFill>
        </p:spPr>
        <p:txBody>
          <a:bodyPr vert="horz" lIns="90000" tIns="46800" rIns="90000" bIns="4680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6000" marR="0" lvl="0" indent="-216000" algn="l" defTabSz="914400" rtl="0" eaLnBrk="1" fontAlgn="auto" latinLnBrk="0" hangingPunct="1">
              <a:lnSpc>
                <a:spcPct val="100000"/>
              </a:lnSpc>
              <a:spcBef>
                <a:spcPts val="600"/>
              </a:spcBef>
              <a:spcAft>
                <a:spcPct val="0"/>
              </a:spcAft>
              <a:buClrTx/>
              <a:buSzTx/>
              <a:buFont typeface="Arial" pitchFamily="34" charset="0"/>
              <a:buChar char="•"/>
              <a:tabLst/>
              <a:defRPr/>
            </a:pPr>
            <a:endParaRPr kumimoji="0" lang="da-DK" sz="1200" b="0" i="0" u="none" strike="noStrike" kern="1200" cap="none" spc="0" normalizeH="0" baseline="0" noProof="0">
              <a:ln>
                <a:noFill/>
              </a:ln>
              <a:solidFill>
                <a:srgbClr val="44463E"/>
              </a:solidFill>
              <a:effectLst/>
              <a:uLnTx/>
              <a:uFillTx/>
              <a:latin typeface="Calibri Light"/>
              <a:ea typeface="Calibri Light"/>
              <a:cs typeface="Arial"/>
            </a:endParaRPr>
          </a:p>
        </p:txBody>
      </p:sp>
      <p:sp>
        <p:nvSpPr>
          <p:cNvPr id="4" name="Rectangle 3">
            <a:extLst>
              <a:ext uri="{FF2B5EF4-FFF2-40B4-BE49-F238E27FC236}">
                <a16:creationId xmlns:a16="http://schemas.microsoft.com/office/drawing/2014/main" id="{D442C577-AEE1-C74E-89E5-FADDE8539596}"/>
              </a:ext>
            </a:extLst>
          </p:cNvPr>
          <p:cNvSpPr/>
          <p:nvPr/>
        </p:nvSpPr>
        <p:spPr bwMode="gray">
          <a:xfrm>
            <a:off x="5899301" y="1565535"/>
            <a:ext cx="1318211" cy="279026"/>
          </a:xfrm>
          <a:prstGeom prst="rect">
            <a:avLst/>
          </a:prstGeom>
          <a:solidFill>
            <a:schemeClr val="bg2"/>
          </a:solidFill>
          <a:ln w="3175">
            <a:noFill/>
          </a:ln>
        </p:spPr>
        <p:txBody>
          <a:bodyPr vert="horz" lIns="36000" tIns="36000" rIns="36000" bIns="3600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ct val="0"/>
              </a:spcAft>
              <a:buClrTx/>
              <a:buSzTx/>
              <a:buFontTx/>
              <a:buNone/>
              <a:tabLst/>
              <a:defRPr/>
            </a:pPr>
            <a:r>
              <a:rPr kumimoji="0" lang="da-DK" sz="1000" b="1" i="0" u="none" strike="noStrike" kern="1200" cap="none" spc="0" normalizeH="0" baseline="0" noProof="0" err="1">
                <a:ln>
                  <a:noFill/>
                </a:ln>
                <a:solidFill>
                  <a:srgbClr val="2F7587"/>
                </a:solidFill>
                <a:effectLst/>
                <a:uLnTx/>
                <a:uFillTx/>
                <a:latin typeface="Calibri Light"/>
                <a:ea typeface="Calibri Light"/>
                <a:cs typeface="Arial"/>
              </a:rPr>
              <a:t>What</a:t>
            </a:r>
            <a:r>
              <a:rPr kumimoji="0" lang="da-DK" sz="1000" b="1" i="0" u="none" strike="noStrike" kern="1200" cap="none" spc="0" normalizeH="0" baseline="0" noProof="0">
                <a:ln>
                  <a:noFill/>
                </a:ln>
                <a:solidFill>
                  <a:srgbClr val="2F7587"/>
                </a:solidFill>
                <a:effectLst/>
                <a:uLnTx/>
                <a:uFillTx/>
                <a:latin typeface="Calibri Light"/>
                <a:ea typeface="Calibri Light"/>
                <a:cs typeface="Arial"/>
              </a:rPr>
              <a:t> is </a:t>
            </a:r>
            <a:r>
              <a:rPr kumimoji="0" lang="da-DK" sz="1000" b="1" i="0" u="none" strike="noStrike" kern="1200" cap="none" spc="0" normalizeH="0" baseline="0" noProof="0" err="1">
                <a:ln>
                  <a:noFill/>
                </a:ln>
                <a:solidFill>
                  <a:srgbClr val="2F7587"/>
                </a:solidFill>
                <a:effectLst/>
                <a:uLnTx/>
                <a:uFillTx/>
                <a:latin typeface="Calibri Light"/>
                <a:ea typeface="Calibri Light"/>
                <a:cs typeface="Arial"/>
              </a:rPr>
              <a:t>your</a:t>
            </a:r>
            <a:r>
              <a:rPr kumimoji="0" lang="da-DK" sz="1000" b="1" i="0" u="none" strike="noStrike" kern="1200" cap="none" spc="0" normalizeH="0" baseline="0" noProof="0">
                <a:ln>
                  <a:noFill/>
                </a:ln>
                <a:solidFill>
                  <a:srgbClr val="2F7587"/>
                </a:solidFill>
                <a:effectLst/>
                <a:uLnTx/>
                <a:uFillTx/>
                <a:latin typeface="Calibri Light"/>
                <a:ea typeface="Calibri Light"/>
                <a:cs typeface="Arial"/>
              </a:rPr>
              <a:t> </a:t>
            </a:r>
            <a:r>
              <a:rPr kumimoji="0" lang="da-DK" sz="1000" b="1" i="0" u="none" strike="noStrike" kern="1200" cap="none" spc="0" normalizeH="0" baseline="0" noProof="0" err="1">
                <a:ln>
                  <a:noFill/>
                </a:ln>
                <a:solidFill>
                  <a:srgbClr val="2F7587"/>
                </a:solidFill>
                <a:effectLst/>
                <a:uLnTx/>
                <a:uFillTx/>
                <a:latin typeface="Calibri Light"/>
                <a:ea typeface="Calibri Light"/>
                <a:cs typeface="Arial"/>
              </a:rPr>
              <a:t>question</a:t>
            </a:r>
            <a:r>
              <a:rPr kumimoji="0" lang="da-DK" sz="1000" b="1" i="0" u="none" strike="noStrike" kern="1200" cap="none" spc="0" normalizeH="0" baseline="0" noProof="0">
                <a:ln>
                  <a:noFill/>
                </a:ln>
                <a:solidFill>
                  <a:srgbClr val="2F7587"/>
                </a:solidFill>
                <a:effectLst/>
                <a:uLnTx/>
                <a:uFillTx/>
                <a:latin typeface="Calibri Light"/>
                <a:ea typeface="Calibri Light"/>
                <a:cs typeface="Arial"/>
              </a:rPr>
              <a:t>?</a:t>
            </a:r>
          </a:p>
        </p:txBody>
      </p:sp>
      <p:sp>
        <p:nvSpPr>
          <p:cNvPr id="12" name="Rectangle 11">
            <a:extLst>
              <a:ext uri="{FF2B5EF4-FFF2-40B4-BE49-F238E27FC236}">
                <a16:creationId xmlns:a16="http://schemas.microsoft.com/office/drawing/2014/main" id="{F9DC4D14-6D96-2E03-2D0F-308302AFD898}"/>
              </a:ext>
            </a:extLst>
          </p:cNvPr>
          <p:cNvSpPr/>
          <p:nvPr/>
        </p:nvSpPr>
        <p:spPr bwMode="gray">
          <a:xfrm>
            <a:off x="5461040" y="1758189"/>
            <a:ext cx="2144747" cy="172743"/>
          </a:xfrm>
          <a:prstGeom prst="rect">
            <a:avLst/>
          </a:prstGeom>
          <a:noFill/>
          <a:ln w="3175">
            <a:noFill/>
          </a:ln>
        </p:spPr>
        <p:txBody>
          <a:bodyPr vert="horz" lIns="36000" tIns="36000" rIns="36000" bIns="36000" rtlCol="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ct val="0"/>
              </a:spcAft>
              <a:buClrTx/>
              <a:buSzTx/>
              <a:buFontTx/>
              <a:buNone/>
              <a:tabLst/>
              <a:defRPr/>
            </a:pPr>
            <a:r>
              <a:rPr kumimoji="0" lang="da-DK" sz="700" b="0" i="0" u="none" strike="noStrike" kern="1200" cap="none" spc="0" normalizeH="0" baseline="0" noProof="0" err="1">
                <a:ln>
                  <a:noFill/>
                </a:ln>
                <a:solidFill>
                  <a:srgbClr val="F1F1ED">
                    <a:lumMod val="50000"/>
                  </a:srgbClr>
                </a:solidFill>
                <a:effectLst/>
                <a:uLnTx/>
                <a:uFillTx/>
                <a:latin typeface="Calibri Light"/>
                <a:ea typeface="Calibri Light"/>
                <a:cs typeface="Arial"/>
              </a:rPr>
              <a:t>Use</a:t>
            </a:r>
            <a:r>
              <a:rPr kumimoji="0" lang="da-DK" sz="700" b="0" i="0" u="none" strike="noStrike" kern="1200" cap="none" spc="0" normalizeH="0" baseline="0" noProof="0">
                <a:ln>
                  <a:noFill/>
                </a:ln>
                <a:solidFill>
                  <a:srgbClr val="F1F1ED">
                    <a:lumMod val="50000"/>
                  </a:srgbClr>
                </a:solidFill>
                <a:effectLst/>
                <a:uLnTx/>
                <a:uFillTx/>
                <a:latin typeface="Calibri Light"/>
                <a:ea typeface="Calibri Light"/>
                <a:cs typeface="Arial"/>
              </a:rPr>
              <a:t> the AI Assistant </a:t>
            </a:r>
            <a:r>
              <a:rPr kumimoji="0" lang="da-DK" sz="700" b="0" i="0" u="none" strike="noStrike" kern="1200" cap="none" spc="0" normalizeH="0" baseline="0" noProof="0" err="1">
                <a:ln>
                  <a:noFill/>
                </a:ln>
                <a:solidFill>
                  <a:srgbClr val="F1F1ED">
                    <a:lumMod val="50000"/>
                  </a:srgbClr>
                </a:solidFill>
                <a:effectLst/>
                <a:uLnTx/>
                <a:uFillTx/>
                <a:latin typeface="Calibri Light"/>
                <a:ea typeface="Calibri Light"/>
                <a:cs typeface="Arial"/>
              </a:rPr>
              <a:t>responsible</a:t>
            </a:r>
            <a:r>
              <a:rPr kumimoji="0" lang="da-DK" sz="700" b="0" i="0" u="none" strike="noStrike" kern="1200" cap="none" spc="0" normalizeH="0" baseline="0" noProof="0">
                <a:ln>
                  <a:noFill/>
                </a:ln>
                <a:solidFill>
                  <a:srgbClr val="F1F1ED">
                    <a:lumMod val="50000"/>
                  </a:srgbClr>
                </a:solidFill>
                <a:effectLst/>
                <a:uLnTx/>
                <a:uFillTx/>
                <a:latin typeface="Calibri Light"/>
                <a:ea typeface="Calibri Light"/>
                <a:cs typeface="Arial"/>
              </a:rPr>
              <a:t>, </a:t>
            </a:r>
            <a:r>
              <a:rPr kumimoji="0" lang="da-DK" sz="700" b="0" i="0" u="none" strike="noStrike" kern="1200" cap="none" spc="0" normalizeH="0" baseline="0" noProof="0" err="1">
                <a:ln>
                  <a:noFill/>
                </a:ln>
                <a:solidFill>
                  <a:srgbClr val="F1F1ED">
                    <a:lumMod val="50000"/>
                  </a:srgbClr>
                </a:solidFill>
                <a:effectLst/>
                <a:uLnTx/>
                <a:uFillTx/>
                <a:latin typeface="Calibri Light"/>
                <a:ea typeface="Calibri Light"/>
                <a:cs typeface="Arial"/>
              </a:rPr>
              <a:t>consult</a:t>
            </a:r>
            <a:r>
              <a:rPr kumimoji="0" lang="da-DK" sz="700" b="0" i="0" u="none" strike="noStrike" kern="1200" cap="none" spc="0" normalizeH="0" baseline="0" noProof="0">
                <a:ln>
                  <a:noFill/>
                </a:ln>
                <a:solidFill>
                  <a:srgbClr val="F1F1ED">
                    <a:lumMod val="50000"/>
                  </a:srgbClr>
                </a:solidFill>
                <a:effectLst/>
                <a:uLnTx/>
                <a:uFillTx/>
                <a:latin typeface="Calibri Light"/>
                <a:ea typeface="Calibri Light"/>
                <a:cs typeface="Arial"/>
              </a:rPr>
              <a:t> the </a:t>
            </a:r>
            <a:r>
              <a:rPr kumimoji="0" lang="da-DK" sz="700" b="0" i="0" u="sng" strike="noStrike" kern="1200" cap="none" spc="0" normalizeH="0" baseline="0" noProof="0">
                <a:ln>
                  <a:noFill/>
                </a:ln>
                <a:solidFill>
                  <a:srgbClr val="F1F1ED">
                    <a:lumMod val="50000"/>
                  </a:srgbClr>
                </a:solidFill>
                <a:effectLst/>
                <a:uLnTx/>
                <a:uFillTx/>
                <a:latin typeface="Calibri Light"/>
                <a:ea typeface="Calibri Light"/>
                <a:cs typeface="Arial"/>
              </a:rPr>
              <a:t>Liliane Fonds &amp; </a:t>
            </a:r>
            <a:r>
              <a:rPr kumimoji="0" lang="da-DK" sz="700" b="0" i="0" u="sng" strike="noStrike" kern="1200" cap="none" spc="0" normalizeH="0" baseline="0" noProof="0" err="1">
                <a:ln>
                  <a:noFill/>
                </a:ln>
                <a:solidFill>
                  <a:srgbClr val="F1F1ED">
                    <a:lumMod val="50000"/>
                  </a:srgbClr>
                </a:solidFill>
                <a:effectLst/>
                <a:uLnTx/>
                <a:uFillTx/>
                <a:latin typeface="Calibri Light"/>
                <a:ea typeface="Calibri Light"/>
                <a:cs typeface="Arial"/>
              </a:rPr>
              <a:t>MIVA</a:t>
            </a:r>
            <a:r>
              <a:rPr kumimoji="0" lang="da-DK" sz="700" b="0" i="0" u="sng" strike="noStrike" kern="1200" cap="none" spc="0" normalizeH="0" baseline="0" noProof="0">
                <a:ln>
                  <a:noFill/>
                </a:ln>
                <a:solidFill>
                  <a:srgbClr val="F1F1ED">
                    <a:lumMod val="50000"/>
                  </a:srgbClr>
                </a:solidFill>
                <a:effectLst/>
                <a:uLnTx/>
                <a:uFillTx/>
                <a:latin typeface="Calibri Light"/>
                <a:ea typeface="Calibri Light"/>
                <a:cs typeface="Arial"/>
              </a:rPr>
              <a:t> guidelines</a:t>
            </a:r>
          </a:p>
        </p:txBody>
      </p:sp>
      <p:sp>
        <p:nvSpPr>
          <p:cNvPr id="6" name="Rectangle: Rounded Corners 5">
            <a:extLst>
              <a:ext uri="{FF2B5EF4-FFF2-40B4-BE49-F238E27FC236}">
                <a16:creationId xmlns:a16="http://schemas.microsoft.com/office/drawing/2014/main" id="{C4583FB0-4674-7DCB-B65B-80FFA3790FD6}"/>
              </a:ext>
            </a:extLst>
          </p:cNvPr>
          <p:cNvSpPr/>
          <p:nvPr/>
        </p:nvSpPr>
        <p:spPr bwMode="gray">
          <a:xfrm>
            <a:off x="5241112" y="2095615"/>
            <a:ext cx="2604150" cy="1719148"/>
          </a:xfrm>
          <a:prstGeom prst="roundRect">
            <a:avLst>
              <a:gd name="adj" fmla="val 3000"/>
            </a:avLst>
          </a:prstGeom>
          <a:solidFill>
            <a:schemeClr val="bg2"/>
          </a:solidFill>
          <a:ln w="3175">
            <a:solidFill>
              <a:schemeClr val="tx1"/>
            </a:solidFill>
          </a:ln>
        </p:spPr>
        <p:txBody>
          <a:bodyPr vert="horz" lIns="36000" tIns="36000" rIns="36000" bIns="36000" rtlCol="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ct val="0"/>
              </a:spcAft>
              <a:buClrTx/>
              <a:buSzTx/>
              <a:buFontTx/>
              <a:buNone/>
              <a:tabLst/>
              <a:defRPr/>
            </a:pPr>
            <a:r>
              <a:rPr kumimoji="0" lang="da-DK" sz="700" b="0" i="0" u="none" strike="noStrike" kern="1200" cap="none" spc="0" normalizeH="0" baseline="0" noProof="0" err="1">
                <a:ln>
                  <a:noFill/>
                </a:ln>
                <a:solidFill>
                  <a:srgbClr val="1F4953"/>
                </a:solidFill>
                <a:effectLst/>
                <a:uLnTx/>
                <a:uFillTx/>
                <a:latin typeface="Calibri Light"/>
                <a:ea typeface="Calibri Light"/>
                <a:cs typeface="Arial"/>
              </a:rPr>
              <a:t>Generate</a:t>
            </a:r>
            <a:r>
              <a:rPr kumimoji="0" lang="da-DK" sz="700" b="0" i="0" u="none" strike="noStrike" kern="1200" cap="none" spc="0" normalizeH="0" baseline="0" noProof="0">
                <a:ln>
                  <a:noFill/>
                </a:ln>
                <a:solidFill>
                  <a:srgbClr val="1F4953"/>
                </a:solidFill>
                <a:effectLst/>
                <a:uLnTx/>
                <a:uFillTx/>
                <a:latin typeface="Calibri Light"/>
                <a:ea typeface="Calibri Light"/>
                <a:cs typeface="Arial"/>
              </a:rPr>
              <a:t> a track </a:t>
            </a:r>
            <a:r>
              <a:rPr kumimoji="0" lang="da-DK" sz="700" b="0" i="0" u="none" strike="noStrike" kern="1200" cap="none" spc="0" normalizeH="0" baseline="0" noProof="0" err="1">
                <a:ln>
                  <a:noFill/>
                </a:ln>
                <a:solidFill>
                  <a:srgbClr val="1F4953"/>
                </a:solidFill>
                <a:effectLst/>
                <a:uLnTx/>
                <a:uFillTx/>
                <a:latin typeface="Calibri Light"/>
                <a:ea typeface="Calibri Light"/>
                <a:cs typeface="Arial"/>
              </a:rPr>
              <a:t>record</a:t>
            </a:r>
            <a:r>
              <a:rPr kumimoji="0" lang="da-DK" sz="700" b="0" i="0" u="none" strike="noStrike" kern="1200" cap="none" spc="0" normalizeH="0" baseline="0" noProof="0">
                <a:ln>
                  <a:noFill/>
                </a:ln>
                <a:solidFill>
                  <a:srgbClr val="1F4953"/>
                </a:solidFill>
                <a:effectLst/>
                <a:uLnTx/>
                <a:uFillTx/>
                <a:latin typeface="Calibri Light"/>
                <a:ea typeface="Calibri Light"/>
                <a:cs typeface="Arial"/>
              </a:rPr>
              <a:t> case </a:t>
            </a:r>
            <a:r>
              <a:rPr kumimoji="0" lang="da-DK" sz="700" b="0" i="0" u="none" strike="noStrike" kern="1200" cap="none" spc="0" normalizeH="0" baseline="0" noProof="0" err="1">
                <a:ln>
                  <a:noFill/>
                </a:ln>
                <a:solidFill>
                  <a:srgbClr val="1F4953"/>
                </a:solidFill>
                <a:effectLst/>
                <a:uLnTx/>
                <a:uFillTx/>
                <a:latin typeface="Calibri Light"/>
                <a:ea typeface="Calibri Light"/>
                <a:cs typeface="Arial"/>
              </a:rPr>
              <a:t>based</a:t>
            </a:r>
            <a:r>
              <a:rPr kumimoji="0" lang="da-DK" sz="700" b="0" i="0" u="none" strike="noStrike" kern="1200" cap="none" spc="0" normalizeH="0" baseline="0" noProof="0">
                <a:ln>
                  <a:noFill/>
                </a:ln>
                <a:solidFill>
                  <a:srgbClr val="1F4953"/>
                </a:solidFill>
                <a:effectLst/>
                <a:uLnTx/>
                <a:uFillTx/>
                <a:latin typeface="Calibri Light"/>
                <a:ea typeface="Calibri Light"/>
                <a:cs typeface="Arial"/>
              </a:rPr>
              <a:t> on </a:t>
            </a:r>
            <a:r>
              <a:rPr kumimoji="0" lang="da-DK" sz="700" b="0" i="0" u="none" strike="noStrike" kern="1200" cap="none" spc="0" normalizeH="0" baseline="0" noProof="0" err="1">
                <a:ln>
                  <a:noFill/>
                </a:ln>
                <a:solidFill>
                  <a:srgbClr val="1F4953"/>
                </a:solidFill>
                <a:effectLst/>
                <a:uLnTx/>
                <a:uFillTx/>
                <a:latin typeface="Calibri Light"/>
                <a:ea typeface="Calibri Light"/>
                <a:cs typeface="Arial"/>
              </a:rPr>
              <a:t>projects</a:t>
            </a:r>
            <a:r>
              <a:rPr kumimoji="0" lang="da-DK" sz="700" b="0" i="0" u="none" strike="noStrike" kern="1200" cap="none" spc="0" normalizeH="0" baseline="0" noProof="0">
                <a:ln>
                  <a:noFill/>
                </a:ln>
                <a:solidFill>
                  <a:srgbClr val="1F4953"/>
                </a:solidFill>
                <a:effectLst/>
                <a:uLnTx/>
                <a:uFillTx/>
                <a:latin typeface="Calibri Light"/>
                <a:ea typeface="Calibri Light"/>
                <a:cs typeface="Arial"/>
              </a:rPr>
              <a:t> </a:t>
            </a:r>
            <a:r>
              <a:rPr kumimoji="0" lang="da-DK" sz="700" b="0" i="0" u="none" strike="noStrike" kern="1200" cap="none" spc="0" normalizeH="0" baseline="0" noProof="0" err="1">
                <a:ln>
                  <a:noFill/>
                </a:ln>
                <a:solidFill>
                  <a:srgbClr val="1F4953"/>
                </a:solidFill>
                <a:effectLst/>
                <a:uLnTx/>
                <a:uFillTx/>
                <a:latin typeface="Calibri Light"/>
                <a:ea typeface="Calibri Light"/>
                <a:cs typeface="Arial"/>
              </a:rPr>
              <a:t>we</a:t>
            </a:r>
            <a:r>
              <a:rPr kumimoji="0" lang="da-DK" sz="700" b="0" i="0" u="none" strike="noStrike" kern="1200" cap="none" spc="0" normalizeH="0" baseline="0" noProof="0">
                <a:ln>
                  <a:noFill/>
                </a:ln>
                <a:solidFill>
                  <a:srgbClr val="1F4953"/>
                </a:solidFill>
                <a:effectLst/>
                <a:uLnTx/>
                <a:uFillTx/>
                <a:latin typeface="Calibri Light"/>
                <a:ea typeface="Calibri Light"/>
                <a:cs typeface="Arial"/>
              </a:rPr>
              <a:t> have done with the </a:t>
            </a:r>
            <a:r>
              <a:rPr kumimoji="0" lang="da-DK" sz="700" b="0" i="0" u="none" strike="noStrike" kern="1200" cap="none" spc="0" normalizeH="0" baseline="0" noProof="0" err="1">
                <a:ln>
                  <a:noFill/>
                </a:ln>
                <a:solidFill>
                  <a:srgbClr val="1F4953"/>
                </a:solidFill>
                <a:effectLst/>
                <a:uLnTx/>
                <a:uFillTx/>
                <a:latin typeface="Calibri Light"/>
                <a:ea typeface="Calibri Light"/>
                <a:cs typeface="Arial"/>
              </a:rPr>
              <a:t>following</a:t>
            </a:r>
            <a:r>
              <a:rPr kumimoji="0" lang="da-DK" sz="700" b="0" i="0" u="none" strike="noStrike" kern="1200" cap="none" spc="0" normalizeH="0" baseline="0" noProof="0">
                <a:ln>
                  <a:noFill/>
                </a:ln>
                <a:solidFill>
                  <a:srgbClr val="1F4953"/>
                </a:solidFill>
                <a:effectLst/>
                <a:uLnTx/>
                <a:uFillTx/>
                <a:latin typeface="Calibri Light"/>
                <a:ea typeface="Calibri Light"/>
                <a:cs typeface="Arial"/>
              </a:rPr>
              <a:t> </a:t>
            </a:r>
            <a:r>
              <a:rPr kumimoji="0" lang="da-DK" sz="700" b="0" i="0" u="none" strike="noStrike" kern="1200" cap="none" spc="0" normalizeH="0" baseline="0" noProof="0" err="1">
                <a:ln>
                  <a:noFill/>
                </a:ln>
                <a:solidFill>
                  <a:srgbClr val="1F4953"/>
                </a:solidFill>
                <a:effectLst/>
                <a:uLnTx/>
                <a:uFillTx/>
                <a:latin typeface="Calibri Light"/>
                <a:ea typeface="Calibri Light"/>
                <a:cs typeface="Arial"/>
              </a:rPr>
              <a:t>characteristics</a:t>
            </a:r>
            <a:r>
              <a:rPr kumimoji="0" lang="da-DK" sz="700" b="0" i="0" u="none" strike="noStrike" kern="1200" cap="none" spc="0" normalizeH="0" baseline="0" noProof="0">
                <a:ln>
                  <a:noFill/>
                </a:ln>
                <a:solidFill>
                  <a:srgbClr val="1F4953"/>
                </a:solidFill>
                <a:effectLst/>
                <a:uLnTx/>
                <a:uFillTx/>
                <a:latin typeface="Calibri Light"/>
                <a:ea typeface="Calibri Light"/>
                <a:cs typeface="Arial"/>
              </a:rPr>
              <a:t>:</a:t>
            </a:r>
          </a:p>
          <a:p>
            <a:pPr marL="171450" marR="0" lvl="0" indent="-171450" algn="l" defTabSz="914400" rtl="0" eaLnBrk="1" fontAlgn="auto" latinLnBrk="0" hangingPunct="1">
              <a:lnSpc>
                <a:spcPct val="100000"/>
              </a:lnSpc>
              <a:spcBef>
                <a:spcPts val="0"/>
              </a:spcBef>
              <a:spcAft>
                <a:spcPct val="0"/>
              </a:spcAft>
              <a:buClrTx/>
              <a:buSzTx/>
              <a:buFont typeface="Arial" pitchFamily="34" charset="0"/>
              <a:buChar char="•"/>
              <a:tabLst/>
              <a:defRPr/>
            </a:pPr>
            <a:r>
              <a:rPr kumimoji="0" lang="da-DK" sz="700" b="0" i="0" u="none" strike="noStrike" kern="1200" cap="none" spc="0" normalizeH="0" baseline="0" noProof="0" err="1">
                <a:ln>
                  <a:noFill/>
                </a:ln>
                <a:solidFill>
                  <a:srgbClr val="1F4953"/>
                </a:solidFill>
                <a:effectLst/>
                <a:uLnTx/>
                <a:uFillTx/>
                <a:latin typeface="Calibri Light"/>
                <a:ea typeface="Calibri Light"/>
                <a:cs typeface="Arial"/>
              </a:rPr>
              <a:t>Located</a:t>
            </a:r>
            <a:r>
              <a:rPr kumimoji="0" lang="da-DK" sz="700" b="0" i="0" u="none" strike="noStrike" kern="1200" cap="none" spc="0" normalizeH="0" baseline="0" noProof="0">
                <a:ln>
                  <a:noFill/>
                </a:ln>
                <a:solidFill>
                  <a:srgbClr val="1F4953"/>
                </a:solidFill>
                <a:effectLst/>
                <a:uLnTx/>
                <a:uFillTx/>
                <a:latin typeface="Calibri Light"/>
                <a:ea typeface="Calibri Light"/>
                <a:cs typeface="Arial"/>
              </a:rPr>
              <a:t> in East </a:t>
            </a:r>
            <a:r>
              <a:rPr kumimoji="0" lang="da-DK" sz="700" b="0" i="0" u="none" strike="noStrike" kern="1200" cap="none" spc="0" normalizeH="0" baseline="0" noProof="0" err="1">
                <a:ln>
                  <a:noFill/>
                </a:ln>
                <a:solidFill>
                  <a:srgbClr val="1F4953"/>
                </a:solidFill>
                <a:effectLst/>
                <a:uLnTx/>
                <a:uFillTx/>
                <a:latin typeface="Calibri Light"/>
                <a:ea typeface="Calibri Light"/>
                <a:cs typeface="Arial"/>
              </a:rPr>
              <a:t>Africa</a:t>
            </a:r>
            <a:endParaRPr kumimoji="0" lang="da-DK" sz="700" b="0" i="0" u="none" strike="noStrike" kern="1200" cap="none" spc="0" normalizeH="0" baseline="0" noProof="0">
              <a:ln>
                <a:noFill/>
              </a:ln>
              <a:solidFill>
                <a:srgbClr val="1F4953"/>
              </a:solidFill>
              <a:effectLst/>
              <a:uLnTx/>
              <a:uFillTx/>
              <a:latin typeface="Calibri Light"/>
              <a:ea typeface="Calibri Light"/>
              <a:cs typeface="Arial"/>
            </a:endParaRPr>
          </a:p>
          <a:p>
            <a:pPr marL="171450" marR="0" lvl="0" indent="-171450" algn="l" defTabSz="914400" rtl="0" eaLnBrk="1" fontAlgn="auto" latinLnBrk="0" hangingPunct="1">
              <a:lnSpc>
                <a:spcPct val="100000"/>
              </a:lnSpc>
              <a:spcBef>
                <a:spcPts val="0"/>
              </a:spcBef>
              <a:spcAft>
                <a:spcPct val="0"/>
              </a:spcAft>
              <a:buClrTx/>
              <a:buSzTx/>
              <a:buFont typeface="Arial" pitchFamily="34" charset="0"/>
              <a:buChar char="•"/>
              <a:tabLst/>
              <a:defRPr/>
            </a:pPr>
            <a:r>
              <a:rPr kumimoji="0" lang="da-DK" sz="700" b="0" i="0" u="none" strike="noStrike" kern="1200" cap="none" spc="0" normalizeH="0" baseline="0" noProof="0" err="1">
                <a:ln>
                  <a:noFill/>
                </a:ln>
                <a:solidFill>
                  <a:srgbClr val="1F4953"/>
                </a:solidFill>
                <a:effectLst/>
                <a:uLnTx/>
                <a:uFillTx/>
                <a:latin typeface="Calibri Light"/>
                <a:ea typeface="Calibri Light"/>
                <a:cs typeface="Arial"/>
              </a:rPr>
              <a:t>Taken</a:t>
            </a:r>
            <a:r>
              <a:rPr kumimoji="0" lang="da-DK" sz="700" b="0" i="0" u="none" strike="noStrike" kern="1200" cap="none" spc="0" normalizeH="0" baseline="0" noProof="0">
                <a:ln>
                  <a:noFill/>
                </a:ln>
                <a:solidFill>
                  <a:srgbClr val="1F4953"/>
                </a:solidFill>
                <a:effectLst/>
                <a:uLnTx/>
                <a:uFillTx/>
                <a:latin typeface="Calibri Light"/>
                <a:ea typeface="Calibri Light"/>
                <a:cs typeface="Arial"/>
              </a:rPr>
              <a:t> </a:t>
            </a:r>
            <a:r>
              <a:rPr kumimoji="0" lang="da-DK" sz="700" b="0" i="0" u="none" strike="noStrike" kern="1200" cap="none" spc="0" normalizeH="0" baseline="0" noProof="0" err="1">
                <a:ln>
                  <a:noFill/>
                </a:ln>
                <a:solidFill>
                  <a:srgbClr val="1F4953"/>
                </a:solidFill>
                <a:effectLst/>
                <a:uLnTx/>
                <a:uFillTx/>
                <a:latin typeface="Calibri Light"/>
                <a:ea typeface="Calibri Light"/>
                <a:cs typeface="Arial"/>
              </a:rPr>
              <a:t>place</a:t>
            </a:r>
            <a:r>
              <a:rPr kumimoji="0" lang="da-DK" sz="700" b="0" i="0" u="none" strike="noStrike" kern="1200" cap="none" spc="0" normalizeH="0" baseline="0" noProof="0">
                <a:ln>
                  <a:noFill/>
                </a:ln>
                <a:solidFill>
                  <a:srgbClr val="1F4953"/>
                </a:solidFill>
                <a:effectLst/>
                <a:uLnTx/>
                <a:uFillTx/>
                <a:latin typeface="Calibri Light"/>
                <a:ea typeface="Calibri Light"/>
                <a:cs typeface="Arial"/>
              </a:rPr>
              <a:t> </a:t>
            </a:r>
            <a:r>
              <a:rPr kumimoji="0" lang="da-DK" sz="700" b="0" i="0" u="none" strike="noStrike" kern="1200" cap="none" spc="0" normalizeH="0" baseline="0" noProof="0" err="1">
                <a:ln>
                  <a:noFill/>
                </a:ln>
                <a:solidFill>
                  <a:srgbClr val="1F4953"/>
                </a:solidFill>
                <a:effectLst/>
                <a:uLnTx/>
                <a:uFillTx/>
                <a:latin typeface="Calibri Light"/>
                <a:ea typeface="Calibri Light"/>
                <a:cs typeface="Arial"/>
              </a:rPr>
              <a:t>after</a:t>
            </a:r>
            <a:r>
              <a:rPr kumimoji="0" lang="da-DK" sz="700" b="0" i="0" u="none" strike="noStrike" kern="1200" cap="none" spc="0" normalizeH="0" baseline="0" noProof="0">
                <a:ln>
                  <a:noFill/>
                </a:ln>
                <a:solidFill>
                  <a:srgbClr val="1F4953"/>
                </a:solidFill>
                <a:effectLst/>
                <a:uLnTx/>
                <a:uFillTx/>
                <a:latin typeface="Calibri Light"/>
                <a:ea typeface="Calibri Light"/>
                <a:cs typeface="Arial"/>
              </a:rPr>
              <a:t> 2015</a:t>
            </a:r>
          </a:p>
          <a:p>
            <a:pPr marL="171450" marR="0" lvl="0" indent="-171450" algn="l" defTabSz="914400" rtl="0" eaLnBrk="1" fontAlgn="auto" latinLnBrk="0" hangingPunct="1">
              <a:lnSpc>
                <a:spcPct val="100000"/>
              </a:lnSpc>
              <a:spcBef>
                <a:spcPts val="0"/>
              </a:spcBef>
              <a:spcAft>
                <a:spcPct val="0"/>
              </a:spcAft>
              <a:buClrTx/>
              <a:buSzTx/>
              <a:buFont typeface="Arial" pitchFamily="34" charset="0"/>
              <a:buChar char="•"/>
              <a:tabLst/>
              <a:defRPr/>
            </a:pPr>
            <a:r>
              <a:rPr kumimoji="0" lang="da-DK" sz="700" b="0" i="0" u="none" strike="noStrike" kern="1200" cap="none" spc="0" normalizeH="0" baseline="0" noProof="0" err="1">
                <a:ln>
                  <a:noFill/>
                </a:ln>
                <a:solidFill>
                  <a:srgbClr val="1F4953"/>
                </a:solidFill>
                <a:effectLst/>
                <a:uLnTx/>
                <a:uFillTx/>
                <a:latin typeface="Calibri Light"/>
                <a:ea typeface="Calibri Light"/>
                <a:cs typeface="Arial"/>
              </a:rPr>
              <a:t>Focused</a:t>
            </a:r>
            <a:r>
              <a:rPr kumimoji="0" lang="da-DK" sz="700" b="0" i="0" u="none" strike="noStrike" kern="1200" cap="none" spc="0" normalizeH="0" baseline="0" noProof="0">
                <a:ln>
                  <a:noFill/>
                </a:ln>
                <a:solidFill>
                  <a:srgbClr val="1F4953"/>
                </a:solidFill>
                <a:effectLst/>
                <a:uLnTx/>
                <a:uFillTx/>
                <a:latin typeface="Calibri Light"/>
                <a:ea typeface="Calibri Light"/>
                <a:cs typeface="Arial"/>
              </a:rPr>
              <a:t> on girls </a:t>
            </a:r>
            <a:r>
              <a:rPr kumimoji="0" lang="da-DK" sz="700" b="0" i="0" u="none" strike="noStrike" kern="1200" cap="none" spc="0" normalizeH="0" baseline="0" noProof="0" err="1">
                <a:ln>
                  <a:noFill/>
                </a:ln>
                <a:solidFill>
                  <a:srgbClr val="1F4953"/>
                </a:solidFill>
                <a:effectLst/>
                <a:uLnTx/>
                <a:uFillTx/>
                <a:latin typeface="Calibri Light"/>
                <a:ea typeface="Calibri Light"/>
                <a:cs typeface="Arial"/>
              </a:rPr>
              <a:t>between</a:t>
            </a:r>
            <a:r>
              <a:rPr kumimoji="0" lang="da-DK" sz="700" b="0" i="0" u="none" strike="noStrike" kern="1200" cap="none" spc="0" normalizeH="0" baseline="0" noProof="0">
                <a:ln>
                  <a:noFill/>
                </a:ln>
                <a:solidFill>
                  <a:srgbClr val="1F4953"/>
                </a:solidFill>
                <a:effectLst/>
                <a:uLnTx/>
                <a:uFillTx/>
                <a:latin typeface="Calibri Light"/>
                <a:ea typeface="Calibri Light"/>
                <a:cs typeface="Arial"/>
              </a:rPr>
              <a:t> the age of 10-18</a:t>
            </a:r>
          </a:p>
          <a:p>
            <a:pPr marL="171450" marR="0" lvl="0" indent="-171450" algn="l" defTabSz="914400" rtl="0" eaLnBrk="1" fontAlgn="auto" latinLnBrk="0" hangingPunct="1">
              <a:lnSpc>
                <a:spcPct val="100000"/>
              </a:lnSpc>
              <a:spcBef>
                <a:spcPts val="0"/>
              </a:spcBef>
              <a:spcAft>
                <a:spcPct val="0"/>
              </a:spcAft>
              <a:buClrTx/>
              <a:buSzTx/>
              <a:buFont typeface="Arial" pitchFamily="34" charset="0"/>
              <a:buChar char="•"/>
              <a:tabLst/>
              <a:defRPr/>
            </a:pPr>
            <a:endParaRPr kumimoji="0" lang="da-DK" sz="700" b="0" i="0" u="none" strike="noStrike" kern="1200" cap="none" spc="0" normalizeH="0" baseline="0" noProof="0">
              <a:ln>
                <a:noFill/>
              </a:ln>
              <a:solidFill>
                <a:srgbClr val="1F4953"/>
              </a:solidFill>
              <a:effectLst/>
              <a:uLnTx/>
              <a:uFillTx/>
              <a:latin typeface="Calibri Light"/>
              <a:ea typeface="Calibri Light"/>
              <a:cs typeface="Arial"/>
            </a:endParaRPr>
          </a:p>
          <a:p>
            <a:pPr marL="0" marR="0" lvl="0" indent="0" algn="l" defTabSz="914400" rtl="0" eaLnBrk="1" fontAlgn="auto" latinLnBrk="0" hangingPunct="1">
              <a:lnSpc>
                <a:spcPct val="100000"/>
              </a:lnSpc>
              <a:spcBef>
                <a:spcPts val="0"/>
              </a:spcBef>
              <a:spcAft>
                <a:spcPct val="0"/>
              </a:spcAft>
              <a:buClrTx/>
              <a:buSzTx/>
              <a:buFontTx/>
              <a:buNone/>
              <a:tabLst/>
              <a:defRPr/>
            </a:pPr>
            <a:r>
              <a:rPr kumimoji="0" lang="da-DK" sz="700" b="0" i="0" u="none" strike="noStrike" kern="1200" cap="none" spc="0" normalizeH="0" baseline="0" noProof="0" err="1">
                <a:ln>
                  <a:noFill/>
                </a:ln>
                <a:solidFill>
                  <a:srgbClr val="1F4953"/>
                </a:solidFill>
                <a:effectLst/>
                <a:uLnTx/>
                <a:uFillTx/>
                <a:latin typeface="Calibri Light"/>
                <a:ea typeface="Calibri Light"/>
                <a:cs typeface="Arial"/>
              </a:rPr>
              <a:t>Use</a:t>
            </a:r>
            <a:r>
              <a:rPr kumimoji="0" lang="da-DK" sz="700" b="0" i="0" u="none" strike="noStrike" kern="1200" cap="none" spc="0" normalizeH="0" baseline="0" noProof="0">
                <a:ln>
                  <a:noFill/>
                </a:ln>
                <a:solidFill>
                  <a:srgbClr val="1F4953"/>
                </a:solidFill>
                <a:effectLst/>
                <a:uLnTx/>
                <a:uFillTx/>
                <a:latin typeface="Calibri Light"/>
                <a:ea typeface="Calibri Light"/>
                <a:cs typeface="Arial"/>
              </a:rPr>
              <a:t> a </a:t>
            </a:r>
            <a:r>
              <a:rPr kumimoji="0" lang="da-DK" sz="700" b="0" i="0" u="none" strike="noStrike" kern="1200" cap="none" spc="0" normalizeH="0" baseline="0" noProof="0" err="1">
                <a:ln>
                  <a:noFill/>
                </a:ln>
                <a:solidFill>
                  <a:srgbClr val="1F4953"/>
                </a:solidFill>
                <a:effectLst/>
                <a:uLnTx/>
                <a:uFillTx/>
                <a:latin typeface="Calibri Light"/>
                <a:ea typeface="Calibri Light"/>
                <a:cs typeface="Arial"/>
              </a:rPr>
              <a:t>prescribed</a:t>
            </a:r>
            <a:r>
              <a:rPr kumimoji="0" lang="da-DK" sz="700" b="0" i="0" u="none" strike="noStrike" kern="1200" cap="none" spc="0" normalizeH="0" baseline="0" noProof="0">
                <a:ln>
                  <a:noFill/>
                </a:ln>
                <a:solidFill>
                  <a:srgbClr val="1F4953"/>
                </a:solidFill>
                <a:effectLst/>
                <a:uLnTx/>
                <a:uFillTx/>
                <a:latin typeface="Calibri Light"/>
                <a:ea typeface="Calibri Light"/>
                <a:cs typeface="Arial"/>
              </a:rPr>
              <a:t> format </a:t>
            </a:r>
            <a:r>
              <a:rPr kumimoji="0" lang="da-DK" sz="700" b="0" i="0" u="none" strike="noStrike" kern="1200" cap="none" spc="0" normalizeH="0" baseline="0" noProof="0" err="1">
                <a:ln>
                  <a:noFill/>
                </a:ln>
                <a:solidFill>
                  <a:srgbClr val="1F4953"/>
                </a:solidFill>
                <a:effectLst/>
                <a:uLnTx/>
                <a:uFillTx/>
                <a:latin typeface="Calibri Light"/>
                <a:ea typeface="Calibri Light"/>
                <a:cs typeface="Arial"/>
              </a:rPr>
              <a:t>that</a:t>
            </a:r>
            <a:r>
              <a:rPr kumimoji="0" lang="da-DK" sz="700" b="0" i="0" u="none" strike="noStrike" kern="1200" cap="none" spc="0" normalizeH="0" baseline="0" noProof="0">
                <a:ln>
                  <a:noFill/>
                </a:ln>
                <a:solidFill>
                  <a:srgbClr val="1F4953"/>
                </a:solidFill>
                <a:effectLst/>
                <a:uLnTx/>
                <a:uFillTx/>
                <a:latin typeface="Calibri Light"/>
                <a:ea typeface="Calibri Light"/>
                <a:cs typeface="Arial"/>
              </a:rPr>
              <a:t> </a:t>
            </a:r>
            <a:r>
              <a:rPr kumimoji="0" lang="da-DK" sz="700" b="0" i="0" u="none" strike="noStrike" kern="1200" cap="none" spc="0" normalizeH="0" baseline="0" noProof="0" err="1">
                <a:ln>
                  <a:noFill/>
                </a:ln>
                <a:solidFill>
                  <a:srgbClr val="1F4953"/>
                </a:solidFill>
                <a:effectLst/>
                <a:uLnTx/>
                <a:uFillTx/>
                <a:latin typeface="Calibri Light"/>
                <a:ea typeface="Calibri Light"/>
                <a:cs typeface="Arial"/>
              </a:rPr>
              <a:t>contains</a:t>
            </a:r>
            <a:r>
              <a:rPr kumimoji="0" lang="da-DK" sz="700" b="0" i="0" u="none" strike="noStrike" kern="1200" cap="none" spc="0" normalizeH="0" baseline="0" noProof="0">
                <a:ln>
                  <a:noFill/>
                </a:ln>
                <a:solidFill>
                  <a:srgbClr val="1F4953"/>
                </a:solidFill>
                <a:effectLst/>
                <a:uLnTx/>
                <a:uFillTx/>
                <a:latin typeface="Calibri Light"/>
                <a:ea typeface="Calibri Light"/>
                <a:cs typeface="Arial"/>
              </a:rPr>
              <a:t> the </a:t>
            </a:r>
            <a:r>
              <a:rPr kumimoji="0" lang="da-DK" sz="700" b="0" i="0" u="none" strike="noStrike" kern="1200" cap="none" spc="0" normalizeH="0" baseline="0" noProof="0" err="1">
                <a:ln>
                  <a:noFill/>
                </a:ln>
                <a:solidFill>
                  <a:srgbClr val="1F4953"/>
                </a:solidFill>
                <a:effectLst/>
                <a:uLnTx/>
                <a:uFillTx/>
                <a:latin typeface="Calibri Light"/>
                <a:ea typeface="Calibri Light"/>
                <a:cs typeface="Arial"/>
              </a:rPr>
              <a:t>following</a:t>
            </a:r>
            <a:r>
              <a:rPr kumimoji="0" lang="da-DK" sz="700" b="0" i="0" u="none" strike="noStrike" kern="1200" cap="none" spc="0" normalizeH="0" baseline="0" noProof="0">
                <a:ln>
                  <a:noFill/>
                </a:ln>
                <a:solidFill>
                  <a:srgbClr val="1F4953"/>
                </a:solidFill>
                <a:effectLst/>
                <a:uLnTx/>
                <a:uFillTx/>
                <a:latin typeface="Calibri Light"/>
                <a:ea typeface="Calibri Light"/>
                <a:cs typeface="Arial"/>
              </a:rPr>
              <a:t> components:</a:t>
            </a:r>
          </a:p>
          <a:p>
            <a:pPr marL="171450" marR="0" lvl="0" indent="-171450" algn="l" defTabSz="914400" rtl="0" eaLnBrk="1" fontAlgn="auto" latinLnBrk="0" hangingPunct="1">
              <a:lnSpc>
                <a:spcPct val="100000"/>
              </a:lnSpc>
              <a:spcBef>
                <a:spcPts val="0"/>
              </a:spcBef>
              <a:spcAft>
                <a:spcPct val="0"/>
              </a:spcAft>
              <a:buClrTx/>
              <a:buSzTx/>
              <a:buFont typeface="Arial" pitchFamily="34" charset="0"/>
              <a:buChar char="•"/>
              <a:tabLst/>
              <a:defRPr/>
            </a:pPr>
            <a:r>
              <a:rPr kumimoji="0" lang="da-DK" sz="700" b="0" i="0" u="none" strike="noStrike" kern="1200" cap="none" spc="0" normalizeH="0" baseline="0" noProof="0" err="1">
                <a:ln>
                  <a:noFill/>
                </a:ln>
                <a:solidFill>
                  <a:srgbClr val="1F4953"/>
                </a:solidFill>
                <a:effectLst/>
                <a:uLnTx/>
                <a:uFillTx/>
                <a:latin typeface="Calibri Light"/>
                <a:ea typeface="Calibri Light"/>
                <a:cs typeface="Arial"/>
              </a:rPr>
              <a:t>Description</a:t>
            </a:r>
            <a:r>
              <a:rPr kumimoji="0" lang="da-DK" sz="700" b="0" i="0" u="none" strike="noStrike" kern="1200" cap="none" spc="0" normalizeH="0" baseline="0" noProof="0">
                <a:ln>
                  <a:noFill/>
                </a:ln>
                <a:solidFill>
                  <a:srgbClr val="1F4953"/>
                </a:solidFill>
                <a:effectLst/>
                <a:uLnTx/>
                <a:uFillTx/>
                <a:latin typeface="Calibri Light"/>
                <a:ea typeface="Calibri Light"/>
                <a:cs typeface="Arial"/>
              </a:rPr>
              <a:t> of the </a:t>
            </a:r>
            <a:r>
              <a:rPr kumimoji="0" lang="da-DK" sz="700" b="0" i="0" u="none" strike="noStrike" kern="1200" cap="none" spc="0" normalizeH="0" baseline="0" noProof="0" err="1">
                <a:ln>
                  <a:noFill/>
                </a:ln>
                <a:solidFill>
                  <a:srgbClr val="1F4953"/>
                </a:solidFill>
                <a:effectLst/>
                <a:uLnTx/>
                <a:uFillTx/>
                <a:latin typeface="Calibri Light"/>
                <a:ea typeface="Calibri Light"/>
                <a:cs typeface="Arial"/>
              </a:rPr>
              <a:t>projects</a:t>
            </a:r>
            <a:endParaRPr kumimoji="0" lang="da-DK" sz="700" b="0" i="0" u="none" strike="noStrike" kern="1200" cap="none" spc="0" normalizeH="0" baseline="0" noProof="0">
              <a:ln>
                <a:noFill/>
              </a:ln>
              <a:solidFill>
                <a:srgbClr val="1F4953"/>
              </a:solidFill>
              <a:effectLst/>
              <a:uLnTx/>
              <a:uFillTx/>
              <a:latin typeface="Calibri Light"/>
              <a:ea typeface="Calibri Light"/>
              <a:cs typeface="Arial"/>
            </a:endParaRPr>
          </a:p>
          <a:p>
            <a:pPr marL="171450" marR="0" lvl="0" indent="-171450" algn="l" defTabSz="914400" rtl="0" eaLnBrk="1" fontAlgn="auto" latinLnBrk="0" hangingPunct="1">
              <a:lnSpc>
                <a:spcPct val="100000"/>
              </a:lnSpc>
              <a:spcBef>
                <a:spcPts val="0"/>
              </a:spcBef>
              <a:spcAft>
                <a:spcPct val="0"/>
              </a:spcAft>
              <a:buClrTx/>
              <a:buSzTx/>
              <a:buFont typeface="Arial" pitchFamily="34" charset="0"/>
              <a:buChar char="•"/>
              <a:tabLst/>
              <a:defRPr/>
            </a:pPr>
            <a:r>
              <a:rPr kumimoji="0" lang="da-DK" sz="700" b="0" i="0" u="none" strike="noStrike" kern="1200" cap="none" spc="0" normalizeH="0" baseline="0" noProof="0" err="1">
                <a:ln>
                  <a:noFill/>
                </a:ln>
                <a:solidFill>
                  <a:srgbClr val="1F4953"/>
                </a:solidFill>
                <a:effectLst/>
                <a:uLnTx/>
                <a:uFillTx/>
                <a:latin typeface="Calibri Light"/>
                <a:ea typeface="Calibri Light"/>
                <a:cs typeface="Arial"/>
              </a:rPr>
              <a:t>Description</a:t>
            </a:r>
            <a:r>
              <a:rPr kumimoji="0" lang="da-DK" sz="700" b="0" i="0" u="none" strike="noStrike" kern="1200" cap="none" spc="0" normalizeH="0" baseline="0" noProof="0">
                <a:ln>
                  <a:noFill/>
                </a:ln>
                <a:solidFill>
                  <a:srgbClr val="1F4953"/>
                </a:solidFill>
                <a:effectLst/>
                <a:uLnTx/>
                <a:uFillTx/>
                <a:latin typeface="Calibri Light"/>
                <a:ea typeface="Calibri Light"/>
                <a:cs typeface="Arial"/>
              </a:rPr>
              <a:t> of partner organisations </a:t>
            </a:r>
            <a:r>
              <a:rPr kumimoji="0" lang="da-DK" sz="700" b="0" i="0" u="none" strike="noStrike" kern="1200" cap="none" spc="0" normalizeH="0" baseline="0" noProof="0" err="1">
                <a:ln>
                  <a:noFill/>
                </a:ln>
                <a:solidFill>
                  <a:srgbClr val="1F4953"/>
                </a:solidFill>
                <a:effectLst/>
                <a:uLnTx/>
                <a:uFillTx/>
                <a:latin typeface="Calibri Light"/>
                <a:ea typeface="Calibri Light"/>
                <a:cs typeface="Arial"/>
              </a:rPr>
              <a:t>involved</a:t>
            </a:r>
            <a:endParaRPr kumimoji="0" lang="da-DK" sz="700" b="0" i="0" u="none" strike="noStrike" kern="1200" cap="none" spc="0" normalizeH="0" baseline="0" noProof="0">
              <a:ln>
                <a:noFill/>
              </a:ln>
              <a:solidFill>
                <a:srgbClr val="1F4953"/>
              </a:solidFill>
              <a:effectLst/>
              <a:uLnTx/>
              <a:uFillTx/>
              <a:latin typeface="Calibri Light"/>
              <a:ea typeface="Calibri Light"/>
              <a:cs typeface="Arial"/>
            </a:endParaRPr>
          </a:p>
          <a:p>
            <a:pPr marL="171450" marR="0" lvl="0" indent="-171450" algn="l" defTabSz="914400" rtl="0" eaLnBrk="1" fontAlgn="auto" latinLnBrk="0" hangingPunct="1">
              <a:lnSpc>
                <a:spcPct val="100000"/>
              </a:lnSpc>
              <a:spcBef>
                <a:spcPts val="0"/>
              </a:spcBef>
              <a:spcAft>
                <a:spcPct val="0"/>
              </a:spcAft>
              <a:buClrTx/>
              <a:buSzTx/>
              <a:buFont typeface="Arial" pitchFamily="34" charset="0"/>
              <a:buChar char="•"/>
              <a:tabLst/>
              <a:defRPr/>
            </a:pPr>
            <a:r>
              <a:rPr kumimoji="0" lang="da-DK" sz="700" b="0" i="0" u="none" strike="noStrike" kern="1200" cap="none" spc="0" normalizeH="0" baseline="0" noProof="0" err="1">
                <a:ln>
                  <a:noFill/>
                </a:ln>
                <a:solidFill>
                  <a:srgbClr val="1F4953"/>
                </a:solidFill>
                <a:effectLst/>
                <a:uLnTx/>
                <a:uFillTx/>
                <a:latin typeface="Calibri Light"/>
                <a:ea typeface="Calibri Light"/>
                <a:cs typeface="Arial"/>
              </a:rPr>
              <a:t>Number</a:t>
            </a:r>
            <a:r>
              <a:rPr kumimoji="0" lang="da-DK" sz="700" b="0" i="0" u="none" strike="noStrike" kern="1200" cap="none" spc="0" normalizeH="0" baseline="0" noProof="0">
                <a:ln>
                  <a:noFill/>
                </a:ln>
                <a:solidFill>
                  <a:srgbClr val="1F4953"/>
                </a:solidFill>
                <a:effectLst/>
                <a:uLnTx/>
                <a:uFillTx/>
                <a:latin typeface="Calibri Light"/>
                <a:ea typeface="Calibri Light"/>
                <a:cs typeface="Arial"/>
              </a:rPr>
              <a:t> and </a:t>
            </a:r>
            <a:r>
              <a:rPr kumimoji="0" lang="da-DK" sz="700" b="0" i="0" u="none" strike="noStrike" kern="1200" cap="none" spc="0" normalizeH="0" baseline="0" noProof="0" err="1">
                <a:ln>
                  <a:noFill/>
                </a:ln>
                <a:solidFill>
                  <a:srgbClr val="1F4953"/>
                </a:solidFill>
                <a:effectLst/>
                <a:uLnTx/>
                <a:uFillTx/>
                <a:latin typeface="Calibri Light"/>
                <a:ea typeface="Calibri Light"/>
                <a:cs typeface="Arial"/>
              </a:rPr>
              <a:t>characteristics</a:t>
            </a:r>
            <a:r>
              <a:rPr kumimoji="0" lang="da-DK" sz="700" b="0" i="0" u="none" strike="noStrike" kern="1200" cap="none" spc="0" normalizeH="0" baseline="0" noProof="0">
                <a:ln>
                  <a:noFill/>
                </a:ln>
                <a:solidFill>
                  <a:srgbClr val="1F4953"/>
                </a:solidFill>
                <a:effectLst/>
                <a:uLnTx/>
                <a:uFillTx/>
                <a:latin typeface="Calibri Light"/>
                <a:ea typeface="Calibri Light"/>
                <a:cs typeface="Arial"/>
              </a:rPr>
              <a:t> of </a:t>
            </a:r>
            <a:r>
              <a:rPr kumimoji="0" lang="da-DK" sz="700" b="0" i="0" u="none" strike="noStrike" kern="1200" cap="none" spc="0" normalizeH="0" baseline="0" noProof="0" err="1">
                <a:ln>
                  <a:noFill/>
                </a:ln>
                <a:solidFill>
                  <a:srgbClr val="1F4953"/>
                </a:solidFill>
                <a:effectLst/>
                <a:uLnTx/>
                <a:uFillTx/>
                <a:latin typeface="Calibri Light"/>
                <a:ea typeface="Calibri Light"/>
                <a:cs typeface="Arial"/>
              </a:rPr>
              <a:t>beneficiaries</a:t>
            </a:r>
            <a:r>
              <a:rPr kumimoji="0" lang="da-DK" sz="700" b="0" i="0" u="none" strike="noStrike" kern="1200" cap="none" spc="0" normalizeH="0" baseline="0" noProof="0">
                <a:ln>
                  <a:noFill/>
                </a:ln>
                <a:solidFill>
                  <a:srgbClr val="1F4953"/>
                </a:solidFill>
                <a:effectLst/>
                <a:uLnTx/>
                <a:uFillTx/>
                <a:latin typeface="Calibri Light"/>
                <a:ea typeface="Calibri Light"/>
                <a:cs typeface="Arial"/>
              </a:rPr>
              <a:t> </a:t>
            </a:r>
            <a:r>
              <a:rPr kumimoji="0" lang="da-DK" sz="700" b="0" i="0" u="none" strike="noStrike" kern="1200" cap="none" spc="0" normalizeH="0" baseline="0" noProof="0" err="1">
                <a:ln>
                  <a:noFill/>
                </a:ln>
                <a:solidFill>
                  <a:srgbClr val="1F4953"/>
                </a:solidFill>
                <a:effectLst/>
                <a:uLnTx/>
                <a:uFillTx/>
                <a:latin typeface="Calibri Light"/>
                <a:ea typeface="Calibri Light"/>
                <a:cs typeface="Arial"/>
              </a:rPr>
              <a:t>reached</a:t>
            </a:r>
            <a:endParaRPr kumimoji="0" lang="da-DK" sz="700" b="0" i="0" u="none" strike="noStrike" kern="1200" cap="none" spc="0" normalizeH="0" baseline="0" noProof="0">
              <a:ln>
                <a:noFill/>
              </a:ln>
              <a:solidFill>
                <a:srgbClr val="1F4953"/>
              </a:solidFill>
              <a:effectLst/>
              <a:uLnTx/>
              <a:uFillTx/>
              <a:latin typeface="Calibri Light"/>
              <a:ea typeface="Calibri Light"/>
              <a:cs typeface="Arial"/>
            </a:endParaRPr>
          </a:p>
          <a:p>
            <a:pPr marL="171450" marR="0" lvl="0" indent="-171450" algn="l" defTabSz="914400" rtl="0" eaLnBrk="1" fontAlgn="auto" latinLnBrk="0" hangingPunct="1">
              <a:lnSpc>
                <a:spcPct val="100000"/>
              </a:lnSpc>
              <a:spcBef>
                <a:spcPts val="0"/>
              </a:spcBef>
              <a:spcAft>
                <a:spcPct val="0"/>
              </a:spcAft>
              <a:buClrTx/>
              <a:buSzTx/>
              <a:buFont typeface="Arial" pitchFamily="34" charset="0"/>
              <a:buChar char="•"/>
              <a:tabLst/>
              <a:defRPr/>
            </a:pPr>
            <a:r>
              <a:rPr kumimoji="0" lang="da-DK" sz="700" b="0" i="0" u="none" strike="noStrike" kern="1200" cap="none" spc="0" normalizeH="0" baseline="0" noProof="0">
                <a:ln>
                  <a:noFill/>
                </a:ln>
                <a:solidFill>
                  <a:srgbClr val="1F4953"/>
                </a:solidFill>
                <a:effectLst/>
                <a:uLnTx/>
                <a:uFillTx/>
                <a:latin typeface="Calibri Light"/>
                <a:ea typeface="Calibri Light"/>
                <a:cs typeface="Arial"/>
              </a:rPr>
              <a:t>Outputs of the </a:t>
            </a:r>
            <a:r>
              <a:rPr kumimoji="0" lang="da-DK" sz="700" b="0" i="0" u="none" strike="noStrike" kern="1200" cap="none" spc="0" normalizeH="0" baseline="0" noProof="0" err="1">
                <a:ln>
                  <a:noFill/>
                </a:ln>
                <a:solidFill>
                  <a:srgbClr val="1F4953"/>
                </a:solidFill>
                <a:effectLst/>
                <a:uLnTx/>
                <a:uFillTx/>
                <a:latin typeface="Calibri Light"/>
                <a:ea typeface="Calibri Light"/>
                <a:cs typeface="Arial"/>
              </a:rPr>
              <a:t>projects</a:t>
            </a:r>
            <a:endParaRPr kumimoji="0" lang="da-DK" sz="700" b="0" i="0" u="none" strike="noStrike" kern="1200" cap="none" spc="0" normalizeH="0" baseline="0" noProof="0">
              <a:ln>
                <a:noFill/>
              </a:ln>
              <a:solidFill>
                <a:srgbClr val="1F4953"/>
              </a:solidFill>
              <a:effectLst/>
              <a:uLnTx/>
              <a:uFillTx/>
              <a:latin typeface="Calibri Light"/>
              <a:ea typeface="Calibri Light"/>
              <a:cs typeface="Arial"/>
            </a:endParaRPr>
          </a:p>
          <a:p>
            <a:pPr marL="171450" marR="0" lvl="0" indent="-171450" algn="l" defTabSz="914400" rtl="0" eaLnBrk="1" fontAlgn="auto" latinLnBrk="0" hangingPunct="1">
              <a:lnSpc>
                <a:spcPct val="100000"/>
              </a:lnSpc>
              <a:spcBef>
                <a:spcPts val="0"/>
              </a:spcBef>
              <a:spcAft>
                <a:spcPct val="0"/>
              </a:spcAft>
              <a:buClrTx/>
              <a:buSzTx/>
              <a:buFont typeface="Arial" pitchFamily="34" charset="0"/>
              <a:buChar char="•"/>
              <a:tabLst/>
              <a:defRPr/>
            </a:pPr>
            <a:r>
              <a:rPr kumimoji="0" lang="da-DK" sz="700" b="0" i="0" u="none" strike="noStrike" kern="1200" cap="none" spc="0" normalizeH="0" baseline="0" noProof="0" err="1">
                <a:ln>
                  <a:noFill/>
                </a:ln>
                <a:solidFill>
                  <a:srgbClr val="1F4953"/>
                </a:solidFill>
                <a:effectLst/>
                <a:uLnTx/>
                <a:uFillTx/>
                <a:latin typeface="Calibri Light"/>
                <a:ea typeface="Calibri Light"/>
                <a:cs typeface="Arial"/>
              </a:rPr>
              <a:t>Outcomes</a:t>
            </a:r>
            <a:r>
              <a:rPr kumimoji="0" lang="da-DK" sz="700" b="0" i="0" u="none" strike="noStrike" kern="1200" cap="none" spc="0" normalizeH="0" baseline="0" noProof="0">
                <a:ln>
                  <a:noFill/>
                </a:ln>
                <a:solidFill>
                  <a:srgbClr val="1F4953"/>
                </a:solidFill>
                <a:effectLst/>
                <a:uLnTx/>
                <a:uFillTx/>
                <a:latin typeface="Calibri Light"/>
                <a:ea typeface="Calibri Light"/>
                <a:cs typeface="Arial"/>
              </a:rPr>
              <a:t> of the </a:t>
            </a:r>
            <a:r>
              <a:rPr kumimoji="0" lang="da-DK" sz="700" b="0" i="0" u="none" strike="noStrike" kern="1200" cap="none" spc="0" normalizeH="0" baseline="0" noProof="0" err="1">
                <a:ln>
                  <a:noFill/>
                </a:ln>
                <a:solidFill>
                  <a:srgbClr val="1F4953"/>
                </a:solidFill>
                <a:effectLst/>
                <a:uLnTx/>
                <a:uFillTx/>
                <a:latin typeface="Calibri Light"/>
                <a:ea typeface="Calibri Light"/>
                <a:cs typeface="Arial"/>
              </a:rPr>
              <a:t>projects</a:t>
            </a:r>
            <a:endParaRPr kumimoji="0" lang="da-DK" sz="700" b="0" i="0" u="none" strike="noStrike" kern="1200" cap="none" spc="0" normalizeH="0" baseline="0" noProof="0">
              <a:ln>
                <a:noFill/>
              </a:ln>
              <a:solidFill>
                <a:srgbClr val="1F4953"/>
              </a:solidFill>
              <a:effectLst/>
              <a:uLnTx/>
              <a:uFillTx/>
              <a:latin typeface="Calibri Light"/>
              <a:ea typeface="Calibri Light"/>
              <a:cs typeface="Arial"/>
            </a:endParaRPr>
          </a:p>
          <a:p>
            <a:pPr marL="171450" marR="0" lvl="0" indent="-171450" algn="l" defTabSz="914400" rtl="0" eaLnBrk="1" fontAlgn="auto" latinLnBrk="0" hangingPunct="1">
              <a:lnSpc>
                <a:spcPct val="100000"/>
              </a:lnSpc>
              <a:spcBef>
                <a:spcPts val="0"/>
              </a:spcBef>
              <a:spcAft>
                <a:spcPct val="0"/>
              </a:spcAft>
              <a:buClrTx/>
              <a:buSzTx/>
              <a:buFont typeface="Arial" pitchFamily="34" charset="0"/>
              <a:buChar char="•"/>
              <a:tabLst/>
              <a:defRPr/>
            </a:pPr>
            <a:r>
              <a:rPr kumimoji="0" lang="da-DK" sz="700" b="0" i="0" u="none" strike="noStrike" kern="1200" cap="none" spc="0" normalizeH="0" baseline="0" noProof="0">
                <a:ln>
                  <a:noFill/>
                </a:ln>
                <a:solidFill>
                  <a:srgbClr val="1F4953"/>
                </a:solidFill>
                <a:effectLst/>
                <a:uLnTx/>
                <a:uFillTx/>
                <a:latin typeface="Calibri Light"/>
                <a:ea typeface="Calibri Light"/>
                <a:cs typeface="Arial"/>
              </a:rPr>
              <a:t>Key </a:t>
            </a:r>
            <a:r>
              <a:rPr kumimoji="0" lang="da-DK" sz="700" b="0" i="0" u="none" strike="noStrike" kern="1200" cap="none" spc="0" normalizeH="0" baseline="0" noProof="0" err="1">
                <a:ln>
                  <a:noFill/>
                </a:ln>
                <a:solidFill>
                  <a:srgbClr val="1F4953"/>
                </a:solidFill>
                <a:effectLst/>
                <a:uLnTx/>
                <a:uFillTx/>
                <a:latin typeface="Calibri Light"/>
                <a:ea typeface="Calibri Light"/>
                <a:cs typeface="Arial"/>
              </a:rPr>
              <a:t>lessons</a:t>
            </a:r>
            <a:r>
              <a:rPr kumimoji="0" lang="da-DK" sz="700" b="0" i="0" u="none" strike="noStrike" kern="1200" cap="none" spc="0" normalizeH="0" baseline="0" noProof="0">
                <a:ln>
                  <a:noFill/>
                </a:ln>
                <a:solidFill>
                  <a:srgbClr val="1F4953"/>
                </a:solidFill>
                <a:effectLst/>
                <a:uLnTx/>
                <a:uFillTx/>
                <a:latin typeface="Calibri Light"/>
                <a:ea typeface="Calibri Light"/>
                <a:cs typeface="Arial"/>
              </a:rPr>
              <a:t> </a:t>
            </a:r>
            <a:r>
              <a:rPr kumimoji="0" lang="da-DK" sz="700" b="0" i="0" u="none" strike="noStrike" kern="1200" cap="none" spc="0" normalizeH="0" baseline="0" noProof="0" err="1">
                <a:ln>
                  <a:noFill/>
                </a:ln>
                <a:solidFill>
                  <a:srgbClr val="1F4953"/>
                </a:solidFill>
                <a:effectLst/>
                <a:uLnTx/>
                <a:uFillTx/>
                <a:latin typeface="Calibri Light"/>
                <a:ea typeface="Calibri Light"/>
                <a:cs typeface="Arial"/>
              </a:rPr>
              <a:t>learned</a:t>
            </a:r>
            <a:r>
              <a:rPr kumimoji="0" lang="da-DK" sz="700" b="0" i="0" u="none" strike="noStrike" kern="1200" cap="none" spc="0" normalizeH="0" baseline="0" noProof="0">
                <a:ln>
                  <a:noFill/>
                </a:ln>
                <a:solidFill>
                  <a:srgbClr val="1F4953"/>
                </a:solidFill>
                <a:effectLst/>
                <a:uLnTx/>
                <a:uFillTx/>
                <a:latin typeface="Calibri Light"/>
                <a:ea typeface="Calibri Light"/>
                <a:cs typeface="Arial"/>
              </a:rPr>
              <a:t> and </a:t>
            </a:r>
            <a:r>
              <a:rPr kumimoji="0" lang="da-DK" sz="700" b="0" i="0" u="none" strike="noStrike" kern="1200" cap="none" spc="0" normalizeH="0" baseline="0" noProof="0" err="1">
                <a:ln>
                  <a:noFill/>
                </a:ln>
                <a:solidFill>
                  <a:srgbClr val="1F4953"/>
                </a:solidFill>
                <a:effectLst/>
                <a:uLnTx/>
                <a:uFillTx/>
                <a:latin typeface="Calibri Light"/>
                <a:ea typeface="Calibri Light"/>
                <a:cs typeface="Arial"/>
              </a:rPr>
              <a:t>success</a:t>
            </a:r>
            <a:r>
              <a:rPr kumimoji="0" lang="da-DK" sz="700" b="0" i="0" u="none" strike="noStrike" kern="1200" cap="none" spc="0" normalizeH="0" baseline="0" noProof="0">
                <a:ln>
                  <a:noFill/>
                </a:ln>
                <a:solidFill>
                  <a:srgbClr val="1F4953"/>
                </a:solidFill>
                <a:effectLst/>
                <a:uLnTx/>
                <a:uFillTx/>
                <a:latin typeface="Calibri Light"/>
                <a:ea typeface="Calibri Light"/>
                <a:cs typeface="Arial"/>
              </a:rPr>
              <a:t> factors</a:t>
            </a:r>
          </a:p>
        </p:txBody>
      </p:sp>
      <p:sp>
        <p:nvSpPr>
          <p:cNvPr id="9" name="Rectangle 8">
            <a:extLst>
              <a:ext uri="{FF2B5EF4-FFF2-40B4-BE49-F238E27FC236}">
                <a16:creationId xmlns:a16="http://schemas.microsoft.com/office/drawing/2014/main" id="{53368D7D-AA20-8D6F-5A2C-3BC9E7BA7D53}"/>
              </a:ext>
            </a:extLst>
          </p:cNvPr>
          <p:cNvSpPr/>
          <p:nvPr/>
        </p:nvSpPr>
        <p:spPr bwMode="gray">
          <a:xfrm>
            <a:off x="8009055" y="1490295"/>
            <a:ext cx="2614496" cy="2954705"/>
          </a:xfrm>
          <a:prstGeom prst="rect">
            <a:avLst/>
          </a:prstGeom>
          <a:solidFill>
            <a:schemeClr val="bg2"/>
          </a:solidFill>
        </p:spPr>
        <p:txBody>
          <a:bodyPr vert="horz" lIns="90000" tIns="46800" rIns="90000" bIns="4680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6000" marR="0" lvl="0" indent="-216000" algn="l" defTabSz="914400" rtl="0" eaLnBrk="1" fontAlgn="auto" latinLnBrk="0" hangingPunct="1">
              <a:lnSpc>
                <a:spcPct val="100000"/>
              </a:lnSpc>
              <a:spcBef>
                <a:spcPts val="600"/>
              </a:spcBef>
              <a:spcAft>
                <a:spcPct val="0"/>
              </a:spcAft>
              <a:buClrTx/>
              <a:buSzTx/>
              <a:buFont typeface="Arial" pitchFamily="34" charset="0"/>
              <a:buChar char="•"/>
              <a:tabLst/>
              <a:defRPr/>
            </a:pPr>
            <a:endParaRPr kumimoji="0" lang="da-DK" sz="1200" b="0" i="0" u="none" strike="noStrike" kern="1200" cap="none" spc="0" normalizeH="0" baseline="0" noProof="0">
              <a:ln>
                <a:noFill/>
              </a:ln>
              <a:solidFill>
                <a:srgbClr val="44463E"/>
              </a:solidFill>
              <a:effectLst/>
              <a:uLnTx/>
              <a:uFillTx/>
              <a:latin typeface="Calibri Light"/>
              <a:ea typeface="Calibri Light"/>
              <a:cs typeface="Arial"/>
            </a:endParaRPr>
          </a:p>
        </p:txBody>
      </p:sp>
      <p:sp>
        <p:nvSpPr>
          <p:cNvPr id="13" name="Rectangle: Rounded Corners 12">
            <a:extLst>
              <a:ext uri="{FF2B5EF4-FFF2-40B4-BE49-F238E27FC236}">
                <a16:creationId xmlns:a16="http://schemas.microsoft.com/office/drawing/2014/main" id="{A1BF5655-1868-BA70-70EA-84C5345BF789}"/>
              </a:ext>
            </a:extLst>
          </p:cNvPr>
          <p:cNvSpPr/>
          <p:nvPr/>
        </p:nvSpPr>
        <p:spPr bwMode="gray">
          <a:xfrm>
            <a:off x="8115047" y="1565535"/>
            <a:ext cx="2330498" cy="2773103"/>
          </a:xfrm>
          <a:prstGeom prst="roundRect">
            <a:avLst>
              <a:gd name="adj" fmla="val 2524"/>
            </a:avLst>
          </a:prstGeom>
          <a:solidFill>
            <a:schemeClr val="accent6">
              <a:lumMod val="20000"/>
              <a:lumOff val="80000"/>
            </a:schemeClr>
          </a:solidFill>
          <a:ln w="3175">
            <a:solidFill>
              <a:schemeClr val="tx1"/>
            </a:solidFill>
          </a:ln>
        </p:spPr>
        <p:txBody>
          <a:bodyPr vert="horz" lIns="36000" tIns="36000" rIns="36000" bIns="36000" rtlCol="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ct val="0"/>
              </a:spcAft>
              <a:buClrTx/>
              <a:buSzTx/>
              <a:buFontTx/>
              <a:buNone/>
              <a:tabLst/>
              <a:defRPr/>
            </a:pPr>
            <a:r>
              <a:rPr kumimoji="0" lang="da-DK" sz="550" b="1" i="0" u="none" strike="noStrike" kern="1200" cap="none" spc="0" normalizeH="0" baseline="0" noProof="0">
                <a:ln>
                  <a:noFill/>
                </a:ln>
                <a:solidFill>
                  <a:srgbClr val="1F4953"/>
                </a:solidFill>
                <a:effectLst/>
                <a:uLnTx/>
                <a:uFillTx/>
                <a:latin typeface="Calibri Light"/>
                <a:ea typeface="Calibri Light"/>
                <a:cs typeface="Arial"/>
              </a:rPr>
              <a:t>Project </a:t>
            </a:r>
            <a:r>
              <a:rPr kumimoji="0" lang="da-DK" sz="550" b="1" i="0" u="none" strike="noStrike" kern="1200" cap="none" spc="0" normalizeH="0" baseline="0" noProof="0" err="1">
                <a:ln>
                  <a:noFill/>
                </a:ln>
                <a:solidFill>
                  <a:srgbClr val="1F4953"/>
                </a:solidFill>
                <a:effectLst/>
                <a:uLnTx/>
                <a:uFillTx/>
                <a:latin typeface="Calibri Light"/>
                <a:ea typeface="Calibri Light"/>
                <a:cs typeface="Arial"/>
              </a:rPr>
              <a:t>Descriptions</a:t>
            </a:r>
            <a:r>
              <a:rPr kumimoji="0" lang="da-DK" sz="550" b="1" i="0" u="none" strike="noStrike" kern="1200" cap="none" spc="0" normalizeH="0" baseline="0" noProof="0">
                <a:ln>
                  <a:noFill/>
                </a:ln>
                <a:solidFill>
                  <a:srgbClr val="1F4953"/>
                </a:solidFill>
                <a:effectLst/>
                <a:uLnTx/>
                <a:uFillTx/>
                <a:latin typeface="Calibri Light"/>
                <a:ea typeface="Calibri Light"/>
                <a:cs typeface="Arial"/>
              </a:rPr>
              <a:t>:</a:t>
            </a:r>
            <a:endParaRPr kumimoji="0" lang="da-DK" sz="550" b="0" i="0" u="none" strike="noStrike" kern="1200" cap="none" spc="0" normalizeH="0" baseline="0" noProof="0">
              <a:ln>
                <a:noFill/>
              </a:ln>
              <a:solidFill>
                <a:srgbClr val="1F4953"/>
              </a:solidFill>
              <a:effectLst/>
              <a:uLnTx/>
              <a:uFillTx/>
              <a:latin typeface="Calibri Light"/>
              <a:ea typeface="Calibri Light"/>
              <a:cs typeface="Arial"/>
            </a:endParaRPr>
          </a:p>
          <a:p>
            <a:pPr marL="0" marR="0" lvl="0" indent="0" algn="l" defTabSz="914400" rtl="0" eaLnBrk="1" fontAlgn="auto" latinLnBrk="0" hangingPunct="1">
              <a:lnSpc>
                <a:spcPct val="100000"/>
              </a:lnSpc>
              <a:spcBef>
                <a:spcPts val="0"/>
              </a:spcBef>
              <a:spcAft>
                <a:spcPct val="0"/>
              </a:spcAft>
              <a:buClrTx/>
              <a:buSzTx/>
              <a:buFontTx/>
              <a:buNone/>
              <a:tabLst/>
              <a:defRPr/>
            </a:pPr>
            <a:r>
              <a:rPr kumimoji="0" lang="da-DK" sz="550" b="0" i="0" u="none" strike="noStrike" kern="1200" cap="none" spc="0" normalizeH="0" baseline="0" noProof="0">
                <a:ln>
                  <a:noFill/>
                </a:ln>
                <a:solidFill>
                  <a:srgbClr val="1F4953"/>
                </a:solidFill>
                <a:effectLst/>
                <a:uLnTx/>
                <a:uFillTx/>
                <a:latin typeface="Calibri Light"/>
                <a:ea typeface="Calibri Light"/>
                <a:cs typeface="Arial"/>
              </a:rPr>
              <a:t>From 2016 to 2021, Liliane Fonds has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launched</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a series of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educational</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and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vocational</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training</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projects</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in East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Africa</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specifically</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in Kenya, Tanzania, and Uganda.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These</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projects</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were</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designed</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to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empower</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girls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aged</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10-18 with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disabilities</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enabling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them</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to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overcome</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societal</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barriers</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and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realize</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their</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full</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potential.</a:t>
            </a:r>
          </a:p>
          <a:p>
            <a:pPr marL="0" marR="0" lvl="0" indent="0" algn="l" defTabSz="914400" rtl="0" eaLnBrk="1" fontAlgn="auto" latinLnBrk="0" hangingPunct="1">
              <a:lnSpc>
                <a:spcPct val="100000"/>
              </a:lnSpc>
              <a:spcBef>
                <a:spcPts val="0"/>
              </a:spcBef>
              <a:spcAft>
                <a:spcPct val="0"/>
              </a:spcAft>
              <a:buClrTx/>
              <a:buSzTx/>
              <a:buFontTx/>
              <a:buNone/>
              <a:tabLst/>
              <a:defRPr/>
            </a:pPr>
            <a:endParaRPr kumimoji="0" lang="da-DK" sz="550" b="0" i="0" u="none" strike="noStrike" kern="1200" cap="none" spc="0" normalizeH="0" baseline="0" noProof="0">
              <a:ln>
                <a:noFill/>
              </a:ln>
              <a:solidFill>
                <a:srgbClr val="1F4953"/>
              </a:solidFill>
              <a:effectLst/>
              <a:uLnTx/>
              <a:uFillTx/>
              <a:latin typeface="Calibri Light"/>
              <a:ea typeface="Calibri Light"/>
              <a:cs typeface="Arial"/>
            </a:endParaRPr>
          </a:p>
          <a:p>
            <a:pPr marL="0" marR="0" lvl="0" indent="0" algn="l" defTabSz="914400" rtl="0" eaLnBrk="1" fontAlgn="auto" latinLnBrk="0" hangingPunct="1">
              <a:lnSpc>
                <a:spcPct val="100000"/>
              </a:lnSpc>
              <a:spcBef>
                <a:spcPts val="0"/>
              </a:spcBef>
              <a:spcAft>
                <a:spcPct val="0"/>
              </a:spcAft>
              <a:buClrTx/>
              <a:buSzTx/>
              <a:buFontTx/>
              <a:buNone/>
              <a:tabLst/>
              <a:defRPr/>
            </a:pPr>
            <a:r>
              <a:rPr kumimoji="0" lang="da-DK" sz="550" b="1" i="0" u="none" strike="noStrike" kern="1200" cap="none" spc="0" normalizeH="0" baseline="0" noProof="0">
                <a:ln>
                  <a:noFill/>
                </a:ln>
                <a:solidFill>
                  <a:srgbClr val="1F4953"/>
                </a:solidFill>
                <a:effectLst/>
                <a:uLnTx/>
                <a:uFillTx/>
                <a:latin typeface="Calibri Light"/>
                <a:ea typeface="Calibri Light"/>
                <a:cs typeface="Arial"/>
              </a:rPr>
              <a:t>Partner Organisations:</a:t>
            </a:r>
            <a:endParaRPr kumimoji="0" lang="da-DK" sz="550" b="0" i="0" u="none" strike="noStrike" kern="1200" cap="none" spc="0" normalizeH="0" baseline="0" noProof="0">
              <a:ln>
                <a:noFill/>
              </a:ln>
              <a:solidFill>
                <a:srgbClr val="1F4953"/>
              </a:solidFill>
              <a:effectLst/>
              <a:uLnTx/>
              <a:uFillTx/>
              <a:latin typeface="Calibri Light"/>
              <a:ea typeface="Calibri Light"/>
              <a:cs typeface="Arial"/>
            </a:endParaRPr>
          </a:p>
          <a:p>
            <a:pPr marL="0" marR="0" lvl="0" indent="0" algn="l" defTabSz="914400" rtl="0" eaLnBrk="1" fontAlgn="auto" latinLnBrk="0" hangingPunct="1">
              <a:lnSpc>
                <a:spcPct val="100000"/>
              </a:lnSpc>
              <a:spcBef>
                <a:spcPts val="0"/>
              </a:spcBef>
              <a:spcAft>
                <a:spcPct val="0"/>
              </a:spcAft>
              <a:buClrTx/>
              <a:buSzTx/>
              <a:buFontTx/>
              <a:buNone/>
              <a:tabLst/>
              <a:defRPr/>
            </a:pP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We</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worked</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closely</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with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local</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governments</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the United Nations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Children's</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Fund (UNICEF), and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local</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non-profit organisations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such</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as the East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African</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Disability</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Alliance.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We</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also</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collaborated</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with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local</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schools and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vocational</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training</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centres to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accommodate</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our</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beneficiaries</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a:t>
            </a:r>
          </a:p>
          <a:p>
            <a:pPr marL="0" marR="0" lvl="0" indent="0" algn="l" defTabSz="914400" rtl="0" eaLnBrk="1" fontAlgn="auto" latinLnBrk="0" hangingPunct="1">
              <a:lnSpc>
                <a:spcPct val="100000"/>
              </a:lnSpc>
              <a:spcBef>
                <a:spcPts val="0"/>
              </a:spcBef>
              <a:spcAft>
                <a:spcPct val="0"/>
              </a:spcAft>
              <a:buClrTx/>
              <a:buSzTx/>
              <a:buFontTx/>
              <a:buNone/>
              <a:tabLst/>
              <a:defRPr/>
            </a:pPr>
            <a:endParaRPr kumimoji="0" lang="da-DK" sz="550" b="0" i="0" u="none" strike="noStrike" kern="1200" cap="none" spc="0" normalizeH="0" baseline="0" noProof="0">
              <a:ln>
                <a:noFill/>
              </a:ln>
              <a:solidFill>
                <a:srgbClr val="1F4953"/>
              </a:solidFill>
              <a:effectLst/>
              <a:uLnTx/>
              <a:uFillTx/>
              <a:latin typeface="Calibri Light"/>
              <a:ea typeface="Calibri Light"/>
              <a:cs typeface="Arial"/>
            </a:endParaRPr>
          </a:p>
          <a:p>
            <a:pPr marL="0" marR="0" lvl="0" indent="0" algn="l" defTabSz="914400" rtl="0" eaLnBrk="1" fontAlgn="auto" latinLnBrk="0" hangingPunct="1">
              <a:lnSpc>
                <a:spcPct val="100000"/>
              </a:lnSpc>
              <a:spcBef>
                <a:spcPts val="0"/>
              </a:spcBef>
              <a:spcAft>
                <a:spcPct val="0"/>
              </a:spcAft>
              <a:buClrTx/>
              <a:buSzTx/>
              <a:buFontTx/>
              <a:buNone/>
              <a:tabLst/>
              <a:defRPr/>
            </a:pPr>
            <a:r>
              <a:rPr kumimoji="0" lang="da-DK" sz="550" b="1" i="0" u="none" strike="noStrike" kern="1200" cap="none" spc="0" normalizeH="0" baseline="0" noProof="0" err="1">
                <a:ln>
                  <a:noFill/>
                </a:ln>
                <a:solidFill>
                  <a:srgbClr val="1F4953"/>
                </a:solidFill>
                <a:effectLst/>
                <a:uLnTx/>
                <a:uFillTx/>
                <a:latin typeface="Calibri Light"/>
                <a:ea typeface="Calibri Light"/>
                <a:cs typeface="Arial"/>
              </a:rPr>
              <a:t>Beneficiaries</a:t>
            </a:r>
            <a:r>
              <a:rPr kumimoji="0" lang="da-DK" sz="550" b="1" i="0" u="none" strike="noStrike" kern="1200" cap="none" spc="0" normalizeH="0" baseline="0" noProof="0">
                <a:ln>
                  <a:noFill/>
                </a:ln>
                <a:solidFill>
                  <a:srgbClr val="1F4953"/>
                </a:solidFill>
                <a:effectLst/>
                <a:uLnTx/>
                <a:uFillTx/>
                <a:latin typeface="Calibri Light"/>
                <a:ea typeface="Calibri Light"/>
                <a:cs typeface="Arial"/>
              </a:rPr>
              <a:t>:</a:t>
            </a:r>
            <a:endParaRPr kumimoji="0" lang="da-DK" sz="550" b="0" i="0" u="none" strike="noStrike" kern="1200" cap="none" spc="0" normalizeH="0" baseline="0" noProof="0">
              <a:ln>
                <a:noFill/>
              </a:ln>
              <a:solidFill>
                <a:srgbClr val="1F4953"/>
              </a:solidFill>
              <a:effectLst/>
              <a:uLnTx/>
              <a:uFillTx/>
              <a:latin typeface="Calibri Light"/>
              <a:ea typeface="Calibri Light"/>
              <a:cs typeface="Arial"/>
            </a:endParaRPr>
          </a:p>
          <a:p>
            <a:pPr marL="0" marR="0" lvl="0" indent="0" algn="l" defTabSz="914400" rtl="0" eaLnBrk="1" fontAlgn="auto" latinLnBrk="0" hangingPunct="1">
              <a:lnSpc>
                <a:spcPct val="100000"/>
              </a:lnSpc>
              <a:spcBef>
                <a:spcPts val="0"/>
              </a:spcBef>
              <a:spcAft>
                <a:spcPct val="0"/>
              </a:spcAft>
              <a:buClrTx/>
              <a:buSzTx/>
              <a:buFontTx/>
              <a:buNone/>
              <a:tabLst/>
              <a:defRPr/>
            </a:pPr>
            <a:r>
              <a:rPr kumimoji="0" lang="da-DK" sz="550" b="0" i="0" u="none" strike="noStrike" kern="1200" cap="none" spc="0" normalizeH="0" baseline="0" noProof="0">
                <a:ln>
                  <a:noFill/>
                </a:ln>
                <a:solidFill>
                  <a:srgbClr val="1F4953"/>
                </a:solidFill>
                <a:effectLst/>
                <a:uLnTx/>
                <a:uFillTx/>
                <a:latin typeface="Calibri Light"/>
                <a:ea typeface="Calibri Light"/>
                <a:cs typeface="Arial"/>
              </a:rPr>
              <a:t>Over the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course</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of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these</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projects</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we</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have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reached</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over 5,000 girls in Kenya, Uganda and Rwanda with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various</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types of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disabilities</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including</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physical</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sensory</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and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cognitive</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impairments</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The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majority</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of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our</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beneficiaries</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were</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from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disadvantaged</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rural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communities</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a:t>
            </a:r>
          </a:p>
          <a:p>
            <a:pPr marL="0" marR="0" lvl="0" indent="0" algn="l" defTabSz="914400" rtl="0" eaLnBrk="1" fontAlgn="auto" latinLnBrk="0" hangingPunct="1">
              <a:lnSpc>
                <a:spcPct val="100000"/>
              </a:lnSpc>
              <a:spcBef>
                <a:spcPts val="0"/>
              </a:spcBef>
              <a:spcAft>
                <a:spcPct val="0"/>
              </a:spcAft>
              <a:buClrTx/>
              <a:buSzTx/>
              <a:buFontTx/>
              <a:buNone/>
              <a:tabLst/>
              <a:defRPr/>
            </a:pPr>
            <a:endParaRPr kumimoji="0" lang="da-DK" sz="550" b="0" i="0" u="none" strike="noStrike" kern="1200" cap="none" spc="0" normalizeH="0" baseline="0" noProof="0">
              <a:ln>
                <a:noFill/>
              </a:ln>
              <a:solidFill>
                <a:srgbClr val="1F4953"/>
              </a:solidFill>
              <a:effectLst/>
              <a:uLnTx/>
              <a:uFillTx/>
              <a:latin typeface="Calibri Light"/>
              <a:ea typeface="Calibri Light"/>
              <a:cs typeface="Arial"/>
            </a:endParaRPr>
          </a:p>
          <a:p>
            <a:pPr marL="0" marR="0" lvl="0" indent="0" algn="l" defTabSz="914400" rtl="0" eaLnBrk="1" fontAlgn="auto" latinLnBrk="0" hangingPunct="1">
              <a:lnSpc>
                <a:spcPct val="100000"/>
              </a:lnSpc>
              <a:spcBef>
                <a:spcPts val="0"/>
              </a:spcBef>
              <a:spcAft>
                <a:spcPct val="0"/>
              </a:spcAft>
              <a:buClrTx/>
              <a:buSzTx/>
              <a:buFontTx/>
              <a:buNone/>
              <a:tabLst/>
              <a:defRPr/>
            </a:pPr>
            <a:r>
              <a:rPr kumimoji="0" lang="da-DK" sz="550" b="1" i="0" u="none" strike="noStrike" kern="1200" cap="none" spc="0" normalizeH="0" baseline="0" noProof="0">
                <a:ln>
                  <a:noFill/>
                </a:ln>
                <a:solidFill>
                  <a:srgbClr val="1F4953"/>
                </a:solidFill>
                <a:effectLst/>
                <a:uLnTx/>
                <a:uFillTx/>
                <a:latin typeface="Calibri Light"/>
                <a:ea typeface="Calibri Light"/>
                <a:cs typeface="Arial"/>
              </a:rPr>
              <a:t>Project Outputs:</a:t>
            </a:r>
            <a:endParaRPr kumimoji="0" lang="da-DK" sz="550" b="0" i="0" u="none" strike="noStrike" kern="1200" cap="none" spc="0" normalizeH="0" baseline="0" noProof="0">
              <a:ln>
                <a:noFill/>
              </a:ln>
              <a:solidFill>
                <a:srgbClr val="1F4953"/>
              </a:solidFill>
              <a:effectLst/>
              <a:uLnTx/>
              <a:uFillTx/>
              <a:latin typeface="Calibri Light"/>
              <a:ea typeface="Calibri Light"/>
              <a:cs typeface="Arial"/>
            </a:endParaRPr>
          </a:p>
          <a:p>
            <a:pPr marL="0" marR="0" lvl="0" indent="0" algn="l" defTabSz="914400" rtl="0" eaLnBrk="1" fontAlgn="auto" latinLnBrk="0" hangingPunct="1">
              <a:lnSpc>
                <a:spcPct val="100000"/>
              </a:lnSpc>
              <a:spcBef>
                <a:spcPts val="0"/>
              </a:spcBef>
              <a:spcAft>
                <a:spcPct val="0"/>
              </a:spcAft>
              <a:buClrTx/>
              <a:buSzTx/>
              <a:buFontTx/>
              <a:buNone/>
              <a:tabLst/>
              <a:defRPr/>
            </a:pPr>
            <a:r>
              <a:rPr kumimoji="0" lang="da-DK" sz="550" b="0" i="0" u="none" strike="noStrike" kern="1200" cap="none" spc="0" normalizeH="0" baseline="0" noProof="0">
                <a:ln>
                  <a:noFill/>
                </a:ln>
                <a:solidFill>
                  <a:srgbClr val="1F4953"/>
                </a:solidFill>
                <a:effectLst/>
                <a:uLnTx/>
                <a:uFillTx/>
                <a:latin typeface="Calibri Light"/>
                <a:ea typeface="Calibri Light"/>
                <a:cs typeface="Arial"/>
              </a:rPr>
              <a:t>The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projects</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resulted</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in the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construction</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of 10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disability-friendly</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schools and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training</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centres,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equipped</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with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accessible</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facilities</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and learning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materials</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Additionally</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we</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provided</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training</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for over 100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local</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teachers</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to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better</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understand and cater to the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needs</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of students with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disabilities</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a:t>
            </a:r>
          </a:p>
          <a:p>
            <a:pPr marL="0" marR="0" lvl="0" indent="0" algn="l" defTabSz="914400" rtl="0" eaLnBrk="1" fontAlgn="auto" latinLnBrk="0" hangingPunct="1">
              <a:lnSpc>
                <a:spcPct val="100000"/>
              </a:lnSpc>
              <a:spcBef>
                <a:spcPts val="0"/>
              </a:spcBef>
              <a:spcAft>
                <a:spcPct val="0"/>
              </a:spcAft>
              <a:buClrTx/>
              <a:buSzTx/>
              <a:buFontTx/>
              <a:buNone/>
              <a:tabLst/>
              <a:defRPr/>
            </a:pPr>
            <a:endParaRPr kumimoji="0" lang="da-DK" sz="550" b="0" i="0" u="none" strike="noStrike" kern="1200" cap="none" spc="0" normalizeH="0" baseline="0" noProof="0">
              <a:ln>
                <a:noFill/>
              </a:ln>
              <a:solidFill>
                <a:srgbClr val="1F4953"/>
              </a:solidFill>
              <a:effectLst/>
              <a:uLnTx/>
              <a:uFillTx/>
              <a:latin typeface="Calibri Light"/>
              <a:ea typeface="Calibri Light"/>
              <a:cs typeface="Arial"/>
            </a:endParaRPr>
          </a:p>
          <a:p>
            <a:pPr marL="0" marR="0" lvl="0" indent="0" algn="l" defTabSz="914400" rtl="0" eaLnBrk="1" fontAlgn="auto" latinLnBrk="0" hangingPunct="1">
              <a:lnSpc>
                <a:spcPct val="100000"/>
              </a:lnSpc>
              <a:spcBef>
                <a:spcPts val="0"/>
              </a:spcBef>
              <a:spcAft>
                <a:spcPct val="0"/>
              </a:spcAft>
              <a:buClrTx/>
              <a:buSzTx/>
              <a:buFontTx/>
              <a:buNone/>
              <a:tabLst/>
              <a:defRPr/>
            </a:pPr>
            <a:r>
              <a:rPr kumimoji="0" lang="da-DK" sz="550" b="1" i="0" u="none" strike="noStrike" kern="1200" cap="none" spc="0" normalizeH="0" baseline="0" noProof="0">
                <a:ln>
                  <a:noFill/>
                </a:ln>
                <a:solidFill>
                  <a:srgbClr val="1F4953"/>
                </a:solidFill>
                <a:effectLst/>
                <a:uLnTx/>
                <a:uFillTx/>
                <a:latin typeface="Calibri Light"/>
                <a:ea typeface="Calibri Light"/>
                <a:cs typeface="Arial"/>
              </a:rPr>
              <a:t>Project </a:t>
            </a:r>
            <a:r>
              <a:rPr kumimoji="0" lang="da-DK" sz="550" b="1" i="0" u="none" strike="noStrike" kern="1200" cap="none" spc="0" normalizeH="0" baseline="0" noProof="0" err="1">
                <a:ln>
                  <a:noFill/>
                </a:ln>
                <a:solidFill>
                  <a:srgbClr val="1F4953"/>
                </a:solidFill>
                <a:effectLst/>
                <a:uLnTx/>
                <a:uFillTx/>
                <a:latin typeface="Calibri Light"/>
                <a:ea typeface="Calibri Light"/>
                <a:cs typeface="Arial"/>
              </a:rPr>
              <a:t>Outcomes</a:t>
            </a:r>
            <a:r>
              <a:rPr kumimoji="0" lang="da-DK" sz="550" b="1" i="0" u="none" strike="noStrike" kern="1200" cap="none" spc="0" normalizeH="0" baseline="0" noProof="0">
                <a:ln>
                  <a:noFill/>
                </a:ln>
                <a:solidFill>
                  <a:srgbClr val="1F4953"/>
                </a:solidFill>
                <a:effectLst/>
                <a:uLnTx/>
                <a:uFillTx/>
                <a:latin typeface="Calibri Light"/>
                <a:ea typeface="Calibri Light"/>
                <a:cs typeface="Arial"/>
              </a:rPr>
              <a:t>:</a:t>
            </a:r>
            <a:endParaRPr kumimoji="0" lang="da-DK" sz="550" b="0" i="0" u="none" strike="noStrike" kern="1200" cap="none" spc="0" normalizeH="0" baseline="0" noProof="0">
              <a:ln>
                <a:noFill/>
              </a:ln>
              <a:solidFill>
                <a:srgbClr val="1F4953"/>
              </a:solidFill>
              <a:effectLst/>
              <a:uLnTx/>
              <a:uFillTx/>
              <a:latin typeface="Calibri Light"/>
              <a:ea typeface="Calibri Light"/>
              <a:cs typeface="Arial"/>
            </a:endParaRPr>
          </a:p>
          <a:p>
            <a:pPr marL="0" marR="0" lvl="0" indent="0" algn="l" defTabSz="914400" rtl="0" eaLnBrk="1" fontAlgn="auto" latinLnBrk="0" hangingPunct="1">
              <a:lnSpc>
                <a:spcPct val="100000"/>
              </a:lnSpc>
              <a:spcBef>
                <a:spcPts val="0"/>
              </a:spcBef>
              <a:spcAft>
                <a:spcPct val="0"/>
              </a:spcAft>
              <a:buClrTx/>
              <a:buSzTx/>
              <a:buFontTx/>
              <a:buNone/>
              <a:tabLst/>
              <a:defRPr/>
            </a:pPr>
            <a:r>
              <a:rPr kumimoji="0" lang="da-DK" sz="550" b="0" i="0" u="none" strike="noStrike" kern="1200" cap="none" spc="0" normalizeH="0" baseline="0" noProof="0">
                <a:ln>
                  <a:noFill/>
                </a:ln>
                <a:solidFill>
                  <a:srgbClr val="1F4953"/>
                </a:solidFill>
                <a:effectLst/>
                <a:uLnTx/>
                <a:uFillTx/>
                <a:latin typeface="Calibri Light"/>
                <a:ea typeface="Calibri Light"/>
                <a:cs typeface="Arial"/>
              </a:rPr>
              <a:t>The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projects</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have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significantly</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increased</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school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enrolment</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and retention rates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among</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girls with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disabilities</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in the region.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Our</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vocational</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training</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programs have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also</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helped</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many</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of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our</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beneficiaries</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gain</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meaningful</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employment</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thus</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improving</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their</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economic</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 status and social </a:t>
            </a:r>
            <a:r>
              <a:rPr kumimoji="0" lang="da-DK" sz="550" b="0" i="0" u="none" strike="noStrike" kern="1200" cap="none" spc="0" normalizeH="0" baseline="0" noProof="0" err="1">
                <a:ln>
                  <a:noFill/>
                </a:ln>
                <a:solidFill>
                  <a:srgbClr val="1F4953"/>
                </a:solidFill>
                <a:effectLst/>
                <a:uLnTx/>
                <a:uFillTx/>
                <a:latin typeface="Calibri Light"/>
                <a:ea typeface="Calibri Light"/>
                <a:cs typeface="Arial"/>
              </a:rPr>
              <a:t>inclusion</a:t>
            </a:r>
            <a:r>
              <a:rPr kumimoji="0" lang="da-DK" sz="550" b="0" i="0" u="none" strike="noStrike" kern="1200" cap="none" spc="0" normalizeH="0" baseline="0" noProof="0">
                <a:ln>
                  <a:noFill/>
                </a:ln>
                <a:solidFill>
                  <a:srgbClr val="1F4953"/>
                </a:solidFill>
                <a:effectLst/>
                <a:uLnTx/>
                <a:uFillTx/>
                <a:latin typeface="Calibri Light"/>
                <a:ea typeface="Calibri Light"/>
                <a:cs typeface="Arial"/>
              </a:rPr>
              <a:t>.</a:t>
            </a:r>
          </a:p>
          <a:p>
            <a:pPr marL="0" marR="0" lvl="0" indent="0" algn="l" defTabSz="914400" rtl="0" eaLnBrk="1" fontAlgn="auto" latinLnBrk="0" hangingPunct="1">
              <a:lnSpc>
                <a:spcPct val="100000"/>
              </a:lnSpc>
              <a:spcBef>
                <a:spcPts val="0"/>
              </a:spcBef>
              <a:spcAft>
                <a:spcPct val="0"/>
              </a:spcAft>
              <a:buClrTx/>
              <a:buSzTx/>
              <a:buFontTx/>
              <a:buNone/>
              <a:tabLst/>
              <a:defRPr/>
            </a:pPr>
            <a:endParaRPr kumimoji="0" lang="da-DK" sz="550" b="0" i="0" u="none" strike="noStrike" kern="1200" cap="none" spc="0" normalizeH="0" baseline="0" noProof="0">
              <a:ln>
                <a:noFill/>
              </a:ln>
              <a:solidFill>
                <a:srgbClr val="1F4953"/>
              </a:solidFill>
              <a:effectLst/>
              <a:uLnTx/>
              <a:uFillTx/>
              <a:latin typeface="Calibri Light"/>
              <a:ea typeface="Calibri Light"/>
              <a:cs typeface="Arial"/>
            </a:endParaRPr>
          </a:p>
          <a:p>
            <a:pPr marL="0" marR="0" lvl="0" indent="0" algn="l" defTabSz="914400" rtl="0" eaLnBrk="1" fontAlgn="auto" latinLnBrk="0" hangingPunct="1">
              <a:lnSpc>
                <a:spcPct val="100000"/>
              </a:lnSpc>
              <a:spcBef>
                <a:spcPts val="0"/>
              </a:spcBef>
              <a:spcAft>
                <a:spcPct val="0"/>
              </a:spcAft>
              <a:buClrTx/>
              <a:buSzTx/>
              <a:buFontTx/>
              <a:buNone/>
              <a:tabLst/>
              <a:defRPr/>
            </a:pPr>
            <a:r>
              <a:rPr kumimoji="0" lang="da-DK" sz="550" b="1" i="0" u="none" strike="noStrike" kern="1200" cap="none" spc="0" normalizeH="0" baseline="0" noProof="0">
                <a:ln>
                  <a:noFill/>
                </a:ln>
                <a:solidFill>
                  <a:srgbClr val="1F4953"/>
                </a:solidFill>
                <a:effectLst/>
                <a:uLnTx/>
                <a:uFillTx/>
                <a:latin typeface="Calibri Light"/>
                <a:ea typeface="Calibri Light"/>
                <a:cs typeface="Arial"/>
              </a:rPr>
              <a:t>Key </a:t>
            </a:r>
            <a:r>
              <a:rPr kumimoji="0" lang="da-DK" sz="550" b="1" i="0" u="none" strike="noStrike" kern="1200" cap="none" spc="0" normalizeH="0" baseline="0" noProof="0" err="1">
                <a:ln>
                  <a:noFill/>
                </a:ln>
                <a:solidFill>
                  <a:srgbClr val="1F4953"/>
                </a:solidFill>
                <a:effectLst/>
                <a:uLnTx/>
                <a:uFillTx/>
                <a:latin typeface="Calibri Light"/>
                <a:ea typeface="Calibri Light"/>
                <a:cs typeface="Arial"/>
              </a:rPr>
              <a:t>Lessons</a:t>
            </a:r>
            <a:r>
              <a:rPr kumimoji="0" lang="da-DK" sz="550" b="1" i="0" u="none" strike="noStrike" kern="1200" cap="none" spc="0" normalizeH="0" baseline="0" noProof="0">
                <a:ln>
                  <a:noFill/>
                </a:ln>
                <a:solidFill>
                  <a:srgbClr val="1F4953"/>
                </a:solidFill>
                <a:effectLst/>
                <a:uLnTx/>
                <a:uFillTx/>
                <a:latin typeface="Calibri Light"/>
                <a:ea typeface="Calibri Light"/>
                <a:cs typeface="Arial"/>
              </a:rPr>
              <a:t> and Success Factors:</a:t>
            </a:r>
            <a:endParaRPr kumimoji="0" lang="da-DK" sz="550" b="0" i="0" u="none" strike="noStrike" kern="1200" cap="none" spc="0" normalizeH="0" baseline="0" noProof="0">
              <a:ln>
                <a:noFill/>
              </a:ln>
              <a:solidFill>
                <a:srgbClr val="1F4953"/>
              </a:solidFill>
              <a:effectLst/>
              <a:uLnTx/>
              <a:uFillTx/>
              <a:latin typeface="Calibri Light"/>
              <a:ea typeface="Calibri Light"/>
              <a:cs typeface="Arial"/>
            </a:endParaRPr>
          </a:p>
        </p:txBody>
      </p:sp>
      <p:sp>
        <p:nvSpPr>
          <p:cNvPr id="23" name="Rectangle: Rounded Corners 22">
            <a:extLst>
              <a:ext uri="{FF2B5EF4-FFF2-40B4-BE49-F238E27FC236}">
                <a16:creationId xmlns:a16="http://schemas.microsoft.com/office/drawing/2014/main" id="{8132B7EC-0E36-F153-E8E1-68D7974BCD22}"/>
              </a:ext>
            </a:extLst>
          </p:cNvPr>
          <p:cNvSpPr/>
          <p:nvPr/>
        </p:nvSpPr>
        <p:spPr bwMode="gray">
          <a:xfrm>
            <a:off x="8291592" y="3042240"/>
            <a:ext cx="1038146" cy="91485"/>
          </a:xfrm>
          <a:prstGeom prst="roundRect">
            <a:avLst/>
          </a:prstGeom>
          <a:solidFill>
            <a:srgbClr val="FFC000">
              <a:alpha val="21961"/>
            </a:srgbClr>
          </a:solidFill>
        </p:spPr>
        <p:txBody>
          <a:bodyPr vert="horz" lIns="90000" tIns="46800" rIns="90000" bIns="4680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6000" marR="0" lvl="0" indent="-216000" algn="l" defTabSz="914400" rtl="0" eaLnBrk="1" fontAlgn="auto" latinLnBrk="0" hangingPunct="1">
              <a:lnSpc>
                <a:spcPct val="100000"/>
              </a:lnSpc>
              <a:spcBef>
                <a:spcPts val="600"/>
              </a:spcBef>
              <a:spcAft>
                <a:spcPct val="0"/>
              </a:spcAft>
              <a:buClrTx/>
              <a:buSzTx/>
              <a:buFont typeface="Arial" pitchFamily="34" charset="0"/>
              <a:buChar char="•"/>
              <a:tabLst/>
              <a:defRPr/>
            </a:pPr>
            <a:endParaRPr kumimoji="0" lang="da-DK" sz="1200" b="0" i="0" u="none" strike="noStrike" kern="1200" cap="none" spc="0" normalizeH="0" baseline="0" noProof="0">
              <a:ln>
                <a:noFill/>
              </a:ln>
              <a:solidFill>
                <a:srgbClr val="44463E"/>
              </a:solidFill>
              <a:effectLst/>
              <a:uLnTx/>
              <a:uFillTx/>
              <a:latin typeface="Calibri Light"/>
              <a:ea typeface="Calibri Light"/>
              <a:cs typeface="Arial"/>
            </a:endParaRPr>
          </a:p>
        </p:txBody>
      </p:sp>
      <p:pic>
        <p:nvPicPr>
          <p:cNvPr id="2050" name="Picture 2" descr="send, regular Icon">
            <a:extLst>
              <a:ext uri="{FF2B5EF4-FFF2-40B4-BE49-F238E27FC236}">
                <a16:creationId xmlns:a16="http://schemas.microsoft.com/office/drawing/2014/main" id="{C74A4025-89DC-3F2E-7CB7-9FE5D7A0BACD}"/>
              </a:ext>
            </a:extLst>
          </p:cNvPr>
          <p:cNvPicPr>
            <a:picLocks noChangeAspect="1" noChangeArrowheads="1"/>
          </p:cNvPicPr>
          <p:nvPr/>
        </p:nvPicPr>
        <p:blipFill>
          <a:blip r:embed="rId5"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bwMode="auto">
          <a:xfrm>
            <a:off x="7701532" y="3689898"/>
            <a:ext cx="119215" cy="119215"/>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Garbage outline">
            <a:extLst>
              <a:ext uri="{FF2B5EF4-FFF2-40B4-BE49-F238E27FC236}">
                <a16:creationId xmlns:a16="http://schemas.microsoft.com/office/drawing/2014/main" id="{2FB772B6-8A82-D6E0-92BA-413267920381}"/>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tretch>
            <a:fillRect/>
          </a:stretch>
        </p:blipFill>
        <p:spPr bwMode="auto">
          <a:xfrm>
            <a:off x="5276402" y="3660964"/>
            <a:ext cx="119215" cy="119215"/>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27368F9C-8F8D-DE2F-0433-74E50D65576F}"/>
              </a:ext>
            </a:extLst>
          </p:cNvPr>
          <p:cNvSpPr/>
          <p:nvPr/>
        </p:nvSpPr>
        <p:spPr bwMode="gray">
          <a:xfrm>
            <a:off x="10647481" y="1490294"/>
            <a:ext cx="827640" cy="2954705"/>
          </a:xfrm>
          <a:prstGeom prst="rect">
            <a:avLst/>
          </a:prstGeom>
          <a:solidFill>
            <a:schemeClr val="bg2"/>
          </a:solidFill>
        </p:spPr>
        <p:txBody>
          <a:bodyPr vert="horz" lIns="90000" tIns="46800" rIns="90000" bIns="4680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6000" marR="0" lvl="0" indent="-216000" algn="l" defTabSz="914400" rtl="0" eaLnBrk="1" fontAlgn="auto" latinLnBrk="0" hangingPunct="1">
              <a:lnSpc>
                <a:spcPct val="100000"/>
              </a:lnSpc>
              <a:spcBef>
                <a:spcPts val="600"/>
              </a:spcBef>
              <a:spcAft>
                <a:spcPct val="0"/>
              </a:spcAft>
              <a:buClrTx/>
              <a:buSzTx/>
              <a:buFont typeface="Arial" pitchFamily="34" charset="0"/>
              <a:buChar char="•"/>
              <a:tabLst/>
              <a:defRPr/>
            </a:pPr>
            <a:endParaRPr kumimoji="0" lang="da-DK" sz="1200" b="0" i="0" u="none" strike="noStrike" kern="1200" cap="none" spc="0" normalizeH="0" baseline="0" noProof="0">
              <a:ln>
                <a:noFill/>
              </a:ln>
              <a:solidFill>
                <a:srgbClr val="44463E"/>
              </a:solidFill>
              <a:effectLst/>
              <a:uLnTx/>
              <a:uFillTx/>
              <a:latin typeface="Calibri Light"/>
              <a:ea typeface="Calibri Light"/>
              <a:cs typeface="Arial"/>
            </a:endParaRPr>
          </a:p>
        </p:txBody>
      </p:sp>
      <p:sp>
        <p:nvSpPr>
          <p:cNvPr id="18" name="Rectangle: Rounded Corners 17">
            <a:extLst>
              <a:ext uri="{FF2B5EF4-FFF2-40B4-BE49-F238E27FC236}">
                <a16:creationId xmlns:a16="http://schemas.microsoft.com/office/drawing/2014/main" id="{74E04EEB-B90B-632C-485B-10F05257D201}"/>
              </a:ext>
            </a:extLst>
          </p:cNvPr>
          <p:cNvSpPr/>
          <p:nvPr/>
        </p:nvSpPr>
        <p:spPr bwMode="gray">
          <a:xfrm>
            <a:off x="10727921" y="1565535"/>
            <a:ext cx="654454" cy="2773104"/>
          </a:xfrm>
          <a:prstGeom prst="roundRect">
            <a:avLst>
              <a:gd name="adj" fmla="val 3000"/>
            </a:avLst>
          </a:prstGeom>
          <a:solidFill>
            <a:schemeClr val="bg2"/>
          </a:solidFill>
          <a:ln w="3175">
            <a:solidFill>
              <a:schemeClr val="tx1"/>
            </a:solidFill>
          </a:ln>
        </p:spPr>
        <p:txBody>
          <a:bodyPr vert="horz" lIns="36000" tIns="36000" rIns="36000" bIns="36000" rtlCol="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ct val="0"/>
              </a:spcAft>
              <a:buClrTx/>
              <a:buSzTx/>
              <a:buFontTx/>
              <a:buNone/>
              <a:tabLst/>
              <a:defRPr/>
            </a:pPr>
            <a:r>
              <a:rPr kumimoji="0" lang="da-DK" sz="500" b="1" i="0" u="none" strike="noStrike" kern="1200" cap="none" spc="0" normalizeH="0" baseline="0" noProof="0" err="1">
                <a:ln>
                  <a:noFill/>
                </a:ln>
                <a:solidFill>
                  <a:srgbClr val="1F4953"/>
                </a:solidFill>
                <a:effectLst/>
                <a:uLnTx/>
                <a:uFillTx/>
                <a:latin typeface="Calibri Light"/>
                <a:ea typeface="Calibri Light"/>
                <a:cs typeface="Arial"/>
              </a:rPr>
              <a:t>Sources</a:t>
            </a:r>
            <a:r>
              <a:rPr kumimoji="0" lang="da-DK" sz="500" b="1" i="0" u="none" strike="noStrike" kern="1200" cap="none" spc="0" normalizeH="0" baseline="0" noProof="0">
                <a:ln>
                  <a:noFill/>
                </a:ln>
                <a:solidFill>
                  <a:srgbClr val="1F4953"/>
                </a:solidFill>
                <a:effectLst/>
                <a:uLnTx/>
                <a:uFillTx/>
                <a:latin typeface="Calibri Light"/>
                <a:ea typeface="Calibri Light"/>
                <a:cs typeface="Arial"/>
              </a:rPr>
              <a:t>:</a:t>
            </a:r>
          </a:p>
          <a:p>
            <a:pPr marL="0" marR="0" lvl="0" indent="0" algn="l" defTabSz="914400" rtl="0" eaLnBrk="1" fontAlgn="auto" latinLnBrk="0" hangingPunct="1">
              <a:lnSpc>
                <a:spcPct val="100000"/>
              </a:lnSpc>
              <a:spcBef>
                <a:spcPts val="0"/>
              </a:spcBef>
              <a:spcAft>
                <a:spcPct val="0"/>
              </a:spcAft>
              <a:buClrTx/>
              <a:buSzTx/>
              <a:buFontTx/>
              <a:buNone/>
              <a:tabLst/>
              <a:defRPr/>
            </a:pPr>
            <a:endParaRPr kumimoji="0" lang="da-DK" sz="500" b="1" i="0" u="none" strike="noStrike" kern="1200" cap="none" spc="0" normalizeH="0" baseline="0" noProof="0">
              <a:ln>
                <a:noFill/>
              </a:ln>
              <a:solidFill>
                <a:srgbClr val="1F4953"/>
              </a:solidFill>
              <a:effectLst/>
              <a:uLnTx/>
              <a:uFillTx/>
              <a:latin typeface="Calibri Light"/>
              <a:ea typeface="Calibri Light"/>
              <a:cs typeface="Arial"/>
            </a:endParaRPr>
          </a:p>
          <a:p>
            <a:pPr marL="0" marR="0" lvl="0" indent="0" algn="l" defTabSz="914400" rtl="0" eaLnBrk="1" fontAlgn="auto" latinLnBrk="0" hangingPunct="1">
              <a:lnSpc>
                <a:spcPct val="100000"/>
              </a:lnSpc>
              <a:spcBef>
                <a:spcPts val="0"/>
              </a:spcBef>
              <a:spcAft>
                <a:spcPct val="0"/>
              </a:spcAft>
              <a:buClrTx/>
              <a:buSzTx/>
              <a:buFontTx/>
              <a:buNone/>
              <a:tabLst/>
              <a:defRPr/>
            </a:pPr>
            <a:r>
              <a:rPr kumimoji="0" lang="da-DK" sz="500" b="0" i="0" u="sng" strike="noStrike" kern="1200" cap="none" spc="0" normalizeH="0" baseline="0" noProof="0" err="1">
                <a:ln>
                  <a:noFill/>
                </a:ln>
                <a:solidFill>
                  <a:srgbClr val="1F4953"/>
                </a:solidFill>
                <a:effectLst/>
                <a:uLnTx/>
                <a:uFillTx/>
                <a:latin typeface="Calibri Light"/>
                <a:ea typeface="Calibri Light"/>
                <a:cs typeface="Arial"/>
              </a:rPr>
              <a:t>Annual</a:t>
            </a:r>
            <a:r>
              <a:rPr kumimoji="0" lang="da-DK" sz="500" b="0" i="0" u="sng" strike="noStrike" kern="1200" cap="none" spc="0" normalizeH="0" baseline="0" noProof="0">
                <a:ln>
                  <a:noFill/>
                </a:ln>
                <a:solidFill>
                  <a:srgbClr val="1F4953"/>
                </a:solidFill>
                <a:effectLst/>
                <a:uLnTx/>
                <a:uFillTx/>
                <a:latin typeface="Calibri Light"/>
                <a:ea typeface="Calibri Light"/>
                <a:cs typeface="Arial"/>
              </a:rPr>
              <a:t> </a:t>
            </a:r>
            <a:r>
              <a:rPr kumimoji="0" lang="da-DK" sz="500" b="0" i="0" u="sng" strike="noStrike" kern="1200" cap="none" spc="0" normalizeH="0" baseline="0" noProof="0" err="1">
                <a:ln>
                  <a:noFill/>
                </a:ln>
                <a:solidFill>
                  <a:srgbClr val="1F4953"/>
                </a:solidFill>
                <a:effectLst/>
                <a:uLnTx/>
                <a:uFillTx/>
                <a:latin typeface="Calibri Light"/>
                <a:ea typeface="Calibri Light"/>
                <a:cs typeface="Arial"/>
              </a:rPr>
              <a:t>report</a:t>
            </a:r>
            <a:r>
              <a:rPr kumimoji="0" lang="da-DK" sz="500" b="0" i="0" u="sng" strike="noStrike" kern="1200" cap="none" spc="0" normalizeH="0" baseline="0" noProof="0">
                <a:ln>
                  <a:noFill/>
                </a:ln>
                <a:solidFill>
                  <a:srgbClr val="1F4953"/>
                </a:solidFill>
                <a:effectLst/>
                <a:uLnTx/>
                <a:uFillTx/>
                <a:latin typeface="Calibri Light"/>
                <a:ea typeface="Calibri Light"/>
                <a:cs typeface="Arial"/>
              </a:rPr>
              <a:t> Burundi 2017</a:t>
            </a:r>
          </a:p>
          <a:p>
            <a:pPr marL="0" marR="0" lvl="0" indent="0" algn="l" defTabSz="914400" rtl="0" eaLnBrk="1" fontAlgn="auto" latinLnBrk="0" hangingPunct="1">
              <a:lnSpc>
                <a:spcPct val="100000"/>
              </a:lnSpc>
              <a:spcBef>
                <a:spcPts val="0"/>
              </a:spcBef>
              <a:spcAft>
                <a:spcPct val="0"/>
              </a:spcAft>
              <a:buClrTx/>
              <a:buSzTx/>
              <a:buFontTx/>
              <a:buNone/>
              <a:tabLst/>
              <a:defRPr/>
            </a:pPr>
            <a:endParaRPr kumimoji="0" lang="da-DK" sz="500" b="0" i="0" u="sng" strike="noStrike" kern="1200" cap="none" spc="0" normalizeH="0" baseline="0" noProof="0">
              <a:ln>
                <a:noFill/>
              </a:ln>
              <a:solidFill>
                <a:srgbClr val="1F4953"/>
              </a:solidFill>
              <a:effectLst/>
              <a:uLnTx/>
              <a:uFillTx/>
              <a:latin typeface="Calibri Light"/>
              <a:ea typeface="Calibri Light"/>
              <a:cs typeface="Arial"/>
            </a:endParaRPr>
          </a:p>
          <a:p>
            <a:pPr marL="0" marR="0" lvl="0" indent="0" algn="l" defTabSz="914400" rtl="0" eaLnBrk="1" fontAlgn="auto" latinLnBrk="0" hangingPunct="1">
              <a:lnSpc>
                <a:spcPct val="100000"/>
              </a:lnSpc>
              <a:spcBef>
                <a:spcPts val="0"/>
              </a:spcBef>
              <a:spcAft>
                <a:spcPct val="0"/>
              </a:spcAft>
              <a:buClrTx/>
              <a:buSzTx/>
              <a:buFontTx/>
              <a:buNone/>
              <a:tabLst/>
              <a:defRPr/>
            </a:pPr>
            <a:r>
              <a:rPr kumimoji="0" lang="da-DK" sz="500" b="0" i="0" u="sng" strike="noStrike" kern="1200" cap="none" spc="0" normalizeH="0" baseline="0" noProof="0" err="1">
                <a:ln>
                  <a:noFill/>
                </a:ln>
                <a:solidFill>
                  <a:srgbClr val="1F4953"/>
                </a:solidFill>
                <a:effectLst/>
                <a:uLnTx/>
                <a:uFillTx/>
                <a:latin typeface="Calibri Light"/>
                <a:ea typeface="Calibri Light"/>
                <a:cs typeface="Arial"/>
              </a:rPr>
              <a:t>Annual</a:t>
            </a:r>
            <a:r>
              <a:rPr kumimoji="0" lang="da-DK" sz="500" b="0" i="0" u="sng" strike="noStrike" kern="1200" cap="none" spc="0" normalizeH="0" baseline="0" noProof="0">
                <a:ln>
                  <a:noFill/>
                </a:ln>
                <a:solidFill>
                  <a:srgbClr val="1F4953"/>
                </a:solidFill>
                <a:effectLst/>
                <a:uLnTx/>
                <a:uFillTx/>
                <a:latin typeface="Calibri Light"/>
                <a:ea typeface="Calibri Light"/>
                <a:cs typeface="Arial"/>
              </a:rPr>
              <a:t> </a:t>
            </a:r>
            <a:r>
              <a:rPr kumimoji="0" lang="da-DK" sz="500" b="0" i="0" u="sng" strike="noStrike" kern="1200" cap="none" spc="0" normalizeH="0" baseline="0" noProof="0" err="1">
                <a:ln>
                  <a:noFill/>
                </a:ln>
                <a:solidFill>
                  <a:srgbClr val="1F4953"/>
                </a:solidFill>
                <a:effectLst/>
                <a:uLnTx/>
                <a:uFillTx/>
                <a:latin typeface="Calibri Light"/>
                <a:ea typeface="Calibri Light"/>
                <a:cs typeface="Arial"/>
              </a:rPr>
              <a:t>report</a:t>
            </a:r>
            <a:r>
              <a:rPr kumimoji="0" lang="da-DK" sz="500" b="0" i="0" u="sng" strike="noStrike" kern="1200" cap="none" spc="0" normalizeH="0" baseline="0" noProof="0">
                <a:ln>
                  <a:noFill/>
                </a:ln>
                <a:solidFill>
                  <a:srgbClr val="1F4953"/>
                </a:solidFill>
                <a:effectLst/>
                <a:uLnTx/>
                <a:uFillTx/>
                <a:latin typeface="Calibri Light"/>
                <a:ea typeface="Calibri Light"/>
                <a:cs typeface="Arial"/>
              </a:rPr>
              <a:t> Burundi 2019</a:t>
            </a:r>
          </a:p>
          <a:p>
            <a:pPr marL="0" marR="0" lvl="0" indent="0" algn="l" defTabSz="914400" rtl="0" eaLnBrk="1" fontAlgn="auto" latinLnBrk="0" hangingPunct="1">
              <a:lnSpc>
                <a:spcPct val="100000"/>
              </a:lnSpc>
              <a:spcBef>
                <a:spcPts val="0"/>
              </a:spcBef>
              <a:spcAft>
                <a:spcPct val="0"/>
              </a:spcAft>
              <a:buClrTx/>
              <a:buSzTx/>
              <a:buFontTx/>
              <a:buNone/>
              <a:tabLst/>
              <a:defRPr/>
            </a:pPr>
            <a:endParaRPr kumimoji="0" lang="da-DK" sz="500" b="0" i="0" u="sng" strike="noStrike" kern="1200" cap="none" spc="0" normalizeH="0" baseline="0" noProof="0">
              <a:ln>
                <a:noFill/>
              </a:ln>
              <a:solidFill>
                <a:srgbClr val="1F4953"/>
              </a:solidFill>
              <a:effectLst/>
              <a:uLnTx/>
              <a:uFillTx/>
              <a:latin typeface="Calibri Light"/>
              <a:ea typeface="Calibri Light"/>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500" b="0" i="0" u="sng" strike="noStrike" kern="1200" cap="none" spc="0" normalizeH="0" baseline="0" noProof="0" err="1">
                <a:ln>
                  <a:noFill/>
                </a:ln>
                <a:solidFill>
                  <a:srgbClr val="1F4953"/>
                </a:solidFill>
                <a:effectLst/>
                <a:uLnTx/>
                <a:uFillTx/>
                <a:latin typeface="Calibri Light"/>
                <a:ea typeface="Calibri Light"/>
                <a:cs typeface="Arial"/>
              </a:rPr>
              <a:t>Annual</a:t>
            </a:r>
            <a:r>
              <a:rPr kumimoji="0" lang="da-DK" sz="500" b="0" i="0" u="sng" strike="noStrike" kern="1200" cap="none" spc="0" normalizeH="0" baseline="0" noProof="0">
                <a:ln>
                  <a:noFill/>
                </a:ln>
                <a:solidFill>
                  <a:srgbClr val="1F4953"/>
                </a:solidFill>
                <a:effectLst/>
                <a:uLnTx/>
                <a:uFillTx/>
                <a:latin typeface="Calibri Light"/>
                <a:ea typeface="Calibri Light"/>
                <a:cs typeface="Arial"/>
              </a:rPr>
              <a:t> </a:t>
            </a:r>
            <a:r>
              <a:rPr kumimoji="0" lang="da-DK" sz="500" b="0" i="0" u="sng" strike="noStrike" kern="1200" cap="none" spc="0" normalizeH="0" baseline="0" noProof="0" err="1">
                <a:ln>
                  <a:noFill/>
                </a:ln>
                <a:solidFill>
                  <a:srgbClr val="1F4953"/>
                </a:solidFill>
                <a:effectLst/>
                <a:uLnTx/>
                <a:uFillTx/>
                <a:latin typeface="Calibri Light"/>
                <a:ea typeface="Calibri Light"/>
                <a:cs typeface="Arial"/>
              </a:rPr>
              <a:t>report</a:t>
            </a:r>
            <a:r>
              <a:rPr kumimoji="0" lang="da-DK" sz="500" b="0" i="0" u="sng" strike="noStrike" kern="1200" cap="none" spc="0" normalizeH="0" baseline="0" noProof="0">
                <a:ln>
                  <a:noFill/>
                </a:ln>
                <a:solidFill>
                  <a:srgbClr val="1F4953"/>
                </a:solidFill>
                <a:effectLst/>
                <a:uLnTx/>
                <a:uFillTx/>
                <a:latin typeface="Calibri Light"/>
                <a:ea typeface="Calibri Light"/>
                <a:cs typeface="Arial"/>
              </a:rPr>
              <a:t> Rwanda 2018</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500" b="0" i="0" u="sng" strike="noStrike" kern="1200" cap="none" spc="0" normalizeH="0" baseline="0" noProof="0">
              <a:ln>
                <a:noFill/>
              </a:ln>
              <a:solidFill>
                <a:srgbClr val="1F4953"/>
              </a:solidFill>
              <a:effectLst/>
              <a:uLnTx/>
              <a:uFillTx/>
              <a:latin typeface="Calibri Light"/>
              <a:ea typeface="Calibri Light"/>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500" b="0" i="0" u="sng" strike="noStrike" kern="1200" cap="none" spc="0" normalizeH="0" baseline="0" noProof="0">
                <a:ln>
                  <a:noFill/>
                </a:ln>
                <a:solidFill>
                  <a:srgbClr val="1F4953"/>
                </a:solidFill>
                <a:effectLst/>
                <a:uLnTx/>
                <a:uFillTx/>
                <a:latin typeface="Calibri Light"/>
                <a:ea typeface="Calibri Light"/>
                <a:cs typeface="Arial"/>
              </a:rPr>
              <a:t>End-term </a:t>
            </a:r>
            <a:r>
              <a:rPr kumimoji="0" lang="da-DK" sz="500" b="0" i="0" u="sng" strike="noStrike" kern="1200" cap="none" spc="0" normalizeH="0" baseline="0" noProof="0" err="1">
                <a:ln>
                  <a:noFill/>
                </a:ln>
                <a:solidFill>
                  <a:srgbClr val="1F4953"/>
                </a:solidFill>
                <a:effectLst/>
                <a:uLnTx/>
                <a:uFillTx/>
                <a:latin typeface="Calibri Light"/>
                <a:ea typeface="Calibri Light"/>
                <a:cs typeface="Arial"/>
              </a:rPr>
              <a:t>evaluation</a:t>
            </a:r>
            <a:r>
              <a:rPr kumimoji="0" lang="da-DK" sz="500" b="0" i="0" u="sng" strike="noStrike" kern="1200" cap="none" spc="0" normalizeH="0" baseline="0" noProof="0">
                <a:ln>
                  <a:noFill/>
                </a:ln>
                <a:solidFill>
                  <a:srgbClr val="1F4953"/>
                </a:solidFill>
                <a:effectLst/>
                <a:uLnTx/>
                <a:uFillTx/>
                <a:latin typeface="Calibri Light"/>
                <a:ea typeface="Calibri Light"/>
                <a:cs typeface="Arial"/>
              </a:rPr>
              <a:t> Project A 2020</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500" b="0" i="0" u="sng" strike="noStrike" kern="1200" cap="none" spc="0" normalizeH="0" baseline="0" noProof="0">
              <a:ln>
                <a:noFill/>
              </a:ln>
              <a:solidFill>
                <a:srgbClr val="1F4953"/>
              </a:solidFill>
              <a:effectLst/>
              <a:uLnTx/>
              <a:uFillTx/>
              <a:latin typeface="Calibri Light"/>
              <a:ea typeface="Calibri Light"/>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500" b="0" i="0" u="sng" strike="noStrike" kern="1200" cap="none" spc="0" normalizeH="0" baseline="0" noProof="0" err="1">
                <a:ln>
                  <a:noFill/>
                </a:ln>
                <a:solidFill>
                  <a:srgbClr val="1F4953"/>
                </a:solidFill>
                <a:effectLst/>
                <a:uLnTx/>
                <a:uFillTx/>
                <a:latin typeface="Calibri Light"/>
                <a:ea typeface="Calibri Light"/>
                <a:cs typeface="Arial"/>
              </a:rPr>
              <a:t>Mid</a:t>
            </a:r>
            <a:r>
              <a:rPr kumimoji="0" lang="da-DK" sz="500" b="0" i="0" u="sng" strike="noStrike" kern="1200" cap="none" spc="0" normalizeH="0" baseline="0" noProof="0">
                <a:ln>
                  <a:noFill/>
                </a:ln>
                <a:solidFill>
                  <a:srgbClr val="1F4953"/>
                </a:solidFill>
                <a:effectLst/>
                <a:uLnTx/>
                <a:uFillTx/>
                <a:latin typeface="Calibri Light"/>
                <a:ea typeface="Calibri Light"/>
                <a:cs typeface="Arial"/>
              </a:rPr>
              <a:t>-term </a:t>
            </a:r>
            <a:r>
              <a:rPr kumimoji="0" lang="da-DK" sz="500" b="0" i="0" u="sng" strike="noStrike" kern="1200" cap="none" spc="0" normalizeH="0" baseline="0" noProof="0" err="1">
                <a:ln>
                  <a:noFill/>
                </a:ln>
                <a:solidFill>
                  <a:srgbClr val="1F4953"/>
                </a:solidFill>
                <a:effectLst/>
                <a:uLnTx/>
                <a:uFillTx/>
                <a:latin typeface="Calibri Light"/>
                <a:ea typeface="Calibri Light"/>
                <a:cs typeface="Arial"/>
              </a:rPr>
              <a:t>evaluation</a:t>
            </a:r>
            <a:r>
              <a:rPr kumimoji="0" lang="da-DK" sz="500" b="0" i="0" u="sng" strike="noStrike" kern="1200" cap="none" spc="0" normalizeH="0" baseline="0" noProof="0">
                <a:ln>
                  <a:noFill/>
                </a:ln>
                <a:solidFill>
                  <a:srgbClr val="1F4953"/>
                </a:solidFill>
                <a:effectLst/>
                <a:uLnTx/>
                <a:uFillTx/>
                <a:latin typeface="Calibri Light"/>
                <a:ea typeface="Calibri Light"/>
                <a:cs typeface="Arial"/>
              </a:rPr>
              <a:t> Project B 2023</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500" b="0" i="0" u="sng" strike="noStrike" kern="1200" cap="none" spc="0" normalizeH="0" baseline="0" noProof="0">
              <a:ln>
                <a:noFill/>
              </a:ln>
              <a:solidFill>
                <a:srgbClr val="1F4953"/>
              </a:solidFill>
              <a:effectLst/>
              <a:uLnTx/>
              <a:uFillTx/>
              <a:latin typeface="Calibri Light"/>
              <a:ea typeface="Calibri Light"/>
              <a:cs typeface="Arial"/>
            </a:endParaRPr>
          </a:p>
          <a:p>
            <a:pPr marL="0" marR="0" lvl="0" indent="0" algn="l" defTabSz="914400" rtl="0" eaLnBrk="1" fontAlgn="auto" latinLnBrk="0" hangingPunct="1">
              <a:lnSpc>
                <a:spcPct val="100000"/>
              </a:lnSpc>
              <a:spcBef>
                <a:spcPts val="0"/>
              </a:spcBef>
              <a:spcAft>
                <a:spcPct val="0"/>
              </a:spcAft>
              <a:buClrTx/>
              <a:buSzTx/>
              <a:buFontTx/>
              <a:buNone/>
              <a:tabLst/>
              <a:defRPr/>
            </a:pPr>
            <a:endParaRPr kumimoji="0" lang="da-DK" sz="500" b="0" i="0" u="sng" strike="noStrike" kern="1200" cap="none" spc="0" normalizeH="0" baseline="0" noProof="0">
              <a:ln>
                <a:noFill/>
              </a:ln>
              <a:solidFill>
                <a:srgbClr val="1F4953"/>
              </a:solidFill>
              <a:effectLst/>
              <a:uLnTx/>
              <a:uFillTx/>
              <a:latin typeface="Calibri Light"/>
              <a:ea typeface="Calibri Light"/>
              <a:cs typeface="Arial"/>
            </a:endParaRPr>
          </a:p>
          <a:p>
            <a:pPr marL="0" marR="0" lvl="0" indent="0" algn="l" defTabSz="914400" rtl="0" eaLnBrk="1" fontAlgn="auto" latinLnBrk="0" hangingPunct="1">
              <a:lnSpc>
                <a:spcPct val="100000"/>
              </a:lnSpc>
              <a:spcBef>
                <a:spcPts val="0"/>
              </a:spcBef>
              <a:spcAft>
                <a:spcPct val="0"/>
              </a:spcAft>
              <a:buClrTx/>
              <a:buSzTx/>
              <a:buFontTx/>
              <a:buNone/>
              <a:tabLst/>
              <a:defRPr/>
            </a:pPr>
            <a:endParaRPr kumimoji="0" lang="da-DK" sz="500" b="1" i="0" u="sng" strike="noStrike" kern="1200" cap="none" spc="0" normalizeH="0" baseline="0" noProof="0">
              <a:ln>
                <a:noFill/>
              </a:ln>
              <a:solidFill>
                <a:srgbClr val="1F4953"/>
              </a:solidFill>
              <a:effectLst/>
              <a:uLnTx/>
              <a:uFillTx/>
              <a:latin typeface="Calibri Light"/>
              <a:ea typeface="Calibri Light"/>
              <a:cs typeface="Arial"/>
            </a:endParaRPr>
          </a:p>
          <a:p>
            <a:pPr marL="0" marR="0" lvl="0" indent="0" algn="l" defTabSz="914400" rtl="0" eaLnBrk="1" fontAlgn="auto" latinLnBrk="0" hangingPunct="1">
              <a:lnSpc>
                <a:spcPct val="100000"/>
              </a:lnSpc>
              <a:spcBef>
                <a:spcPts val="0"/>
              </a:spcBef>
              <a:spcAft>
                <a:spcPct val="0"/>
              </a:spcAft>
              <a:buClrTx/>
              <a:buSzTx/>
              <a:buFontTx/>
              <a:buNone/>
              <a:tabLst/>
              <a:defRPr/>
            </a:pPr>
            <a:endParaRPr kumimoji="0" lang="da-DK" sz="600" b="1" i="0" u="sng" strike="noStrike" kern="1200" cap="none" spc="0" normalizeH="0" baseline="0" noProof="0">
              <a:ln>
                <a:noFill/>
              </a:ln>
              <a:solidFill>
                <a:srgbClr val="1F4953"/>
              </a:solidFill>
              <a:effectLst/>
              <a:uLnTx/>
              <a:uFillTx/>
              <a:latin typeface="Calibri Light"/>
              <a:ea typeface="Calibri Light"/>
              <a:cs typeface="Arial"/>
            </a:endParaRPr>
          </a:p>
        </p:txBody>
      </p:sp>
      <p:pic>
        <p:nvPicPr>
          <p:cNvPr id="19" name="Graphic 18" descr="Cursor with solid fill">
            <a:extLst>
              <a:ext uri="{FF2B5EF4-FFF2-40B4-BE49-F238E27FC236}">
                <a16:creationId xmlns:a16="http://schemas.microsoft.com/office/drawing/2014/main" id="{C48B3D53-4488-C8DA-B6C1-B716E4D7F935}"/>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168499" y="3054836"/>
            <a:ext cx="163716" cy="163716"/>
          </a:xfrm>
          <a:prstGeom prst="rect">
            <a:avLst/>
          </a:prstGeom>
        </p:spPr>
      </p:pic>
      <p:sp>
        <p:nvSpPr>
          <p:cNvPr id="20" name="Rectangle: Rounded Corners 19">
            <a:extLst>
              <a:ext uri="{FF2B5EF4-FFF2-40B4-BE49-F238E27FC236}">
                <a16:creationId xmlns:a16="http://schemas.microsoft.com/office/drawing/2014/main" id="{550304FC-1A95-6D9A-60C7-AA64C236A365}"/>
              </a:ext>
            </a:extLst>
          </p:cNvPr>
          <p:cNvSpPr/>
          <p:nvPr/>
        </p:nvSpPr>
        <p:spPr bwMode="gray">
          <a:xfrm>
            <a:off x="10509912" y="1676927"/>
            <a:ext cx="45719" cy="1416596"/>
          </a:xfrm>
          <a:prstGeom prst="roundRect">
            <a:avLst>
              <a:gd name="adj" fmla="val 50000"/>
            </a:avLst>
          </a:prstGeom>
          <a:solidFill>
            <a:schemeClr val="accent1"/>
          </a:solidFill>
        </p:spPr>
        <p:txBody>
          <a:bodyPr vert="horz" lIns="90000" tIns="46800" rIns="90000" bIns="4680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6000" marR="0" lvl="0" indent="-216000" algn="l" defTabSz="914400" rtl="0" eaLnBrk="1" fontAlgn="auto" latinLnBrk="0" hangingPunct="1">
              <a:lnSpc>
                <a:spcPct val="100000"/>
              </a:lnSpc>
              <a:spcBef>
                <a:spcPts val="600"/>
              </a:spcBef>
              <a:spcAft>
                <a:spcPct val="0"/>
              </a:spcAft>
              <a:buClrTx/>
              <a:buSzTx/>
              <a:buFont typeface="Arial" pitchFamily="34" charset="0"/>
              <a:buChar char="•"/>
              <a:tabLst/>
              <a:defRPr/>
            </a:pPr>
            <a:endParaRPr kumimoji="0" lang="da-DK" sz="1200" b="0" i="0" u="none" strike="noStrike" kern="1200" cap="none" spc="0" normalizeH="0" baseline="0" noProof="0">
              <a:ln>
                <a:noFill/>
              </a:ln>
              <a:solidFill>
                <a:srgbClr val="44463E"/>
              </a:solidFill>
              <a:effectLst/>
              <a:uLnTx/>
              <a:uFillTx/>
              <a:latin typeface="Calibri Light"/>
              <a:ea typeface="Calibri Light"/>
              <a:cs typeface="Arial"/>
            </a:endParaRPr>
          </a:p>
        </p:txBody>
      </p:sp>
      <p:sp>
        <p:nvSpPr>
          <p:cNvPr id="21" name="Isosceles Triangle 20">
            <a:extLst>
              <a:ext uri="{FF2B5EF4-FFF2-40B4-BE49-F238E27FC236}">
                <a16:creationId xmlns:a16="http://schemas.microsoft.com/office/drawing/2014/main" id="{F243144A-A287-697A-7167-9FFEBFEE3114}"/>
              </a:ext>
            </a:extLst>
          </p:cNvPr>
          <p:cNvSpPr/>
          <p:nvPr/>
        </p:nvSpPr>
        <p:spPr bwMode="gray">
          <a:xfrm>
            <a:off x="10509912" y="1612601"/>
            <a:ext cx="45719" cy="45719"/>
          </a:xfrm>
          <a:prstGeom prst="triangle">
            <a:avLst/>
          </a:prstGeom>
          <a:solidFill>
            <a:schemeClr val="accent1"/>
          </a:solidFill>
        </p:spPr>
        <p:txBody>
          <a:bodyPr vert="horz" lIns="90000" tIns="46800" rIns="90000" bIns="4680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6000" marR="0" lvl="0" indent="-216000" algn="l" defTabSz="914400" rtl="0" eaLnBrk="1" fontAlgn="auto" latinLnBrk="0" hangingPunct="1">
              <a:lnSpc>
                <a:spcPct val="100000"/>
              </a:lnSpc>
              <a:spcBef>
                <a:spcPts val="600"/>
              </a:spcBef>
              <a:spcAft>
                <a:spcPct val="0"/>
              </a:spcAft>
              <a:buClrTx/>
              <a:buSzTx/>
              <a:buFont typeface="Arial" pitchFamily="34" charset="0"/>
              <a:buChar char="•"/>
              <a:tabLst/>
              <a:defRPr/>
            </a:pPr>
            <a:endParaRPr kumimoji="0" lang="da-DK" sz="1200" b="0" i="0" u="none" strike="noStrike" kern="1200" cap="none" spc="0" normalizeH="0" baseline="0" noProof="0">
              <a:ln>
                <a:noFill/>
              </a:ln>
              <a:solidFill>
                <a:srgbClr val="44463E"/>
              </a:solidFill>
              <a:effectLst/>
              <a:uLnTx/>
              <a:uFillTx/>
              <a:latin typeface="Calibri Light"/>
              <a:ea typeface="Calibri Light"/>
              <a:cs typeface="Arial"/>
            </a:endParaRPr>
          </a:p>
        </p:txBody>
      </p:sp>
      <p:sp>
        <p:nvSpPr>
          <p:cNvPr id="22" name="Isosceles Triangle 21">
            <a:extLst>
              <a:ext uri="{FF2B5EF4-FFF2-40B4-BE49-F238E27FC236}">
                <a16:creationId xmlns:a16="http://schemas.microsoft.com/office/drawing/2014/main" id="{6DCE8C0A-51AF-F9B9-F189-61FF147E69FE}"/>
              </a:ext>
            </a:extLst>
          </p:cNvPr>
          <p:cNvSpPr/>
          <p:nvPr/>
        </p:nvSpPr>
        <p:spPr bwMode="gray">
          <a:xfrm rot="10800000">
            <a:off x="10509912" y="4241597"/>
            <a:ext cx="45719" cy="45719"/>
          </a:xfrm>
          <a:prstGeom prst="triangle">
            <a:avLst/>
          </a:prstGeom>
          <a:solidFill>
            <a:schemeClr val="accent1"/>
          </a:solidFill>
        </p:spPr>
        <p:txBody>
          <a:bodyPr vert="horz" lIns="90000" tIns="46800" rIns="90000" bIns="4680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6000" marR="0" lvl="0" indent="-216000" algn="l" defTabSz="914400" rtl="0" eaLnBrk="1" fontAlgn="auto" latinLnBrk="0" hangingPunct="1">
              <a:lnSpc>
                <a:spcPct val="100000"/>
              </a:lnSpc>
              <a:spcBef>
                <a:spcPts val="600"/>
              </a:spcBef>
              <a:spcAft>
                <a:spcPct val="0"/>
              </a:spcAft>
              <a:buClrTx/>
              <a:buSzTx/>
              <a:buFont typeface="Arial" pitchFamily="34" charset="0"/>
              <a:buChar char="•"/>
              <a:tabLst/>
              <a:defRPr/>
            </a:pPr>
            <a:endParaRPr kumimoji="0" lang="da-DK" sz="1200" b="0" i="0" u="none" strike="noStrike" kern="1200" cap="none" spc="0" normalizeH="0" baseline="0" noProof="0">
              <a:ln>
                <a:noFill/>
              </a:ln>
              <a:solidFill>
                <a:srgbClr val="44463E"/>
              </a:solidFill>
              <a:effectLst/>
              <a:uLnTx/>
              <a:uFillTx/>
              <a:latin typeface="Calibri Light"/>
              <a:ea typeface="Calibri Light"/>
              <a:cs typeface="Arial"/>
            </a:endParaRPr>
          </a:p>
        </p:txBody>
      </p:sp>
      <p:sp>
        <p:nvSpPr>
          <p:cNvPr id="24" name="Speech Bubble: Rectangle 23">
            <a:extLst>
              <a:ext uri="{FF2B5EF4-FFF2-40B4-BE49-F238E27FC236}">
                <a16:creationId xmlns:a16="http://schemas.microsoft.com/office/drawing/2014/main" id="{F9C09799-151F-713D-9B92-249BEAEAB89E}"/>
              </a:ext>
            </a:extLst>
          </p:cNvPr>
          <p:cNvSpPr/>
          <p:nvPr/>
        </p:nvSpPr>
        <p:spPr bwMode="gray">
          <a:xfrm>
            <a:off x="9408464" y="2963888"/>
            <a:ext cx="976314" cy="230981"/>
          </a:xfrm>
          <a:prstGeom prst="wedgeRectCallout">
            <a:avLst>
              <a:gd name="adj1" fmla="val -61916"/>
              <a:gd name="adj2" fmla="val -6916"/>
            </a:avLst>
          </a:prstGeom>
          <a:solidFill>
            <a:schemeClr val="bg2"/>
          </a:solidFill>
          <a:ln w="3175">
            <a:solidFill>
              <a:schemeClr val="tx1"/>
            </a:solidFill>
          </a:ln>
        </p:spPr>
        <p:txBody>
          <a:bodyPr vert="horz" lIns="36000" tIns="36000" rIns="36000" bIns="3600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ct val="0"/>
              </a:spcAft>
              <a:buClrTx/>
              <a:buSzTx/>
              <a:buFontTx/>
              <a:buNone/>
              <a:tabLst/>
              <a:defRPr/>
            </a:pPr>
            <a:r>
              <a:rPr kumimoji="0" lang="da-DK" sz="400" b="0" i="0" u="none" strike="noStrike" kern="1200" cap="none" spc="0" normalizeH="0" baseline="0" noProof="0">
                <a:ln>
                  <a:noFill/>
                </a:ln>
                <a:solidFill>
                  <a:srgbClr val="44463E"/>
                </a:solidFill>
                <a:effectLst/>
                <a:uLnTx/>
                <a:uFillTx/>
                <a:latin typeface="Calibri Light"/>
                <a:ea typeface="Calibri Light"/>
                <a:cs typeface="Arial"/>
              </a:rPr>
              <a:t>Source: </a:t>
            </a:r>
            <a:r>
              <a:rPr kumimoji="0" lang="da-DK" sz="400" b="0" i="0" u="none" strike="noStrike" kern="1200" cap="none" spc="0" normalizeH="0" baseline="0" noProof="0" err="1">
                <a:ln>
                  <a:noFill/>
                </a:ln>
                <a:solidFill>
                  <a:srgbClr val="44463E"/>
                </a:solidFill>
                <a:effectLst/>
                <a:uLnTx/>
                <a:uFillTx/>
                <a:latin typeface="Calibri Light"/>
                <a:ea typeface="Calibri Light"/>
                <a:cs typeface="Arial"/>
              </a:rPr>
              <a:t>Annual</a:t>
            </a:r>
            <a:r>
              <a:rPr kumimoji="0" lang="da-DK" sz="400" b="0" i="0" u="none" strike="noStrike" kern="1200" cap="none" spc="0" normalizeH="0" baseline="0" noProof="0">
                <a:ln>
                  <a:noFill/>
                </a:ln>
                <a:solidFill>
                  <a:srgbClr val="44463E"/>
                </a:solidFill>
                <a:effectLst/>
                <a:uLnTx/>
                <a:uFillTx/>
                <a:latin typeface="Calibri Light"/>
                <a:ea typeface="Calibri Light"/>
                <a:cs typeface="Arial"/>
              </a:rPr>
              <a:t> Report Rwanda 2019</a:t>
            </a:r>
            <a:br>
              <a:rPr kumimoji="0" lang="da-DK" sz="400" b="0" i="0" u="none" strike="noStrike" kern="1200" cap="none" spc="0" normalizeH="0" baseline="0" noProof="0">
                <a:ln>
                  <a:noFill/>
                </a:ln>
                <a:solidFill>
                  <a:srgbClr val="44463E"/>
                </a:solidFill>
                <a:effectLst/>
                <a:uLnTx/>
                <a:uFillTx/>
                <a:latin typeface="Calibri Light"/>
                <a:ea typeface="Calibri Light"/>
                <a:cs typeface="Arial"/>
              </a:rPr>
            </a:br>
            <a:r>
              <a:rPr kumimoji="0" lang="da-DK" sz="400" b="0" i="0" u="none" strike="noStrike" kern="1200" cap="none" spc="0" normalizeH="0" baseline="0" noProof="0">
                <a:ln>
                  <a:noFill/>
                </a:ln>
                <a:solidFill>
                  <a:srgbClr val="44463E"/>
                </a:solidFill>
                <a:effectLst/>
                <a:uLnTx/>
                <a:uFillTx/>
                <a:latin typeface="Calibri Light"/>
                <a:ea typeface="Calibri Light"/>
                <a:cs typeface="Arial"/>
              </a:rPr>
              <a:t>“This </a:t>
            </a:r>
            <a:r>
              <a:rPr kumimoji="0" lang="da-DK" sz="400" b="0" i="0" u="none" strike="noStrike" kern="1200" cap="none" spc="0" normalizeH="0" baseline="0" noProof="0" err="1">
                <a:ln>
                  <a:noFill/>
                </a:ln>
                <a:solidFill>
                  <a:srgbClr val="44463E"/>
                </a:solidFill>
                <a:effectLst/>
                <a:uLnTx/>
                <a:uFillTx/>
                <a:latin typeface="Calibri Light"/>
                <a:ea typeface="Calibri Light"/>
                <a:cs typeface="Arial"/>
              </a:rPr>
              <a:t>project</a:t>
            </a:r>
            <a:r>
              <a:rPr kumimoji="0" lang="da-DK" sz="400" b="0" i="0" u="none" strike="noStrike" kern="1200" cap="none" spc="0" normalizeH="0" baseline="0" noProof="0">
                <a:ln>
                  <a:noFill/>
                </a:ln>
                <a:solidFill>
                  <a:srgbClr val="44463E"/>
                </a:solidFill>
                <a:effectLst/>
                <a:uLnTx/>
                <a:uFillTx/>
                <a:latin typeface="Calibri Light"/>
                <a:ea typeface="Calibri Light"/>
                <a:cs typeface="Arial"/>
              </a:rPr>
              <a:t> </a:t>
            </a:r>
            <a:r>
              <a:rPr kumimoji="0" lang="da-DK" sz="400" b="0" i="0" u="none" strike="noStrike" kern="1200" cap="none" spc="0" normalizeH="0" baseline="0" noProof="0" err="1">
                <a:ln>
                  <a:noFill/>
                </a:ln>
                <a:solidFill>
                  <a:srgbClr val="44463E"/>
                </a:solidFill>
                <a:effectLst/>
                <a:uLnTx/>
                <a:uFillTx/>
                <a:latin typeface="Calibri Light"/>
                <a:ea typeface="Calibri Light"/>
                <a:cs typeface="Arial"/>
              </a:rPr>
              <a:t>predominantly</a:t>
            </a:r>
            <a:r>
              <a:rPr kumimoji="0" lang="da-DK" sz="400" b="0" i="0" u="none" strike="noStrike" kern="1200" cap="none" spc="0" normalizeH="0" baseline="0" noProof="0">
                <a:ln>
                  <a:noFill/>
                </a:ln>
                <a:solidFill>
                  <a:srgbClr val="44463E"/>
                </a:solidFill>
                <a:effectLst/>
                <a:uLnTx/>
                <a:uFillTx/>
                <a:latin typeface="Calibri Light"/>
                <a:ea typeface="Calibri Light"/>
                <a:cs typeface="Arial"/>
              </a:rPr>
              <a:t> </a:t>
            </a:r>
            <a:r>
              <a:rPr kumimoji="0" lang="da-DK" sz="400" b="0" i="0" u="none" strike="noStrike" kern="1200" cap="none" spc="0" normalizeH="0" baseline="0" noProof="0" err="1">
                <a:ln>
                  <a:noFill/>
                </a:ln>
                <a:solidFill>
                  <a:srgbClr val="44463E"/>
                </a:solidFill>
                <a:effectLst/>
                <a:uLnTx/>
                <a:uFillTx/>
                <a:latin typeface="Calibri Light"/>
                <a:ea typeface="Calibri Light"/>
                <a:cs typeface="Arial"/>
              </a:rPr>
              <a:t>focuses</a:t>
            </a:r>
            <a:r>
              <a:rPr kumimoji="0" lang="da-DK" sz="400" b="0" i="0" u="none" strike="noStrike" kern="1200" cap="none" spc="0" normalizeH="0" baseline="0" noProof="0">
                <a:ln>
                  <a:noFill/>
                </a:ln>
                <a:solidFill>
                  <a:srgbClr val="44463E"/>
                </a:solidFill>
                <a:effectLst/>
                <a:uLnTx/>
                <a:uFillTx/>
                <a:latin typeface="Calibri Light"/>
                <a:ea typeface="Calibri Light"/>
                <a:cs typeface="Arial"/>
              </a:rPr>
              <a:t> on girls </a:t>
            </a:r>
            <a:r>
              <a:rPr kumimoji="0" lang="da-DK" sz="400" b="0" i="0" u="none" strike="noStrike" kern="1200" cap="none" spc="0" normalizeH="0" baseline="0" noProof="0" err="1">
                <a:ln>
                  <a:noFill/>
                </a:ln>
                <a:solidFill>
                  <a:srgbClr val="44463E"/>
                </a:solidFill>
                <a:effectLst/>
                <a:uLnTx/>
                <a:uFillTx/>
                <a:latin typeface="Calibri Light"/>
                <a:ea typeface="Calibri Light"/>
                <a:cs typeface="Arial"/>
              </a:rPr>
              <a:t>living</a:t>
            </a:r>
            <a:r>
              <a:rPr kumimoji="0" lang="da-DK" sz="400" b="0" i="0" u="none" strike="noStrike" kern="1200" cap="none" spc="0" normalizeH="0" baseline="0" noProof="0">
                <a:ln>
                  <a:noFill/>
                </a:ln>
                <a:solidFill>
                  <a:srgbClr val="44463E"/>
                </a:solidFill>
                <a:effectLst/>
                <a:uLnTx/>
                <a:uFillTx/>
                <a:latin typeface="Calibri Light"/>
                <a:ea typeface="Calibri Light"/>
                <a:cs typeface="Arial"/>
              </a:rPr>
              <a:t> in the rural </a:t>
            </a:r>
            <a:r>
              <a:rPr kumimoji="0" lang="da-DK" sz="400" b="0" i="0" u="none" strike="noStrike" kern="1200" cap="none" spc="0" normalizeH="0" baseline="0" noProof="0" err="1">
                <a:ln>
                  <a:noFill/>
                </a:ln>
                <a:solidFill>
                  <a:srgbClr val="44463E"/>
                </a:solidFill>
                <a:effectLst/>
                <a:uLnTx/>
                <a:uFillTx/>
                <a:latin typeface="Calibri Light"/>
                <a:ea typeface="Calibri Light"/>
                <a:cs typeface="Arial"/>
              </a:rPr>
              <a:t>area</a:t>
            </a:r>
            <a:r>
              <a:rPr kumimoji="0" lang="da-DK" sz="400" b="0" i="0" u="none" strike="noStrike" kern="1200" cap="none" spc="0" normalizeH="0" baseline="0" noProof="0">
                <a:ln>
                  <a:noFill/>
                </a:ln>
                <a:solidFill>
                  <a:srgbClr val="44463E"/>
                </a:solidFill>
                <a:effectLst/>
                <a:uLnTx/>
                <a:uFillTx/>
                <a:latin typeface="Calibri Light"/>
                <a:ea typeface="Calibri Light"/>
                <a:cs typeface="Arial"/>
              </a:rPr>
              <a:t> </a:t>
            </a:r>
            <a:r>
              <a:rPr kumimoji="0" lang="da-DK" sz="400" b="0" i="0" u="none" strike="noStrike" kern="1200" cap="none" spc="0" normalizeH="0" baseline="0" noProof="0" err="1">
                <a:ln>
                  <a:noFill/>
                </a:ln>
                <a:solidFill>
                  <a:srgbClr val="44463E"/>
                </a:solidFill>
                <a:effectLst/>
                <a:uLnTx/>
                <a:uFillTx/>
                <a:latin typeface="Calibri Light"/>
                <a:ea typeface="Calibri Light"/>
                <a:cs typeface="Arial"/>
              </a:rPr>
              <a:t>around</a:t>
            </a:r>
            <a:r>
              <a:rPr kumimoji="0" lang="da-DK" sz="400" b="0" i="0" u="none" strike="noStrike" kern="1200" cap="none" spc="0" normalizeH="0" baseline="0" noProof="0">
                <a:ln>
                  <a:noFill/>
                </a:ln>
                <a:solidFill>
                  <a:srgbClr val="44463E"/>
                </a:solidFill>
                <a:effectLst/>
                <a:uLnTx/>
                <a:uFillTx/>
                <a:latin typeface="Calibri Light"/>
                <a:ea typeface="Calibri Light"/>
                <a:cs typeface="Arial"/>
              </a:rPr>
              <a:t> </a:t>
            </a:r>
            <a:r>
              <a:rPr kumimoji="0" lang="da-DK" sz="400" b="0" i="0" u="none" strike="noStrike" kern="1200" cap="none" spc="0" normalizeH="0" baseline="0" noProof="0" err="1">
                <a:ln>
                  <a:noFill/>
                </a:ln>
                <a:solidFill>
                  <a:srgbClr val="44463E"/>
                </a:solidFill>
                <a:effectLst/>
                <a:uLnTx/>
                <a:uFillTx/>
                <a:latin typeface="Calibri Light"/>
                <a:ea typeface="Calibri Light"/>
                <a:cs typeface="Arial"/>
              </a:rPr>
              <a:t>Kibungo</a:t>
            </a:r>
            <a:r>
              <a:rPr kumimoji="0" lang="da-DK" sz="400" b="0" i="0" u="none" strike="noStrike" kern="1200" cap="none" spc="0" normalizeH="0" baseline="0" noProof="0">
                <a:ln>
                  <a:noFill/>
                </a:ln>
                <a:solidFill>
                  <a:srgbClr val="44463E"/>
                </a:solidFill>
                <a:effectLst/>
                <a:uLnTx/>
                <a:uFillTx/>
                <a:latin typeface="Calibri Light"/>
                <a:ea typeface="Calibri Light"/>
                <a:cs typeface="Arial"/>
              </a:rPr>
              <a:t>...”</a:t>
            </a:r>
          </a:p>
        </p:txBody>
      </p:sp>
      <p:pic>
        <p:nvPicPr>
          <p:cNvPr id="27" name="Picture 2">
            <a:extLst>
              <a:ext uri="{FF2B5EF4-FFF2-40B4-BE49-F238E27FC236}">
                <a16:creationId xmlns:a16="http://schemas.microsoft.com/office/drawing/2014/main" id="{E506F798-6CF7-7C8F-0388-37321D670F69}"/>
              </a:ext>
            </a:extLst>
          </p:cNvPr>
          <p:cNvPicPr>
            <a:picLocks noChangeAspect="1" noChangeArrowheads="1"/>
          </p:cNvPicPr>
          <p:nvPr/>
        </p:nvPicPr>
        <p:blipFill>
          <a:blip r:embed="rId8"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bwMode="auto">
          <a:xfrm>
            <a:off x="10265563" y="4168102"/>
            <a:ext cx="119215" cy="119215"/>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4" descr="Liliane Fonds - Nationale-Goededoelenbon.nl">
            <a:extLst>
              <a:ext uri="{FF2B5EF4-FFF2-40B4-BE49-F238E27FC236}">
                <a16:creationId xmlns:a16="http://schemas.microsoft.com/office/drawing/2014/main" id="{A10049CA-8BB7-E8EF-F1D9-4BBD06DAC226}"/>
              </a:ext>
            </a:extLst>
          </p:cNvPr>
          <p:cNvPicPr>
            <a:picLocks noChangeAspect="1"/>
          </p:cNvPicPr>
          <p:nvPr/>
        </p:nvPicPr>
        <p:blipFill>
          <a:blip r:embed="rId9" cstate="print">
            <a:duotone>
              <a:schemeClr val="accent1">
                <a:shade val="45000"/>
                <a:satMod val="135000"/>
              </a:schemeClr>
              <a:prstClr val="white"/>
            </a:duotone>
            <a:extLst>
              <a:ext uri="{28A0092B-C50C-407E-A947-70E740481C1C}">
                <a14:useLocalDpi xmlns:a14="http://schemas.microsoft.com/office/drawing/2010/main" val="0"/>
              </a:ext>
            </a:extLst>
          </a:blip>
          <a:srcRect b="48407"/>
          <a:stretch>
            <a:fillRect/>
          </a:stretch>
        </p:blipFill>
        <p:spPr bwMode="auto">
          <a:xfrm>
            <a:off x="4799417" y="959111"/>
            <a:ext cx="1042583" cy="492188"/>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2">
            <a:extLst>
              <a:ext uri="{FF2B5EF4-FFF2-40B4-BE49-F238E27FC236}">
                <a16:creationId xmlns:a16="http://schemas.microsoft.com/office/drawing/2014/main" id="{74A1599F-E086-C16C-10D6-EA68D2A1AC4B}"/>
              </a:ext>
            </a:extLst>
          </p:cNvPr>
          <p:cNvGrpSpPr/>
          <p:nvPr/>
        </p:nvGrpSpPr>
        <p:grpSpPr>
          <a:xfrm>
            <a:off x="123710" y="6371451"/>
            <a:ext cx="4646404" cy="267559"/>
            <a:chOff x="6047717" y="196807"/>
            <a:chExt cx="6868419" cy="288660"/>
          </a:xfrm>
        </p:grpSpPr>
        <p:sp>
          <p:nvSpPr>
            <p:cNvPr id="11" name="Chevron 10">
              <a:extLst>
                <a:ext uri="{FF2B5EF4-FFF2-40B4-BE49-F238E27FC236}">
                  <a16:creationId xmlns:a16="http://schemas.microsoft.com/office/drawing/2014/main" id="{BE9751D6-CFD6-4D02-5B91-FFFCF646E5F1}"/>
                </a:ext>
              </a:extLst>
            </p:cNvPr>
            <p:cNvSpPr/>
            <p:nvPr/>
          </p:nvSpPr>
          <p:spPr bwMode="gray">
            <a:xfrm>
              <a:off x="6047717" y="196807"/>
              <a:ext cx="1722205" cy="288660"/>
            </a:xfrm>
            <a:prstGeom prst="chevron">
              <a:avLst/>
            </a:prstGeom>
            <a:solidFill>
              <a:schemeClr val="accent3">
                <a:lumMod val="60000"/>
                <a:lumOff val="40000"/>
              </a:schemeClr>
            </a:solidFill>
            <a:ln>
              <a:noFill/>
            </a:ln>
          </p:spPr>
          <p:txBody>
            <a:bodyPr vert="horz" lIns="18000" tIns="36000" rIns="36000" bIns="3600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da-DK" sz="900" b="1" i="0" u="none" strike="noStrike" kern="1200" cap="none" spc="0" normalizeH="0" baseline="0" noProof="0" err="1">
                  <a:ln>
                    <a:noFill/>
                  </a:ln>
                  <a:solidFill>
                    <a:srgbClr val="FFFFFF"/>
                  </a:solidFill>
                  <a:effectLst/>
                  <a:uLnTx/>
                  <a:uFillTx/>
                  <a:latin typeface="Calibri"/>
                  <a:ea typeface="Calibri Light"/>
                  <a:cs typeface="Arial"/>
                </a:rPr>
                <a:t>Proven</a:t>
              </a:r>
              <a:r>
                <a:rPr kumimoji="0" lang="da-DK" sz="900" b="1" i="0" u="none" strike="noStrike" kern="1200" cap="none" spc="0" normalizeH="0" baseline="0" noProof="0">
                  <a:ln>
                    <a:noFill/>
                  </a:ln>
                  <a:solidFill>
                    <a:srgbClr val="FFFFFF"/>
                  </a:solidFill>
                  <a:effectLst/>
                  <a:uLnTx/>
                  <a:uFillTx/>
                  <a:latin typeface="Calibri"/>
                  <a:ea typeface="Calibri Light"/>
                  <a:cs typeface="Arial"/>
                </a:rPr>
                <a:t> Client </a:t>
              </a:r>
              <a:r>
                <a:rPr kumimoji="0" lang="da-DK" sz="900" b="1" i="0" u="none" strike="noStrike" kern="1200" cap="none" spc="0" normalizeH="0" baseline="0" noProof="0" err="1">
                  <a:ln>
                    <a:noFill/>
                  </a:ln>
                  <a:solidFill>
                    <a:srgbClr val="FFFFFF"/>
                  </a:solidFill>
                  <a:effectLst/>
                  <a:uLnTx/>
                  <a:uFillTx/>
                  <a:latin typeface="Calibri"/>
                  <a:ea typeface="Calibri Light"/>
                  <a:cs typeface="Arial"/>
                </a:rPr>
                <a:t>Experience</a:t>
              </a:r>
              <a:endParaRPr kumimoji="0" lang="da-DK" sz="900" b="1" i="0" u="none" strike="noStrike" kern="1200" cap="none" spc="0" normalizeH="0" baseline="0" noProof="0">
                <a:ln>
                  <a:noFill/>
                </a:ln>
                <a:solidFill>
                  <a:srgbClr val="FFFFFF"/>
                </a:solidFill>
                <a:effectLst/>
                <a:uLnTx/>
                <a:uFillTx/>
                <a:latin typeface="Calibri"/>
                <a:ea typeface="Calibri Light"/>
                <a:cs typeface="Arial"/>
              </a:endParaRPr>
            </a:p>
          </p:txBody>
        </p:sp>
        <p:sp>
          <p:nvSpPr>
            <p:cNvPr id="14" name="Chevron 13">
              <a:extLst>
                <a:ext uri="{FF2B5EF4-FFF2-40B4-BE49-F238E27FC236}">
                  <a16:creationId xmlns:a16="http://schemas.microsoft.com/office/drawing/2014/main" id="{35D8890F-B9D7-25BC-B710-711A1DCA7ACB}"/>
                </a:ext>
              </a:extLst>
            </p:cNvPr>
            <p:cNvSpPr/>
            <p:nvPr/>
          </p:nvSpPr>
          <p:spPr bwMode="gray">
            <a:xfrm>
              <a:off x="7768765" y="196807"/>
              <a:ext cx="1722204" cy="288660"/>
            </a:xfrm>
            <a:prstGeom prst="chevron">
              <a:avLst/>
            </a:prstGeom>
            <a:solidFill>
              <a:schemeClr val="accent3">
                <a:lumMod val="20000"/>
                <a:lumOff val="80000"/>
              </a:schemeClr>
            </a:solidFill>
            <a:ln>
              <a:noFill/>
            </a:ln>
          </p:spPr>
          <p:txBody>
            <a:bodyPr vert="horz" lIns="18000" tIns="36000" rIns="36000" bIns="3600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ctr" defTabSz="914400" rtl="0" eaLnBrk="1" fontAlgn="auto" latinLnBrk="0" hangingPunct="1">
                <a:lnSpc>
                  <a:spcPct val="100000"/>
                </a:lnSpc>
                <a:spcBef>
                  <a:spcPts val="600"/>
                </a:spcBef>
                <a:spcAft>
                  <a:spcPts val="0"/>
                </a:spcAft>
                <a:buClrTx/>
                <a:buSzTx/>
                <a:buFont typeface="Wingdings" pitchFamily="2" charset="2"/>
                <a:buChar char="ü"/>
                <a:tabLst/>
                <a:defRPr/>
              </a:pPr>
              <a:r>
                <a:rPr kumimoji="0" lang="da-DK" sz="900" b="0" i="0" u="none" strike="noStrike" kern="1200" cap="none" spc="0" normalizeH="0" baseline="0" noProof="0" err="1">
                  <a:ln>
                    <a:noFill/>
                  </a:ln>
                  <a:solidFill>
                    <a:srgbClr val="44463E"/>
                  </a:solidFill>
                  <a:effectLst/>
                  <a:uLnTx/>
                  <a:uFillTx/>
                  <a:latin typeface="Calibri Light"/>
                  <a:ea typeface="Calibri Light"/>
                  <a:cs typeface="Arial"/>
                </a:rPr>
                <a:t>Frontend</a:t>
              </a:r>
              <a:r>
                <a:rPr kumimoji="0" lang="da-DK" sz="900" b="0" i="0" u="none" strike="noStrike" kern="1200" cap="none" spc="0" normalizeH="0" baseline="0" noProof="0">
                  <a:ln>
                    <a:noFill/>
                  </a:ln>
                  <a:solidFill>
                    <a:srgbClr val="44463E"/>
                  </a:solidFill>
                  <a:effectLst/>
                  <a:uLnTx/>
                  <a:uFillTx/>
                  <a:latin typeface="Calibri Light"/>
                  <a:ea typeface="Calibri Light"/>
                  <a:cs typeface="Arial"/>
                </a:rPr>
                <a:t> </a:t>
              </a:r>
              <a:r>
                <a:rPr kumimoji="0" lang="da-DK" sz="900" b="0" i="0" u="none" strike="noStrike" kern="1200" cap="none" spc="0" normalizeH="0" baseline="0" noProof="0" err="1">
                  <a:ln>
                    <a:noFill/>
                  </a:ln>
                  <a:solidFill>
                    <a:srgbClr val="44463E"/>
                  </a:solidFill>
                  <a:effectLst/>
                  <a:uLnTx/>
                  <a:uFillTx/>
                  <a:latin typeface="Calibri Light"/>
                  <a:ea typeface="Calibri Light"/>
                  <a:cs typeface="Arial"/>
                </a:rPr>
                <a:t>development</a:t>
              </a:r>
              <a:endParaRPr kumimoji="0" lang="da-DK" sz="900" b="0" i="0" u="none" strike="noStrike" kern="1200" cap="none" spc="0" normalizeH="0" baseline="0" noProof="0">
                <a:ln>
                  <a:noFill/>
                </a:ln>
                <a:solidFill>
                  <a:srgbClr val="44463E"/>
                </a:solidFill>
                <a:effectLst/>
                <a:uLnTx/>
                <a:uFillTx/>
                <a:latin typeface="Calibri Light"/>
                <a:ea typeface="Calibri Light"/>
                <a:cs typeface="Arial"/>
              </a:endParaRPr>
            </a:p>
          </p:txBody>
        </p:sp>
        <p:sp>
          <p:nvSpPr>
            <p:cNvPr id="15" name="Chevron 14">
              <a:extLst>
                <a:ext uri="{FF2B5EF4-FFF2-40B4-BE49-F238E27FC236}">
                  <a16:creationId xmlns:a16="http://schemas.microsoft.com/office/drawing/2014/main" id="{EE22D6EB-3C9B-FE9A-00C9-C1ECFD6448DC}"/>
                </a:ext>
              </a:extLst>
            </p:cNvPr>
            <p:cNvSpPr/>
            <p:nvPr/>
          </p:nvSpPr>
          <p:spPr bwMode="gray">
            <a:xfrm>
              <a:off x="9490151" y="196807"/>
              <a:ext cx="1722204" cy="288660"/>
            </a:xfrm>
            <a:prstGeom prst="chevron">
              <a:avLst/>
            </a:prstGeom>
            <a:solidFill>
              <a:schemeClr val="accent3">
                <a:lumMod val="20000"/>
                <a:lumOff val="80000"/>
              </a:schemeClr>
            </a:solidFill>
            <a:ln>
              <a:noFill/>
            </a:ln>
          </p:spPr>
          <p:txBody>
            <a:bodyPr vert="horz" lIns="0" tIns="36000" rIns="0" bIns="3600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ctr" defTabSz="914400" rtl="0" eaLnBrk="1" fontAlgn="auto" latinLnBrk="0" hangingPunct="1">
                <a:lnSpc>
                  <a:spcPct val="100000"/>
                </a:lnSpc>
                <a:spcBef>
                  <a:spcPts val="600"/>
                </a:spcBef>
                <a:spcAft>
                  <a:spcPts val="0"/>
                </a:spcAft>
                <a:buClrTx/>
                <a:buSzTx/>
                <a:buFont typeface="Wingdings" pitchFamily="2" charset="2"/>
                <a:buChar char="ü"/>
                <a:tabLst/>
                <a:defRPr/>
              </a:pPr>
              <a:r>
                <a:rPr kumimoji="0" lang="da-DK" sz="900" b="0" i="0" u="none" strike="noStrike" kern="1200" cap="none" spc="0" normalizeH="0" baseline="0" noProof="0" err="1">
                  <a:ln>
                    <a:noFill/>
                  </a:ln>
                  <a:solidFill>
                    <a:srgbClr val="44463E"/>
                  </a:solidFill>
                  <a:effectLst/>
                  <a:uLnTx/>
                  <a:uFillTx/>
                  <a:latin typeface="Calibri Light"/>
                  <a:ea typeface="Calibri Light"/>
                  <a:cs typeface="Arial"/>
                </a:rPr>
                <a:t>LLM</a:t>
              </a:r>
              <a:r>
                <a:rPr kumimoji="0" lang="da-DK" sz="900" b="0" i="0" u="none" strike="noStrike" kern="1200" cap="none" spc="0" normalizeH="0" baseline="0" noProof="0">
                  <a:ln>
                    <a:noFill/>
                  </a:ln>
                  <a:solidFill>
                    <a:srgbClr val="44463E"/>
                  </a:solidFill>
                  <a:effectLst/>
                  <a:uLnTx/>
                  <a:uFillTx/>
                  <a:latin typeface="Calibri Light"/>
                  <a:ea typeface="Calibri Light"/>
                  <a:cs typeface="Arial"/>
                </a:rPr>
                <a:t> Domain </a:t>
              </a:r>
              <a:r>
                <a:rPr kumimoji="0" lang="da-DK" sz="900" b="0" i="0" u="none" strike="noStrike" kern="1200" cap="none" spc="0" normalizeH="0" baseline="0" noProof="0" err="1">
                  <a:ln>
                    <a:noFill/>
                  </a:ln>
                  <a:solidFill>
                    <a:srgbClr val="44463E"/>
                  </a:solidFill>
                  <a:effectLst/>
                  <a:uLnTx/>
                  <a:uFillTx/>
                  <a:latin typeface="Calibri Light"/>
                  <a:ea typeface="Calibri Light"/>
                  <a:cs typeface="Arial"/>
                </a:rPr>
                <a:t>Expertise</a:t>
              </a:r>
              <a:endParaRPr kumimoji="0" lang="da-DK" sz="900" b="0" i="0" u="none" strike="noStrike" kern="1200" cap="none" spc="0" normalizeH="0" baseline="0" noProof="0">
                <a:ln>
                  <a:noFill/>
                </a:ln>
                <a:solidFill>
                  <a:srgbClr val="44463E"/>
                </a:solidFill>
                <a:effectLst/>
                <a:uLnTx/>
                <a:uFillTx/>
                <a:latin typeface="Calibri Light"/>
                <a:ea typeface="Calibri Light"/>
                <a:cs typeface="Arial"/>
              </a:endParaRPr>
            </a:p>
          </p:txBody>
        </p:sp>
        <p:sp>
          <p:nvSpPr>
            <p:cNvPr id="25" name="Chevron 24">
              <a:extLst>
                <a:ext uri="{FF2B5EF4-FFF2-40B4-BE49-F238E27FC236}">
                  <a16:creationId xmlns:a16="http://schemas.microsoft.com/office/drawing/2014/main" id="{69CA0002-CC43-DE78-441B-79BD279C8E61}"/>
                </a:ext>
              </a:extLst>
            </p:cNvPr>
            <p:cNvSpPr/>
            <p:nvPr/>
          </p:nvSpPr>
          <p:spPr bwMode="gray">
            <a:xfrm>
              <a:off x="11193933" y="196807"/>
              <a:ext cx="1722203" cy="288659"/>
            </a:xfrm>
            <a:prstGeom prst="chevron">
              <a:avLst/>
            </a:prstGeom>
            <a:solidFill>
              <a:schemeClr val="accent3">
                <a:lumMod val="20000"/>
                <a:lumOff val="80000"/>
              </a:schemeClr>
            </a:solidFill>
            <a:ln>
              <a:noFill/>
            </a:ln>
          </p:spPr>
          <p:txBody>
            <a:bodyPr vert="horz" lIns="0" tIns="36000" rIns="0" bIns="3600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ctr" defTabSz="914400" rtl="0" eaLnBrk="1" fontAlgn="auto" latinLnBrk="0" hangingPunct="1">
                <a:lnSpc>
                  <a:spcPct val="100000"/>
                </a:lnSpc>
                <a:spcBef>
                  <a:spcPts val="600"/>
                </a:spcBef>
                <a:spcAft>
                  <a:spcPts val="0"/>
                </a:spcAft>
                <a:buClrTx/>
                <a:buSzTx/>
                <a:buFont typeface="Wingdings" pitchFamily="2" charset="2"/>
                <a:buChar char="ü"/>
                <a:tabLst/>
                <a:defRPr/>
              </a:pPr>
              <a:r>
                <a:rPr kumimoji="0" lang="da-DK" sz="900" b="0" i="0" u="none" strike="noStrike" kern="1200" cap="none" spc="0" normalizeH="0" baseline="0" noProof="0">
                  <a:ln>
                    <a:noFill/>
                  </a:ln>
                  <a:solidFill>
                    <a:srgbClr val="44463E"/>
                  </a:solidFill>
                  <a:effectLst/>
                  <a:uLnTx/>
                  <a:uFillTx/>
                  <a:latin typeface="Calibri Light"/>
                  <a:ea typeface="Calibri Light"/>
                  <a:cs typeface="Arial"/>
                </a:rPr>
                <a:t>UI / </a:t>
              </a:r>
              <a:r>
                <a:rPr kumimoji="0" lang="da-DK" sz="900" b="0" i="0" u="none" strike="noStrike" kern="1200" cap="none" spc="0" normalizeH="0" baseline="0" noProof="0" err="1">
                  <a:ln>
                    <a:noFill/>
                  </a:ln>
                  <a:solidFill>
                    <a:srgbClr val="44463E"/>
                  </a:solidFill>
                  <a:effectLst/>
                  <a:uLnTx/>
                  <a:uFillTx/>
                  <a:latin typeface="Calibri Light"/>
                  <a:ea typeface="Calibri Light"/>
                  <a:cs typeface="Arial"/>
                </a:rPr>
                <a:t>UX</a:t>
              </a:r>
              <a:r>
                <a:rPr kumimoji="0" lang="da-DK" sz="900" b="0" i="0" u="none" strike="noStrike" kern="1200" cap="none" spc="0" normalizeH="0" baseline="0" noProof="0">
                  <a:ln>
                    <a:noFill/>
                  </a:ln>
                  <a:solidFill>
                    <a:srgbClr val="44463E"/>
                  </a:solidFill>
                  <a:effectLst/>
                  <a:uLnTx/>
                  <a:uFillTx/>
                  <a:latin typeface="Calibri Light"/>
                  <a:ea typeface="Calibri Light"/>
                  <a:cs typeface="Arial"/>
                </a:rPr>
                <a:t> design</a:t>
              </a:r>
            </a:p>
          </p:txBody>
        </p:sp>
      </p:grpSp>
    </p:spTree>
    <p:custDataLst>
      <p:tags r:id="rId1"/>
    </p:custDataLst>
    <p:extLst>
      <p:ext uri="{BB962C8B-B14F-4D97-AF65-F5344CB8AC3E}">
        <p14:creationId xmlns:p14="http://schemas.microsoft.com/office/powerpoint/2010/main" val="7779858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Picture Placeholder 18">
            <a:extLst>
              <a:ext uri="{FF2B5EF4-FFF2-40B4-BE49-F238E27FC236}">
                <a16:creationId xmlns:a16="http://schemas.microsoft.com/office/drawing/2014/main" id="{96FA6686-A457-6F9E-B462-BAFB71FFF4CE}"/>
              </a:ext>
            </a:extLst>
          </p:cNvPr>
          <p:cNvSpPr txBox="1">
            <a:spLocks/>
          </p:cNvSpPr>
          <p:nvPr/>
        </p:nvSpPr>
        <p:spPr>
          <a:xfrm>
            <a:off x="8121333" y="0"/>
            <a:ext cx="4070667" cy="6858000"/>
          </a:xfrm>
          <a:prstGeom prst="rect">
            <a:avLst/>
          </a:prstGeom>
          <a:solidFill>
            <a:schemeClr val="accent3"/>
          </a:solidFill>
        </p:spPr>
        <p:txBody>
          <a:bodyPr vert="horz" lIns="0" tIns="0" rIns="0" bIns="0" rtlCol="0">
            <a:noAutofit/>
          </a:bodyPr>
          <a:lstStyle>
            <a:lvl1pPr marL="216000" indent="-216000" algn="l" defTabSz="914400" rtl="0" eaLnBrk="1" latinLnBrk="0" hangingPunct="1">
              <a:lnSpc>
                <a:spcPct val="100000"/>
              </a:lnSpc>
              <a:spcBef>
                <a:spcPts val="600"/>
              </a:spcBef>
              <a:buSzTx/>
              <a:buFont typeface="Arial" pitchFamily="34" charset="0"/>
              <a:buChar char="•"/>
              <a:defRPr lang="en-US" sz="1200" b="0" i="0" kern="1200" spc="0" smtClean="0">
                <a:solidFill>
                  <a:schemeClr val="tx1"/>
                </a:solidFill>
                <a:latin typeface="+mn-lt"/>
                <a:ea typeface="+mn-ea"/>
                <a:cs typeface="Calibri" panose="020F0502020204030204" pitchFamily="34" charset="0"/>
              </a:defRPr>
            </a:lvl1pPr>
            <a:lvl2pPr marL="432000" indent="-216000" algn="l" defTabSz="914400" rtl="0" eaLnBrk="1" latinLnBrk="0" hangingPunct="1">
              <a:lnSpc>
                <a:spcPct val="100000"/>
              </a:lnSpc>
              <a:spcBef>
                <a:spcPts val="600"/>
              </a:spcBef>
              <a:buFont typeface="Arial" pitchFamily="34" charset="0"/>
              <a:buChar char="•"/>
              <a:defRPr sz="1200" b="0" i="0" kern="1200" spc="0">
                <a:solidFill>
                  <a:schemeClr val="tx1"/>
                </a:solidFill>
                <a:latin typeface="+mn-lt"/>
                <a:ea typeface="+mn-ea"/>
                <a:cs typeface="Calibri" panose="020F0502020204030204" pitchFamily="34" charset="0"/>
              </a:defRPr>
            </a:lvl2pPr>
            <a:lvl3pPr marL="648000" indent="-216000" algn="l" defTabSz="914400" rtl="0" eaLnBrk="1" latinLnBrk="0" hangingPunct="1">
              <a:lnSpc>
                <a:spcPct val="100000"/>
              </a:lnSpc>
              <a:spcBef>
                <a:spcPts val="600"/>
              </a:spcBef>
              <a:buFont typeface="Arial" pitchFamily="34" charset="0"/>
              <a:buChar char="•"/>
              <a:defRPr sz="1200" kern="1200" spc="0">
                <a:solidFill>
                  <a:schemeClr val="tx1"/>
                </a:solidFill>
                <a:latin typeface="+mn-lt"/>
                <a:ea typeface="+mn-ea"/>
                <a:cs typeface="+mn-cs"/>
              </a:defRPr>
            </a:lvl3pPr>
            <a:lvl4pPr marL="864000" indent="-216000" algn="l" defTabSz="914400" rtl="0" eaLnBrk="1" latinLnBrk="0" hangingPunct="1">
              <a:lnSpc>
                <a:spcPct val="100000"/>
              </a:lnSpc>
              <a:spcBef>
                <a:spcPts val="600"/>
              </a:spcBef>
              <a:buFont typeface="Arial" pitchFamily="34" charset="0"/>
              <a:buChar char="•"/>
              <a:defRPr sz="1200" kern="1200" cap="none" spc="0" baseline="0">
                <a:solidFill>
                  <a:schemeClr val="tx1"/>
                </a:solidFill>
                <a:latin typeface="+mn-lt"/>
                <a:ea typeface="+mn-ea"/>
                <a:cs typeface="+mn-cs"/>
              </a:defRPr>
            </a:lvl4pPr>
            <a:lvl5pPr marL="1080000" indent="-216000" algn="l" defTabSz="914400" rtl="0" eaLnBrk="1" latinLnBrk="0" hangingPunct="1">
              <a:lnSpc>
                <a:spcPct val="100000"/>
              </a:lnSpc>
              <a:spcBef>
                <a:spcPts val="600"/>
              </a:spcBef>
              <a:buFont typeface="Arial" pitchFamily="34" charset="0"/>
              <a:buChar char="•"/>
              <a:defRPr sz="1200" b="0" i="0" kern="1200" spc="0">
                <a:solidFill>
                  <a:schemeClr val="tx1"/>
                </a:solidFill>
                <a:latin typeface="+mn-lt"/>
                <a:ea typeface="+mn-ea"/>
                <a:cs typeface="Calibri Light" panose="020F0302020204030204" pitchFamily="34" charset="0"/>
              </a:defRPr>
            </a:lvl5pPr>
            <a:lvl6pPr marL="0" indent="0" algn="l" defTabSz="914400" rtl="0" eaLnBrk="1" latinLnBrk="0" hangingPunct="1">
              <a:lnSpc>
                <a:spcPct val="150000"/>
              </a:lnSpc>
              <a:spcBef>
                <a:spcPts val="600"/>
              </a:spcBef>
              <a:buFont typeface="Arial"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5"/>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Gotham-Light" pitchFamily="50" charset="0"/>
                <a:ea typeface="+mn-ea"/>
                <a:cs typeface="Gotham-Light" pitchFamily="50" charset="0"/>
              </a:defRPr>
            </a:lvl9pPr>
          </a:lstStyle>
          <a:p>
            <a:pPr marL="0" marR="0" lvl="0" indent="0" algn="l" defTabSz="914400" rtl="0" eaLnBrk="1" fontAlgn="auto" latinLnBrk="0" hangingPunct="1">
              <a:lnSpc>
                <a:spcPct val="100000"/>
              </a:lnSpc>
              <a:spcBef>
                <a:spcPts val="600"/>
              </a:spcBef>
              <a:spcAft>
                <a:spcPts val="0"/>
              </a:spcAft>
              <a:buClrTx/>
              <a:buSzTx/>
              <a:buFont typeface="Arial" pitchFamily="34" charset="0"/>
              <a:buNone/>
              <a:tabLst/>
              <a:defRPr/>
            </a:pPr>
            <a:r>
              <a:rPr kumimoji="0" lang="en-DK" sz="1200" b="0" i="0" u="none" strike="noStrike" kern="1200" cap="none" spc="0" normalizeH="0" baseline="0" noProof="0">
                <a:ln>
                  <a:noFill/>
                </a:ln>
                <a:solidFill>
                  <a:srgbClr val="1F4953"/>
                </a:solidFill>
                <a:effectLst/>
                <a:uLnTx/>
                <a:uFillTx/>
                <a:latin typeface="Calibri Light"/>
                <a:ea typeface="Calibri Light"/>
                <a:cs typeface="Calibri" panose="020F0502020204030204" pitchFamily="34" charset="0"/>
              </a:rPr>
              <a:t> </a:t>
            </a:r>
          </a:p>
        </p:txBody>
      </p:sp>
      <p:sp>
        <p:nvSpPr>
          <p:cNvPr id="3" name="Title 2">
            <a:extLst>
              <a:ext uri="{FF2B5EF4-FFF2-40B4-BE49-F238E27FC236}">
                <a16:creationId xmlns:a16="http://schemas.microsoft.com/office/drawing/2014/main" id="{1EBDDAD9-04E2-4F0D-9E4A-E76814747F45}"/>
              </a:ext>
            </a:extLst>
          </p:cNvPr>
          <p:cNvSpPr>
            <a:spLocks noGrp="1"/>
          </p:cNvSpPr>
          <p:nvPr>
            <p:ph type="title"/>
          </p:nvPr>
        </p:nvSpPr>
        <p:spPr/>
        <p:txBody>
          <a:bodyPr/>
          <a:lstStyle/>
          <a:p>
            <a:r>
              <a:rPr lang="en-US" b="1">
                <a:solidFill>
                  <a:srgbClr val="52AABE"/>
                </a:solidFill>
              </a:rPr>
              <a:t>Chatbot for Scientists </a:t>
            </a:r>
            <a:r>
              <a:rPr lang="en-US">
                <a:latin typeface="Calibri" panose="020F0502020204030204" pitchFamily="34" charset="0"/>
              </a:rPr>
              <a:t>– Enabling data scientists to retrieve useful insights from internal and external data sources  </a:t>
            </a:r>
            <a:endParaRPr lang="en-GB" noProof="0">
              <a:latin typeface="Calibri" panose="020F0502020204030204" pitchFamily="34" charset="0"/>
            </a:endParaRPr>
          </a:p>
        </p:txBody>
      </p:sp>
      <p:sp>
        <p:nvSpPr>
          <p:cNvPr id="11" name="Text Placeholder 4">
            <a:extLst>
              <a:ext uri="{FF2B5EF4-FFF2-40B4-BE49-F238E27FC236}">
                <a16:creationId xmlns:a16="http://schemas.microsoft.com/office/drawing/2014/main" id="{4917F01B-BDCB-11AA-7085-345968839843}"/>
              </a:ext>
            </a:extLst>
          </p:cNvPr>
          <p:cNvSpPr>
            <a:spLocks noGrp="1"/>
          </p:cNvSpPr>
          <p:nvPr>
            <p:ph type="body" sz="quarter" idx="12"/>
          </p:nvPr>
        </p:nvSpPr>
        <p:spPr/>
        <p:txBody>
          <a:bodyPr/>
          <a:lstStyle/>
          <a:p>
            <a:r>
              <a:rPr lang="en-GB"/>
              <a:t>A3 - </a:t>
            </a:r>
            <a:r>
              <a:rPr lang="en-GB" b="1"/>
              <a:t>ADC</a:t>
            </a:r>
            <a:r>
              <a:rPr lang="en-GB"/>
              <a:t> – </a:t>
            </a:r>
            <a:r>
              <a:rPr lang="en-GB">
                <a:cs typeface="Calibri"/>
              </a:rPr>
              <a:t>Gen AI Experience</a:t>
            </a:r>
            <a:endParaRPr lang="en-DK"/>
          </a:p>
        </p:txBody>
      </p:sp>
      <p:sp>
        <p:nvSpPr>
          <p:cNvPr id="6" name="Text Placeholder 5">
            <a:extLst>
              <a:ext uri="{FF2B5EF4-FFF2-40B4-BE49-F238E27FC236}">
                <a16:creationId xmlns:a16="http://schemas.microsoft.com/office/drawing/2014/main" id="{DC0D8D18-6845-2A6C-4121-45398DB4480A}"/>
              </a:ext>
            </a:extLst>
          </p:cNvPr>
          <p:cNvSpPr>
            <a:spLocks noGrp="1"/>
          </p:cNvSpPr>
          <p:nvPr>
            <p:ph type="body" sz="quarter" idx="13"/>
          </p:nvPr>
        </p:nvSpPr>
        <p:spPr/>
        <p:txBody>
          <a:bodyPr vert="horz" lIns="0" tIns="0" rIns="0" bIns="0" rtlCol="0" anchor="t">
            <a:noAutofit/>
          </a:bodyPr>
          <a:lstStyle/>
          <a:p>
            <a:pPr marL="0" indent="0">
              <a:buNone/>
            </a:pPr>
            <a:r>
              <a:rPr lang="en-US" err="1">
                <a:cs typeface="Calibri"/>
              </a:rPr>
              <a:t>R&amp;ED</a:t>
            </a:r>
            <a:r>
              <a:rPr lang="en-US">
                <a:cs typeface="Calibri"/>
              </a:rPr>
              <a:t> data scientists at a global pharma client spend many hours identifying which data sources to use for analyses and experiments and afterwards implementing the connections. </a:t>
            </a:r>
          </a:p>
          <a:p>
            <a:pPr marL="0" indent="0">
              <a:buNone/>
            </a:pPr>
            <a:r>
              <a:rPr lang="en-US">
                <a:cs typeface="Calibri"/>
              </a:rPr>
              <a:t>The Scientific Intelligence department is committed to enhance this experience for data scientists by enabling natural language chat with LLMs to retrieve information and provide directions with various internal and external information systems. The chat solution offers </a:t>
            </a:r>
            <a:r>
              <a:rPr lang="en-US" err="1">
                <a:cs typeface="Calibri"/>
              </a:rPr>
              <a:t>democratisation</a:t>
            </a:r>
            <a:r>
              <a:rPr lang="en-US">
                <a:cs typeface="Calibri"/>
              </a:rPr>
              <a:t> of insights across </a:t>
            </a:r>
            <a:r>
              <a:rPr lang="en-US" err="1">
                <a:cs typeface="Calibri"/>
              </a:rPr>
              <a:t>R&amp;ED</a:t>
            </a:r>
            <a:r>
              <a:rPr lang="en-US">
                <a:cs typeface="Calibri"/>
              </a:rPr>
              <a:t> by leveraging multi-agent systems.</a:t>
            </a:r>
          </a:p>
          <a:p>
            <a:pPr marL="0" indent="0">
              <a:buNone/>
            </a:pPr>
            <a:r>
              <a:rPr lang="en-US">
                <a:cs typeface="Calibri"/>
              </a:rPr>
              <a:t>Leveraging our experiences from other industries, ADC brings LLM perspectives that inspire innovative solutions tailored to our clients needs. </a:t>
            </a:r>
          </a:p>
        </p:txBody>
      </p:sp>
      <p:sp>
        <p:nvSpPr>
          <p:cNvPr id="7" name="Text Placeholder 6">
            <a:extLst>
              <a:ext uri="{FF2B5EF4-FFF2-40B4-BE49-F238E27FC236}">
                <a16:creationId xmlns:a16="http://schemas.microsoft.com/office/drawing/2014/main" id="{A1DEBDC1-1F8A-C52C-A990-28C20A420656}"/>
              </a:ext>
            </a:extLst>
          </p:cNvPr>
          <p:cNvSpPr>
            <a:spLocks noGrp="1"/>
          </p:cNvSpPr>
          <p:nvPr>
            <p:ph type="body" sz="quarter" idx="14"/>
          </p:nvPr>
        </p:nvSpPr>
        <p:spPr/>
        <p:txBody>
          <a:bodyPr vert="horz" lIns="0" tIns="0" rIns="0" bIns="0" rtlCol="0" anchor="t">
            <a:noAutofit/>
          </a:bodyPr>
          <a:lstStyle/>
          <a:p>
            <a:pPr marL="0" indent="0">
              <a:buNone/>
            </a:pPr>
            <a:r>
              <a:rPr lang="en-US" b="1" noProof="0">
                <a:latin typeface="+mj-lt"/>
              </a:rPr>
              <a:t>Challenge</a:t>
            </a:r>
          </a:p>
          <a:p>
            <a:pPr marL="215900" indent="-215900"/>
            <a:r>
              <a:rPr lang="en-US" noProof="0">
                <a:cs typeface="Calibri"/>
              </a:rPr>
              <a:t>Data scientist can spend a long time finding and identifying relevant data sources for experiments and analyses. </a:t>
            </a:r>
          </a:p>
          <a:p>
            <a:pPr marL="215900" indent="-215900"/>
            <a:r>
              <a:rPr lang="en-US" noProof="0">
                <a:cs typeface="Calibri"/>
              </a:rPr>
              <a:t>With developers at different maturity levels, code generation might become a challenge and take time away from the task at hand. </a:t>
            </a:r>
          </a:p>
          <a:p>
            <a:pPr marL="215900" indent="-215900"/>
            <a:r>
              <a:rPr lang="en-US">
                <a:cs typeface="Calibri"/>
              </a:rPr>
              <a:t>Need support for scaling current solution to more data sources and stronger capabilities.</a:t>
            </a:r>
            <a:r>
              <a:rPr lang="en-GB" noProof="0">
                <a:cs typeface="Calibri"/>
              </a:rPr>
              <a:t> </a:t>
            </a:r>
            <a:endParaRPr lang="en-GB">
              <a:cs typeface="Calibri"/>
            </a:endParaRPr>
          </a:p>
          <a:p>
            <a:pPr marL="215900" indent="-215900"/>
            <a:endParaRPr lang="en-GB" noProof="0"/>
          </a:p>
        </p:txBody>
      </p:sp>
      <p:sp>
        <p:nvSpPr>
          <p:cNvPr id="8" name="Text Placeholder 7">
            <a:extLst>
              <a:ext uri="{FF2B5EF4-FFF2-40B4-BE49-F238E27FC236}">
                <a16:creationId xmlns:a16="http://schemas.microsoft.com/office/drawing/2014/main" id="{122D24CF-F0D6-9BAF-1C09-DA607A553E71}"/>
              </a:ext>
            </a:extLst>
          </p:cNvPr>
          <p:cNvSpPr>
            <a:spLocks noGrp="1"/>
          </p:cNvSpPr>
          <p:nvPr>
            <p:ph type="body" sz="quarter" idx="15"/>
          </p:nvPr>
        </p:nvSpPr>
        <p:spPr/>
        <p:txBody>
          <a:bodyPr vert="horz" lIns="0" tIns="0" rIns="0" bIns="0" rtlCol="0" anchor="t">
            <a:noAutofit/>
          </a:bodyPr>
          <a:lstStyle/>
          <a:p>
            <a:pPr marL="0" indent="0">
              <a:buNone/>
            </a:pPr>
            <a:r>
              <a:rPr lang="en-US" b="1" noProof="0">
                <a:latin typeface="+mj-lt"/>
              </a:rPr>
              <a:t>Solution</a:t>
            </a:r>
            <a:endParaRPr lang="en-GB">
              <a:cs typeface="Calibri"/>
            </a:endParaRPr>
          </a:p>
          <a:p>
            <a:pPr marL="215900" indent="-215900"/>
            <a:r>
              <a:rPr lang="en-US">
                <a:cs typeface="Calibri"/>
              </a:rPr>
              <a:t>Understanding end-users need and required analytics output to tailor the correct solution.</a:t>
            </a:r>
          </a:p>
          <a:p>
            <a:pPr marL="215900" indent="-215900"/>
            <a:r>
              <a:rPr lang="en-US">
                <a:cs typeface="Calibri"/>
              </a:rPr>
              <a:t>Hands-on technical development support focusing on code generation and </a:t>
            </a:r>
            <a:r>
              <a:rPr lang="en-US" err="1">
                <a:cs typeface="Calibri"/>
              </a:rPr>
              <a:t>visualisations</a:t>
            </a:r>
            <a:r>
              <a:rPr lang="en-US">
                <a:cs typeface="Calibri"/>
              </a:rPr>
              <a:t>.</a:t>
            </a:r>
          </a:p>
          <a:p>
            <a:pPr marL="215900" indent="-215900"/>
            <a:r>
              <a:rPr lang="en-US">
                <a:cs typeface="Calibri"/>
              </a:rPr>
              <a:t>Prompt engineering and tool implementation for securing high-quality responses without hallucinations and bias.</a:t>
            </a:r>
          </a:p>
          <a:p>
            <a:pPr marL="215900" indent="-215900"/>
            <a:r>
              <a:rPr lang="en-US">
                <a:cs typeface="Calibri"/>
              </a:rPr>
              <a:t>Deployment with </a:t>
            </a:r>
            <a:r>
              <a:rPr lang="en-US" err="1">
                <a:cs typeface="Calibri"/>
              </a:rPr>
              <a:t>EKS</a:t>
            </a:r>
            <a:r>
              <a:rPr lang="en-US">
                <a:cs typeface="Calibri"/>
              </a:rPr>
              <a:t> in AWS</a:t>
            </a:r>
            <a:endParaRPr lang="en-GB" noProof="0"/>
          </a:p>
        </p:txBody>
      </p:sp>
      <p:sp>
        <p:nvSpPr>
          <p:cNvPr id="9" name="Text Placeholder 8">
            <a:extLst>
              <a:ext uri="{FF2B5EF4-FFF2-40B4-BE49-F238E27FC236}">
                <a16:creationId xmlns:a16="http://schemas.microsoft.com/office/drawing/2014/main" id="{B89817C4-F34D-4E40-3D92-B970E41EABEC}"/>
              </a:ext>
            </a:extLst>
          </p:cNvPr>
          <p:cNvSpPr>
            <a:spLocks noGrp="1"/>
          </p:cNvSpPr>
          <p:nvPr>
            <p:ph type="body" sz="quarter" idx="16"/>
          </p:nvPr>
        </p:nvSpPr>
        <p:spPr/>
        <p:txBody>
          <a:bodyPr/>
          <a:lstStyle/>
          <a:p>
            <a:pPr marL="0" indent="0">
              <a:buNone/>
            </a:pPr>
            <a:r>
              <a:rPr lang="en-US" b="1" noProof="0">
                <a:latin typeface="+mj-lt"/>
              </a:rPr>
              <a:t>Outcome</a:t>
            </a:r>
            <a:endParaRPr lang="en-GB" sz="1400" b="1" noProof="0"/>
          </a:p>
          <a:p>
            <a:r>
              <a:rPr lang="en-US" noProof="0"/>
              <a:t>The ongoing efforts aim to result in the</a:t>
            </a:r>
            <a:r>
              <a:rPr lang="en-US"/>
              <a:t> successful development of a workflow that services the various data science profiles in </a:t>
            </a:r>
            <a:r>
              <a:rPr lang="en-US" err="1"/>
              <a:t>R&amp;ED</a:t>
            </a:r>
            <a:r>
              <a:rPr lang="en-US"/>
              <a:t>.</a:t>
            </a:r>
            <a:endParaRPr lang="en-GB" noProof="0"/>
          </a:p>
          <a:p>
            <a:r>
              <a:rPr lang="en-US"/>
              <a:t>As part of this goal, we will achieve</a:t>
            </a:r>
            <a:r>
              <a:rPr lang="en-US" noProof="0"/>
              <a:t> improved technical skills, end-user understanding, creative solutions, and value delivered through answers to desired questions.</a:t>
            </a:r>
          </a:p>
          <a:p>
            <a:endParaRPr lang="en-GB" sz="1400" noProof="0"/>
          </a:p>
        </p:txBody>
      </p:sp>
      <p:sp>
        <p:nvSpPr>
          <p:cNvPr id="30" name="TextBox 29">
            <a:extLst>
              <a:ext uri="{FF2B5EF4-FFF2-40B4-BE49-F238E27FC236}">
                <a16:creationId xmlns:a16="http://schemas.microsoft.com/office/drawing/2014/main" id="{B038D1DB-F858-6E0E-E903-6E00B755CC10}"/>
              </a:ext>
            </a:extLst>
          </p:cNvPr>
          <p:cNvSpPr txBox="1"/>
          <p:nvPr/>
        </p:nvSpPr>
        <p:spPr bwMode="gray">
          <a:xfrm>
            <a:off x="9037280" y="963561"/>
            <a:ext cx="2693370" cy="593778"/>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Calibri"/>
                <a:ea typeface="Calibri Light"/>
                <a:cs typeface="Arial"/>
              </a:rPr>
              <a:t>One interface for converse with multiple internal and external data sources</a:t>
            </a:r>
          </a:p>
        </p:txBody>
      </p:sp>
      <p:grpSp>
        <p:nvGrpSpPr>
          <p:cNvPr id="52" name="Group 51">
            <a:extLst>
              <a:ext uri="{FF2B5EF4-FFF2-40B4-BE49-F238E27FC236}">
                <a16:creationId xmlns:a16="http://schemas.microsoft.com/office/drawing/2014/main" id="{347612D7-F22C-068A-B136-FC229203462D}"/>
              </a:ext>
            </a:extLst>
          </p:cNvPr>
          <p:cNvGrpSpPr/>
          <p:nvPr/>
        </p:nvGrpSpPr>
        <p:grpSpPr>
          <a:xfrm>
            <a:off x="8514755" y="1720399"/>
            <a:ext cx="3492992" cy="3544659"/>
            <a:chOff x="4060121" y="1750495"/>
            <a:chExt cx="3492992" cy="3544659"/>
          </a:xfrm>
        </p:grpSpPr>
        <p:pic>
          <p:nvPicPr>
            <p:cNvPr id="53" name="Graphic 52" descr="Scientist female outline">
              <a:extLst>
                <a:ext uri="{FF2B5EF4-FFF2-40B4-BE49-F238E27FC236}">
                  <a16:creationId xmlns:a16="http://schemas.microsoft.com/office/drawing/2014/main" id="{821FEA72-8A8B-8A8E-E301-64233794562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459361" y="1750495"/>
              <a:ext cx="744794" cy="744794"/>
            </a:xfrm>
            <a:prstGeom prst="rect">
              <a:avLst/>
            </a:prstGeom>
          </p:spPr>
        </p:pic>
        <p:pic>
          <p:nvPicPr>
            <p:cNvPr id="54" name="Graphic 53" descr="Robot outline">
              <a:extLst>
                <a:ext uri="{FF2B5EF4-FFF2-40B4-BE49-F238E27FC236}">
                  <a16:creationId xmlns:a16="http://schemas.microsoft.com/office/drawing/2014/main" id="{8B49EDDC-4CE9-0C35-95E5-4A8BF8504BB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374558" y="2944730"/>
              <a:ext cx="914400" cy="914400"/>
            </a:xfrm>
            <a:prstGeom prst="rect">
              <a:avLst/>
            </a:prstGeom>
          </p:spPr>
        </p:pic>
        <p:pic>
          <p:nvPicPr>
            <p:cNvPr id="55" name="Graphic 54" descr="Sort outline">
              <a:extLst>
                <a:ext uri="{FF2B5EF4-FFF2-40B4-BE49-F238E27FC236}">
                  <a16:creationId xmlns:a16="http://schemas.microsoft.com/office/drawing/2014/main" id="{DCB53EE7-032D-8429-9438-4205C634657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603158" y="2489988"/>
              <a:ext cx="457200" cy="457200"/>
            </a:xfrm>
            <a:prstGeom prst="rect">
              <a:avLst/>
            </a:prstGeom>
          </p:spPr>
        </p:pic>
        <p:pic>
          <p:nvPicPr>
            <p:cNvPr id="56" name="Graphic 55" descr="Database outline">
              <a:extLst>
                <a:ext uri="{FF2B5EF4-FFF2-40B4-BE49-F238E27FC236}">
                  <a16:creationId xmlns:a16="http://schemas.microsoft.com/office/drawing/2014/main" id="{6FB3A70D-A40F-8213-F73A-62F28DF52B3F}"/>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990260" y="3192754"/>
              <a:ext cx="562853" cy="562853"/>
            </a:xfrm>
            <a:prstGeom prst="rect">
              <a:avLst/>
            </a:prstGeom>
          </p:spPr>
        </p:pic>
        <p:pic>
          <p:nvPicPr>
            <p:cNvPr id="57" name="Graphic 56" descr="Sort outline">
              <a:extLst>
                <a:ext uri="{FF2B5EF4-FFF2-40B4-BE49-F238E27FC236}">
                  <a16:creationId xmlns:a16="http://schemas.microsoft.com/office/drawing/2014/main" id="{2F92BF3A-DE82-0DB8-C6A0-F76B810ED0F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rot="5400000">
              <a:off x="6346696" y="3256355"/>
              <a:ext cx="457200" cy="457200"/>
            </a:xfrm>
            <a:prstGeom prst="rect">
              <a:avLst/>
            </a:prstGeom>
          </p:spPr>
        </p:pic>
        <p:pic>
          <p:nvPicPr>
            <p:cNvPr id="58" name="Graphic 57" descr="Folder Search outline">
              <a:extLst>
                <a:ext uri="{FF2B5EF4-FFF2-40B4-BE49-F238E27FC236}">
                  <a16:creationId xmlns:a16="http://schemas.microsoft.com/office/drawing/2014/main" id="{A393498D-67AB-44B4-F67C-C610A6329D0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503317" y="4594316"/>
              <a:ext cx="700838" cy="700838"/>
            </a:xfrm>
            <a:prstGeom prst="rect">
              <a:avLst/>
            </a:prstGeom>
          </p:spPr>
        </p:pic>
        <p:pic>
          <p:nvPicPr>
            <p:cNvPr id="59" name="Graphic 58" descr="Cmd Terminal outline">
              <a:extLst>
                <a:ext uri="{FF2B5EF4-FFF2-40B4-BE49-F238E27FC236}">
                  <a16:creationId xmlns:a16="http://schemas.microsoft.com/office/drawing/2014/main" id="{75914CBE-3669-9680-379B-1000EA4EF76B}"/>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233422" y="4271023"/>
              <a:ext cx="582925" cy="582925"/>
            </a:xfrm>
            <a:prstGeom prst="rect">
              <a:avLst/>
            </a:prstGeom>
          </p:spPr>
        </p:pic>
        <p:pic>
          <p:nvPicPr>
            <p:cNvPr id="60" name="Graphic 59" descr="Statistics outline">
              <a:extLst>
                <a:ext uri="{FF2B5EF4-FFF2-40B4-BE49-F238E27FC236}">
                  <a16:creationId xmlns:a16="http://schemas.microsoft.com/office/drawing/2014/main" id="{9690F7E1-509B-B410-2480-4EFA3B8E4E49}"/>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891125" y="4234826"/>
              <a:ext cx="661988" cy="661988"/>
            </a:xfrm>
            <a:prstGeom prst="rect">
              <a:avLst/>
            </a:prstGeom>
          </p:spPr>
        </p:pic>
        <p:sp>
          <p:nvSpPr>
            <p:cNvPr id="61" name="TextBox 60">
              <a:extLst>
                <a:ext uri="{FF2B5EF4-FFF2-40B4-BE49-F238E27FC236}">
                  <a16:creationId xmlns:a16="http://schemas.microsoft.com/office/drawing/2014/main" id="{EB40ED46-6064-9768-52DF-0E715506DB45}"/>
                </a:ext>
              </a:extLst>
            </p:cNvPr>
            <p:cNvSpPr txBox="1"/>
            <p:nvPr/>
          </p:nvSpPr>
          <p:spPr bwMode="gray">
            <a:xfrm>
              <a:off x="4060121" y="3328073"/>
              <a:ext cx="675158" cy="292213"/>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Calibri Light"/>
                  <a:ea typeface="Calibri Light"/>
                  <a:cs typeface="Arial"/>
                </a:rPr>
                <a:t>and much more…</a:t>
              </a:r>
            </a:p>
          </p:txBody>
        </p:sp>
        <p:pic>
          <p:nvPicPr>
            <p:cNvPr id="62" name="Graphic 61" descr="Sort outline">
              <a:extLst>
                <a:ext uri="{FF2B5EF4-FFF2-40B4-BE49-F238E27FC236}">
                  <a16:creationId xmlns:a16="http://schemas.microsoft.com/office/drawing/2014/main" id="{3CE87306-119C-CA21-CEE3-430BFB2BEF2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rot="5400000">
              <a:off x="4733441" y="3280670"/>
              <a:ext cx="457200" cy="457200"/>
            </a:xfrm>
            <a:prstGeom prst="rect">
              <a:avLst/>
            </a:prstGeom>
          </p:spPr>
        </p:pic>
        <p:pic>
          <p:nvPicPr>
            <p:cNvPr id="63" name="Graphic 62" descr="Sort outline">
              <a:extLst>
                <a:ext uri="{FF2B5EF4-FFF2-40B4-BE49-F238E27FC236}">
                  <a16:creationId xmlns:a16="http://schemas.microsoft.com/office/drawing/2014/main" id="{95576593-EA86-168C-6BBC-842A6D422E4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rot="7601742">
              <a:off x="6295454" y="3867947"/>
              <a:ext cx="457200" cy="457200"/>
            </a:xfrm>
            <a:prstGeom prst="rect">
              <a:avLst/>
            </a:prstGeom>
          </p:spPr>
        </p:pic>
        <p:pic>
          <p:nvPicPr>
            <p:cNvPr id="64" name="Graphic 63" descr="Sort outline">
              <a:extLst>
                <a:ext uri="{FF2B5EF4-FFF2-40B4-BE49-F238E27FC236}">
                  <a16:creationId xmlns:a16="http://schemas.microsoft.com/office/drawing/2014/main" id="{F31AAD1B-0B53-3A8D-1D60-AC7F70BEF9C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rot="13859820">
              <a:off x="4952540" y="3914148"/>
              <a:ext cx="457200" cy="457200"/>
            </a:xfrm>
            <a:prstGeom prst="rect">
              <a:avLst/>
            </a:prstGeom>
          </p:spPr>
        </p:pic>
        <p:pic>
          <p:nvPicPr>
            <p:cNvPr id="65" name="Graphic 64" descr="Sort outline">
              <a:extLst>
                <a:ext uri="{FF2B5EF4-FFF2-40B4-BE49-F238E27FC236}">
                  <a16:creationId xmlns:a16="http://schemas.microsoft.com/office/drawing/2014/main" id="{524E027A-A07E-E377-63E9-B8D232548FE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587899" y="4042423"/>
              <a:ext cx="457200" cy="457200"/>
            </a:xfrm>
            <a:prstGeom prst="rect">
              <a:avLst/>
            </a:prstGeom>
          </p:spPr>
        </p:pic>
      </p:grpSp>
      <p:grpSp>
        <p:nvGrpSpPr>
          <p:cNvPr id="12" name="Group 11">
            <a:extLst>
              <a:ext uri="{FF2B5EF4-FFF2-40B4-BE49-F238E27FC236}">
                <a16:creationId xmlns:a16="http://schemas.microsoft.com/office/drawing/2014/main" id="{E34CB3FA-6543-DF3D-FFD4-F61338C6E815}"/>
              </a:ext>
            </a:extLst>
          </p:cNvPr>
          <p:cNvGrpSpPr/>
          <p:nvPr/>
        </p:nvGrpSpPr>
        <p:grpSpPr>
          <a:xfrm>
            <a:off x="742492" y="6370298"/>
            <a:ext cx="5810897" cy="268315"/>
            <a:chOff x="742492" y="6370298"/>
            <a:chExt cx="5810897" cy="268315"/>
          </a:xfrm>
        </p:grpSpPr>
        <p:grpSp>
          <p:nvGrpSpPr>
            <p:cNvPr id="13" name="Group 12">
              <a:extLst>
                <a:ext uri="{FF2B5EF4-FFF2-40B4-BE49-F238E27FC236}">
                  <a16:creationId xmlns:a16="http://schemas.microsoft.com/office/drawing/2014/main" id="{4FC77459-FBEE-48E3-582F-D63101FEABF9}"/>
                </a:ext>
              </a:extLst>
            </p:cNvPr>
            <p:cNvGrpSpPr/>
            <p:nvPr/>
          </p:nvGrpSpPr>
          <p:grpSpPr>
            <a:xfrm>
              <a:off x="742492" y="6371054"/>
              <a:ext cx="4646401" cy="267559"/>
              <a:chOff x="6047717" y="196807"/>
              <a:chExt cx="6868419" cy="288660"/>
            </a:xfrm>
          </p:grpSpPr>
          <p:sp>
            <p:nvSpPr>
              <p:cNvPr id="16" name="Chevron 15">
                <a:extLst>
                  <a:ext uri="{FF2B5EF4-FFF2-40B4-BE49-F238E27FC236}">
                    <a16:creationId xmlns:a16="http://schemas.microsoft.com/office/drawing/2014/main" id="{54966E29-2DF2-044D-F668-EA89A6A9F87C}"/>
                  </a:ext>
                </a:extLst>
              </p:cNvPr>
              <p:cNvSpPr/>
              <p:nvPr/>
            </p:nvSpPr>
            <p:spPr bwMode="gray">
              <a:xfrm>
                <a:off x="6047717" y="196807"/>
                <a:ext cx="1722205" cy="288660"/>
              </a:xfrm>
              <a:prstGeom prst="chevron">
                <a:avLst/>
              </a:prstGeom>
              <a:solidFill>
                <a:schemeClr val="accent3">
                  <a:lumMod val="60000"/>
                  <a:lumOff val="40000"/>
                </a:schemeClr>
              </a:solidFill>
              <a:ln>
                <a:noFill/>
              </a:ln>
            </p:spPr>
            <p:txBody>
              <a:bodyPr vert="horz" lIns="18000" tIns="36000" rIns="36000" bIns="3600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Calibri"/>
                    <a:ea typeface="Calibri Light"/>
                    <a:cs typeface="Arial"/>
                  </a:rPr>
                  <a:t>Pharma Client Experience</a:t>
                </a:r>
              </a:p>
            </p:txBody>
          </p:sp>
          <p:sp>
            <p:nvSpPr>
              <p:cNvPr id="17" name="Chevron 16">
                <a:extLst>
                  <a:ext uri="{FF2B5EF4-FFF2-40B4-BE49-F238E27FC236}">
                    <a16:creationId xmlns:a16="http://schemas.microsoft.com/office/drawing/2014/main" id="{3094433A-B52C-DCD0-A7FB-208C888B4E42}"/>
                  </a:ext>
                </a:extLst>
              </p:cNvPr>
              <p:cNvSpPr/>
              <p:nvPr/>
            </p:nvSpPr>
            <p:spPr bwMode="gray">
              <a:xfrm>
                <a:off x="7768765" y="196807"/>
                <a:ext cx="1722204" cy="288660"/>
              </a:xfrm>
              <a:prstGeom prst="chevron">
                <a:avLst/>
              </a:prstGeom>
              <a:solidFill>
                <a:schemeClr val="accent3">
                  <a:lumMod val="20000"/>
                  <a:lumOff val="80000"/>
                </a:schemeClr>
              </a:solidFill>
              <a:ln>
                <a:noFill/>
              </a:ln>
            </p:spPr>
            <p:txBody>
              <a:bodyPr vert="horz" lIns="18000" tIns="36000" rIns="36000" bIns="3600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ctr" defTabSz="914400" rtl="0" eaLnBrk="1" fontAlgn="auto" latinLnBrk="0" hangingPunct="1">
                  <a:lnSpc>
                    <a:spcPct val="100000"/>
                  </a:lnSpc>
                  <a:spcBef>
                    <a:spcPts val="600"/>
                  </a:spcBef>
                  <a:spcAft>
                    <a:spcPts val="0"/>
                  </a:spcAft>
                  <a:buClrTx/>
                  <a:buSzTx/>
                  <a:buFont typeface="Wingdings" pitchFamily="2" charset="2"/>
                  <a:buChar char="ü"/>
                  <a:tabLst/>
                  <a:defRPr/>
                </a:pPr>
                <a:r>
                  <a:rPr kumimoji="0" lang="en-US" sz="900" b="0" i="0" u="none" strike="noStrike" kern="1200" cap="none" spc="0" normalizeH="0" baseline="0" noProof="0">
                    <a:ln>
                      <a:noFill/>
                    </a:ln>
                    <a:solidFill>
                      <a:srgbClr val="44463E"/>
                    </a:solidFill>
                    <a:effectLst/>
                    <a:uLnTx/>
                    <a:uFillTx/>
                    <a:latin typeface="Calibri Light"/>
                    <a:ea typeface="Calibri Light"/>
                    <a:cs typeface="Arial"/>
                  </a:rPr>
                  <a:t>Industry Expertise</a:t>
                </a:r>
              </a:p>
            </p:txBody>
          </p:sp>
          <p:sp>
            <p:nvSpPr>
              <p:cNvPr id="18" name="Chevron 17">
                <a:extLst>
                  <a:ext uri="{FF2B5EF4-FFF2-40B4-BE49-F238E27FC236}">
                    <a16:creationId xmlns:a16="http://schemas.microsoft.com/office/drawing/2014/main" id="{421F4E6D-F60D-02B8-24BB-76FAD9828F8F}"/>
                  </a:ext>
                </a:extLst>
              </p:cNvPr>
              <p:cNvSpPr/>
              <p:nvPr/>
            </p:nvSpPr>
            <p:spPr bwMode="gray">
              <a:xfrm>
                <a:off x="9490151" y="196807"/>
                <a:ext cx="1722204" cy="288660"/>
              </a:xfrm>
              <a:prstGeom prst="chevron">
                <a:avLst/>
              </a:prstGeom>
              <a:solidFill>
                <a:schemeClr val="accent3">
                  <a:lumMod val="20000"/>
                  <a:lumOff val="80000"/>
                </a:schemeClr>
              </a:solidFill>
              <a:ln>
                <a:noFill/>
              </a:ln>
            </p:spPr>
            <p:txBody>
              <a:bodyPr vert="horz" lIns="18000" tIns="36000" rIns="36000" bIns="3600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ctr" defTabSz="914400" rtl="0" eaLnBrk="1" fontAlgn="auto" latinLnBrk="0" hangingPunct="1">
                  <a:lnSpc>
                    <a:spcPct val="100000"/>
                  </a:lnSpc>
                  <a:spcBef>
                    <a:spcPts val="600"/>
                  </a:spcBef>
                  <a:spcAft>
                    <a:spcPts val="0"/>
                  </a:spcAft>
                  <a:buClrTx/>
                  <a:buSzTx/>
                  <a:buFont typeface="Wingdings" pitchFamily="2" charset="2"/>
                  <a:buChar char="ü"/>
                  <a:tabLst/>
                  <a:defRPr/>
                </a:pPr>
                <a:r>
                  <a:rPr kumimoji="0" lang="en-US" sz="900" b="0" i="0" u="none" strike="noStrike" kern="1200" cap="none" spc="0" normalizeH="0" baseline="0" noProof="0">
                    <a:ln>
                      <a:noFill/>
                    </a:ln>
                    <a:solidFill>
                      <a:srgbClr val="44463E"/>
                    </a:solidFill>
                    <a:effectLst/>
                    <a:uLnTx/>
                    <a:uFillTx/>
                    <a:latin typeface="Calibri Light"/>
                    <a:ea typeface="Calibri Light"/>
                    <a:cs typeface="Arial"/>
                  </a:rPr>
                  <a:t>Technical Expertise</a:t>
                </a:r>
              </a:p>
            </p:txBody>
          </p:sp>
          <p:sp>
            <p:nvSpPr>
              <p:cNvPr id="19" name="Chevron 18">
                <a:extLst>
                  <a:ext uri="{FF2B5EF4-FFF2-40B4-BE49-F238E27FC236}">
                    <a16:creationId xmlns:a16="http://schemas.microsoft.com/office/drawing/2014/main" id="{4D550B95-E0BA-C24F-C6C3-EFDF25F2EBCB}"/>
                  </a:ext>
                </a:extLst>
              </p:cNvPr>
              <p:cNvSpPr/>
              <p:nvPr/>
            </p:nvSpPr>
            <p:spPr bwMode="gray">
              <a:xfrm>
                <a:off x="11193933" y="196807"/>
                <a:ext cx="1722203" cy="288659"/>
              </a:xfrm>
              <a:prstGeom prst="chevron">
                <a:avLst/>
              </a:prstGeom>
              <a:solidFill>
                <a:schemeClr val="accent3">
                  <a:lumMod val="20000"/>
                  <a:lumOff val="80000"/>
                </a:schemeClr>
              </a:solidFill>
              <a:ln>
                <a:noFill/>
              </a:ln>
            </p:spPr>
            <p:txBody>
              <a:bodyPr vert="horz" lIns="18000" tIns="36000" rIns="36000" bIns="3600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ctr" defTabSz="914400" rtl="0" eaLnBrk="1" fontAlgn="auto" latinLnBrk="0" hangingPunct="1">
                  <a:lnSpc>
                    <a:spcPct val="100000"/>
                  </a:lnSpc>
                  <a:spcBef>
                    <a:spcPts val="600"/>
                  </a:spcBef>
                  <a:spcAft>
                    <a:spcPts val="0"/>
                  </a:spcAft>
                  <a:buClrTx/>
                  <a:buSzTx/>
                  <a:buFont typeface="Wingdings" pitchFamily="2" charset="2"/>
                  <a:buChar char="ü"/>
                  <a:tabLst/>
                  <a:defRPr/>
                </a:pPr>
                <a:r>
                  <a:rPr kumimoji="0" lang="en-US" sz="900" b="0" i="0" u="none" strike="noStrike" kern="1200" cap="none" spc="0" normalizeH="0" baseline="0" noProof="0">
                    <a:ln>
                      <a:noFill/>
                    </a:ln>
                    <a:solidFill>
                      <a:srgbClr val="44463E"/>
                    </a:solidFill>
                    <a:effectLst/>
                    <a:uLnTx/>
                    <a:uFillTx/>
                    <a:latin typeface="Calibri Light"/>
                    <a:ea typeface="Calibri Light"/>
                    <a:cs typeface="Arial"/>
                  </a:rPr>
                  <a:t>LLM Domain Expertise</a:t>
                </a:r>
              </a:p>
            </p:txBody>
          </p:sp>
        </p:grpSp>
        <p:sp>
          <p:nvSpPr>
            <p:cNvPr id="14" name="Chevron 13">
              <a:extLst>
                <a:ext uri="{FF2B5EF4-FFF2-40B4-BE49-F238E27FC236}">
                  <a16:creationId xmlns:a16="http://schemas.microsoft.com/office/drawing/2014/main" id="{A22CBA86-AB83-3928-A8E6-C1AF9DD1AE42}"/>
                </a:ext>
              </a:extLst>
            </p:cNvPr>
            <p:cNvSpPr/>
            <p:nvPr/>
          </p:nvSpPr>
          <p:spPr bwMode="gray">
            <a:xfrm>
              <a:off x="5388340" y="6370298"/>
              <a:ext cx="1165049" cy="267558"/>
            </a:xfrm>
            <a:prstGeom prst="chevron">
              <a:avLst/>
            </a:prstGeom>
            <a:solidFill>
              <a:schemeClr val="accent3">
                <a:lumMod val="20000"/>
                <a:lumOff val="80000"/>
              </a:schemeClr>
            </a:solidFill>
            <a:ln>
              <a:noFill/>
            </a:ln>
          </p:spPr>
          <p:txBody>
            <a:bodyPr vert="horz" lIns="18000" tIns="36000" rIns="36000" bIns="3600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ctr" defTabSz="914400" rtl="0" eaLnBrk="1" fontAlgn="auto" latinLnBrk="0" hangingPunct="1">
                <a:lnSpc>
                  <a:spcPct val="100000"/>
                </a:lnSpc>
                <a:spcBef>
                  <a:spcPts val="600"/>
                </a:spcBef>
                <a:spcAft>
                  <a:spcPts val="0"/>
                </a:spcAft>
                <a:buClrTx/>
                <a:buSzTx/>
                <a:buFont typeface="Wingdings" pitchFamily="2" charset="2"/>
                <a:buChar char="ü"/>
                <a:tabLst/>
                <a:defRPr/>
              </a:pPr>
              <a:r>
                <a:rPr kumimoji="0" lang="en-US" sz="900" b="0" i="0" u="none" strike="noStrike" kern="1200" cap="none" spc="0" normalizeH="0" baseline="0" noProof="0">
                  <a:ln>
                    <a:noFill/>
                  </a:ln>
                  <a:solidFill>
                    <a:srgbClr val="44463E"/>
                  </a:solidFill>
                  <a:effectLst/>
                  <a:uLnTx/>
                  <a:uFillTx/>
                  <a:latin typeface="Calibri Light"/>
                  <a:ea typeface="Calibri Light"/>
                  <a:cs typeface="Arial"/>
                </a:rPr>
                <a:t>Scalable </a:t>
              </a:r>
              <a:br>
                <a:rPr kumimoji="0" lang="en-US" sz="900" b="0" i="0" u="none" strike="noStrike" kern="1200" cap="none" spc="0" normalizeH="0" baseline="0" noProof="0">
                  <a:ln>
                    <a:noFill/>
                  </a:ln>
                  <a:solidFill>
                    <a:srgbClr val="44463E"/>
                  </a:solidFill>
                  <a:effectLst/>
                  <a:uLnTx/>
                  <a:uFillTx/>
                  <a:latin typeface="Calibri Light"/>
                  <a:ea typeface="Calibri Light"/>
                  <a:cs typeface="Arial"/>
                </a:rPr>
              </a:br>
              <a:r>
                <a:rPr kumimoji="0" lang="en-US" sz="900" b="0" i="0" u="none" strike="noStrike" kern="1200" cap="none" spc="0" normalizeH="0" baseline="0" noProof="0">
                  <a:ln>
                    <a:noFill/>
                  </a:ln>
                  <a:solidFill>
                    <a:srgbClr val="44463E"/>
                  </a:solidFill>
                  <a:effectLst/>
                  <a:uLnTx/>
                  <a:uFillTx/>
                  <a:latin typeface="Calibri Light"/>
                  <a:ea typeface="Calibri Light"/>
                  <a:cs typeface="Arial"/>
                </a:rPr>
                <a:t>set up</a:t>
              </a:r>
            </a:p>
          </p:txBody>
        </p:sp>
      </p:grpSp>
      <p:sp>
        <p:nvSpPr>
          <p:cNvPr id="2" name="Slide Number Placeholder 9">
            <a:extLst>
              <a:ext uri="{FF2B5EF4-FFF2-40B4-BE49-F238E27FC236}">
                <a16:creationId xmlns:a16="http://schemas.microsoft.com/office/drawing/2014/main" id="{53AC1FE8-9DDB-F38D-6132-CE55463232B9}"/>
              </a:ext>
            </a:extLst>
          </p:cNvPr>
          <p:cNvSpPr>
            <a:spLocks noGrp="1"/>
          </p:cNvSpPr>
          <p:nvPr>
            <p:ph type="sldNum" sz="quarter" idx="17"/>
            <p:custDataLst>
              <p:tags r:id="rId2"/>
            </p:custDataLst>
          </p:nvPr>
        </p:nvSpPr>
        <p:spPr>
          <a:xfrm>
            <a:off x="11126972" y="6384367"/>
            <a:ext cx="704666" cy="181362"/>
          </a:xfrm>
        </p:spPr>
        <p:txBody>
          <a:bodyPr/>
          <a:lstStyle/>
          <a:p>
            <a:pPr marL="0" marR="0" lvl="0" indent="0" algn="r" defTabSz="914400" rtl="0" eaLnBrk="1" fontAlgn="auto" latinLnBrk="0" hangingPunct="1">
              <a:lnSpc>
                <a:spcPct val="100000"/>
              </a:lnSpc>
              <a:spcBef>
                <a:spcPct val="0"/>
              </a:spcBef>
              <a:spcAft>
                <a:spcPct val="0"/>
              </a:spcAft>
              <a:buClrTx/>
              <a:buSzTx/>
              <a:buFontTx/>
              <a:buNone/>
              <a:tabLst/>
              <a:defRPr/>
            </a:pPr>
            <a:fld id="{10BE2C1E-995C-4121-AD26-7DE6C74EE600}" type="slidenum">
              <a:rPr kumimoji="0" lang="defaultLanguage" sz="1000" b="0" i="0" u="none" strike="noStrike" kern="1200" cap="none" spc="0" normalizeH="0" baseline="0" noProof="0" smtClean="0">
                <a:ln>
                  <a:noFill/>
                </a:ln>
                <a:solidFill>
                  <a:srgbClr val="FFFFFF"/>
                </a:solidFill>
                <a:effectLst/>
                <a:uLnTx/>
                <a:uFillTx/>
                <a:latin typeface="Calibri Light"/>
                <a:ea typeface="Calibri Light"/>
                <a:cs typeface="Arial"/>
              </a:rPr>
              <a:pPr marL="0" marR="0" lvl="0" indent="0" algn="r" defTabSz="914400" rtl="0" eaLnBrk="1" fontAlgn="auto" latinLnBrk="0" hangingPunct="1">
                <a:lnSpc>
                  <a:spcPct val="100000"/>
                </a:lnSpc>
                <a:spcBef>
                  <a:spcPct val="0"/>
                </a:spcBef>
                <a:spcAft>
                  <a:spcPct val="0"/>
                </a:spcAft>
                <a:buClrTx/>
                <a:buSzTx/>
                <a:buFontTx/>
                <a:buNone/>
                <a:tabLst/>
                <a:defRPr/>
              </a:pPr>
              <a:t>43</a:t>
            </a:fld>
            <a:endParaRPr kumimoji="0" lang="en-GB" sz="1000" b="0" i="0" u="none" strike="noStrike" kern="1200" cap="none" spc="0" normalizeH="0" baseline="0" noProof="0">
              <a:ln>
                <a:noFill/>
              </a:ln>
              <a:solidFill>
                <a:srgbClr val="FFFFFF"/>
              </a:solidFill>
              <a:effectLst/>
              <a:uLnTx/>
              <a:uFillTx/>
              <a:latin typeface="Calibri Light"/>
              <a:ea typeface="Calibri Light"/>
              <a:cs typeface="Arial"/>
            </a:endParaRPr>
          </a:p>
        </p:txBody>
      </p:sp>
    </p:spTree>
    <p:custDataLst>
      <p:tags r:id="rId1"/>
    </p:custDataLst>
    <p:extLst>
      <p:ext uri="{BB962C8B-B14F-4D97-AF65-F5344CB8AC3E}">
        <p14:creationId xmlns:p14="http://schemas.microsoft.com/office/powerpoint/2010/main" val="1124651613"/>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Picture Placeholder 5">
            <a:extLst>
              <a:ext uri="{FF2B5EF4-FFF2-40B4-BE49-F238E27FC236}">
                <a16:creationId xmlns:a16="http://schemas.microsoft.com/office/drawing/2014/main" id="{40AB49CC-946B-1018-0C23-701BFB06268A}"/>
              </a:ext>
            </a:extLst>
          </p:cNvPr>
          <p:cNvSpPr>
            <a:spLocks noGrp="1"/>
          </p:cNvSpPr>
          <p:nvPr>
            <p:ph type="pic" sz="quarter" idx="11"/>
          </p:nvPr>
        </p:nvSpPr>
        <p:spPr>
          <a:xfrm>
            <a:off x="8121330" y="0"/>
            <a:ext cx="4070667" cy="6858000"/>
          </a:xfrm>
          <a:solidFill>
            <a:schemeClr val="accent3">
              <a:lumMod val="20000"/>
              <a:lumOff val="80000"/>
              <a:alpha val="86000"/>
            </a:schemeClr>
          </a:solidFill>
        </p:spPr>
        <p:txBody>
          <a:bodyPr/>
          <a:lstStyle/>
          <a:p>
            <a:pPr marL="0" indent="0">
              <a:buNone/>
            </a:pPr>
            <a:r>
              <a:rPr lang="en-DK"/>
              <a:t>   </a:t>
            </a:r>
          </a:p>
        </p:txBody>
      </p:sp>
      <p:cxnSp>
        <p:nvCxnSpPr>
          <p:cNvPr id="29" name="Straight Connector 28">
            <a:extLst>
              <a:ext uri="{FF2B5EF4-FFF2-40B4-BE49-F238E27FC236}">
                <a16:creationId xmlns:a16="http://schemas.microsoft.com/office/drawing/2014/main" id="{748B7FE9-CDAF-4789-3124-BBB60BE3667B}"/>
              </a:ext>
            </a:extLst>
          </p:cNvPr>
          <p:cNvCxnSpPr>
            <a:cxnSpLocks/>
          </p:cNvCxnSpPr>
          <p:nvPr/>
        </p:nvCxnSpPr>
        <p:spPr bwMode="gray">
          <a:xfrm>
            <a:off x="8131267" y="0"/>
            <a:ext cx="0" cy="6876774"/>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Title 2">
            <a:extLst>
              <a:ext uri="{FF2B5EF4-FFF2-40B4-BE49-F238E27FC236}">
                <a16:creationId xmlns:a16="http://schemas.microsoft.com/office/drawing/2014/main" id="{2CD866DD-9FF5-6779-553D-FC2A647663E9}"/>
              </a:ext>
            </a:extLst>
          </p:cNvPr>
          <p:cNvSpPr>
            <a:spLocks noGrp="1"/>
          </p:cNvSpPr>
          <p:nvPr>
            <p:ph type="title"/>
          </p:nvPr>
        </p:nvSpPr>
        <p:spPr/>
        <p:txBody>
          <a:bodyPr/>
          <a:lstStyle/>
          <a:p>
            <a:r>
              <a:rPr lang="en-GB" b="1">
                <a:solidFill>
                  <a:srgbClr val="52AABE"/>
                </a:solidFill>
                <a:cs typeface="Calibri"/>
              </a:rPr>
              <a:t>LLM-powered chatbots </a:t>
            </a:r>
            <a:r>
              <a:rPr lang="en-GB">
                <a:solidFill>
                  <a:srgbClr val="52AABE"/>
                </a:solidFill>
                <a:cs typeface="Calibri"/>
              </a:rPr>
              <a:t>–</a:t>
            </a:r>
            <a:r>
              <a:rPr lang="en-GB">
                <a:cs typeface="Calibri"/>
              </a:rPr>
              <a:t> </a:t>
            </a:r>
            <a:r>
              <a:rPr lang="en-DK">
                <a:cs typeface="Calibri"/>
              </a:rPr>
              <a:t>We </a:t>
            </a:r>
            <a:r>
              <a:rPr lang="en-GB">
                <a:cs typeface="Calibri"/>
              </a:rPr>
              <a:t>t</a:t>
            </a:r>
            <a:r>
              <a:rPr lang="en-GB"/>
              <a:t>ransformed the customer support for a Global Insurance Leader into a 24/7 service</a:t>
            </a:r>
            <a:endParaRPr lang="en-DK">
              <a:cs typeface="Calibri"/>
            </a:endParaRPr>
          </a:p>
        </p:txBody>
      </p:sp>
      <p:sp>
        <p:nvSpPr>
          <p:cNvPr id="6" name="Text Placeholder 5">
            <a:extLst>
              <a:ext uri="{FF2B5EF4-FFF2-40B4-BE49-F238E27FC236}">
                <a16:creationId xmlns:a16="http://schemas.microsoft.com/office/drawing/2014/main" id="{A486D4C2-9885-9984-ED39-35079F1610C0}"/>
              </a:ext>
            </a:extLst>
          </p:cNvPr>
          <p:cNvSpPr>
            <a:spLocks noGrp="1"/>
          </p:cNvSpPr>
          <p:nvPr>
            <p:ph type="body" sz="quarter" idx="13"/>
          </p:nvPr>
        </p:nvSpPr>
        <p:spPr/>
        <p:txBody>
          <a:bodyPr/>
          <a:lstStyle/>
          <a:p>
            <a:pPr marL="0" indent="0">
              <a:buNone/>
            </a:pPr>
            <a:r>
              <a:rPr lang="en-GB"/>
              <a:t>Transforming customer support for a large insurance company seeking 24/7 service while mitigating costs. </a:t>
            </a:r>
          </a:p>
          <a:p>
            <a:pPr marL="0" indent="0">
              <a:buNone/>
            </a:pPr>
            <a:r>
              <a:rPr lang="en-GB"/>
              <a:t>Our client, a large international insurance company, was looking to increase the engagement and satisfaction of their customers by providing 24/7 customer support. </a:t>
            </a:r>
          </a:p>
          <a:p>
            <a:pPr marL="0" indent="0">
              <a:buNone/>
            </a:pPr>
            <a:r>
              <a:rPr lang="en-GB"/>
              <a:t>However, offering such support is costly, prompting them to investigate other options. Consequently, they approached ADC to investigate the possibility of using LLM-powered chatbots to help alleviate the pressure on their support desks and obtain a highly tailored solution that would comply with their corporate values while also engaging their customers.</a:t>
            </a:r>
          </a:p>
        </p:txBody>
      </p:sp>
      <p:sp>
        <p:nvSpPr>
          <p:cNvPr id="7" name="Text Placeholder 6">
            <a:extLst>
              <a:ext uri="{FF2B5EF4-FFF2-40B4-BE49-F238E27FC236}">
                <a16:creationId xmlns:a16="http://schemas.microsoft.com/office/drawing/2014/main" id="{6E379662-FC4A-2BF9-CC0B-8E8FD42438B6}"/>
              </a:ext>
            </a:extLst>
          </p:cNvPr>
          <p:cNvSpPr>
            <a:spLocks noGrp="1"/>
          </p:cNvSpPr>
          <p:nvPr>
            <p:ph type="body" sz="quarter" idx="14"/>
          </p:nvPr>
        </p:nvSpPr>
        <p:spPr>
          <a:xfrm>
            <a:off x="360364" y="3357563"/>
            <a:ext cx="2174854" cy="2749550"/>
          </a:xfrm>
        </p:spPr>
        <p:txBody>
          <a:bodyPr/>
          <a:lstStyle/>
          <a:p>
            <a:pPr marL="0" indent="0">
              <a:buNone/>
            </a:pPr>
            <a:r>
              <a:rPr lang="en-GB" b="1">
                <a:latin typeface="+mj-lt"/>
              </a:rPr>
              <a:t>Challenge</a:t>
            </a:r>
          </a:p>
          <a:p>
            <a:r>
              <a:rPr lang="en-GB"/>
              <a:t>Transforming customer support for a large insurance company seeking 24/7 service while mitigating costs.” </a:t>
            </a:r>
          </a:p>
          <a:p>
            <a:r>
              <a:rPr lang="en-GB"/>
              <a:t>Our client wanted to increase engagement and satisfaction of their customers by providing 24/7 customer support. </a:t>
            </a:r>
          </a:p>
          <a:p>
            <a:r>
              <a:rPr lang="en-GB"/>
              <a:t>However, offering such support is costly, prompting them to investigate other options.</a:t>
            </a:r>
            <a:endParaRPr lang="en-DK"/>
          </a:p>
        </p:txBody>
      </p:sp>
      <p:sp>
        <p:nvSpPr>
          <p:cNvPr id="8" name="Text Placeholder 7">
            <a:extLst>
              <a:ext uri="{FF2B5EF4-FFF2-40B4-BE49-F238E27FC236}">
                <a16:creationId xmlns:a16="http://schemas.microsoft.com/office/drawing/2014/main" id="{54ADA4AA-651E-7117-97C8-389D7FC59F6C}"/>
              </a:ext>
            </a:extLst>
          </p:cNvPr>
          <p:cNvSpPr>
            <a:spLocks noGrp="1"/>
          </p:cNvSpPr>
          <p:nvPr>
            <p:ph type="body" sz="quarter" idx="15"/>
          </p:nvPr>
        </p:nvSpPr>
        <p:spPr>
          <a:xfrm>
            <a:off x="3060020" y="3357562"/>
            <a:ext cx="2208143" cy="3205127"/>
          </a:xfrm>
        </p:spPr>
        <p:txBody>
          <a:bodyPr/>
          <a:lstStyle/>
          <a:p>
            <a:pPr marL="0" indent="0">
              <a:buNone/>
            </a:pPr>
            <a:r>
              <a:rPr lang="en-GB" b="1">
                <a:latin typeface="+mj-lt"/>
              </a:rPr>
              <a:t>Solution</a:t>
            </a:r>
          </a:p>
          <a:p>
            <a:r>
              <a:rPr lang="en-GB"/>
              <a:t>Implement a two-model setup using LLM and RAG for precise chatbot responses on Azure Cloud.</a:t>
            </a:r>
          </a:p>
          <a:p>
            <a:r>
              <a:rPr lang="en-GB"/>
              <a:t>Ensure performance, flexibility, and data privacy by filtering harmful or biased content and adapting to changes.</a:t>
            </a:r>
          </a:p>
          <a:p>
            <a:r>
              <a:rPr lang="en-GB"/>
              <a:t>Host the solution on the client's cloud servers and virtual network, prioritising data privacy and ownership.</a:t>
            </a:r>
          </a:p>
        </p:txBody>
      </p:sp>
      <p:sp>
        <p:nvSpPr>
          <p:cNvPr id="9" name="Text Placeholder 8">
            <a:extLst>
              <a:ext uri="{FF2B5EF4-FFF2-40B4-BE49-F238E27FC236}">
                <a16:creationId xmlns:a16="http://schemas.microsoft.com/office/drawing/2014/main" id="{78D21A76-8248-4E09-BF7D-E38E7E799EBC}"/>
              </a:ext>
            </a:extLst>
          </p:cNvPr>
          <p:cNvSpPr>
            <a:spLocks noGrp="1"/>
          </p:cNvSpPr>
          <p:nvPr>
            <p:ph type="body" sz="quarter" idx="16"/>
          </p:nvPr>
        </p:nvSpPr>
        <p:spPr>
          <a:xfrm>
            <a:off x="5705248" y="3357562"/>
            <a:ext cx="2140375" cy="3023765"/>
          </a:xfrm>
        </p:spPr>
        <p:txBody>
          <a:bodyPr/>
          <a:lstStyle/>
          <a:p>
            <a:pPr marL="0" indent="0">
              <a:buNone/>
            </a:pPr>
            <a:r>
              <a:rPr lang="en-GB" b="1">
                <a:latin typeface="+mj-lt"/>
              </a:rPr>
              <a:t>Result</a:t>
            </a:r>
          </a:p>
          <a:p>
            <a:r>
              <a:rPr lang="en-GB"/>
              <a:t>For each domain, the client received a user-friendly front-end where the customer can interact with the chatbot, a robust back-end with the infrastructure to host the system and log interactions, and documentation covering the entire system.</a:t>
            </a:r>
          </a:p>
          <a:p>
            <a:r>
              <a:rPr lang="en-GB"/>
              <a:t>Through this project, our client achieved significant milestones, including 24/7 customer support on multiple customer support domains, setting them apart from competitors</a:t>
            </a:r>
          </a:p>
          <a:p>
            <a:pPr marL="0" indent="0">
              <a:buNone/>
            </a:pPr>
            <a:endParaRPr lang="en-GB"/>
          </a:p>
          <a:p>
            <a:endParaRPr lang="en-GB"/>
          </a:p>
        </p:txBody>
      </p:sp>
      <p:sp>
        <p:nvSpPr>
          <p:cNvPr id="10" name="Slide Number Placeholder 9">
            <a:extLst>
              <a:ext uri="{FF2B5EF4-FFF2-40B4-BE49-F238E27FC236}">
                <a16:creationId xmlns:a16="http://schemas.microsoft.com/office/drawing/2014/main" id="{8A6E05A6-370D-4A28-4832-AFF129D76D02}"/>
              </a:ext>
            </a:extLst>
          </p:cNvPr>
          <p:cNvSpPr>
            <a:spLocks noGrp="1"/>
          </p:cNvSpPr>
          <p:nvPr>
            <p:ph type="sldNum" sz="quarter" idx="17"/>
          </p:nvPr>
        </p:nvSpPr>
        <p:spPr>
          <a:xfrm>
            <a:off x="11126972" y="6401206"/>
            <a:ext cx="704666" cy="181362"/>
          </a:xfrm>
        </p:spPr>
        <p:txBody>
          <a:bodyPr/>
          <a:lstStyle/>
          <a:p>
            <a:pPr marL="0" marR="0" lvl="0" indent="0" algn="r" defTabSz="914400" rtl="0" eaLnBrk="1" fontAlgn="auto" latinLnBrk="0" hangingPunct="1">
              <a:lnSpc>
                <a:spcPct val="100000"/>
              </a:lnSpc>
              <a:spcBef>
                <a:spcPct val="0"/>
              </a:spcBef>
              <a:spcAft>
                <a:spcPct val="0"/>
              </a:spcAft>
              <a:buClrTx/>
              <a:buSzTx/>
              <a:buFontTx/>
              <a:buNone/>
              <a:tabLst/>
              <a:defRPr/>
            </a:pPr>
            <a:fld id="{10BE2C1E-995C-4121-AD26-7DE6C74EE600}" type="slidenum">
              <a:rPr kumimoji="0" lang="en-GB" sz="1000" b="0" i="0" u="none" strike="noStrike" kern="1200" cap="none" spc="0" normalizeH="0" baseline="0" noProof="0" smtClean="0">
                <a:ln>
                  <a:noFill/>
                </a:ln>
                <a:solidFill>
                  <a:srgbClr val="FFFFFF"/>
                </a:solidFill>
                <a:effectLst/>
                <a:uLnTx/>
                <a:uFillTx/>
                <a:latin typeface="Calibri Light"/>
                <a:ea typeface="Calibri Light"/>
                <a:cs typeface="Arial"/>
              </a:rPr>
              <a:pPr marL="0" marR="0" lvl="0" indent="0" algn="r" defTabSz="914400" rtl="0" eaLnBrk="1" fontAlgn="auto" latinLnBrk="0" hangingPunct="1">
                <a:lnSpc>
                  <a:spcPct val="100000"/>
                </a:lnSpc>
                <a:spcBef>
                  <a:spcPct val="0"/>
                </a:spcBef>
                <a:spcAft>
                  <a:spcPct val="0"/>
                </a:spcAft>
                <a:buClrTx/>
                <a:buSzTx/>
                <a:buFontTx/>
                <a:buNone/>
                <a:tabLst/>
                <a:defRPr/>
              </a:pPr>
              <a:t>44</a:t>
            </a:fld>
            <a:endParaRPr kumimoji="0" lang="en-GB" sz="1000" b="0" i="0" u="none" strike="noStrike" kern="1200" cap="none" spc="0" normalizeH="0" baseline="0" noProof="0">
              <a:ln>
                <a:noFill/>
              </a:ln>
              <a:solidFill>
                <a:srgbClr val="FFFFFF"/>
              </a:solidFill>
              <a:effectLst/>
              <a:uLnTx/>
              <a:uFillTx/>
              <a:latin typeface="Calibri Light"/>
              <a:ea typeface="Calibri Light"/>
              <a:cs typeface="Arial"/>
            </a:endParaRPr>
          </a:p>
        </p:txBody>
      </p:sp>
      <p:pic>
        <p:nvPicPr>
          <p:cNvPr id="12" name="Picture 11" descr="A screenshot of a computer&#10;&#10;Description automatically generated">
            <a:extLst>
              <a:ext uri="{FF2B5EF4-FFF2-40B4-BE49-F238E27FC236}">
                <a16:creationId xmlns:a16="http://schemas.microsoft.com/office/drawing/2014/main" id="{2498CDF8-9CDA-E5E7-6F20-6F7F41CA7BB0}"/>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8790432" y="470076"/>
            <a:ext cx="1771699" cy="1946424"/>
          </a:xfrm>
          <a:prstGeom prst="rect">
            <a:avLst/>
          </a:prstGeom>
        </p:spPr>
      </p:pic>
      <p:pic>
        <p:nvPicPr>
          <p:cNvPr id="16" name="Picture 15" descr="A screenshot of a computer&#10;&#10;Description automatically generated">
            <a:extLst>
              <a:ext uri="{FF2B5EF4-FFF2-40B4-BE49-F238E27FC236}">
                <a16:creationId xmlns:a16="http://schemas.microsoft.com/office/drawing/2014/main" id="{532DDBD4-F8C1-82D4-006C-BFF4D09955D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790432" y="4549766"/>
            <a:ext cx="1761287" cy="1946424"/>
          </a:xfrm>
          <a:prstGeom prst="rect">
            <a:avLst/>
          </a:prstGeom>
        </p:spPr>
      </p:pic>
      <p:pic>
        <p:nvPicPr>
          <p:cNvPr id="20" name="Picture 19" descr="A screenshot of a computer&#10;&#10;Description automatically generated">
            <a:extLst>
              <a:ext uri="{FF2B5EF4-FFF2-40B4-BE49-F238E27FC236}">
                <a16:creationId xmlns:a16="http://schemas.microsoft.com/office/drawing/2014/main" id="{7DA94FA6-5F6E-E1AC-A98B-55E422A9D61F}"/>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a:xfrm>
            <a:off x="8790432" y="2512661"/>
            <a:ext cx="1779531" cy="1946424"/>
          </a:xfrm>
          <a:prstGeom prst="rect">
            <a:avLst/>
          </a:prstGeom>
        </p:spPr>
      </p:pic>
      <p:sp>
        <p:nvSpPr>
          <p:cNvPr id="21" name="TextBox 20">
            <a:extLst>
              <a:ext uri="{FF2B5EF4-FFF2-40B4-BE49-F238E27FC236}">
                <a16:creationId xmlns:a16="http://schemas.microsoft.com/office/drawing/2014/main" id="{72AA6FE0-B55B-E8E4-61C3-8B9D9E25FA90}"/>
              </a:ext>
            </a:extLst>
          </p:cNvPr>
          <p:cNvSpPr txBox="1"/>
          <p:nvPr/>
        </p:nvSpPr>
        <p:spPr bwMode="gray">
          <a:xfrm>
            <a:off x="10708887" y="721928"/>
            <a:ext cx="1068585" cy="5333398"/>
          </a:xfrm>
          <a:prstGeom prst="rect">
            <a:avLst/>
          </a:prstGeom>
          <a:noFill/>
        </p:spPr>
        <p:txBody>
          <a:bodyPr wrap="square" lIns="0" tIns="0" rIns="0" bIns="0" rtlCol="0">
            <a:noAutofit/>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GB" sz="1000" b="0" i="0" u="none" strike="noStrike" kern="1200" cap="none" spc="0" normalizeH="0" baseline="0" noProof="0">
                <a:ln>
                  <a:noFill/>
                </a:ln>
                <a:solidFill>
                  <a:srgbClr val="2A6270"/>
                </a:solidFill>
                <a:effectLst/>
                <a:uLnTx/>
                <a:uFillTx/>
                <a:latin typeface="Calibri Light"/>
                <a:ea typeface="Calibri Light"/>
                <a:cs typeface="Arial"/>
              </a:rPr>
              <a:t>This architecture is the simplest but lacks content and does not audit tone or filter harmful content. </a:t>
            </a:r>
          </a:p>
          <a:p>
            <a:pPr marL="0" marR="0" lvl="0" indent="0" algn="l" defTabSz="914400" rtl="0" eaLnBrk="1" fontAlgn="auto" latinLnBrk="0" hangingPunct="1">
              <a:lnSpc>
                <a:spcPct val="100000"/>
              </a:lnSpc>
              <a:spcBef>
                <a:spcPts val="600"/>
              </a:spcBef>
              <a:spcAft>
                <a:spcPts val="0"/>
              </a:spcAft>
              <a:buClrTx/>
              <a:buSzTx/>
              <a:buFontTx/>
              <a:buNone/>
              <a:tabLst/>
              <a:defRPr/>
            </a:pPr>
            <a:endParaRPr kumimoji="0" lang="en-GB" sz="1000" b="0" i="0" u="none" strike="noStrike" kern="1200" cap="none" spc="0" normalizeH="0" baseline="0" noProof="0">
              <a:ln>
                <a:noFill/>
              </a:ln>
              <a:solidFill>
                <a:srgbClr val="2A6270"/>
              </a:solidFill>
              <a:effectLst/>
              <a:uLnTx/>
              <a:uFillTx/>
              <a:latin typeface="Calibri Light"/>
              <a:ea typeface="Calibri Light"/>
              <a:cs typeface="Arial"/>
            </a:endParaRPr>
          </a:p>
          <a:p>
            <a:pPr marL="0" marR="0" lvl="0" indent="0" algn="l" defTabSz="914400" rtl="0" eaLnBrk="1" fontAlgn="auto" latinLnBrk="0" hangingPunct="1">
              <a:lnSpc>
                <a:spcPct val="100000"/>
              </a:lnSpc>
              <a:spcBef>
                <a:spcPts val="600"/>
              </a:spcBef>
              <a:spcAft>
                <a:spcPts val="0"/>
              </a:spcAft>
              <a:buClrTx/>
              <a:buSzTx/>
              <a:buFontTx/>
              <a:buNone/>
              <a:tabLst/>
              <a:defRPr/>
            </a:pPr>
            <a:endParaRPr kumimoji="0" lang="en-GB" sz="1000" b="0" i="0" u="none" strike="noStrike" kern="1200" cap="none" spc="0" normalizeH="0" baseline="0" noProof="0">
              <a:ln>
                <a:noFill/>
              </a:ln>
              <a:solidFill>
                <a:srgbClr val="2A6270"/>
              </a:solidFill>
              <a:effectLst/>
              <a:uLnTx/>
              <a:uFillTx/>
              <a:latin typeface="Calibri Light"/>
              <a:ea typeface="Calibri Light"/>
              <a:cs typeface="Arial"/>
            </a:endParaRPr>
          </a:p>
          <a:p>
            <a:pPr marL="0" marR="0" lvl="0" indent="0" algn="l" defTabSz="914400" rtl="0" eaLnBrk="1" fontAlgn="auto" latinLnBrk="0" hangingPunct="1">
              <a:lnSpc>
                <a:spcPct val="100000"/>
              </a:lnSpc>
              <a:spcBef>
                <a:spcPts val="600"/>
              </a:spcBef>
              <a:spcAft>
                <a:spcPts val="0"/>
              </a:spcAft>
              <a:buClrTx/>
              <a:buSzTx/>
              <a:buFontTx/>
              <a:buNone/>
              <a:tabLst/>
              <a:defRPr/>
            </a:pPr>
            <a:endParaRPr kumimoji="0" lang="en-GB" sz="1000" b="0" i="0" u="none" strike="noStrike" kern="1200" cap="none" spc="0" normalizeH="0" baseline="0" noProof="0">
              <a:ln>
                <a:noFill/>
              </a:ln>
              <a:solidFill>
                <a:srgbClr val="2A6270"/>
              </a:solidFill>
              <a:effectLst/>
              <a:uLnTx/>
              <a:uFillTx/>
              <a:latin typeface="Calibri Light"/>
              <a:ea typeface="Calibri Light"/>
              <a:cs typeface="Arial"/>
            </a:endParaRPr>
          </a:p>
          <a:p>
            <a:pPr marL="0" marR="0" lvl="0" indent="0" algn="l" defTabSz="914400" rtl="0" eaLnBrk="1" fontAlgn="auto" latinLnBrk="0" hangingPunct="1">
              <a:lnSpc>
                <a:spcPct val="100000"/>
              </a:lnSpc>
              <a:spcBef>
                <a:spcPts val="600"/>
              </a:spcBef>
              <a:spcAft>
                <a:spcPts val="0"/>
              </a:spcAft>
              <a:buClrTx/>
              <a:buSzTx/>
              <a:buFontTx/>
              <a:buNone/>
              <a:tabLst/>
              <a:defRPr/>
            </a:pPr>
            <a:endParaRPr kumimoji="0" lang="en-GB" sz="1000" b="0" i="0" u="none" strike="noStrike" kern="1200" cap="none" spc="0" normalizeH="0" baseline="0" noProof="0">
              <a:ln>
                <a:noFill/>
              </a:ln>
              <a:solidFill>
                <a:srgbClr val="2A6270"/>
              </a:solidFill>
              <a:effectLst/>
              <a:uLnTx/>
              <a:uFillTx/>
              <a:latin typeface="Calibri Light"/>
              <a:ea typeface="Calibri Light"/>
              <a:cs typeface="Arial"/>
            </a:endParaRPr>
          </a:p>
          <a:p>
            <a:pPr marL="0" marR="0" lvl="0" indent="0" algn="l" defTabSz="914400" rtl="0" eaLnBrk="1" fontAlgn="auto" latinLnBrk="0" hangingPunct="1">
              <a:lnSpc>
                <a:spcPct val="100000"/>
              </a:lnSpc>
              <a:spcBef>
                <a:spcPts val="600"/>
              </a:spcBef>
              <a:spcAft>
                <a:spcPts val="0"/>
              </a:spcAft>
              <a:buClrTx/>
              <a:buSzTx/>
              <a:buFontTx/>
              <a:buNone/>
              <a:tabLst/>
              <a:defRPr/>
            </a:pPr>
            <a:endParaRPr kumimoji="0" lang="en-GB" sz="1000" b="0" i="0" u="none" strike="noStrike" kern="1200" cap="none" spc="0" normalizeH="0" baseline="0" noProof="0">
              <a:ln>
                <a:noFill/>
              </a:ln>
              <a:solidFill>
                <a:srgbClr val="2A6270"/>
              </a:solidFill>
              <a:effectLst/>
              <a:uLnTx/>
              <a:uFillTx/>
              <a:latin typeface="Calibri Light"/>
              <a:ea typeface="Calibri Light"/>
              <a:cs typeface="Arial"/>
            </a:endParaRPr>
          </a:p>
          <a:p>
            <a:pPr marL="0" marR="0" lvl="0" indent="0" algn="l" defTabSz="914400" rtl="0" eaLnBrk="1" fontAlgn="auto" latinLnBrk="0" hangingPunct="1">
              <a:lnSpc>
                <a:spcPct val="100000"/>
              </a:lnSpc>
              <a:spcBef>
                <a:spcPts val="600"/>
              </a:spcBef>
              <a:spcAft>
                <a:spcPts val="0"/>
              </a:spcAft>
              <a:buClrTx/>
              <a:buSzTx/>
              <a:buFontTx/>
              <a:buNone/>
              <a:tabLst/>
              <a:defRPr/>
            </a:pPr>
            <a:endParaRPr kumimoji="0" lang="en-GB" sz="1000" b="0" i="0" u="none" strike="noStrike" kern="1200" cap="none" spc="0" normalizeH="0" baseline="0" noProof="0">
              <a:ln>
                <a:noFill/>
              </a:ln>
              <a:solidFill>
                <a:srgbClr val="2A6270"/>
              </a:solidFill>
              <a:effectLst/>
              <a:uLnTx/>
              <a:uFillTx/>
              <a:latin typeface="Calibri Light"/>
              <a:ea typeface="Calibri Light"/>
              <a:cs typeface="Arial"/>
            </a:endParaRPr>
          </a:p>
          <a:p>
            <a:pPr marL="0" marR="0" lvl="0" indent="0" algn="l" defTabSz="914400" rtl="0" eaLnBrk="1" fontAlgn="auto" latinLnBrk="0" hangingPunct="1">
              <a:lnSpc>
                <a:spcPct val="100000"/>
              </a:lnSpc>
              <a:spcBef>
                <a:spcPts val="600"/>
              </a:spcBef>
              <a:spcAft>
                <a:spcPts val="0"/>
              </a:spcAft>
              <a:buClrTx/>
              <a:buSzTx/>
              <a:buFontTx/>
              <a:buNone/>
              <a:tabLst/>
              <a:defRPr/>
            </a:pPr>
            <a:endParaRPr kumimoji="0" lang="en-GB" sz="1000" b="0" i="0" u="none" strike="noStrike" kern="1200" cap="none" spc="0" normalizeH="0" baseline="0" noProof="0">
              <a:ln>
                <a:noFill/>
              </a:ln>
              <a:solidFill>
                <a:srgbClr val="2A6270"/>
              </a:solidFill>
              <a:effectLst/>
              <a:uLnTx/>
              <a:uFillTx/>
              <a:latin typeface="Calibri Light"/>
              <a:ea typeface="Calibri Light"/>
              <a:cs typeface="Arial"/>
            </a:endParaRPr>
          </a:p>
          <a:p>
            <a:pPr marL="0" marR="0" lvl="0" indent="0" algn="l" defTabSz="914400" rtl="0" eaLnBrk="1" fontAlgn="auto" latinLnBrk="0" hangingPunct="1">
              <a:lnSpc>
                <a:spcPct val="100000"/>
              </a:lnSpc>
              <a:spcBef>
                <a:spcPts val="600"/>
              </a:spcBef>
              <a:spcAft>
                <a:spcPts val="0"/>
              </a:spcAft>
              <a:buClrTx/>
              <a:buSzTx/>
              <a:buFontTx/>
              <a:buNone/>
              <a:tabLst/>
              <a:defRPr/>
            </a:pPr>
            <a:endParaRPr kumimoji="0" lang="en-GB" sz="1000" b="0" i="0" u="none" strike="noStrike" kern="1200" cap="none" spc="0" normalizeH="0" baseline="0" noProof="0">
              <a:ln>
                <a:noFill/>
              </a:ln>
              <a:solidFill>
                <a:srgbClr val="2A6270"/>
              </a:solidFill>
              <a:effectLst/>
              <a:uLnTx/>
              <a:uFillTx/>
              <a:latin typeface="Calibri Light"/>
              <a:ea typeface="Calibri Light"/>
              <a:cs typeface="Arial"/>
            </a:endParaRPr>
          </a:p>
          <a:p>
            <a:pPr marL="0" marR="0" lvl="0" indent="0" algn="l" defTabSz="914400" rtl="0" eaLnBrk="1" fontAlgn="auto" latinLnBrk="0" hangingPunct="1">
              <a:lnSpc>
                <a:spcPct val="100000"/>
              </a:lnSpc>
              <a:spcBef>
                <a:spcPts val="600"/>
              </a:spcBef>
              <a:spcAft>
                <a:spcPts val="0"/>
              </a:spcAft>
              <a:buClrTx/>
              <a:buSzTx/>
              <a:buFontTx/>
              <a:buNone/>
              <a:tabLst/>
              <a:defRPr/>
            </a:pPr>
            <a:endParaRPr kumimoji="0" lang="en-GB" sz="1000" b="0" i="0" u="none" strike="noStrike" kern="1200" cap="none" spc="0" normalizeH="0" baseline="0" noProof="0">
              <a:ln>
                <a:noFill/>
              </a:ln>
              <a:solidFill>
                <a:srgbClr val="2A6270"/>
              </a:solidFill>
              <a:effectLst/>
              <a:uLnTx/>
              <a:uFillTx/>
              <a:latin typeface="Calibri Light"/>
              <a:ea typeface="Calibri Light"/>
              <a:cs typeface="Arial"/>
            </a:endParaRPr>
          </a:p>
          <a:p>
            <a:pPr marL="0" marR="0" lvl="0" indent="0" algn="l" defTabSz="914400" rtl="0" eaLnBrk="1" fontAlgn="auto" latinLnBrk="0" hangingPunct="1">
              <a:lnSpc>
                <a:spcPct val="100000"/>
              </a:lnSpc>
              <a:spcBef>
                <a:spcPts val="600"/>
              </a:spcBef>
              <a:spcAft>
                <a:spcPts val="0"/>
              </a:spcAft>
              <a:buClrTx/>
              <a:buSzTx/>
              <a:buFontTx/>
              <a:buNone/>
              <a:tabLst/>
              <a:defRPr/>
            </a:pPr>
            <a:endParaRPr kumimoji="0" lang="en-GB" sz="1000" b="0" i="0" u="none" strike="noStrike" kern="1200" cap="none" spc="0" normalizeH="0" baseline="0" noProof="0">
              <a:ln>
                <a:noFill/>
              </a:ln>
              <a:solidFill>
                <a:srgbClr val="2A6270"/>
              </a:solidFill>
              <a:effectLst/>
              <a:uLnTx/>
              <a:uFillTx/>
              <a:latin typeface="Calibri Light"/>
              <a:ea typeface="Calibri Light"/>
              <a:cs typeface="Arial"/>
            </a:endParaRPr>
          </a:p>
          <a:p>
            <a:pPr marL="0" marR="0" lvl="0" indent="0" algn="l" defTabSz="914400" rtl="0" eaLnBrk="1" fontAlgn="auto" latinLnBrk="0" hangingPunct="1">
              <a:lnSpc>
                <a:spcPct val="100000"/>
              </a:lnSpc>
              <a:spcBef>
                <a:spcPts val="600"/>
              </a:spcBef>
              <a:spcAft>
                <a:spcPts val="0"/>
              </a:spcAft>
              <a:buClrTx/>
              <a:buSzTx/>
              <a:buFontTx/>
              <a:buNone/>
              <a:tabLst/>
              <a:defRPr/>
            </a:pPr>
            <a:endParaRPr kumimoji="0" lang="en-GB" sz="1000" b="0" i="0" u="none" strike="noStrike" kern="1200" cap="none" spc="0" normalizeH="0" baseline="0" noProof="0">
              <a:ln>
                <a:noFill/>
              </a:ln>
              <a:solidFill>
                <a:srgbClr val="2A6270"/>
              </a:solidFill>
              <a:effectLst/>
              <a:uLnTx/>
              <a:uFillTx/>
              <a:latin typeface="Calibri Light"/>
              <a:ea typeface="Calibri Light"/>
              <a:cs typeface="Arial"/>
            </a:endParaRPr>
          </a:p>
          <a:p>
            <a:pPr marL="0" marR="0" lvl="0" indent="0" algn="l" defTabSz="914400" rtl="0" eaLnBrk="1" fontAlgn="auto" latinLnBrk="0" hangingPunct="1">
              <a:lnSpc>
                <a:spcPct val="100000"/>
              </a:lnSpc>
              <a:spcBef>
                <a:spcPts val="600"/>
              </a:spcBef>
              <a:spcAft>
                <a:spcPts val="0"/>
              </a:spcAft>
              <a:buClrTx/>
              <a:buSzTx/>
              <a:buFontTx/>
              <a:buNone/>
              <a:tabLst/>
              <a:defRPr/>
            </a:pPr>
            <a:endParaRPr kumimoji="0" lang="en-GB" sz="1000" b="0" i="0" u="none" strike="noStrike" kern="1200" cap="none" spc="0" normalizeH="0" baseline="0" noProof="0">
              <a:ln>
                <a:noFill/>
              </a:ln>
              <a:solidFill>
                <a:srgbClr val="2A6270"/>
              </a:solidFill>
              <a:effectLst/>
              <a:uLnTx/>
              <a:uFillTx/>
              <a:latin typeface="Calibri Light"/>
              <a:ea typeface="Calibri Light"/>
              <a:cs typeface="Arial"/>
            </a:endParaRPr>
          </a:p>
          <a:p>
            <a:pPr marL="0" marR="0" lvl="0" indent="0" algn="l" defTabSz="914400" rtl="0" eaLnBrk="1" fontAlgn="auto" latinLnBrk="0" hangingPunct="1">
              <a:lnSpc>
                <a:spcPct val="100000"/>
              </a:lnSpc>
              <a:spcBef>
                <a:spcPts val="600"/>
              </a:spcBef>
              <a:spcAft>
                <a:spcPts val="0"/>
              </a:spcAft>
              <a:buClrTx/>
              <a:buSzTx/>
              <a:buFontTx/>
              <a:buNone/>
              <a:tabLst/>
              <a:defRPr/>
            </a:pPr>
            <a:endParaRPr kumimoji="0" lang="en-GB" sz="1000" b="0" i="0" u="none" strike="noStrike" kern="1200" cap="none" spc="0" normalizeH="0" baseline="0" noProof="0">
              <a:ln>
                <a:noFill/>
              </a:ln>
              <a:solidFill>
                <a:srgbClr val="2A6270"/>
              </a:solidFill>
              <a:effectLst/>
              <a:uLnTx/>
              <a:uFillTx/>
              <a:latin typeface="Calibri Light"/>
              <a:ea typeface="Calibri Light"/>
              <a:cs typeface="Arial"/>
            </a:endParaRPr>
          </a:p>
          <a:p>
            <a:pPr marL="0" marR="0" lvl="0" indent="0" algn="l" defTabSz="914400" rtl="0" eaLnBrk="1" fontAlgn="auto" latinLnBrk="0" hangingPunct="1">
              <a:lnSpc>
                <a:spcPct val="100000"/>
              </a:lnSpc>
              <a:spcBef>
                <a:spcPts val="600"/>
              </a:spcBef>
              <a:spcAft>
                <a:spcPts val="0"/>
              </a:spcAft>
              <a:buClrTx/>
              <a:buSzTx/>
              <a:buFontTx/>
              <a:buNone/>
              <a:tabLst/>
              <a:defRPr/>
            </a:pPr>
            <a:endParaRPr kumimoji="0" lang="en-GB" sz="1000" b="0" i="0" u="none" strike="noStrike" kern="1200" cap="none" spc="0" normalizeH="0" baseline="0" noProof="0">
              <a:ln>
                <a:noFill/>
              </a:ln>
              <a:solidFill>
                <a:srgbClr val="2A6270"/>
              </a:solidFill>
              <a:effectLst/>
              <a:uLnTx/>
              <a:uFillTx/>
              <a:latin typeface="Calibri Light"/>
              <a:ea typeface="Calibri Light"/>
              <a:cs typeface="Arial"/>
            </a:endParaRP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GB" sz="1000" b="0" i="0" u="none" strike="noStrike" kern="1200" cap="none" spc="0" normalizeH="0" baseline="0" noProof="0">
                <a:ln>
                  <a:noFill/>
                </a:ln>
                <a:solidFill>
                  <a:srgbClr val="2A6270"/>
                </a:solidFill>
                <a:effectLst/>
                <a:uLnTx/>
                <a:uFillTx/>
                <a:latin typeface="Calibri Light"/>
                <a:ea typeface="Calibri Light"/>
                <a:cs typeface="Arial"/>
              </a:rPr>
              <a:t>This architecture provides context and does the response auditing. </a:t>
            </a:r>
          </a:p>
        </p:txBody>
      </p:sp>
      <p:sp>
        <p:nvSpPr>
          <p:cNvPr id="22" name="TextBox 21">
            <a:extLst>
              <a:ext uri="{FF2B5EF4-FFF2-40B4-BE49-F238E27FC236}">
                <a16:creationId xmlns:a16="http://schemas.microsoft.com/office/drawing/2014/main" id="{3BF74C4A-50F6-649E-709B-4731B3FC1D39}"/>
              </a:ext>
            </a:extLst>
          </p:cNvPr>
          <p:cNvSpPr txBox="1"/>
          <p:nvPr/>
        </p:nvSpPr>
        <p:spPr bwMode="gray">
          <a:xfrm rot="10800000" flipV="1">
            <a:off x="8344418" y="173630"/>
            <a:ext cx="3599902" cy="178593"/>
          </a:xfrm>
          <a:prstGeom prst="rect">
            <a:avLst/>
          </a:prstGeom>
          <a:noFill/>
        </p:spPr>
        <p:txBody>
          <a:bodyPr wrap="square" lIns="0" tIns="0" rIns="0" bIns="0" rtlCol="0">
            <a:noAutofit/>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GB" sz="1200" b="1" i="0" u="none" strike="noStrike" kern="1200" cap="none" spc="0" normalizeH="0" baseline="0" noProof="0">
                <a:ln>
                  <a:noFill/>
                </a:ln>
                <a:solidFill>
                  <a:srgbClr val="2A6270"/>
                </a:solidFill>
                <a:effectLst/>
                <a:uLnTx/>
                <a:uFillTx/>
                <a:latin typeface="Calibri"/>
                <a:ea typeface="Calibri Light"/>
                <a:cs typeface="Arial"/>
              </a:rPr>
              <a:t>Three chatbot architectures of increasing complexity</a:t>
            </a:r>
          </a:p>
        </p:txBody>
      </p:sp>
      <p:grpSp>
        <p:nvGrpSpPr>
          <p:cNvPr id="13" name="Group 12">
            <a:extLst>
              <a:ext uri="{FF2B5EF4-FFF2-40B4-BE49-F238E27FC236}">
                <a16:creationId xmlns:a16="http://schemas.microsoft.com/office/drawing/2014/main" id="{FE283C99-828F-9D82-051E-DFDDE871A78B}"/>
              </a:ext>
            </a:extLst>
          </p:cNvPr>
          <p:cNvGrpSpPr/>
          <p:nvPr/>
        </p:nvGrpSpPr>
        <p:grpSpPr>
          <a:xfrm>
            <a:off x="742491" y="6370298"/>
            <a:ext cx="4646402" cy="268315"/>
            <a:chOff x="742491" y="6370298"/>
            <a:chExt cx="4646402" cy="268315"/>
          </a:xfrm>
        </p:grpSpPr>
        <p:grpSp>
          <p:nvGrpSpPr>
            <p:cNvPr id="14" name="Group 13">
              <a:extLst>
                <a:ext uri="{FF2B5EF4-FFF2-40B4-BE49-F238E27FC236}">
                  <a16:creationId xmlns:a16="http://schemas.microsoft.com/office/drawing/2014/main" id="{D3BE145B-D309-3060-D515-5415F708EDF8}"/>
                </a:ext>
              </a:extLst>
            </p:cNvPr>
            <p:cNvGrpSpPr/>
            <p:nvPr/>
          </p:nvGrpSpPr>
          <p:grpSpPr>
            <a:xfrm>
              <a:off x="742491" y="6371054"/>
              <a:ext cx="3481905" cy="267559"/>
              <a:chOff x="6047717" y="196807"/>
              <a:chExt cx="5147034" cy="288660"/>
            </a:xfrm>
          </p:grpSpPr>
          <p:sp>
            <p:nvSpPr>
              <p:cNvPr id="17" name="Chevron 16">
                <a:extLst>
                  <a:ext uri="{FF2B5EF4-FFF2-40B4-BE49-F238E27FC236}">
                    <a16:creationId xmlns:a16="http://schemas.microsoft.com/office/drawing/2014/main" id="{74F872B5-8D2D-48D8-B1D0-DA9A2DACE164}"/>
                  </a:ext>
                </a:extLst>
              </p:cNvPr>
              <p:cNvSpPr/>
              <p:nvPr/>
            </p:nvSpPr>
            <p:spPr bwMode="gray">
              <a:xfrm>
                <a:off x="6047717" y="196807"/>
                <a:ext cx="1722205" cy="288660"/>
              </a:xfrm>
              <a:prstGeom prst="chevron">
                <a:avLst/>
              </a:prstGeom>
              <a:solidFill>
                <a:schemeClr val="accent3">
                  <a:lumMod val="60000"/>
                  <a:lumOff val="40000"/>
                </a:schemeClr>
              </a:solidFill>
              <a:ln>
                <a:noFill/>
              </a:ln>
            </p:spPr>
            <p:txBody>
              <a:bodyPr vert="horz" lIns="18000" tIns="36000" rIns="36000" bIns="3600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Calibri"/>
                    <a:ea typeface="Calibri Light"/>
                    <a:cs typeface="Arial"/>
                  </a:rPr>
                  <a:t>Proven Client Experience</a:t>
                </a:r>
              </a:p>
            </p:txBody>
          </p:sp>
          <p:sp>
            <p:nvSpPr>
              <p:cNvPr id="18" name="Chevron 17">
                <a:extLst>
                  <a:ext uri="{FF2B5EF4-FFF2-40B4-BE49-F238E27FC236}">
                    <a16:creationId xmlns:a16="http://schemas.microsoft.com/office/drawing/2014/main" id="{D86C8D2C-AA6D-214F-556E-44CA9AA4C7C7}"/>
                  </a:ext>
                </a:extLst>
              </p:cNvPr>
              <p:cNvSpPr/>
              <p:nvPr/>
            </p:nvSpPr>
            <p:spPr bwMode="gray">
              <a:xfrm>
                <a:off x="9472548" y="196807"/>
                <a:ext cx="1722203" cy="288659"/>
              </a:xfrm>
              <a:prstGeom prst="chevron">
                <a:avLst/>
              </a:prstGeom>
              <a:solidFill>
                <a:schemeClr val="accent3">
                  <a:lumMod val="20000"/>
                  <a:lumOff val="80000"/>
                </a:schemeClr>
              </a:solidFill>
              <a:ln>
                <a:noFill/>
              </a:ln>
            </p:spPr>
            <p:txBody>
              <a:bodyPr vert="horz" lIns="18000" tIns="36000" rIns="36000" bIns="3600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ctr" defTabSz="914400" rtl="0" eaLnBrk="1" fontAlgn="auto" latinLnBrk="0" hangingPunct="1">
                  <a:lnSpc>
                    <a:spcPct val="100000"/>
                  </a:lnSpc>
                  <a:spcBef>
                    <a:spcPts val="600"/>
                  </a:spcBef>
                  <a:spcAft>
                    <a:spcPts val="0"/>
                  </a:spcAft>
                  <a:buClrTx/>
                  <a:buSzTx/>
                  <a:buFont typeface="Wingdings" pitchFamily="2" charset="2"/>
                  <a:buChar char="ü"/>
                  <a:tabLst/>
                  <a:defRPr/>
                </a:pPr>
                <a:r>
                  <a:rPr kumimoji="0" lang="en-US" sz="900" b="0" i="0" u="none" strike="noStrike" kern="1200" cap="none" spc="0" normalizeH="0" baseline="0" noProof="0">
                    <a:ln>
                      <a:noFill/>
                    </a:ln>
                    <a:solidFill>
                      <a:srgbClr val="44463E"/>
                    </a:solidFill>
                    <a:effectLst/>
                    <a:uLnTx/>
                    <a:uFillTx/>
                    <a:latin typeface="Calibri Light"/>
                    <a:ea typeface="Calibri Light"/>
                    <a:cs typeface="Arial"/>
                  </a:rPr>
                  <a:t>LLM Domain Expertise</a:t>
                </a:r>
              </a:p>
            </p:txBody>
          </p:sp>
        </p:grpSp>
        <p:sp>
          <p:nvSpPr>
            <p:cNvPr id="15" name="Chevron 14">
              <a:extLst>
                <a:ext uri="{FF2B5EF4-FFF2-40B4-BE49-F238E27FC236}">
                  <a16:creationId xmlns:a16="http://schemas.microsoft.com/office/drawing/2014/main" id="{5768F787-7173-5D90-C272-4C4D8C61FA7F}"/>
                </a:ext>
              </a:extLst>
            </p:cNvPr>
            <p:cNvSpPr/>
            <p:nvPr/>
          </p:nvSpPr>
          <p:spPr bwMode="gray">
            <a:xfrm>
              <a:off x="4223844" y="6370298"/>
              <a:ext cx="1165049" cy="267558"/>
            </a:xfrm>
            <a:prstGeom prst="chevron">
              <a:avLst/>
            </a:prstGeom>
            <a:solidFill>
              <a:schemeClr val="accent3">
                <a:lumMod val="20000"/>
                <a:lumOff val="80000"/>
              </a:schemeClr>
            </a:solidFill>
            <a:ln>
              <a:noFill/>
            </a:ln>
          </p:spPr>
          <p:txBody>
            <a:bodyPr vert="horz" lIns="18000" tIns="36000" rIns="36000" bIns="3600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ctr" defTabSz="914400" rtl="0" eaLnBrk="1" fontAlgn="auto" latinLnBrk="0" hangingPunct="1">
                <a:lnSpc>
                  <a:spcPct val="100000"/>
                </a:lnSpc>
                <a:spcBef>
                  <a:spcPts val="600"/>
                </a:spcBef>
                <a:spcAft>
                  <a:spcPts val="0"/>
                </a:spcAft>
                <a:buClrTx/>
                <a:buSzTx/>
                <a:buFont typeface="Wingdings" pitchFamily="2" charset="2"/>
                <a:buChar char="ü"/>
                <a:tabLst/>
                <a:defRPr/>
              </a:pPr>
              <a:r>
                <a:rPr kumimoji="0" lang="en-US" sz="900" b="0" i="0" u="none" strike="noStrike" kern="1200" cap="none" spc="0" normalizeH="0" baseline="0" noProof="0">
                  <a:ln>
                    <a:noFill/>
                  </a:ln>
                  <a:solidFill>
                    <a:srgbClr val="44463E"/>
                  </a:solidFill>
                  <a:effectLst/>
                  <a:uLnTx/>
                  <a:uFillTx/>
                  <a:latin typeface="Calibri Light"/>
                  <a:ea typeface="Calibri Light"/>
                  <a:cs typeface="Arial"/>
                </a:rPr>
                <a:t>Scalable </a:t>
              </a:r>
              <a:br>
                <a:rPr kumimoji="0" lang="en-US" sz="900" b="0" i="0" u="none" strike="noStrike" kern="1200" cap="none" spc="0" normalizeH="0" baseline="0" noProof="0">
                  <a:ln>
                    <a:noFill/>
                  </a:ln>
                  <a:solidFill>
                    <a:srgbClr val="44463E"/>
                  </a:solidFill>
                  <a:effectLst/>
                  <a:uLnTx/>
                  <a:uFillTx/>
                  <a:latin typeface="Calibri Light"/>
                  <a:ea typeface="Calibri Light"/>
                  <a:cs typeface="Arial"/>
                </a:rPr>
              </a:br>
              <a:r>
                <a:rPr kumimoji="0" lang="en-US" sz="900" b="0" i="0" u="none" strike="noStrike" kern="1200" cap="none" spc="0" normalizeH="0" baseline="0" noProof="0">
                  <a:ln>
                    <a:noFill/>
                  </a:ln>
                  <a:solidFill>
                    <a:srgbClr val="44463E"/>
                  </a:solidFill>
                  <a:effectLst/>
                  <a:uLnTx/>
                  <a:uFillTx/>
                  <a:latin typeface="Calibri Light"/>
                  <a:ea typeface="Calibri Light"/>
                  <a:cs typeface="Arial"/>
                </a:rPr>
                <a:t>set up</a:t>
              </a:r>
            </a:p>
          </p:txBody>
        </p:sp>
      </p:grpSp>
      <p:sp>
        <p:nvSpPr>
          <p:cNvPr id="19" name="Chevron 18">
            <a:extLst>
              <a:ext uri="{FF2B5EF4-FFF2-40B4-BE49-F238E27FC236}">
                <a16:creationId xmlns:a16="http://schemas.microsoft.com/office/drawing/2014/main" id="{64E959BE-B94E-D552-06A5-B75419DD85AE}"/>
              </a:ext>
            </a:extLst>
          </p:cNvPr>
          <p:cNvSpPr/>
          <p:nvPr/>
        </p:nvSpPr>
        <p:spPr bwMode="gray">
          <a:xfrm>
            <a:off x="1906759" y="6370676"/>
            <a:ext cx="1165050" cy="267559"/>
          </a:xfrm>
          <a:prstGeom prst="chevron">
            <a:avLst/>
          </a:prstGeom>
          <a:solidFill>
            <a:schemeClr val="accent3">
              <a:lumMod val="20000"/>
              <a:lumOff val="80000"/>
            </a:schemeClr>
          </a:solidFill>
          <a:ln>
            <a:noFill/>
          </a:ln>
        </p:spPr>
        <p:txBody>
          <a:bodyPr vert="horz" lIns="18000" tIns="36000" rIns="36000" bIns="3600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ctr" defTabSz="914400" rtl="0" eaLnBrk="1" fontAlgn="auto" latinLnBrk="0" hangingPunct="1">
              <a:lnSpc>
                <a:spcPct val="100000"/>
              </a:lnSpc>
              <a:spcBef>
                <a:spcPts val="600"/>
              </a:spcBef>
              <a:spcAft>
                <a:spcPts val="0"/>
              </a:spcAft>
              <a:buClrTx/>
              <a:buSzTx/>
              <a:buFont typeface="Wingdings" pitchFamily="2" charset="2"/>
              <a:buChar char="ü"/>
              <a:tabLst/>
              <a:defRPr/>
            </a:pPr>
            <a:r>
              <a:rPr kumimoji="0" lang="en-US" sz="900" b="0" i="0" u="none" strike="noStrike" kern="1200" cap="none" spc="0" normalizeH="0" baseline="0" noProof="0">
                <a:ln>
                  <a:noFill/>
                </a:ln>
                <a:solidFill>
                  <a:srgbClr val="44463E"/>
                </a:solidFill>
                <a:effectLst/>
                <a:uLnTx/>
                <a:uFillTx/>
                <a:latin typeface="Calibri Light"/>
                <a:ea typeface="Calibri Light"/>
                <a:cs typeface="Arial"/>
              </a:rPr>
              <a:t>Technical Expertise</a:t>
            </a:r>
          </a:p>
        </p:txBody>
      </p:sp>
      <p:sp>
        <p:nvSpPr>
          <p:cNvPr id="23" name="Text Placeholder 4">
            <a:extLst>
              <a:ext uri="{FF2B5EF4-FFF2-40B4-BE49-F238E27FC236}">
                <a16:creationId xmlns:a16="http://schemas.microsoft.com/office/drawing/2014/main" id="{EA63C929-AA71-8746-8FB9-3FAD226C3820}"/>
              </a:ext>
            </a:extLst>
          </p:cNvPr>
          <p:cNvSpPr>
            <a:spLocks noGrp="1"/>
          </p:cNvSpPr>
          <p:nvPr>
            <p:ph type="body" sz="quarter" idx="12"/>
          </p:nvPr>
        </p:nvSpPr>
        <p:spPr>
          <a:xfrm>
            <a:off x="360364" y="207166"/>
            <a:ext cx="7485260" cy="178593"/>
          </a:xfrm>
        </p:spPr>
        <p:txBody>
          <a:bodyPr/>
          <a:lstStyle/>
          <a:p>
            <a:r>
              <a:rPr lang="en-GB"/>
              <a:t>A3 - </a:t>
            </a:r>
            <a:r>
              <a:rPr lang="en-GB" b="1"/>
              <a:t>ADC</a:t>
            </a:r>
            <a:r>
              <a:rPr lang="en-GB"/>
              <a:t> – </a:t>
            </a:r>
            <a:r>
              <a:rPr lang="en-GB">
                <a:cs typeface="Calibri"/>
              </a:rPr>
              <a:t>Gen AI Experience </a:t>
            </a:r>
            <a:endParaRPr lang="en-DK"/>
          </a:p>
        </p:txBody>
      </p:sp>
    </p:spTree>
    <p:custDataLst>
      <p:tags r:id="rId1"/>
    </p:custDataLst>
    <p:extLst>
      <p:ext uri="{BB962C8B-B14F-4D97-AF65-F5344CB8AC3E}">
        <p14:creationId xmlns:p14="http://schemas.microsoft.com/office/powerpoint/2010/main" val="169735392"/>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a:extLst>
              <a:ext uri="{FF2B5EF4-FFF2-40B4-BE49-F238E27FC236}">
                <a16:creationId xmlns:a16="http://schemas.microsoft.com/office/drawing/2014/main" id="{215CEAD0-0CA3-0026-8EF4-8F28C75FE8B9}"/>
              </a:ext>
            </a:extLst>
          </p:cNvPr>
          <p:cNvPicPr>
            <a:picLocks noGrp="1" noChangeAspect="1"/>
          </p:cNvPicPr>
          <p:nvPr>
            <p:ph type="pic" sz="quarter" idx="11"/>
          </p:nvPr>
        </p:nvPicPr>
        <p:blipFill>
          <a:blip r:embed="rId4"/>
          <a:srcRect l="30216" r="30216"/>
          <a:stretch/>
        </p:blipFill>
        <p:spPr/>
      </p:pic>
      <p:sp>
        <p:nvSpPr>
          <p:cNvPr id="3" name="Title 2">
            <a:extLst>
              <a:ext uri="{FF2B5EF4-FFF2-40B4-BE49-F238E27FC236}">
                <a16:creationId xmlns:a16="http://schemas.microsoft.com/office/drawing/2014/main" id="{1EBDDAD9-04E2-4F0D-9E4A-E76814747F45}"/>
              </a:ext>
            </a:extLst>
          </p:cNvPr>
          <p:cNvSpPr>
            <a:spLocks noGrp="1"/>
          </p:cNvSpPr>
          <p:nvPr>
            <p:ph type="title"/>
          </p:nvPr>
        </p:nvSpPr>
        <p:spPr/>
        <p:txBody>
          <a:bodyPr/>
          <a:lstStyle/>
          <a:p>
            <a:r>
              <a:rPr lang="en-US" b="1">
                <a:cs typeface="Calibri"/>
              </a:rPr>
              <a:t>Reducing manual labor in customer service </a:t>
            </a:r>
            <a:r>
              <a:rPr lang="en-US">
                <a:cs typeface="Calibri"/>
              </a:rPr>
              <a:t>– </a:t>
            </a:r>
            <a:br>
              <a:rPr lang="en-US"/>
            </a:br>
            <a:r>
              <a:rPr lang="en-US">
                <a:cs typeface="Calibri"/>
              </a:rPr>
              <a:t>Implementing a robust approach for AI-based email routing</a:t>
            </a:r>
          </a:p>
        </p:txBody>
      </p:sp>
      <p:sp>
        <p:nvSpPr>
          <p:cNvPr id="19" name="Text Placeholder 4">
            <a:extLst>
              <a:ext uri="{FF2B5EF4-FFF2-40B4-BE49-F238E27FC236}">
                <a16:creationId xmlns:a16="http://schemas.microsoft.com/office/drawing/2014/main" id="{1F076CAE-4A80-95DA-F532-A4C7214E1FA9}"/>
              </a:ext>
            </a:extLst>
          </p:cNvPr>
          <p:cNvSpPr>
            <a:spLocks noGrp="1"/>
          </p:cNvSpPr>
          <p:nvPr>
            <p:ph type="body" sz="quarter" idx="12"/>
          </p:nvPr>
        </p:nvSpPr>
        <p:spPr/>
        <p:txBody>
          <a:bodyPr/>
          <a:lstStyle/>
          <a:p>
            <a:r>
              <a:rPr lang="en-GB"/>
              <a:t>A3 - </a:t>
            </a:r>
            <a:r>
              <a:rPr lang="en-GB" b="1"/>
              <a:t>ADC</a:t>
            </a:r>
            <a:r>
              <a:rPr lang="en-GB"/>
              <a:t> – </a:t>
            </a:r>
            <a:r>
              <a:rPr lang="en-GB">
                <a:cs typeface="Calibri"/>
              </a:rPr>
              <a:t>Gen AI Experience</a:t>
            </a:r>
            <a:endParaRPr lang="en-DK"/>
          </a:p>
        </p:txBody>
      </p:sp>
      <p:sp>
        <p:nvSpPr>
          <p:cNvPr id="6" name="Text Placeholder 5">
            <a:extLst>
              <a:ext uri="{FF2B5EF4-FFF2-40B4-BE49-F238E27FC236}">
                <a16:creationId xmlns:a16="http://schemas.microsoft.com/office/drawing/2014/main" id="{DC0D8D18-6845-2A6C-4121-45398DB4480A}"/>
              </a:ext>
            </a:extLst>
          </p:cNvPr>
          <p:cNvSpPr>
            <a:spLocks noGrp="1"/>
          </p:cNvSpPr>
          <p:nvPr>
            <p:ph type="body" sz="quarter" idx="13"/>
          </p:nvPr>
        </p:nvSpPr>
        <p:spPr/>
        <p:txBody>
          <a:bodyPr/>
          <a:lstStyle/>
          <a:p>
            <a:pPr marL="0" indent="0">
              <a:buNone/>
            </a:pPr>
            <a:r>
              <a:rPr lang="en-GB"/>
              <a:t>Many organisations with financial services have had good success with automating internal processes with RPA’s. However, these automations are often limited to very simple decisions such as look-ups or word-matching, whereas the new kinds of AI language models can be applied to much more complex tasks. Applying AI in customer excellence processes has great potential, but to maximize the value gain, it requires good practices to ensure that the models are monitored and continuously developed. </a:t>
            </a:r>
          </a:p>
          <a:p>
            <a:pPr marL="0" indent="0">
              <a:buNone/>
            </a:pPr>
            <a:r>
              <a:rPr lang="en-GB"/>
              <a:t>In this project, ADC helped one of Denmark’s largest pension funds to improve their AI-based routing of customer emails. The new and improved model helps customer service answering the inquires more efficiently, and furthermore the project serves as a template for the automation team of how to implement an AI or ML-based solution. </a:t>
            </a:r>
          </a:p>
        </p:txBody>
      </p:sp>
      <p:sp>
        <p:nvSpPr>
          <p:cNvPr id="7" name="Text Placeholder 6">
            <a:extLst>
              <a:ext uri="{FF2B5EF4-FFF2-40B4-BE49-F238E27FC236}">
                <a16:creationId xmlns:a16="http://schemas.microsoft.com/office/drawing/2014/main" id="{A1DEBDC1-1F8A-C52C-A990-28C20A420656}"/>
              </a:ext>
            </a:extLst>
          </p:cNvPr>
          <p:cNvSpPr>
            <a:spLocks noGrp="1"/>
          </p:cNvSpPr>
          <p:nvPr>
            <p:ph type="body" sz="quarter" idx="14"/>
          </p:nvPr>
        </p:nvSpPr>
        <p:spPr/>
        <p:txBody>
          <a:bodyPr/>
          <a:lstStyle/>
          <a:p>
            <a:pPr marL="0" indent="0">
              <a:buNone/>
            </a:pPr>
            <a:r>
              <a:rPr lang="en-GB" b="1">
                <a:latin typeface="+mj-lt"/>
              </a:rPr>
              <a:t>Challenge</a:t>
            </a:r>
            <a:endParaRPr lang="en-GB">
              <a:latin typeface="+mj-lt"/>
            </a:endParaRPr>
          </a:p>
          <a:p>
            <a:pPr marL="0" indent="0">
              <a:buNone/>
            </a:pPr>
            <a:r>
              <a:rPr lang="en-GB"/>
              <a:t>As many other companies, the pension fund receives many emails from clients every day. It is difficult to process the many inquiries from client efficiently – simply the task of forwarding the email to the correct department takes up a lot of man-power. The pension fund have tried to implement an AI/ML-based approach to sort these emails, but it is outdated and is not performing very well. </a:t>
            </a:r>
          </a:p>
          <a:p>
            <a:pPr marL="0" indent="0">
              <a:buNone/>
            </a:pPr>
            <a:endParaRPr lang="en-GB"/>
          </a:p>
        </p:txBody>
      </p:sp>
      <p:sp>
        <p:nvSpPr>
          <p:cNvPr id="8" name="Text Placeholder 7">
            <a:extLst>
              <a:ext uri="{FF2B5EF4-FFF2-40B4-BE49-F238E27FC236}">
                <a16:creationId xmlns:a16="http://schemas.microsoft.com/office/drawing/2014/main" id="{122D24CF-F0D6-9BAF-1C09-DA607A553E71}"/>
              </a:ext>
            </a:extLst>
          </p:cNvPr>
          <p:cNvSpPr>
            <a:spLocks noGrp="1"/>
          </p:cNvSpPr>
          <p:nvPr>
            <p:ph type="body" sz="quarter" idx="15"/>
          </p:nvPr>
        </p:nvSpPr>
        <p:spPr/>
        <p:txBody>
          <a:bodyPr/>
          <a:lstStyle/>
          <a:p>
            <a:pPr marL="0" indent="0">
              <a:buNone/>
            </a:pPr>
            <a:r>
              <a:rPr lang="en-GB" b="1">
                <a:latin typeface="+mj-lt"/>
              </a:rPr>
              <a:t>Solution</a:t>
            </a:r>
            <a:endParaRPr lang="en-GB"/>
          </a:p>
          <a:p>
            <a:pPr marL="0" indent="0">
              <a:buNone/>
            </a:pPr>
            <a:r>
              <a:rPr lang="en-GB"/>
              <a:t>ADC has helped to re-design their AI-based email routing to use a newer and better model and implement best </a:t>
            </a:r>
            <a:r>
              <a:rPr lang="en-GB" err="1"/>
              <a:t>MLOps</a:t>
            </a:r>
            <a:r>
              <a:rPr lang="en-GB"/>
              <a:t> practices for continuously monitoring and fine-tuning the model. </a:t>
            </a:r>
          </a:p>
          <a:p>
            <a:pPr marL="0" indent="0">
              <a:buNone/>
            </a:pPr>
            <a:r>
              <a:rPr lang="en-GB"/>
              <a:t>The implementation of best practices in the automation team  means that they can continue with a more robust and data-driven approach of working with ML and AI. </a:t>
            </a:r>
          </a:p>
        </p:txBody>
      </p:sp>
      <p:sp>
        <p:nvSpPr>
          <p:cNvPr id="9" name="Text Placeholder 8">
            <a:extLst>
              <a:ext uri="{FF2B5EF4-FFF2-40B4-BE49-F238E27FC236}">
                <a16:creationId xmlns:a16="http://schemas.microsoft.com/office/drawing/2014/main" id="{B89817C4-F34D-4E40-3D92-B970E41EABEC}"/>
              </a:ext>
            </a:extLst>
          </p:cNvPr>
          <p:cNvSpPr>
            <a:spLocks noGrp="1"/>
          </p:cNvSpPr>
          <p:nvPr>
            <p:ph type="body" sz="quarter" idx="16"/>
          </p:nvPr>
        </p:nvSpPr>
        <p:spPr/>
        <p:txBody>
          <a:bodyPr vert="horz" lIns="0" tIns="0" rIns="0" bIns="0" rtlCol="0" anchor="t">
            <a:noAutofit/>
          </a:bodyPr>
          <a:lstStyle/>
          <a:p>
            <a:pPr marL="0" indent="0">
              <a:buNone/>
            </a:pPr>
            <a:r>
              <a:rPr lang="en-GB" b="1">
                <a:latin typeface="+mj-lt"/>
                <a:cs typeface="Calibri"/>
              </a:rPr>
              <a:t>Result</a:t>
            </a:r>
            <a:endParaRPr lang="en-GB">
              <a:cs typeface="Calibri"/>
            </a:endParaRPr>
          </a:p>
          <a:p>
            <a:pPr marL="0" indent="0">
              <a:buNone/>
            </a:pPr>
            <a:r>
              <a:rPr lang="en-GB">
                <a:cs typeface="Calibri"/>
              </a:rPr>
              <a:t>The new model have greatly improved the incoming flow in the customer service, and the employees’ time can be used to answering the inquiries, instead of manually sorting the emails. </a:t>
            </a:r>
            <a:endParaRPr lang="en-GB"/>
          </a:p>
          <a:p>
            <a:pPr marL="0" indent="0">
              <a:buNone/>
            </a:pPr>
            <a:r>
              <a:rPr lang="en-GB">
                <a:cs typeface="Calibri"/>
              </a:rPr>
              <a:t>Furthermore, the best practices around this project has served as a template for AI-solutions</a:t>
            </a:r>
            <a:r>
              <a:rPr lang="en-GB">
                <a:solidFill>
                  <a:schemeClr val="bg1">
                    <a:lumMod val="10000"/>
                  </a:schemeClr>
                </a:solidFill>
                <a:cs typeface="Calibri"/>
              </a:rPr>
              <a:t>, </a:t>
            </a:r>
            <a:r>
              <a:rPr lang="en-US">
                <a:solidFill>
                  <a:schemeClr val="bg1">
                    <a:lumMod val="10000"/>
                  </a:schemeClr>
                </a:solidFill>
                <a:effectLst/>
              </a:rPr>
              <a:t>and enabled the organization to continue with new AI use cases in a robust and scalable manner.​</a:t>
            </a:r>
          </a:p>
          <a:p>
            <a:pPr marL="0" indent="0">
              <a:buNone/>
            </a:pPr>
            <a:endParaRPr lang="en-GB"/>
          </a:p>
        </p:txBody>
      </p:sp>
      <p:sp>
        <p:nvSpPr>
          <p:cNvPr id="10" name="Slide Number Placeholder 9">
            <a:extLst>
              <a:ext uri="{FF2B5EF4-FFF2-40B4-BE49-F238E27FC236}">
                <a16:creationId xmlns:a16="http://schemas.microsoft.com/office/drawing/2014/main" id="{A6C46419-A43D-1ACD-0ABD-434774CD5649}"/>
              </a:ext>
            </a:extLst>
          </p:cNvPr>
          <p:cNvSpPr>
            <a:spLocks noGrp="1"/>
          </p:cNvSpPr>
          <p:nvPr>
            <p:ph type="sldNum" sz="quarter" idx="17"/>
          </p:nvPr>
        </p:nvSpPr>
        <p:spPr>
          <a:xfrm>
            <a:off x="11126972" y="6402136"/>
            <a:ext cx="704666" cy="181362"/>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BE2C1E-995C-4121-AD26-7DE6C74EE600}" type="slidenum">
              <a:rPr kumimoji="0" lang="en-GB" sz="1000" b="0" i="0" u="none" strike="noStrike" kern="1200" cap="none" spc="0" normalizeH="0" baseline="0" noProof="0" smtClean="0">
                <a:ln>
                  <a:noFill/>
                </a:ln>
                <a:solidFill>
                  <a:srgbClr val="FFFFFF"/>
                </a:solidFill>
                <a:effectLst/>
                <a:uLnTx/>
                <a:uFillTx/>
                <a:latin typeface="Calibri Light"/>
                <a:ea typeface="Calibri Light"/>
                <a:cs typeface="Arial"/>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GB" sz="1000" b="0" i="0" u="none" strike="noStrike" kern="1200" cap="none" spc="0" normalizeH="0" baseline="0" noProof="0">
              <a:ln>
                <a:noFill/>
              </a:ln>
              <a:solidFill>
                <a:srgbClr val="FFFFFF"/>
              </a:solidFill>
              <a:effectLst/>
              <a:uLnTx/>
              <a:uFillTx/>
              <a:latin typeface="Calibri Light"/>
              <a:ea typeface="Calibri Light"/>
              <a:cs typeface="Arial"/>
            </a:endParaRPr>
          </a:p>
        </p:txBody>
      </p:sp>
      <p:grpSp>
        <p:nvGrpSpPr>
          <p:cNvPr id="14" name="Group 13">
            <a:extLst>
              <a:ext uri="{FF2B5EF4-FFF2-40B4-BE49-F238E27FC236}">
                <a16:creationId xmlns:a16="http://schemas.microsoft.com/office/drawing/2014/main" id="{135BC821-84DF-EE54-F9B6-D2C244EFD344}"/>
              </a:ext>
            </a:extLst>
          </p:cNvPr>
          <p:cNvGrpSpPr/>
          <p:nvPr/>
        </p:nvGrpSpPr>
        <p:grpSpPr>
          <a:xfrm>
            <a:off x="742491" y="6370298"/>
            <a:ext cx="4646402" cy="268315"/>
            <a:chOff x="742491" y="6370298"/>
            <a:chExt cx="4646402" cy="268315"/>
          </a:xfrm>
        </p:grpSpPr>
        <p:grpSp>
          <p:nvGrpSpPr>
            <p:cNvPr id="15" name="Group 14">
              <a:extLst>
                <a:ext uri="{FF2B5EF4-FFF2-40B4-BE49-F238E27FC236}">
                  <a16:creationId xmlns:a16="http://schemas.microsoft.com/office/drawing/2014/main" id="{6C83FE9B-7DF0-991D-AD17-A993BDF0D504}"/>
                </a:ext>
              </a:extLst>
            </p:cNvPr>
            <p:cNvGrpSpPr/>
            <p:nvPr/>
          </p:nvGrpSpPr>
          <p:grpSpPr>
            <a:xfrm>
              <a:off x="742491" y="6371054"/>
              <a:ext cx="3481905" cy="267559"/>
              <a:chOff x="6047717" y="196807"/>
              <a:chExt cx="5147034" cy="288660"/>
            </a:xfrm>
          </p:grpSpPr>
          <p:sp>
            <p:nvSpPr>
              <p:cNvPr id="17" name="Chevron 16">
                <a:extLst>
                  <a:ext uri="{FF2B5EF4-FFF2-40B4-BE49-F238E27FC236}">
                    <a16:creationId xmlns:a16="http://schemas.microsoft.com/office/drawing/2014/main" id="{A552E865-DB4C-D4C1-AC1F-E2DFF12CEF9C}"/>
                  </a:ext>
                </a:extLst>
              </p:cNvPr>
              <p:cNvSpPr/>
              <p:nvPr/>
            </p:nvSpPr>
            <p:spPr bwMode="gray">
              <a:xfrm>
                <a:off x="6047717" y="196807"/>
                <a:ext cx="1722205" cy="288660"/>
              </a:xfrm>
              <a:prstGeom prst="chevron">
                <a:avLst/>
              </a:prstGeom>
              <a:solidFill>
                <a:schemeClr val="accent3">
                  <a:lumMod val="60000"/>
                  <a:lumOff val="40000"/>
                </a:schemeClr>
              </a:solidFill>
              <a:ln>
                <a:noFill/>
              </a:ln>
            </p:spPr>
            <p:txBody>
              <a:bodyPr vert="horz" lIns="18000" tIns="36000" rIns="36000" bIns="3600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Calibri"/>
                    <a:ea typeface="Calibri Light"/>
                    <a:cs typeface="Arial"/>
                  </a:rPr>
                  <a:t>Proven Client Experience</a:t>
                </a:r>
              </a:p>
            </p:txBody>
          </p:sp>
          <p:sp>
            <p:nvSpPr>
              <p:cNvPr id="18" name="Chevron 17">
                <a:extLst>
                  <a:ext uri="{FF2B5EF4-FFF2-40B4-BE49-F238E27FC236}">
                    <a16:creationId xmlns:a16="http://schemas.microsoft.com/office/drawing/2014/main" id="{11308872-CFB7-18B7-7598-34428A0B8E82}"/>
                  </a:ext>
                </a:extLst>
              </p:cNvPr>
              <p:cNvSpPr/>
              <p:nvPr/>
            </p:nvSpPr>
            <p:spPr bwMode="gray">
              <a:xfrm>
                <a:off x="9472548" y="196807"/>
                <a:ext cx="1722203" cy="288659"/>
              </a:xfrm>
              <a:prstGeom prst="chevron">
                <a:avLst/>
              </a:prstGeom>
              <a:solidFill>
                <a:schemeClr val="accent3">
                  <a:lumMod val="20000"/>
                  <a:lumOff val="80000"/>
                </a:schemeClr>
              </a:solidFill>
              <a:ln>
                <a:noFill/>
              </a:ln>
            </p:spPr>
            <p:txBody>
              <a:bodyPr vert="horz" lIns="18000" tIns="36000" rIns="36000" bIns="3600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ctr" defTabSz="914400" rtl="0" eaLnBrk="1" fontAlgn="auto" latinLnBrk="0" hangingPunct="1">
                  <a:lnSpc>
                    <a:spcPct val="100000"/>
                  </a:lnSpc>
                  <a:spcBef>
                    <a:spcPts val="600"/>
                  </a:spcBef>
                  <a:spcAft>
                    <a:spcPts val="0"/>
                  </a:spcAft>
                  <a:buClrTx/>
                  <a:buSzTx/>
                  <a:buFont typeface="Wingdings" pitchFamily="2" charset="2"/>
                  <a:buChar char="ü"/>
                  <a:tabLst/>
                  <a:defRPr/>
                </a:pPr>
                <a:r>
                  <a:rPr kumimoji="0" lang="en-US" sz="900" b="0" i="0" u="none" strike="noStrike" kern="1200" cap="none" spc="0" normalizeH="0" baseline="0" noProof="0">
                    <a:ln>
                      <a:noFill/>
                    </a:ln>
                    <a:solidFill>
                      <a:srgbClr val="44463E"/>
                    </a:solidFill>
                    <a:effectLst/>
                    <a:uLnTx/>
                    <a:uFillTx/>
                    <a:latin typeface="Calibri Light"/>
                    <a:ea typeface="Calibri Light"/>
                    <a:cs typeface="Arial"/>
                  </a:rPr>
                  <a:t>LLM Domain Expertise</a:t>
                </a:r>
              </a:p>
            </p:txBody>
          </p:sp>
        </p:grpSp>
        <p:sp>
          <p:nvSpPr>
            <p:cNvPr id="16" name="Chevron 15">
              <a:extLst>
                <a:ext uri="{FF2B5EF4-FFF2-40B4-BE49-F238E27FC236}">
                  <a16:creationId xmlns:a16="http://schemas.microsoft.com/office/drawing/2014/main" id="{25899AF0-C784-EED1-CD56-7475FAD8A1D7}"/>
                </a:ext>
              </a:extLst>
            </p:cNvPr>
            <p:cNvSpPr/>
            <p:nvPr/>
          </p:nvSpPr>
          <p:spPr bwMode="gray">
            <a:xfrm>
              <a:off x="4223844" y="6370298"/>
              <a:ext cx="1165049" cy="267558"/>
            </a:xfrm>
            <a:prstGeom prst="chevron">
              <a:avLst/>
            </a:prstGeom>
            <a:solidFill>
              <a:schemeClr val="accent3">
                <a:lumMod val="20000"/>
                <a:lumOff val="80000"/>
              </a:schemeClr>
            </a:solidFill>
            <a:ln>
              <a:noFill/>
            </a:ln>
          </p:spPr>
          <p:txBody>
            <a:bodyPr vert="horz" lIns="18000" tIns="36000" rIns="36000" bIns="3600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ctr" defTabSz="914400" rtl="0" eaLnBrk="1" fontAlgn="auto" latinLnBrk="0" hangingPunct="1">
                <a:lnSpc>
                  <a:spcPct val="100000"/>
                </a:lnSpc>
                <a:spcBef>
                  <a:spcPts val="600"/>
                </a:spcBef>
                <a:spcAft>
                  <a:spcPts val="0"/>
                </a:spcAft>
                <a:buClrTx/>
                <a:buSzTx/>
                <a:buFont typeface="Wingdings" pitchFamily="2" charset="2"/>
                <a:buChar char="ü"/>
                <a:tabLst/>
                <a:defRPr/>
              </a:pPr>
              <a:r>
                <a:rPr kumimoji="0" lang="en-US" sz="900" b="0" i="0" u="none" strike="noStrike" kern="1200" cap="none" spc="0" normalizeH="0" baseline="0" noProof="0">
                  <a:ln>
                    <a:noFill/>
                  </a:ln>
                  <a:solidFill>
                    <a:srgbClr val="44463E"/>
                  </a:solidFill>
                  <a:effectLst/>
                  <a:uLnTx/>
                  <a:uFillTx/>
                  <a:latin typeface="Calibri Light"/>
                  <a:ea typeface="Calibri Light"/>
                  <a:cs typeface="Arial"/>
                </a:rPr>
                <a:t>Scalable </a:t>
              </a:r>
              <a:br>
                <a:rPr kumimoji="0" lang="en-US" sz="900" b="0" i="0" u="none" strike="noStrike" kern="1200" cap="none" spc="0" normalizeH="0" baseline="0" noProof="0">
                  <a:ln>
                    <a:noFill/>
                  </a:ln>
                  <a:solidFill>
                    <a:srgbClr val="44463E"/>
                  </a:solidFill>
                  <a:effectLst/>
                  <a:uLnTx/>
                  <a:uFillTx/>
                  <a:latin typeface="Calibri Light"/>
                  <a:ea typeface="Calibri Light"/>
                  <a:cs typeface="Arial"/>
                </a:rPr>
              </a:br>
              <a:r>
                <a:rPr kumimoji="0" lang="en-US" sz="900" b="0" i="0" u="none" strike="noStrike" kern="1200" cap="none" spc="0" normalizeH="0" baseline="0" noProof="0">
                  <a:ln>
                    <a:noFill/>
                  </a:ln>
                  <a:solidFill>
                    <a:srgbClr val="44463E"/>
                  </a:solidFill>
                  <a:effectLst/>
                  <a:uLnTx/>
                  <a:uFillTx/>
                  <a:latin typeface="Calibri Light"/>
                  <a:ea typeface="Calibri Light"/>
                  <a:cs typeface="Arial"/>
                </a:rPr>
                <a:t>set up</a:t>
              </a:r>
            </a:p>
          </p:txBody>
        </p:sp>
      </p:grpSp>
      <p:sp>
        <p:nvSpPr>
          <p:cNvPr id="20" name="Chevron 19">
            <a:extLst>
              <a:ext uri="{FF2B5EF4-FFF2-40B4-BE49-F238E27FC236}">
                <a16:creationId xmlns:a16="http://schemas.microsoft.com/office/drawing/2014/main" id="{5953256B-22DF-1704-2227-BC81EC09DB58}"/>
              </a:ext>
            </a:extLst>
          </p:cNvPr>
          <p:cNvSpPr/>
          <p:nvPr/>
        </p:nvSpPr>
        <p:spPr bwMode="gray">
          <a:xfrm>
            <a:off x="1906759" y="6370676"/>
            <a:ext cx="1165050" cy="267559"/>
          </a:xfrm>
          <a:prstGeom prst="chevron">
            <a:avLst/>
          </a:prstGeom>
          <a:solidFill>
            <a:schemeClr val="accent3">
              <a:lumMod val="20000"/>
              <a:lumOff val="80000"/>
            </a:schemeClr>
          </a:solidFill>
          <a:ln>
            <a:noFill/>
          </a:ln>
        </p:spPr>
        <p:txBody>
          <a:bodyPr vert="horz" lIns="18000" tIns="36000" rIns="36000" bIns="3600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ctr" defTabSz="914400" rtl="0" eaLnBrk="1" fontAlgn="auto" latinLnBrk="0" hangingPunct="1">
              <a:lnSpc>
                <a:spcPct val="100000"/>
              </a:lnSpc>
              <a:spcBef>
                <a:spcPts val="600"/>
              </a:spcBef>
              <a:spcAft>
                <a:spcPts val="0"/>
              </a:spcAft>
              <a:buClrTx/>
              <a:buSzTx/>
              <a:buFont typeface="Wingdings" pitchFamily="2" charset="2"/>
              <a:buChar char="ü"/>
              <a:tabLst/>
              <a:defRPr/>
            </a:pPr>
            <a:r>
              <a:rPr kumimoji="0" lang="en-US" sz="900" b="0" i="0" u="none" strike="noStrike" kern="1200" cap="none" spc="0" normalizeH="0" baseline="0" noProof="0">
                <a:ln>
                  <a:noFill/>
                </a:ln>
                <a:solidFill>
                  <a:srgbClr val="44463E"/>
                </a:solidFill>
                <a:effectLst/>
                <a:uLnTx/>
                <a:uFillTx/>
                <a:latin typeface="Calibri Light"/>
                <a:ea typeface="Calibri Light"/>
                <a:cs typeface="Arial"/>
              </a:rPr>
              <a:t>Technical Expertise</a:t>
            </a:r>
          </a:p>
        </p:txBody>
      </p:sp>
      <p:cxnSp>
        <p:nvCxnSpPr>
          <p:cNvPr id="22" name="Straight Connector 21">
            <a:extLst>
              <a:ext uri="{FF2B5EF4-FFF2-40B4-BE49-F238E27FC236}">
                <a16:creationId xmlns:a16="http://schemas.microsoft.com/office/drawing/2014/main" id="{611941EC-1EDB-E612-A46B-F5DF290837C0}"/>
              </a:ext>
            </a:extLst>
          </p:cNvPr>
          <p:cNvCxnSpPr>
            <a:cxnSpLocks/>
          </p:cNvCxnSpPr>
          <p:nvPr/>
        </p:nvCxnSpPr>
        <p:spPr bwMode="gray">
          <a:xfrm>
            <a:off x="8131267" y="0"/>
            <a:ext cx="0" cy="6876774"/>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AA15085F-FF33-E548-E49D-55F9A56CF0B2}"/>
              </a:ext>
            </a:extLst>
          </p:cNvPr>
          <p:cNvSpPr txBox="1"/>
          <p:nvPr/>
        </p:nvSpPr>
        <p:spPr bwMode="gray">
          <a:xfrm>
            <a:off x="9232135" y="184016"/>
            <a:ext cx="2678161" cy="192418"/>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DK" sz="1200" b="0" i="1" u="none" strike="noStrike" kern="1200" cap="none" spc="0" normalizeH="0" baseline="0" noProof="0">
                <a:ln>
                  <a:noFill/>
                </a:ln>
                <a:solidFill>
                  <a:srgbClr val="4F899C"/>
                </a:solidFill>
                <a:effectLst/>
                <a:uLnTx/>
                <a:uFillTx/>
                <a:latin typeface="Calibri Light"/>
                <a:ea typeface="Calibri Light"/>
                <a:cs typeface="Arial"/>
              </a:rPr>
              <a:t>EXAMPLE FROM FINANCIAL SECTOR CLIENT</a:t>
            </a:r>
          </a:p>
        </p:txBody>
      </p:sp>
    </p:spTree>
    <p:custDataLst>
      <p:tags r:id="rId1"/>
    </p:custDataLst>
    <p:extLst>
      <p:ext uri="{BB962C8B-B14F-4D97-AF65-F5344CB8AC3E}">
        <p14:creationId xmlns:p14="http://schemas.microsoft.com/office/powerpoint/2010/main" val="492043229"/>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5B278-C61C-5BA0-113B-3B4B4F41A7E1}"/>
            </a:ext>
          </a:extLst>
        </p:cNvPr>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DC5FF848-40CE-DE1F-5F9D-3D47CDA6D65F}"/>
              </a:ext>
            </a:extLst>
          </p:cNvPr>
          <p:cNvGraphicFramePr>
            <a:graphicFrameLocks/>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5" imgW="7772400" imgH="10058400" progId="TCLayout.ActiveDocument.1">
                  <p:embed/>
                </p:oleObj>
              </mc:Choice>
              <mc:Fallback>
                <p:oleObj name="think-cell Slide" r:id="rId5" imgW="7772400" imgH="10058400" progId="TCLayout.ActiveDocument.1">
                  <p:embed/>
                  <p:pic>
                    <p:nvPicPr>
                      <p:cNvPr id="2" name="think-cell data - do not delete" hidden="1">
                        <a:extLst>
                          <a:ext uri="{FF2B5EF4-FFF2-40B4-BE49-F238E27FC236}">
                            <a16:creationId xmlns:a16="http://schemas.microsoft.com/office/drawing/2014/main" id="{DC5FF848-40CE-DE1F-5F9D-3D47CDA6D65F}"/>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Text Placeholder 9">
            <a:extLst>
              <a:ext uri="{FF2B5EF4-FFF2-40B4-BE49-F238E27FC236}">
                <a16:creationId xmlns:a16="http://schemas.microsoft.com/office/drawing/2014/main" id="{44A18842-6143-4350-C32B-262A0FF603B5}"/>
              </a:ext>
            </a:extLst>
          </p:cNvPr>
          <p:cNvSpPr>
            <a:spLocks noGrp="1"/>
          </p:cNvSpPr>
          <p:nvPr>
            <p:ph type="body" sz="quarter" idx="1032"/>
          </p:nvPr>
        </p:nvSpPr>
        <p:spPr/>
        <p:txBody>
          <a:bodyPr/>
          <a:lstStyle/>
          <a:p>
            <a:r>
              <a:rPr lang="en-GB" dirty="0"/>
              <a:t>Custom AI system in the public sector</a:t>
            </a:r>
          </a:p>
          <a:p>
            <a:endParaRPr lang="en-GB" dirty="0"/>
          </a:p>
        </p:txBody>
      </p:sp>
      <p:sp>
        <p:nvSpPr>
          <p:cNvPr id="14" name="Rectangle 13" descr="decorative: Rectangle 14">
            <a:extLst>
              <a:ext uri="{FF2B5EF4-FFF2-40B4-BE49-F238E27FC236}">
                <a16:creationId xmlns:a16="http://schemas.microsoft.com/office/drawing/2014/main" id="{8909A440-F95A-4F1D-D821-3D0DA4A226C8}"/>
              </a:ext>
            </a:extLst>
          </p:cNvPr>
          <p:cNvSpPr/>
          <p:nvPr/>
        </p:nvSpPr>
        <p:spPr bwMode="gray">
          <a:xfrm>
            <a:off x="-1505537" y="14286"/>
            <a:ext cx="1234480" cy="807124"/>
          </a:xfrm>
          <a:prstGeom prst="rect">
            <a:avLst/>
          </a:prstGeom>
          <a:solidFill>
            <a:schemeClr val="accent5"/>
          </a:solidFill>
          <a:ln>
            <a:noFill/>
          </a:ln>
        </p:spPr>
        <p:style>
          <a:lnRef idx="2">
            <a:schemeClr val="dk1"/>
          </a:lnRef>
          <a:fillRef idx="1">
            <a:schemeClr val="lt1"/>
          </a:fillRef>
          <a:effectRef idx="0">
            <a:schemeClr val="dk1"/>
          </a:effectRef>
          <a:fontRef idx="minor">
            <a:schemeClr val="dk1"/>
          </a:fontRef>
        </p:style>
        <p:txBody>
          <a:bodyPr vert="horz" lIns="90000" tIns="46800" rIns="90000" bIns="46800" rtlCol="0" anchor="t">
            <a:noAutofit/>
          </a:bodyPr>
          <a:lstStyle>
            <a:defPPr>
              <a:defRPr lang="aa-E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ct val="0"/>
              </a:spcAft>
              <a:buClrTx/>
              <a:buSzTx/>
              <a:buFontTx/>
              <a:buNone/>
              <a:tabLst/>
              <a:defRPr/>
            </a:pPr>
            <a:r>
              <a:rPr kumimoji="0" lang="en-GB" sz="1050" b="1" i="0" u="none" strike="noStrike" kern="1200" cap="none" spc="0" normalizeH="0" baseline="0" noProof="0" dirty="0">
                <a:ln>
                  <a:noFill/>
                </a:ln>
                <a:solidFill>
                  <a:srgbClr val="44463E"/>
                </a:solidFill>
                <a:effectLst/>
                <a:uLnTx/>
                <a:uFillTx/>
                <a:latin typeface="Ease SemiDisplay"/>
                <a:ea typeface="+mn-ea"/>
                <a:cs typeface="Arial"/>
              </a:rPr>
              <a:t>PL</a:t>
            </a:r>
            <a:r>
              <a:rPr kumimoji="0" lang="en-GB" sz="1050" b="0" i="0" u="none" strike="noStrike" kern="1200" cap="none" spc="0" normalizeH="0" baseline="0" noProof="0" dirty="0">
                <a:ln>
                  <a:noFill/>
                </a:ln>
                <a:solidFill>
                  <a:srgbClr val="44463E"/>
                </a:solidFill>
                <a:effectLst/>
                <a:uLnTx/>
                <a:uFillTx/>
                <a:latin typeface="Ease SemiDisplay"/>
                <a:ea typeface="+mn-ea"/>
                <a:cs typeface="Arial"/>
              </a:rPr>
              <a:t>: Jesper, Alicia Andreas Kjær</a:t>
            </a:r>
          </a:p>
          <a:p>
            <a:pPr marL="0" marR="0" lvl="0" indent="0" algn="l" defTabSz="914400" rtl="0" eaLnBrk="1" fontAlgn="auto" latinLnBrk="0" hangingPunct="1">
              <a:lnSpc>
                <a:spcPct val="100000"/>
              </a:lnSpc>
              <a:spcBef>
                <a:spcPts val="600"/>
              </a:spcBef>
              <a:spcAft>
                <a:spcPct val="0"/>
              </a:spcAft>
              <a:buClrTx/>
              <a:buSzTx/>
              <a:buFontTx/>
              <a:buNone/>
              <a:tabLst/>
              <a:defRPr/>
            </a:pPr>
            <a:r>
              <a:rPr kumimoji="0" lang="en-GB" sz="1050" b="1" i="0" u="none" strike="noStrike" kern="1200" cap="none" spc="0" normalizeH="0" baseline="0" noProof="0" dirty="0">
                <a:ln>
                  <a:noFill/>
                </a:ln>
                <a:solidFill>
                  <a:srgbClr val="44463E"/>
                </a:solidFill>
                <a:effectLst/>
                <a:uLnTx/>
                <a:uFillTx/>
                <a:latin typeface="Ease SemiDisplay"/>
                <a:ea typeface="+mn-ea"/>
                <a:cs typeface="Arial"/>
              </a:rPr>
              <a:t>Client</a:t>
            </a:r>
            <a:r>
              <a:rPr kumimoji="0" lang="en-GB" sz="1050" b="0" i="0" u="none" strike="noStrike" kern="1200" cap="none" spc="0" normalizeH="0" baseline="0" noProof="0" dirty="0">
                <a:ln>
                  <a:noFill/>
                </a:ln>
                <a:solidFill>
                  <a:srgbClr val="44463E"/>
                </a:solidFill>
                <a:effectLst/>
                <a:uLnTx/>
                <a:uFillTx/>
                <a:latin typeface="Ease SemiDisplay"/>
                <a:ea typeface="+mn-ea"/>
                <a:cs typeface="Arial"/>
              </a:rPr>
              <a:t>: ASH</a:t>
            </a:r>
          </a:p>
        </p:txBody>
      </p:sp>
      <p:sp>
        <p:nvSpPr>
          <p:cNvPr id="48" name="Title 2" descr="decorative: Title 2">
            <a:extLst>
              <a:ext uri="{FF2B5EF4-FFF2-40B4-BE49-F238E27FC236}">
                <a16:creationId xmlns:a16="http://schemas.microsoft.com/office/drawing/2014/main" id="{7128062B-0C95-3C3B-1D53-C1C804929CA9}"/>
              </a:ext>
            </a:extLst>
          </p:cNvPr>
          <p:cNvSpPr>
            <a:spLocks noGrp="1"/>
          </p:cNvSpPr>
          <p:nvPr>
            <p:ph type="title"/>
          </p:nvPr>
        </p:nvSpPr>
        <p:spPr>
          <a:xfrm>
            <a:off x="591699" y="762216"/>
            <a:ext cx="7160485" cy="661987"/>
          </a:xfrm>
        </p:spPr>
        <p:txBody>
          <a:bodyPr vert="horz" rIns="0"/>
          <a:lstStyle/>
          <a:p>
            <a:r>
              <a:rPr lang="en-GB" sz="2000" b="1" dirty="0">
                <a:latin typeface="+mj-lt"/>
              </a:rPr>
              <a:t>Business Finland </a:t>
            </a:r>
            <a:r>
              <a:rPr lang="en-GB" sz="2000" dirty="0">
                <a:latin typeface="+mj-lt"/>
              </a:rPr>
              <a:t>– </a:t>
            </a:r>
            <a:r>
              <a:rPr lang="en-US" sz="2000" dirty="0">
                <a:latin typeface="+mj-lt"/>
              </a:rPr>
              <a:t> Custom AI system that assists evaluators in conducting deeper, evidence-based evaluations of funding programs</a:t>
            </a:r>
            <a:endParaRPr lang="en-GB" sz="2000" dirty="0">
              <a:latin typeface="+mj-lt"/>
            </a:endParaRPr>
          </a:p>
        </p:txBody>
      </p:sp>
      <p:sp>
        <p:nvSpPr>
          <p:cNvPr id="49" name="Text Placeholder 5" descr="decorative: Text Placeholder 5">
            <a:extLst>
              <a:ext uri="{FF2B5EF4-FFF2-40B4-BE49-F238E27FC236}">
                <a16:creationId xmlns:a16="http://schemas.microsoft.com/office/drawing/2014/main" id="{D107143C-08F2-F975-256C-2A3BFDFCE11F}"/>
              </a:ext>
            </a:extLst>
          </p:cNvPr>
          <p:cNvSpPr txBox="1">
            <a:spLocks/>
          </p:cNvSpPr>
          <p:nvPr/>
        </p:nvSpPr>
        <p:spPr bwMode="gray">
          <a:xfrm>
            <a:off x="609600" y="1500040"/>
            <a:ext cx="7142584" cy="1577896"/>
          </a:xfrm>
          <a:prstGeom prst="rect">
            <a:avLst/>
          </a:prstGeom>
        </p:spPr>
        <p:txBody>
          <a:bodyPr vert="horz" lIns="0" tIns="0" rIns="0" bIns="0" rtlCol="0" anchor="t">
            <a:noAutofit/>
          </a:bodyPr>
          <a:lstStyle>
            <a:lvl1pPr marL="180000" indent="-180000" algn="l" defTabSz="914400" rtl="0" eaLnBrk="1" latinLnBrk="0" hangingPunct="1">
              <a:lnSpc>
                <a:spcPct val="140000"/>
              </a:lnSpc>
              <a:spcBef>
                <a:spcPts val="0"/>
              </a:spcBef>
              <a:buSzPct val="125000"/>
              <a:buFont typeface="Ease Display" panose="00000500000000000000" pitchFamily="2" charset="0"/>
              <a:buChar char="→"/>
              <a:defRPr sz="900" kern="1200">
                <a:solidFill>
                  <a:schemeClr val="tx1"/>
                </a:solidFill>
                <a:latin typeface="Ease SemiDisplay" panose="00000500000000000000" pitchFamily="2" charset="0"/>
                <a:ea typeface="Ease SemiDisplay" panose="00000500000000000000" pitchFamily="2" charset="0"/>
                <a:cs typeface="+mn-cs"/>
              </a:defRPr>
            </a:lvl1pPr>
            <a:lvl2pPr marL="360000" indent="-180000" algn="l" defTabSz="914400" rtl="0" eaLnBrk="1" latinLnBrk="0" hangingPunct="1">
              <a:lnSpc>
                <a:spcPct val="140000"/>
              </a:lnSpc>
              <a:spcBef>
                <a:spcPts val="0"/>
              </a:spcBef>
              <a:buSzPct val="125000"/>
              <a:buFont typeface="Ease Display" panose="00000500000000000000" pitchFamily="2" charset="0"/>
              <a:buChar char="→"/>
              <a:defRPr sz="900" kern="1200" baseline="0">
                <a:solidFill>
                  <a:schemeClr val="tx1"/>
                </a:solidFill>
                <a:latin typeface="Ease SemiDisplay" panose="00000500000000000000" pitchFamily="2" charset="0"/>
                <a:ea typeface="Ease SemiDisplay" panose="00000500000000000000" pitchFamily="2" charset="0"/>
                <a:cs typeface="+mn-cs"/>
              </a:defRPr>
            </a:lvl2pPr>
            <a:lvl3pPr marL="540000" indent="-180000" algn="l" defTabSz="914400" rtl="0" eaLnBrk="1" latinLnBrk="0" hangingPunct="1">
              <a:lnSpc>
                <a:spcPct val="140000"/>
              </a:lnSpc>
              <a:spcBef>
                <a:spcPts val="0"/>
              </a:spcBef>
              <a:buSzPct val="125000"/>
              <a:buFont typeface="Ease Display" panose="00000500000000000000" pitchFamily="2" charset="0"/>
              <a:buChar char="→"/>
              <a:defRPr sz="900" kern="1200">
                <a:solidFill>
                  <a:schemeClr val="tx1"/>
                </a:solidFill>
                <a:latin typeface="Ease SemiDisplay" panose="00000500000000000000" pitchFamily="2" charset="0"/>
                <a:ea typeface="Ease SemiDisplay" panose="00000500000000000000" pitchFamily="2" charset="0"/>
                <a:cs typeface="+mn-cs"/>
              </a:defRPr>
            </a:lvl3pPr>
            <a:lvl4pPr marL="180000" indent="-180000" algn="l" defTabSz="914400" rtl="0" eaLnBrk="1" latinLnBrk="0" hangingPunct="1">
              <a:lnSpc>
                <a:spcPct val="140000"/>
              </a:lnSpc>
              <a:spcBef>
                <a:spcPts val="0"/>
              </a:spcBef>
              <a:buFont typeface="+mj-lt"/>
              <a:buAutoNum type="arabicPeriod"/>
              <a:defRPr sz="900" b="0" kern="1200">
                <a:solidFill>
                  <a:schemeClr val="tx1"/>
                </a:solidFill>
                <a:latin typeface="Ease SemiDisplay" panose="00000500000000000000" pitchFamily="2" charset="0"/>
                <a:ea typeface="Ease SemiDisplay" panose="00000500000000000000" pitchFamily="2" charset="0"/>
                <a:cs typeface="+mn-cs"/>
              </a:defRPr>
            </a:lvl4pPr>
            <a:lvl5pPr marL="360000" indent="-180000" algn="l" defTabSz="914400" rtl="0" eaLnBrk="1" latinLnBrk="0" hangingPunct="1">
              <a:lnSpc>
                <a:spcPct val="140000"/>
              </a:lnSpc>
              <a:spcBef>
                <a:spcPts val="0"/>
              </a:spcBef>
              <a:buFont typeface="+mj-lt"/>
              <a:buAutoNum type="arabicPeriod"/>
              <a:defRPr sz="900" kern="1200">
                <a:solidFill>
                  <a:schemeClr val="tx1"/>
                </a:solidFill>
                <a:latin typeface="Ease SemiDisplay" panose="00000500000000000000" pitchFamily="2" charset="0"/>
                <a:ea typeface="Ease SemiDisplay" panose="00000500000000000000" pitchFamily="2" charset="0"/>
                <a:cs typeface="+mn-cs"/>
              </a:defRPr>
            </a:lvl5pPr>
            <a:lvl6pPr marL="540000" indent="-180000" algn="l" defTabSz="914400" rtl="0" eaLnBrk="1" latinLnBrk="0" hangingPunct="1">
              <a:lnSpc>
                <a:spcPct val="140000"/>
              </a:lnSpc>
              <a:spcBef>
                <a:spcPts val="0"/>
              </a:spcBef>
              <a:buFont typeface="+mj-lt"/>
              <a:buAutoNum type="arabicPeriod"/>
              <a:defRPr sz="900" kern="1200">
                <a:solidFill>
                  <a:schemeClr val="tx1"/>
                </a:solidFill>
                <a:latin typeface="Ease SemiDisplay" panose="00000500000000000000" pitchFamily="2" charset="0"/>
                <a:ea typeface="Ease SemiDisplay" panose="00000500000000000000" pitchFamily="2" charset="0"/>
                <a:cs typeface="+mn-cs"/>
              </a:defRPr>
            </a:lvl6pPr>
            <a:lvl7pPr marL="0" indent="0" algn="l" defTabSz="914400" rtl="0" eaLnBrk="1" latinLnBrk="0" hangingPunct="1">
              <a:lnSpc>
                <a:spcPct val="140000"/>
              </a:lnSpc>
              <a:spcBef>
                <a:spcPts val="0"/>
              </a:spcBef>
              <a:buFont typeface="Arial" panose="020B0604020202020204" pitchFamily="34" charset="0"/>
              <a:buNone/>
              <a:defRPr sz="900" b="0" kern="1200">
                <a:solidFill>
                  <a:schemeClr val="tx1"/>
                </a:solidFill>
                <a:latin typeface="Ease SemiDisplay" panose="00000500000000000000" pitchFamily="2" charset="0"/>
                <a:ea typeface="Ease SemiDisplay" panose="00000500000000000000" pitchFamily="2" charset="0"/>
                <a:cs typeface="+mn-cs"/>
              </a:defRPr>
            </a:lvl7pPr>
            <a:lvl8pPr marL="0" indent="0" algn="l" defTabSz="914400" rtl="0" eaLnBrk="1" latinLnBrk="0" hangingPunct="1">
              <a:lnSpc>
                <a:spcPct val="85000"/>
              </a:lnSpc>
              <a:spcBef>
                <a:spcPts val="0"/>
              </a:spcBef>
              <a:buFont typeface="Arial" panose="020B0604020202020204" pitchFamily="34" charset="0"/>
              <a:buNone/>
              <a:defRPr sz="1500" b="0" kern="1200" spc="-150" baseline="0">
                <a:solidFill>
                  <a:schemeClr val="tx1"/>
                </a:solidFill>
                <a:latin typeface="Ease Display" panose="020B0604020202020204" charset="0"/>
                <a:ea typeface="Ease Display" panose="020B0604020202020204" charset="0"/>
                <a:cs typeface="+mn-cs"/>
              </a:defRPr>
            </a:lvl8pPr>
            <a:lvl9pPr marL="180000" indent="0" algn="l" defTabSz="914400" rtl="0" eaLnBrk="1" latinLnBrk="0" hangingPunct="1">
              <a:lnSpc>
                <a:spcPct val="140000"/>
              </a:lnSpc>
              <a:spcBef>
                <a:spcPts val="0"/>
              </a:spcBef>
              <a:buFont typeface="Arial" panose="020B0604020202020204" pitchFamily="34" charset="0"/>
              <a:buNone/>
              <a:defRPr sz="900" kern="1200">
                <a:solidFill>
                  <a:schemeClr val="tx1"/>
                </a:solidFill>
                <a:latin typeface="Ease SemiDisplay" panose="00000500000000000000" pitchFamily="2" charset="0"/>
                <a:ea typeface="Ease SemiDisplay" panose="00000500000000000000" pitchFamily="2" charset="0"/>
                <a:cs typeface="+mn-cs"/>
              </a:defRPr>
            </a:lvl9pPr>
          </a:lstStyle>
          <a:p>
            <a:pPr marL="0" indent="0">
              <a:buNone/>
              <a:defRPr/>
            </a:pPr>
            <a:r>
              <a:rPr kumimoji="0" lang="en-GB" sz="1050" b="1" i="0" u="none" strike="noStrike" kern="1200" cap="none" spc="0" normalizeH="0" baseline="0" noProof="0" dirty="0">
                <a:ln>
                  <a:noFill/>
                </a:ln>
                <a:solidFill>
                  <a:srgbClr val="000000"/>
                </a:solidFill>
                <a:effectLst/>
                <a:uLnTx/>
                <a:uFillTx/>
                <a:latin typeface="Ease SemiDisplay" panose="00000500000000000000" pitchFamily="2" charset="0"/>
                <a:ea typeface="Ease SemiDisplay" panose="00000500000000000000" pitchFamily="2" charset="0"/>
                <a:cs typeface="Gotham Book"/>
              </a:rPr>
              <a:t>Strategic AI roadmap for Business Finland’s program evaluations</a:t>
            </a:r>
            <a:endParaRPr lang="en-GB" sz="1050" b="1" dirty="0">
              <a:solidFill>
                <a:srgbClr val="000000"/>
              </a:solidFill>
              <a:cs typeface="Gotham Book"/>
            </a:endParaRPr>
          </a:p>
          <a:p>
            <a:pPr marL="0" indent="0">
              <a:buNone/>
              <a:defRPr/>
            </a:pPr>
            <a:r>
              <a:rPr lang="en-US" dirty="0">
                <a:solidFill>
                  <a:srgbClr val="000000"/>
                </a:solidFill>
                <a:cs typeface="Gotham Book"/>
              </a:rPr>
              <a:t>Business Finland funds hundreds of innovation projects and needs to evaluate whether that spending delivers the envisioned impact. Yet project documentation is too voluminous for any evaluator to review systematically, and program-level reporting is too high-level to give a complete picture.</a:t>
            </a:r>
          </a:p>
          <a:p>
            <a:pPr marL="0" indent="0">
              <a:buNone/>
              <a:defRPr/>
            </a:pPr>
            <a:endParaRPr lang="en-US" dirty="0">
              <a:solidFill>
                <a:srgbClr val="000000"/>
              </a:solidFill>
              <a:cs typeface="Gotham Book"/>
            </a:endParaRPr>
          </a:p>
          <a:p>
            <a:pPr marL="0" indent="0">
              <a:buNone/>
              <a:defRPr/>
            </a:pPr>
            <a:r>
              <a:rPr lang="en-US" dirty="0">
                <a:solidFill>
                  <a:srgbClr val="000000"/>
                </a:solidFill>
                <a:cs typeface="Gotham Book"/>
              </a:rPr>
              <a:t>While evaluating three Business Finland programs, ADC piloted a prototype AI agent that surfaced project-level insights the standard process would have missed. Building on these results, ADC developed and deployed a custom multi-agent AI system within Business Finland's infrastructure that lets evaluators query all available evidence through a conversational interface, pulling in unstructured project documents, structured project data, program-level information and theory of change frameworks to deliver grounded, source-referenced answers in seconds.</a:t>
            </a:r>
            <a:endParaRPr kumimoji="0" lang="en-GB" b="1" i="0" u="none" strike="noStrike" kern="1200" cap="none" spc="0" normalizeH="0" baseline="0" noProof="0" dirty="0">
              <a:ln>
                <a:noFill/>
              </a:ln>
              <a:solidFill>
                <a:srgbClr val="000000"/>
              </a:solidFill>
              <a:effectLst/>
              <a:uLnTx/>
              <a:uFillTx/>
              <a:latin typeface="Ease SemiDisplay" panose="00000500000000000000" pitchFamily="2" charset="0"/>
              <a:ea typeface="Ease SemiDisplay" panose="00000500000000000000" pitchFamily="2" charset="0"/>
              <a:cs typeface="Gotham Book"/>
            </a:endParaRPr>
          </a:p>
        </p:txBody>
      </p:sp>
      <p:sp>
        <p:nvSpPr>
          <p:cNvPr id="52" name="Text Placeholder 6">
            <a:extLst>
              <a:ext uri="{FF2B5EF4-FFF2-40B4-BE49-F238E27FC236}">
                <a16:creationId xmlns:a16="http://schemas.microsoft.com/office/drawing/2014/main" id="{73D5A661-7F65-2D55-0CD7-EF48994AAF5B}"/>
              </a:ext>
            </a:extLst>
          </p:cNvPr>
          <p:cNvSpPr txBox="1">
            <a:spLocks/>
          </p:cNvSpPr>
          <p:nvPr/>
        </p:nvSpPr>
        <p:spPr bwMode="gray">
          <a:xfrm>
            <a:off x="601702" y="3688188"/>
            <a:ext cx="881609" cy="179464"/>
          </a:xfrm>
          <a:prstGeom prst="rect">
            <a:avLst/>
          </a:prstGeom>
        </p:spPr>
        <p:txBody>
          <a:bodyPr vert="horz" lIns="0" tIns="0" rIns="0" bIns="0" rtlCol="0">
            <a:noAutofit/>
          </a:bodyPr>
          <a:lstStyle>
            <a:lvl1pPr marL="180000" indent="-180000" algn="l" defTabSz="914400" rtl="0" eaLnBrk="1" latinLnBrk="0" hangingPunct="1">
              <a:lnSpc>
                <a:spcPct val="140000"/>
              </a:lnSpc>
              <a:spcBef>
                <a:spcPts val="0"/>
              </a:spcBef>
              <a:buSzPct val="125000"/>
              <a:buFont typeface="Ease Display" panose="00000500000000000000" pitchFamily="2" charset="0"/>
              <a:buChar char="→"/>
              <a:defRPr sz="900" kern="1200">
                <a:solidFill>
                  <a:schemeClr val="tx1"/>
                </a:solidFill>
                <a:latin typeface="Ease SemiDisplay" panose="00000500000000000000" pitchFamily="2" charset="0"/>
                <a:ea typeface="Ease SemiDisplay" panose="00000500000000000000" pitchFamily="2" charset="0"/>
                <a:cs typeface="+mn-cs"/>
              </a:defRPr>
            </a:lvl1pPr>
            <a:lvl2pPr marL="360000" indent="-180000" algn="l" defTabSz="914400" rtl="0" eaLnBrk="1" latinLnBrk="0" hangingPunct="1">
              <a:lnSpc>
                <a:spcPct val="140000"/>
              </a:lnSpc>
              <a:spcBef>
                <a:spcPts val="0"/>
              </a:spcBef>
              <a:buSzPct val="125000"/>
              <a:buFont typeface="Ease Display" panose="00000500000000000000" pitchFamily="2" charset="0"/>
              <a:buChar char="→"/>
              <a:defRPr sz="900" kern="1200" baseline="0">
                <a:solidFill>
                  <a:schemeClr val="tx1"/>
                </a:solidFill>
                <a:latin typeface="Ease SemiDisplay" panose="00000500000000000000" pitchFamily="2" charset="0"/>
                <a:ea typeface="Ease SemiDisplay" panose="00000500000000000000" pitchFamily="2" charset="0"/>
                <a:cs typeface="+mn-cs"/>
              </a:defRPr>
            </a:lvl2pPr>
            <a:lvl3pPr marL="540000" indent="-180000" algn="l" defTabSz="914400" rtl="0" eaLnBrk="1" latinLnBrk="0" hangingPunct="1">
              <a:lnSpc>
                <a:spcPct val="140000"/>
              </a:lnSpc>
              <a:spcBef>
                <a:spcPts val="0"/>
              </a:spcBef>
              <a:buSzPct val="125000"/>
              <a:buFont typeface="Ease Display" panose="00000500000000000000" pitchFamily="2" charset="0"/>
              <a:buChar char="→"/>
              <a:defRPr sz="900" kern="1200">
                <a:solidFill>
                  <a:schemeClr val="tx1"/>
                </a:solidFill>
                <a:latin typeface="Ease SemiDisplay" panose="00000500000000000000" pitchFamily="2" charset="0"/>
                <a:ea typeface="Ease SemiDisplay" panose="00000500000000000000" pitchFamily="2" charset="0"/>
                <a:cs typeface="+mn-cs"/>
              </a:defRPr>
            </a:lvl3pPr>
            <a:lvl4pPr marL="180000" indent="-180000" algn="l" defTabSz="914400" rtl="0" eaLnBrk="1" latinLnBrk="0" hangingPunct="1">
              <a:lnSpc>
                <a:spcPct val="140000"/>
              </a:lnSpc>
              <a:spcBef>
                <a:spcPts val="0"/>
              </a:spcBef>
              <a:buFont typeface="+mj-lt"/>
              <a:buAutoNum type="arabicPeriod"/>
              <a:defRPr sz="900" b="0" kern="1200">
                <a:solidFill>
                  <a:schemeClr val="tx1"/>
                </a:solidFill>
                <a:latin typeface="Ease SemiDisplay" panose="00000500000000000000" pitchFamily="2" charset="0"/>
                <a:ea typeface="Ease SemiDisplay" panose="00000500000000000000" pitchFamily="2" charset="0"/>
                <a:cs typeface="+mn-cs"/>
              </a:defRPr>
            </a:lvl4pPr>
            <a:lvl5pPr marL="360000" indent="-180000" algn="l" defTabSz="914400" rtl="0" eaLnBrk="1" latinLnBrk="0" hangingPunct="1">
              <a:lnSpc>
                <a:spcPct val="140000"/>
              </a:lnSpc>
              <a:spcBef>
                <a:spcPts val="0"/>
              </a:spcBef>
              <a:buFont typeface="+mj-lt"/>
              <a:buAutoNum type="arabicPeriod"/>
              <a:defRPr sz="900" kern="1200">
                <a:solidFill>
                  <a:schemeClr val="tx1"/>
                </a:solidFill>
                <a:latin typeface="Ease SemiDisplay" panose="00000500000000000000" pitchFamily="2" charset="0"/>
                <a:ea typeface="Ease SemiDisplay" panose="00000500000000000000" pitchFamily="2" charset="0"/>
                <a:cs typeface="+mn-cs"/>
              </a:defRPr>
            </a:lvl5pPr>
            <a:lvl6pPr marL="540000" indent="-180000" algn="l" defTabSz="914400" rtl="0" eaLnBrk="1" latinLnBrk="0" hangingPunct="1">
              <a:lnSpc>
                <a:spcPct val="140000"/>
              </a:lnSpc>
              <a:spcBef>
                <a:spcPts val="0"/>
              </a:spcBef>
              <a:buFont typeface="+mj-lt"/>
              <a:buAutoNum type="arabicPeriod"/>
              <a:defRPr sz="900" kern="1200">
                <a:solidFill>
                  <a:schemeClr val="tx1"/>
                </a:solidFill>
                <a:latin typeface="Ease SemiDisplay" panose="00000500000000000000" pitchFamily="2" charset="0"/>
                <a:ea typeface="Ease SemiDisplay" panose="00000500000000000000" pitchFamily="2" charset="0"/>
                <a:cs typeface="+mn-cs"/>
              </a:defRPr>
            </a:lvl6pPr>
            <a:lvl7pPr marL="0" indent="0" algn="l" defTabSz="914400" rtl="0" eaLnBrk="1" latinLnBrk="0" hangingPunct="1">
              <a:lnSpc>
                <a:spcPct val="140000"/>
              </a:lnSpc>
              <a:spcBef>
                <a:spcPts val="0"/>
              </a:spcBef>
              <a:buFont typeface="Arial" panose="020B0604020202020204" pitchFamily="34" charset="0"/>
              <a:buNone/>
              <a:defRPr sz="900" b="0" kern="1200">
                <a:solidFill>
                  <a:schemeClr val="tx1"/>
                </a:solidFill>
                <a:latin typeface="Ease SemiDisplay" panose="00000500000000000000" pitchFamily="2" charset="0"/>
                <a:ea typeface="Ease SemiDisplay" panose="00000500000000000000" pitchFamily="2" charset="0"/>
                <a:cs typeface="+mn-cs"/>
              </a:defRPr>
            </a:lvl7pPr>
            <a:lvl8pPr marL="0" indent="0" algn="l" defTabSz="914400" rtl="0" eaLnBrk="1" latinLnBrk="0" hangingPunct="1">
              <a:lnSpc>
                <a:spcPct val="85000"/>
              </a:lnSpc>
              <a:spcBef>
                <a:spcPts val="0"/>
              </a:spcBef>
              <a:buFont typeface="Arial" panose="020B0604020202020204" pitchFamily="34" charset="0"/>
              <a:buNone/>
              <a:defRPr sz="1500" b="0" kern="1200" spc="-150" baseline="0">
                <a:solidFill>
                  <a:schemeClr val="tx1"/>
                </a:solidFill>
                <a:latin typeface="Ease Display" panose="020B0604020202020204" charset="0"/>
                <a:ea typeface="Ease Display" panose="020B0604020202020204" charset="0"/>
                <a:cs typeface="+mn-cs"/>
              </a:defRPr>
            </a:lvl8pPr>
            <a:lvl9pPr marL="180000" indent="0" algn="l" defTabSz="914400" rtl="0" eaLnBrk="1" latinLnBrk="0" hangingPunct="1">
              <a:lnSpc>
                <a:spcPct val="140000"/>
              </a:lnSpc>
              <a:spcBef>
                <a:spcPts val="0"/>
              </a:spcBef>
              <a:buFont typeface="Arial" panose="020B0604020202020204" pitchFamily="34" charset="0"/>
              <a:buNone/>
              <a:defRPr sz="900" kern="1200">
                <a:solidFill>
                  <a:schemeClr val="tx1"/>
                </a:solidFill>
                <a:latin typeface="Ease SemiDisplay" panose="00000500000000000000" pitchFamily="2" charset="0"/>
                <a:ea typeface="Ease SemiDisplay" panose="00000500000000000000" pitchFamily="2" charset="0"/>
                <a:cs typeface="+mn-cs"/>
              </a:defRPr>
            </a:lvl9pPr>
          </a:lstStyle>
          <a:p>
            <a:pPr marL="0" marR="0" lvl="0" indent="0" algn="l" defTabSz="914400" rtl="0" eaLnBrk="1" fontAlgn="auto" latinLnBrk="0" hangingPunct="1">
              <a:lnSpc>
                <a:spcPct val="85000"/>
              </a:lnSpc>
              <a:spcBef>
                <a:spcPts val="0"/>
              </a:spcBef>
              <a:spcAft>
                <a:spcPts val="0"/>
              </a:spcAft>
              <a:buClrTx/>
              <a:buSzPct val="125000"/>
              <a:buFont typeface="Ease Display" panose="00000500000000000000" pitchFamily="2" charset="0"/>
              <a:buNone/>
              <a:tabLst/>
              <a:defRPr/>
            </a:pPr>
            <a:r>
              <a:rPr kumimoji="0" lang="x-none" sz="1200" b="1" i="0" u="none" strike="noStrike" kern="1200" cap="none" spc="0" normalizeH="0" baseline="0" noProof="0" dirty="0">
                <a:ln>
                  <a:noFill/>
                </a:ln>
                <a:solidFill>
                  <a:srgbClr val="000000"/>
                </a:solidFill>
                <a:effectLst/>
                <a:uLnTx/>
                <a:uFillTx/>
                <a:latin typeface="Ease SemiDisplay Semibold" panose="00000500000000000000" pitchFamily="2" charset="0"/>
                <a:ea typeface="Ease SemiDisplay Semibold" panose="00000500000000000000" pitchFamily="2" charset="0"/>
                <a:cs typeface="+mn-cs"/>
              </a:rPr>
              <a:t>Challenge</a:t>
            </a:r>
            <a:r>
              <a:rPr kumimoji="0" lang="en-GB" sz="1200" b="1" i="0" u="none" strike="noStrike" kern="1200" cap="none" spc="0" normalizeH="0" baseline="0" noProof="0" dirty="0">
                <a:ln>
                  <a:noFill/>
                </a:ln>
                <a:solidFill>
                  <a:srgbClr val="000000"/>
                </a:solidFill>
                <a:effectLst/>
                <a:uLnTx/>
                <a:uFillTx/>
                <a:latin typeface="Ease SemiDisplay Semibold" panose="00000500000000000000" pitchFamily="2" charset="0"/>
                <a:ea typeface="Ease SemiDisplay Semibold" panose="00000500000000000000" pitchFamily="2" charset="0"/>
                <a:cs typeface="+mn-cs"/>
              </a:rPr>
              <a:t>s</a:t>
            </a:r>
          </a:p>
          <a:p>
            <a:pPr marL="180000" marR="0" lvl="0" indent="-180000" algn="l" defTabSz="914400" rtl="0" eaLnBrk="1" fontAlgn="auto" latinLnBrk="0" hangingPunct="1">
              <a:lnSpc>
                <a:spcPct val="85000"/>
              </a:lnSpc>
              <a:spcBef>
                <a:spcPts val="0"/>
              </a:spcBef>
              <a:spcAft>
                <a:spcPts val="0"/>
              </a:spcAft>
              <a:buClrTx/>
              <a:buSzPct val="125000"/>
              <a:buFont typeface="Arial" panose="020B0604020202020204" pitchFamily="34" charset="0"/>
              <a:buChar char="•"/>
              <a:tabLst/>
              <a:defRPr/>
            </a:pPr>
            <a:endParaRPr kumimoji="0" lang="x-none" sz="1200" b="0" i="0" u="none" strike="noStrike" kern="1200" cap="none" spc="-150" normalizeH="0" baseline="0" noProof="0" dirty="0">
              <a:ln>
                <a:noFill/>
              </a:ln>
              <a:solidFill>
                <a:srgbClr val="000000"/>
              </a:solidFill>
              <a:effectLst/>
              <a:uLnTx/>
              <a:uFillTx/>
              <a:latin typeface="+mj-lt"/>
              <a:ea typeface="Ease SemiDisplay" panose="00000500000000000000" pitchFamily="2" charset="0"/>
              <a:cs typeface="+mn-cs"/>
            </a:endParaRPr>
          </a:p>
        </p:txBody>
      </p:sp>
      <p:sp>
        <p:nvSpPr>
          <p:cNvPr id="53" name="Text Placeholder 6" descr="decorative: Text Placeholder 6">
            <a:extLst>
              <a:ext uri="{FF2B5EF4-FFF2-40B4-BE49-F238E27FC236}">
                <a16:creationId xmlns:a16="http://schemas.microsoft.com/office/drawing/2014/main" id="{747EEF87-3D61-841F-93FC-413823A0EA1E}"/>
              </a:ext>
            </a:extLst>
          </p:cNvPr>
          <p:cNvSpPr txBox="1">
            <a:spLocks/>
          </p:cNvSpPr>
          <p:nvPr/>
        </p:nvSpPr>
        <p:spPr bwMode="gray">
          <a:xfrm>
            <a:off x="609599" y="3943489"/>
            <a:ext cx="2016154" cy="2353690"/>
          </a:xfrm>
          <a:prstGeom prst="rect">
            <a:avLst/>
          </a:prstGeom>
        </p:spPr>
        <p:txBody>
          <a:bodyPr vert="horz" lIns="0" tIns="0" rIns="0" bIns="0" rtlCol="0">
            <a:noAutofit/>
          </a:bodyPr>
          <a:lstStyle>
            <a:lvl1pPr marL="180000" indent="-180000" algn="l" defTabSz="914400" rtl="0" eaLnBrk="1" latinLnBrk="0" hangingPunct="1">
              <a:lnSpc>
                <a:spcPct val="140000"/>
              </a:lnSpc>
              <a:spcBef>
                <a:spcPts val="0"/>
              </a:spcBef>
              <a:buSzPct val="125000"/>
              <a:buFont typeface="Ease Display" panose="00000500000000000000" pitchFamily="2" charset="0"/>
              <a:buChar char="→"/>
              <a:defRPr sz="900" kern="1200">
                <a:solidFill>
                  <a:schemeClr val="tx1"/>
                </a:solidFill>
                <a:latin typeface="Ease SemiDisplay" panose="00000500000000000000" pitchFamily="2" charset="0"/>
                <a:ea typeface="Ease SemiDisplay" panose="00000500000000000000" pitchFamily="2" charset="0"/>
                <a:cs typeface="+mn-cs"/>
              </a:defRPr>
            </a:lvl1pPr>
            <a:lvl2pPr marL="360000" indent="-180000" algn="l" defTabSz="914400" rtl="0" eaLnBrk="1" latinLnBrk="0" hangingPunct="1">
              <a:lnSpc>
                <a:spcPct val="140000"/>
              </a:lnSpc>
              <a:spcBef>
                <a:spcPts val="0"/>
              </a:spcBef>
              <a:buSzPct val="125000"/>
              <a:buFont typeface="Ease Display" panose="00000500000000000000" pitchFamily="2" charset="0"/>
              <a:buChar char="→"/>
              <a:defRPr sz="900" kern="1200" baseline="0">
                <a:solidFill>
                  <a:schemeClr val="tx1"/>
                </a:solidFill>
                <a:latin typeface="Ease SemiDisplay" panose="00000500000000000000" pitchFamily="2" charset="0"/>
                <a:ea typeface="Ease SemiDisplay" panose="00000500000000000000" pitchFamily="2" charset="0"/>
                <a:cs typeface="+mn-cs"/>
              </a:defRPr>
            </a:lvl2pPr>
            <a:lvl3pPr marL="540000" indent="-180000" algn="l" defTabSz="914400" rtl="0" eaLnBrk="1" latinLnBrk="0" hangingPunct="1">
              <a:lnSpc>
                <a:spcPct val="140000"/>
              </a:lnSpc>
              <a:spcBef>
                <a:spcPts val="0"/>
              </a:spcBef>
              <a:buSzPct val="125000"/>
              <a:buFont typeface="Ease Display" panose="00000500000000000000" pitchFamily="2" charset="0"/>
              <a:buChar char="→"/>
              <a:defRPr sz="900" kern="1200">
                <a:solidFill>
                  <a:schemeClr val="tx1"/>
                </a:solidFill>
                <a:latin typeface="Ease SemiDisplay" panose="00000500000000000000" pitchFamily="2" charset="0"/>
                <a:ea typeface="Ease SemiDisplay" panose="00000500000000000000" pitchFamily="2" charset="0"/>
                <a:cs typeface="+mn-cs"/>
              </a:defRPr>
            </a:lvl3pPr>
            <a:lvl4pPr marL="180000" indent="-180000" algn="l" defTabSz="914400" rtl="0" eaLnBrk="1" latinLnBrk="0" hangingPunct="1">
              <a:lnSpc>
                <a:spcPct val="140000"/>
              </a:lnSpc>
              <a:spcBef>
                <a:spcPts val="0"/>
              </a:spcBef>
              <a:buFont typeface="+mj-lt"/>
              <a:buAutoNum type="arabicPeriod"/>
              <a:defRPr sz="900" b="0" kern="1200">
                <a:solidFill>
                  <a:schemeClr val="tx1"/>
                </a:solidFill>
                <a:latin typeface="Ease SemiDisplay" panose="00000500000000000000" pitchFamily="2" charset="0"/>
                <a:ea typeface="Ease SemiDisplay" panose="00000500000000000000" pitchFamily="2" charset="0"/>
                <a:cs typeface="+mn-cs"/>
              </a:defRPr>
            </a:lvl4pPr>
            <a:lvl5pPr marL="360000" indent="-180000" algn="l" defTabSz="914400" rtl="0" eaLnBrk="1" latinLnBrk="0" hangingPunct="1">
              <a:lnSpc>
                <a:spcPct val="140000"/>
              </a:lnSpc>
              <a:spcBef>
                <a:spcPts val="0"/>
              </a:spcBef>
              <a:buFont typeface="+mj-lt"/>
              <a:buAutoNum type="arabicPeriod"/>
              <a:defRPr sz="900" kern="1200">
                <a:solidFill>
                  <a:schemeClr val="tx1"/>
                </a:solidFill>
                <a:latin typeface="Ease SemiDisplay" panose="00000500000000000000" pitchFamily="2" charset="0"/>
                <a:ea typeface="Ease SemiDisplay" panose="00000500000000000000" pitchFamily="2" charset="0"/>
                <a:cs typeface="+mn-cs"/>
              </a:defRPr>
            </a:lvl5pPr>
            <a:lvl6pPr marL="540000" indent="-180000" algn="l" defTabSz="914400" rtl="0" eaLnBrk="1" latinLnBrk="0" hangingPunct="1">
              <a:lnSpc>
                <a:spcPct val="140000"/>
              </a:lnSpc>
              <a:spcBef>
                <a:spcPts val="0"/>
              </a:spcBef>
              <a:buFont typeface="+mj-lt"/>
              <a:buAutoNum type="arabicPeriod"/>
              <a:defRPr sz="900" kern="1200">
                <a:solidFill>
                  <a:schemeClr val="tx1"/>
                </a:solidFill>
                <a:latin typeface="Ease SemiDisplay" panose="00000500000000000000" pitchFamily="2" charset="0"/>
                <a:ea typeface="Ease SemiDisplay" panose="00000500000000000000" pitchFamily="2" charset="0"/>
                <a:cs typeface="+mn-cs"/>
              </a:defRPr>
            </a:lvl6pPr>
            <a:lvl7pPr marL="0" indent="0" algn="l" defTabSz="914400" rtl="0" eaLnBrk="1" latinLnBrk="0" hangingPunct="1">
              <a:lnSpc>
                <a:spcPct val="140000"/>
              </a:lnSpc>
              <a:spcBef>
                <a:spcPts val="0"/>
              </a:spcBef>
              <a:buFont typeface="Arial" panose="020B0604020202020204" pitchFamily="34" charset="0"/>
              <a:buNone/>
              <a:defRPr sz="900" b="0" kern="1200">
                <a:solidFill>
                  <a:schemeClr val="tx1"/>
                </a:solidFill>
                <a:latin typeface="Ease SemiDisplay" panose="00000500000000000000" pitchFamily="2" charset="0"/>
                <a:ea typeface="Ease SemiDisplay" panose="00000500000000000000" pitchFamily="2" charset="0"/>
                <a:cs typeface="+mn-cs"/>
              </a:defRPr>
            </a:lvl7pPr>
            <a:lvl8pPr marL="0" indent="0" algn="l" defTabSz="914400" rtl="0" eaLnBrk="1" latinLnBrk="0" hangingPunct="1">
              <a:lnSpc>
                <a:spcPct val="85000"/>
              </a:lnSpc>
              <a:spcBef>
                <a:spcPts val="0"/>
              </a:spcBef>
              <a:buFont typeface="Arial" panose="020B0604020202020204" pitchFamily="34" charset="0"/>
              <a:buNone/>
              <a:defRPr sz="1500" b="0" kern="1200" spc="-150" baseline="0">
                <a:solidFill>
                  <a:schemeClr val="tx1"/>
                </a:solidFill>
                <a:latin typeface="Ease Display" panose="020B0604020202020204" charset="0"/>
                <a:ea typeface="Ease Display" panose="020B0604020202020204" charset="0"/>
                <a:cs typeface="+mn-cs"/>
              </a:defRPr>
            </a:lvl8pPr>
            <a:lvl9pPr marL="180000" indent="0" algn="l" defTabSz="914400" rtl="0" eaLnBrk="1" latinLnBrk="0" hangingPunct="1">
              <a:lnSpc>
                <a:spcPct val="140000"/>
              </a:lnSpc>
              <a:spcBef>
                <a:spcPts val="0"/>
              </a:spcBef>
              <a:buFont typeface="Arial" panose="020B0604020202020204" pitchFamily="34" charset="0"/>
              <a:buNone/>
              <a:defRPr sz="900" kern="1200">
                <a:solidFill>
                  <a:schemeClr val="tx1"/>
                </a:solidFill>
                <a:latin typeface="Ease SemiDisplay" panose="00000500000000000000" pitchFamily="2" charset="0"/>
                <a:ea typeface="Ease SemiDisplay" panose="00000500000000000000" pitchFamily="2" charset="0"/>
                <a:cs typeface="+mn-cs"/>
              </a:defRPr>
            </a:lvl9pPr>
          </a:lstStyle>
          <a:p>
            <a:pPr>
              <a:spcBef>
                <a:spcPts val="600"/>
              </a:spcBef>
              <a:buFont typeface="Arial" panose="020B0604020202020204" pitchFamily="34" charset="0"/>
              <a:buChar char="•"/>
              <a:defRPr/>
            </a:pPr>
            <a:r>
              <a:rPr kumimoji="0" lang="en-US" sz="900" b="0" i="0" u="none" strike="noStrike" kern="1200" cap="none" spc="0" normalizeH="0" baseline="0" noProof="0" dirty="0">
                <a:ln>
                  <a:noFill/>
                </a:ln>
                <a:solidFill>
                  <a:srgbClr val="000000"/>
                </a:solidFill>
                <a:effectLst/>
                <a:uLnTx/>
                <a:uFillTx/>
                <a:latin typeface="Ease SemiDisplay" panose="00000500000000000000" pitchFamily="2" charset="0"/>
                <a:ea typeface="Ease SemiDisplay" panose="00000500000000000000" pitchFamily="2" charset="0"/>
                <a:cs typeface="+mn-cs"/>
              </a:rPr>
              <a:t>Hundreds of funded projects produce vast, unstructured documentation</a:t>
            </a:r>
          </a:p>
          <a:p>
            <a:pPr>
              <a:spcBef>
                <a:spcPts val="600"/>
              </a:spcBef>
              <a:buFont typeface="Arial" panose="020B0604020202020204" pitchFamily="34" charset="0"/>
              <a:buChar char="•"/>
              <a:defRPr/>
            </a:pPr>
            <a:r>
              <a:rPr kumimoji="0" lang="en-US" sz="900" b="0" i="0" u="none" strike="noStrike" kern="1200" cap="none" spc="0" normalizeH="0" baseline="0" noProof="0" dirty="0">
                <a:ln>
                  <a:noFill/>
                </a:ln>
                <a:solidFill>
                  <a:srgbClr val="000000"/>
                </a:solidFill>
                <a:effectLst/>
                <a:uLnTx/>
                <a:uFillTx/>
                <a:latin typeface="Ease SemiDisplay" panose="00000500000000000000" pitchFamily="2" charset="0"/>
                <a:ea typeface="Ease SemiDisplay" panose="00000500000000000000" pitchFamily="2" charset="0"/>
                <a:cs typeface="+mn-cs"/>
              </a:rPr>
              <a:t>Program-level reporting is high-level and highlights only successes</a:t>
            </a:r>
          </a:p>
          <a:p>
            <a:pPr>
              <a:spcBef>
                <a:spcPts val="600"/>
              </a:spcBef>
              <a:buFont typeface="Arial" panose="020B0604020202020204" pitchFamily="34" charset="0"/>
              <a:buChar char="•"/>
              <a:defRPr/>
            </a:pPr>
            <a:r>
              <a:rPr kumimoji="0" lang="en-US" sz="900" b="0" i="0" u="none" strike="noStrike" kern="1200" cap="none" spc="0" normalizeH="0" baseline="0" noProof="0" dirty="0">
                <a:ln>
                  <a:noFill/>
                </a:ln>
                <a:solidFill>
                  <a:srgbClr val="000000"/>
                </a:solidFill>
                <a:effectLst/>
                <a:uLnTx/>
                <a:uFillTx/>
                <a:latin typeface="Ease SemiDisplay" panose="00000500000000000000" pitchFamily="2" charset="0"/>
                <a:ea typeface="Ease SemiDisplay" panose="00000500000000000000" pitchFamily="2" charset="0"/>
                <a:cs typeface="+mn-cs"/>
              </a:rPr>
              <a:t>Evaluators lack the time and tools to systematically use project-level evidence</a:t>
            </a:r>
          </a:p>
          <a:p>
            <a:pPr>
              <a:spcBef>
                <a:spcPts val="600"/>
              </a:spcBef>
              <a:buFont typeface="Arial" panose="020B0604020202020204" pitchFamily="34" charset="0"/>
              <a:buChar char="•"/>
              <a:defRPr/>
            </a:pPr>
            <a:r>
              <a:rPr kumimoji="0" lang="en-US" sz="900" b="0" i="0" u="none" strike="noStrike" kern="1200" cap="none" spc="0" normalizeH="0" baseline="0" noProof="0" dirty="0">
                <a:ln>
                  <a:noFill/>
                </a:ln>
                <a:solidFill>
                  <a:srgbClr val="000000"/>
                </a:solidFill>
                <a:effectLst/>
                <a:uLnTx/>
                <a:uFillTx/>
                <a:latin typeface="Ease SemiDisplay" panose="00000500000000000000" pitchFamily="2" charset="0"/>
                <a:ea typeface="Ease SemiDisplay" panose="00000500000000000000" pitchFamily="2" charset="0"/>
                <a:cs typeface="+mn-cs"/>
              </a:rPr>
              <a:t>Limits the depth, comparability and credibility of evaluations</a:t>
            </a:r>
            <a:endParaRPr kumimoji="0" lang="en-GB" sz="900" b="0" i="0" u="none" strike="noStrike" kern="1200" cap="none" spc="0" normalizeH="0" baseline="0" noProof="0" dirty="0">
              <a:ln>
                <a:noFill/>
              </a:ln>
              <a:solidFill>
                <a:srgbClr val="000000"/>
              </a:solidFill>
              <a:effectLst/>
              <a:uLnTx/>
              <a:uFillTx/>
              <a:latin typeface="Ease SemiDisplay" panose="00000500000000000000" pitchFamily="2" charset="0"/>
              <a:ea typeface="Ease SemiDisplay" panose="00000500000000000000" pitchFamily="2" charset="0"/>
              <a:cs typeface="+mn-cs"/>
            </a:endParaRPr>
          </a:p>
        </p:txBody>
      </p:sp>
      <p:sp>
        <p:nvSpPr>
          <p:cNvPr id="54" name="Text Placeholder 6">
            <a:extLst>
              <a:ext uri="{FF2B5EF4-FFF2-40B4-BE49-F238E27FC236}">
                <a16:creationId xmlns:a16="http://schemas.microsoft.com/office/drawing/2014/main" id="{DBAF17EF-2831-112A-83BD-9775FF06FB0D}"/>
              </a:ext>
            </a:extLst>
          </p:cNvPr>
          <p:cNvSpPr txBox="1">
            <a:spLocks/>
          </p:cNvSpPr>
          <p:nvPr/>
        </p:nvSpPr>
        <p:spPr bwMode="gray">
          <a:xfrm>
            <a:off x="2984161" y="3688188"/>
            <a:ext cx="742201" cy="179465"/>
          </a:xfrm>
          <a:prstGeom prst="rect">
            <a:avLst/>
          </a:prstGeom>
        </p:spPr>
        <p:txBody>
          <a:bodyPr vert="horz" lIns="0" tIns="0" rIns="0" bIns="0" rtlCol="0">
            <a:noAutofit/>
          </a:bodyPr>
          <a:lstStyle>
            <a:lvl1pPr marL="180000" indent="-180000" algn="l" defTabSz="914400" rtl="0" eaLnBrk="1" latinLnBrk="0" hangingPunct="1">
              <a:lnSpc>
                <a:spcPct val="140000"/>
              </a:lnSpc>
              <a:spcBef>
                <a:spcPts val="0"/>
              </a:spcBef>
              <a:buSzPct val="125000"/>
              <a:buFont typeface="Ease Display" panose="00000500000000000000" pitchFamily="2" charset="0"/>
              <a:buChar char="→"/>
              <a:defRPr sz="900" kern="1200">
                <a:solidFill>
                  <a:schemeClr val="tx1"/>
                </a:solidFill>
                <a:latin typeface="Ease SemiDisplay" panose="00000500000000000000" pitchFamily="2" charset="0"/>
                <a:ea typeface="Ease SemiDisplay" panose="00000500000000000000" pitchFamily="2" charset="0"/>
                <a:cs typeface="+mn-cs"/>
              </a:defRPr>
            </a:lvl1pPr>
            <a:lvl2pPr marL="360000" indent="-180000" algn="l" defTabSz="914400" rtl="0" eaLnBrk="1" latinLnBrk="0" hangingPunct="1">
              <a:lnSpc>
                <a:spcPct val="140000"/>
              </a:lnSpc>
              <a:spcBef>
                <a:spcPts val="0"/>
              </a:spcBef>
              <a:buSzPct val="125000"/>
              <a:buFont typeface="Ease Display" panose="00000500000000000000" pitchFamily="2" charset="0"/>
              <a:buChar char="→"/>
              <a:defRPr sz="900" kern="1200" baseline="0">
                <a:solidFill>
                  <a:schemeClr val="tx1"/>
                </a:solidFill>
                <a:latin typeface="Ease SemiDisplay" panose="00000500000000000000" pitchFamily="2" charset="0"/>
                <a:ea typeface="Ease SemiDisplay" panose="00000500000000000000" pitchFamily="2" charset="0"/>
                <a:cs typeface="+mn-cs"/>
              </a:defRPr>
            </a:lvl2pPr>
            <a:lvl3pPr marL="540000" indent="-180000" algn="l" defTabSz="914400" rtl="0" eaLnBrk="1" latinLnBrk="0" hangingPunct="1">
              <a:lnSpc>
                <a:spcPct val="140000"/>
              </a:lnSpc>
              <a:spcBef>
                <a:spcPts val="0"/>
              </a:spcBef>
              <a:buSzPct val="125000"/>
              <a:buFont typeface="Ease Display" panose="00000500000000000000" pitchFamily="2" charset="0"/>
              <a:buChar char="→"/>
              <a:defRPr sz="900" kern="1200">
                <a:solidFill>
                  <a:schemeClr val="tx1"/>
                </a:solidFill>
                <a:latin typeface="Ease SemiDisplay" panose="00000500000000000000" pitchFamily="2" charset="0"/>
                <a:ea typeface="Ease SemiDisplay" panose="00000500000000000000" pitchFamily="2" charset="0"/>
                <a:cs typeface="+mn-cs"/>
              </a:defRPr>
            </a:lvl3pPr>
            <a:lvl4pPr marL="180000" indent="-180000" algn="l" defTabSz="914400" rtl="0" eaLnBrk="1" latinLnBrk="0" hangingPunct="1">
              <a:lnSpc>
                <a:spcPct val="140000"/>
              </a:lnSpc>
              <a:spcBef>
                <a:spcPts val="0"/>
              </a:spcBef>
              <a:buFont typeface="+mj-lt"/>
              <a:buAutoNum type="arabicPeriod"/>
              <a:defRPr sz="900" b="0" kern="1200">
                <a:solidFill>
                  <a:schemeClr val="tx1"/>
                </a:solidFill>
                <a:latin typeface="Ease SemiDisplay" panose="00000500000000000000" pitchFamily="2" charset="0"/>
                <a:ea typeface="Ease SemiDisplay" panose="00000500000000000000" pitchFamily="2" charset="0"/>
                <a:cs typeface="+mn-cs"/>
              </a:defRPr>
            </a:lvl4pPr>
            <a:lvl5pPr marL="360000" indent="-180000" algn="l" defTabSz="914400" rtl="0" eaLnBrk="1" latinLnBrk="0" hangingPunct="1">
              <a:lnSpc>
                <a:spcPct val="140000"/>
              </a:lnSpc>
              <a:spcBef>
                <a:spcPts val="0"/>
              </a:spcBef>
              <a:buFont typeface="+mj-lt"/>
              <a:buAutoNum type="arabicPeriod"/>
              <a:defRPr sz="900" kern="1200">
                <a:solidFill>
                  <a:schemeClr val="tx1"/>
                </a:solidFill>
                <a:latin typeface="Ease SemiDisplay" panose="00000500000000000000" pitchFamily="2" charset="0"/>
                <a:ea typeface="Ease SemiDisplay" panose="00000500000000000000" pitchFamily="2" charset="0"/>
                <a:cs typeface="+mn-cs"/>
              </a:defRPr>
            </a:lvl5pPr>
            <a:lvl6pPr marL="540000" indent="-180000" algn="l" defTabSz="914400" rtl="0" eaLnBrk="1" latinLnBrk="0" hangingPunct="1">
              <a:lnSpc>
                <a:spcPct val="140000"/>
              </a:lnSpc>
              <a:spcBef>
                <a:spcPts val="0"/>
              </a:spcBef>
              <a:buFont typeface="+mj-lt"/>
              <a:buAutoNum type="arabicPeriod"/>
              <a:defRPr sz="900" kern="1200">
                <a:solidFill>
                  <a:schemeClr val="tx1"/>
                </a:solidFill>
                <a:latin typeface="Ease SemiDisplay" panose="00000500000000000000" pitchFamily="2" charset="0"/>
                <a:ea typeface="Ease SemiDisplay" panose="00000500000000000000" pitchFamily="2" charset="0"/>
                <a:cs typeface="+mn-cs"/>
              </a:defRPr>
            </a:lvl6pPr>
            <a:lvl7pPr marL="0" indent="0" algn="l" defTabSz="914400" rtl="0" eaLnBrk="1" latinLnBrk="0" hangingPunct="1">
              <a:lnSpc>
                <a:spcPct val="140000"/>
              </a:lnSpc>
              <a:spcBef>
                <a:spcPts val="0"/>
              </a:spcBef>
              <a:buFont typeface="Arial" panose="020B0604020202020204" pitchFamily="34" charset="0"/>
              <a:buNone/>
              <a:defRPr sz="900" b="0" kern="1200">
                <a:solidFill>
                  <a:schemeClr val="tx1"/>
                </a:solidFill>
                <a:latin typeface="Ease SemiDisplay" panose="00000500000000000000" pitchFamily="2" charset="0"/>
                <a:ea typeface="Ease SemiDisplay" panose="00000500000000000000" pitchFamily="2" charset="0"/>
                <a:cs typeface="+mn-cs"/>
              </a:defRPr>
            </a:lvl7pPr>
            <a:lvl8pPr marL="0" indent="0" algn="l" defTabSz="914400" rtl="0" eaLnBrk="1" latinLnBrk="0" hangingPunct="1">
              <a:lnSpc>
                <a:spcPct val="85000"/>
              </a:lnSpc>
              <a:spcBef>
                <a:spcPts val="0"/>
              </a:spcBef>
              <a:buFont typeface="Arial" panose="020B0604020202020204" pitchFamily="34" charset="0"/>
              <a:buNone/>
              <a:defRPr sz="1500" b="0" kern="1200" spc="-150" baseline="0">
                <a:solidFill>
                  <a:schemeClr val="tx1"/>
                </a:solidFill>
                <a:latin typeface="Ease Display" panose="020B0604020202020204" charset="0"/>
                <a:ea typeface="Ease Display" panose="020B0604020202020204" charset="0"/>
                <a:cs typeface="+mn-cs"/>
              </a:defRPr>
            </a:lvl8pPr>
            <a:lvl9pPr marL="180000" indent="0" algn="l" defTabSz="914400" rtl="0" eaLnBrk="1" latinLnBrk="0" hangingPunct="1">
              <a:lnSpc>
                <a:spcPct val="140000"/>
              </a:lnSpc>
              <a:spcBef>
                <a:spcPts val="0"/>
              </a:spcBef>
              <a:buFont typeface="Arial" panose="020B0604020202020204" pitchFamily="34" charset="0"/>
              <a:buNone/>
              <a:defRPr sz="900" kern="1200">
                <a:solidFill>
                  <a:schemeClr val="tx1"/>
                </a:solidFill>
                <a:latin typeface="Ease SemiDisplay" panose="00000500000000000000" pitchFamily="2" charset="0"/>
                <a:ea typeface="Ease SemiDisplay" panose="00000500000000000000" pitchFamily="2" charset="0"/>
                <a:cs typeface="+mn-cs"/>
              </a:defRPr>
            </a:lvl9pPr>
          </a:lstStyle>
          <a:p>
            <a:pPr marL="0" marR="0" lvl="0" indent="0" algn="l" defTabSz="914400" rtl="0" eaLnBrk="1" fontAlgn="auto" latinLnBrk="0" hangingPunct="1">
              <a:lnSpc>
                <a:spcPct val="85000"/>
              </a:lnSpc>
              <a:spcBef>
                <a:spcPts val="0"/>
              </a:spcBef>
              <a:spcAft>
                <a:spcPts val="0"/>
              </a:spcAft>
              <a:buClrTx/>
              <a:buSzPct val="125000"/>
              <a:buFont typeface="Ease Display" panose="00000500000000000000" pitchFamily="2" charset="0"/>
              <a:buNone/>
              <a:tabLst/>
              <a:defRPr/>
            </a:pPr>
            <a:r>
              <a:rPr kumimoji="0" lang="en-GB" sz="1200" b="1" i="0" u="none" strike="noStrike" kern="1200" cap="none" spc="0" normalizeH="0" baseline="0" noProof="0" dirty="0">
                <a:ln>
                  <a:noFill/>
                </a:ln>
                <a:solidFill>
                  <a:srgbClr val="000000"/>
                </a:solidFill>
                <a:effectLst/>
                <a:uLnTx/>
                <a:uFillTx/>
                <a:latin typeface="Ease SemiDisplay Semibold" panose="00000500000000000000" pitchFamily="2" charset="0"/>
                <a:ea typeface="Ease SemiDisplay Semibold" panose="00000500000000000000" pitchFamily="2" charset="0"/>
                <a:cs typeface="+mn-cs"/>
              </a:rPr>
              <a:t>Solution</a:t>
            </a:r>
          </a:p>
          <a:p>
            <a:pPr marL="180000" marR="0" lvl="0" indent="-180000" algn="l" defTabSz="914400" rtl="0" eaLnBrk="1" fontAlgn="auto" latinLnBrk="0" hangingPunct="1">
              <a:lnSpc>
                <a:spcPct val="85000"/>
              </a:lnSpc>
              <a:spcBef>
                <a:spcPts val="0"/>
              </a:spcBef>
              <a:spcAft>
                <a:spcPts val="0"/>
              </a:spcAft>
              <a:buClrTx/>
              <a:buSzPct val="125000"/>
              <a:buFont typeface="Arial" panose="020B0604020202020204" pitchFamily="34" charset="0"/>
              <a:buChar char="•"/>
              <a:tabLst/>
              <a:defRPr/>
            </a:pPr>
            <a:endParaRPr kumimoji="0" lang="x-none" sz="1200" b="0" i="0" u="none" strike="noStrike" kern="1200" cap="none" spc="-150" normalizeH="0" baseline="0" noProof="0" dirty="0">
              <a:ln>
                <a:noFill/>
              </a:ln>
              <a:solidFill>
                <a:srgbClr val="000000"/>
              </a:solidFill>
              <a:effectLst/>
              <a:uLnTx/>
              <a:uFillTx/>
              <a:latin typeface="+mj-lt"/>
              <a:ea typeface="Ease SemiDisplay" panose="00000500000000000000" pitchFamily="2" charset="0"/>
              <a:cs typeface="+mn-cs"/>
            </a:endParaRPr>
          </a:p>
        </p:txBody>
      </p:sp>
      <p:sp>
        <p:nvSpPr>
          <p:cNvPr id="55" name="Text Placeholder 6" descr="decorative: Text Placeholder 6">
            <a:extLst>
              <a:ext uri="{FF2B5EF4-FFF2-40B4-BE49-F238E27FC236}">
                <a16:creationId xmlns:a16="http://schemas.microsoft.com/office/drawing/2014/main" id="{73E5215E-5771-1990-FFA4-9729F2B81DCC}"/>
              </a:ext>
            </a:extLst>
          </p:cNvPr>
          <p:cNvSpPr txBox="1">
            <a:spLocks/>
          </p:cNvSpPr>
          <p:nvPr/>
        </p:nvSpPr>
        <p:spPr bwMode="gray">
          <a:xfrm>
            <a:off x="2984161" y="3949370"/>
            <a:ext cx="2240411" cy="2353690"/>
          </a:xfrm>
          <a:prstGeom prst="rect">
            <a:avLst/>
          </a:prstGeom>
        </p:spPr>
        <p:txBody>
          <a:bodyPr vert="horz" lIns="0" tIns="0" rIns="0" bIns="0" rtlCol="0">
            <a:noAutofit/>
          </a:bodyPr>
          <a:lstStyle>
            <a:lvl1pPr marL="180000" indent="-180000" algn="l" defTabSz="914400" rtl="0" eaLnBrk="1" latinLnBrk="0" hangingPunct="1">
              <a:lnSpc>
                <a:spcPct val="140000"/>
              </a:lnSpc>
              <a:spcBef>
                <a:spcPts val="0"/>
              </a:spcBef>
              <a:buSzPct val="125000"/>
              <a:buFont typeface="Ease Display" panose="00000500000000000000" pitchFamily="2" charset="0"/>
              <a:buChar char="→"/>
              <a:defRPr sz="900" kern="1200">
                <a:solidFill>
                  <a:schemeClr val="tx1"/>
                </a:solidFill>
                <a:latin typeface="Ease SemiDisplay" panose="00000500000000000000" pitchFamily="2" charset="0"/>
                <a:ea typeface="Ease SemiDisplay" panose="00000500000000000000" pitchFamily="2" charset="0"/>
                <a:cs typeface="+mn-cs"/>
              </a:defRPr>
            </a:lvl1pPr>
            <a:lvl2pPr marL="360000" indent="-180000" algn="l" defTabSz="914400" rtl="0" eaLnBrk="1" latinLnBrk="0" hangingPunct="1">
              <a:lnSpc>
                <a:spcPct val="140000"/>
              </a:lnSpc>
              <a:spcBef>
                <a:spcPts val="0"/>
              </a:spcBef>
              <a:buSzPct val="125000"/>
              <a:buFont typeface="Ease Display" panose="00000500000000000000" pitchFamily="2" charset="0"/>
              <a:buChar char="→"/>
              <a:defRPr sz="900" kern="1200" baseline="0">
                <a:solidFill>
                  <a:schemeClr val="tx1"/>
                </a:solidFill>
                <a:latin typeface="Ease SemiDisplay" panose="00000500000000000000" pitchFamily="2" charset="0"/>
                <a:ea typeface="Ease SemiDisplay" panose="00000500000000000000" pitchFamily="2" charset="0"/>
                <a:cs typeface="+mn-cs"/>
              </a:defRPr>
            </a:lvl2pPr>
            <a:lvl3pPr marL="540000" indent="-180000" algn="l" defTabSz="914400" rtl="0" eaLnBrk="1" latinLnBrk="0" hangingPunct="1">
              <a:lnSpc>
                <a:spcPct val="140000"/>
              </a:lnSpc>
              <a:spcBef>
                <a:spcPts val="0"/>
              </a:spcBef>
              <a:buSzPct val="125000"/>
              <a:buFont typeface="Ease Display" panose="00000500000000000000" pitchFamily="2" charset="0"/>
              <a:buChar char="→"/>
              <a:defRPr sz="900" kern="1200">
                <a:solidFill>
                  <a:schemeClr val="tx1"/>
                </a:solidFill>
                <a:latin typeface="Ease SemiDisplay" panose="00000500000000000000" pitchFamily="2" charset="0"/>
                <a:ea typeface="Ease SemiDisplay" panose="00000500000000000000" pitchFamily="2" charset="0"/>
                <a:cs typeface="+mn-cs"/>
              </a:defRPr>
            </a:lvl3pPr>
            <a:lvl4pPr marL="180000" indent="-180000" algn="l" defTabSz="914400" rtl="0" eaLnBrk="1" latinLnBrk="0" hangingPunct="1">
              <a:lnSpc>
                <a:spcPct val="140000"/>
              </a:lnSpc>
              <a:spcBef>
                <a:spcPts val="0"/>
              </a:spcBef>
              <a:buFont typeface="+mj-lt"/>
              <a:buAutoNum type="arabicPeriod"/>
              <a:defRPr sz="900" b="0" kern="1200">
                <a:solidFill>
                  <a:schemeClr val="tx1"/>
                </a:solidFill>
                <a:latin typeface="Ease SemiDisplay" panose="00000500000000000000" pitchFamily="2" charset="0"/>
                <a:ea typeface="Ease SemiDisplay" panose="00000500000000000000" pitchFamily="2" charset="0"/>
                <a:cs typeface="+mn-cs"/>
              </a:defRPr>
            </a:lvl4pPr>
            <a:lvl5pPr marL="360000" indent="-180000" algn="l" defTabSz="914400" rtl="0" eaLnBrk="1" latinLnBrk="0" hangingPunct="1">
              <a:lnSpc>
                <a:spcPct val="140000"/>
              </a:lnSpc>
              <a:spcBef>
                <a:spcPts val="0"/>
              </a:spcBef>
              <a:buFont typeface="+mj-lt"/>
              <a:buAutoNum type="arabicPeriod"/>
              <a:defRPr sz="900" kern="1200">
                <a:solidFill>
                  <a:schemeClr val="tx1"/>
                </a:solidFill>
                <a:latin typeface="Ease SemiDisplay" panose="00000500000000000000" pitchFamily="2" charset="0"/>
                <a:ea typeface="Ease SemiDisplay" panose="00000500000000000000" pitchFamily="2" charset="0"/>
                <a:cs typeface="+mn-cs"/>
              </a:defRPr>
            </a:lvl5pPr>
            <a:lvl6pPr marL="540000" indent="-180000" algn="l" defTabSz="914400" rtl="0" eaLnBrk="1" latinLnBrk="0" hangingPunct="1">
              <a:lnSpc>
                <a:spcPct val="140000"/>
              </a:lnSpc>
              <a:spcBef>
                <a:spcPts val="0"/>
              </a:spcBef>
              <a:buFont typeface="+mj-lt"/>
              <a:buAutoNum type="arabicPeriod"/>
              <a:defRPr sz="900" kern="1200">
                <a:solidFill>
                  <a:schemeClr val="tx1"/>
                </a:solidFill>
                <a:latin typeface="Ease SemiDisplay" panose="00000500000000000000" pitchFamily="2" charset="0"/>
                <a:ea typeface="Ease SemiDisplay" panose="00000500000000000000" pitchFamily="2" charset="0"/>
                <a:cs typeface="+mn-cs"/>
              </a:defRPr>
            </a:lvl6pPr>
            <a:lvl7pPr marL="0" indent="0" algn="l" defTabSz="914400" rtl="0" eaLnBrk="1" latinLnBrk="0" hangingPunct="1">
              <a:lnSpc>
                <a:spcPct val="140000"/>
              </a:lnSpc>
              <a:spcBef>
                <a:spcPts val="0"/>
              </a:spcBef>
              <a:buFont typeface="Arial" panose="020B0604020202020204" pitchFamily="34" charset="0"/>
              <a:buNone/>
              <a:defRPr sz="900" b="0" kern="1200">
                <a:solidFill>
                  <a:schemeClr val="tx1"/>
                </a:solidFill>
                <a:latin typeface="Ease SemiDisplay" panose="00000500000000000000" pitchFamily="2" charset="0"/>
                <a:ea typeface="Ease SemiDisplay" panose="00000500000000000000" pitchFamily="2" charset="0"/>
                <a:cs typeface="+mn-cs"/>
              </a:defRPr>
            </a:lvl7pPr>
            <a:lvl8pPr marL="0" indent="0" algn="l" defTabSz="914400" rtl="0" eaLnBrk="1" latinLnBrk="0" hangingPunct="1">
              <a:lnSpc>
                <a:spcPct val="85000"/>
              </a:lnSpc>
              <a:spcBef>
                <a:spcPts val="0"/>
              </a:spcBef>
              <a:buFont typeface="Arial" panose="020B0604020202020204" pitchFamily="34" charset="0"/>
              <a:buNone/>
              <a:defRPr sz="1500" b="0" kern="1200" spc="-150" baseline="0">
                <a:solidFill>
                  <a:schemeClr val="tx1"/>
                </a:solidFill>
                <a:latin typeface="Ease Display" panose="020B0604020202020204" charset="0"/>
                <a:ea typeface="Ease Display" panose="020B0604020202020204" charset="0"/>
                <a:cs typeface="+mn-cs"/>
              </a:defRPr>
            </a:lvl8pPr>
            <a:lvl9pPr marL="180000" indent="0" algn="l" defTabSz="914400" rtl="0" eaLnBrk="1" latinLnBrk="0" hangingPunct="1">
              <a:lnSpc>
                <a:spcPct val="140000"/>
              </a:lnSpc>
              <a:spcBef>
                <a:spcPts val="0"/>
              </a:spcBef>
              <a:buFont typeface="Arial" panose="020B0604020202020204" pitchFamily="34" charset="0"/>
              <a:buNone/>
              <a:defRPr sz="900" kern="1200">
                <a:solidFill>
                  <a:schemeClr val="tx1"/>
                </a:solidFill>
                <a:latin typeface="Ease SemiDisplay" panose="00000500000000000000" pitchFamily="2" charset="0"/>
                <a:ea typeface="Ease SemiDisplay" panose="00000500000000000000" pitchFamily="2" charset="0"/>
                <a:cs typeface="+mn-cs"/>
              </a:defRPr>
            </a:lvl9pPr>
          </a:lstStyle>
          <a:p>
            <a:pPr>
              <a:spcBef>
                <a:spcPts val="600"/>
              </a:spcBef>
              <a:buFont typeface="Arial" panose="020B0604020202020204" pitchFamily="34" charset="0"/>
              <a:buChar char="•"/>
              <a:defRPr/>
            </a:pPr>
            <a:r>
              <a:rPr lang="en-US" dirty="0">
                <a:solidFill>
                  <a:srgbClr val="000000"/>
                </a:solidFill>
              </a:rPr>
              <a:t>Custom AI system deployed within Business Finland's own infrastructure </a:t>
            </a:r>
          </a:p>
          <a:p>
            <a:pPr>
              <a:spcBef>
                <a:spcPts val="600"/>
              </a:spcBef>
              <a:buFont typeface="Arial" panose="020B0604020202020204" pitchFamily="34" charset="0"/>
              <a:buChar char="•"/>
              <a:defRPr/>
            </a:pPr>
            <a:r>
              <a:rPr lang="en-US" dirty="0">
                <a:solidFill>
                  <a:srgbClr val="000000"/>
                </a:solidFill>
              </a:rPr>
              <a:t>System guides the user through planning and execution of analysis needed to answer any evaluation question.</a:t>
            </a:r>
          </a:p>
          <a:p>
            <a:pPr>
              <a:spcBef>
                <a:spcPts val="600"/>
              </a:spcBef>
              <a:buFont typeface="Arial" panose="020B0604020202020204" pitchFamily="34" charset="0"/>
              <a:buChar char="•"/>
              <a:defRPr/>
            </a:pPr>
            <a:r>
              <a:rPr lang="en-US" dirty="0">
                <a:solidFill>
                  <a:srgbClr val="000000"/>
                </a:solidFill>
              </a:rPr>
              <a:t>Grounded, source-referenced output built iteratively with evaluation practitioners</a:t>
            </a:r>
            <a:endParaRPr kumimoji="0" lang="en-GB" sz="900" b="0" i="0" u="none" strike="noStrike" kern="1200" cap="none" spc="0" normalizeH="0" baseline="0" noProof="0" dirty="0">
              <a:ln>
                <a:noFill/>
              </a:ln>
              <a:solidFill>
                <a:srgbClr val="000000"/>
              </a:solidFill>
              <a:effectLst/>
              <a:uLnTx/>
              <a:uFillTx/>
              <a:latin typeface="Ease SemiDisplay" panose="00000500000000000000" pitchFamily="2" charset="0"/>
              <a:ea typeface="Ease SemiDisplay" panose="00000500000000000000" pitchFamily="2" charset="0"/>
              <a:cs typeface="+mn-cs"/>
            </a:endParaRPr>
          </a:p>
        </p:txBody>
      </p:sp>
      <p:sp>
        <p:nvSpPr>
          <p:cNvPr id="56" name="Text Placeholder 6">
            <a:extLst>
              <a:ext uri="{FF2B5EF4-FFF2-40B4-BE49-F238E27FC236}">
                <a16:creationId xmlns:a16="http://schemas.microsoft.com/office/drawing/2014/main" id="{F9EBE731-4E3E-AEE8-6EE0-6AFDCB0A8E4B}"/>
              </a:ext>
            </a:extLst>
          </p:cNvPr>
          <p:cNvSpPr txBox="1">
            <a:spLocks/>
          </p:cNvSpPr>
          <p:nvPr/>
        </p:nvSpPr>
        <p:spPr bwMode="gray">
          <a:xfrm>
            <a:off x="5668016" y="3688188"/>
            <a:ext cx="742201" cy="179465"/>
          </a:xfrm>
          <a:prstGeom prst="rect">
            <a:avLst/>
          </a:prstGeom>
        </p:spPr>
        <p:txBody>
          <a:bodyPr vert="horz" lIns="0" tIns="0" rIns="0" bIns="0" rtlCol="0">
            <a:noAutofit/>
          </a:bodyPr>
          <a:lstStyle>
            <a:lvl1pPr marL="180000" indent="-180000" algn="l" defTabSz="914400" rtl="0" eaLnBrk="1" latinLnBrk="0" hangingPunct="1">
              <a:lnSpc>
                <a:spcPct val="140000"/>
              </a:lnSpc>
              <a:spcBef>
                <a:spcPts val="0"/>
              </a:spcBef>
              <a:buSzPct val="125000"/>
              <a:buFont typeface="Ease Display" panose="00000500000000000000" pitchFamily="2" charset="0"/>
              <a:buChar char="→"/>
              <a:defRPr sz="900" kern="1200">
                <a:solidFill>
                  <a:schemeClr val="tx1"/>
                </a:solidFill>
                <a:latin typeface="Ease SemiDisplay" panose="00000500000000000000" pitchFamily="2" charset="0"/>
                <a:ea typeface="Ease SemiDisplay" panose="00000500000000000000" pitchFamily="2" charset="0"/>
                <a:cs typeface="+mn-cs"/>
              </a:defRPr>
            </a:lvl1pPr>
            <a:lvl2pPr marL="360000" indent="-180000" algn="l" defTabSz="914400" rtl="0" eaLnBrk="1" latinLnBrk="0" hangingPunct="1">
              <a:lnSpc>
                <a:spcPct val="140000"/>
              </a:lnSpc>
              <a:spcBef>
                <a:spcPts val="0"/>
              </a:spcBef>
              <a:buSzPct val="125000"/>
              <a:buFont typeface="Ease Display" panose="00000500000000000000" pitchFamily="2" charset="0"/>
              <a:buChar char="→"/>
              <a:defRPr sz="900" kern="1200" baseline="0">
                <a:solidFill>
                  <a:schemeClr val="tx1"/>
                </a:solidFill>
                <a:latin typeface="Ease SemiDisplay" panose="00000500000000000000" pitchFamily="2" charset="0"/>
                <a:ea typeface="Ease SemiDisplay" panose="00000500000000000000" pitchFamily="2" charset="0"/>
                <a:cs typeface="+mn-cs"/>
              </a:defRPr>
            </a:lvl2pPr>
            <a:lvl3pPr marL="540000" indent="-180000" algn="l" defTabSz="914400" rtl="0" eaLnBrk="1" latinLnBrk="0" hangingPunct="1">
              <a:lnSpc>
                <a:spcPct val="140000"/>
              </a:lnSpc>
              <a:spcBef>
                <a:spcPts val="0"/>
              </a:spcBef>
              <a:buSzPct val="125000"/>
              <a:buFont typeface="Ease Display" panose="00000500000000000000" pitchFamily="2" charset="0"/>
              <a:buChar char="→"/>
              <a:defRPr sz="900" kern="1200">
                <a:solidFill>
                  <a:schemeClr val="tx1"/>
                </a:solidFill>
                <a:latin typeface="Ease SemiDisplay" panose="00000500000000000000" pitchFamily="2" charset="0"/>
                <a:ea typeface="Ease SemiDisplay" panose="00000500000000000000" pitchFamily="2" charset="0"/>
                <a:cs typeface="+mn-cs"/>
              </a:defRPr>
            </a:lvl3pPr>
            <a:lvl4pPr marL="180000" indent="-180000" algn="l" defTabSz="914400" rtl="0" eaLnBrk="1" latinLnBrk="0" hangingPunct="1">
              <a:lnSpc>
                <a:spcPct val="140000"/>
              </a:lnSpc>
              <a:spcBef>
                <a:spcPts val="0"/>
              </a:spcBef>
              <a:buFont typeface="+mj-lt"/>
              <a:buAutoNum type="arabicPeriod"/>
              <a:defRPr sz="900" b="0" kern="1200">
                <a:solidFill>
                  <a:schemeClr val="tx1"/>
                </a:solidFill>
                <a:latin typeface="Ease SemiDisplay" panose="00000500000000000000" pitchFamily="2" charset="0"/>
                <a:ea typeface="Ease SemiDisplay" panose="00000500000000000000" pitchFamily="2" charset="0"/>
                <a:cs typeface="+mn-cs"/>
              </a:defRPr>
            </a:lvl4pPr>
            <a:lvl5pPr marL="360000" indent="-180000" algn="l" defTabSz="914400" rtl="0" eaLnBrk="1" latinLnBrk="0" hangingPunct="1">
              <a:lnSpc>
                <a:spcPct val="140000"/>
              </a:lnSpc>
              <a:spcBef>
                <a:spcPts val="0"/>
              </a:spcBef>
              <a:buFont typeface="+mj-lt"/>
              <a:buAutoNum type="arabicPeriod"/>
              <a:defRPr sz="900" kern="1200">
                <a:solidFill>
                  <a:schemeClr val="tx1"/>
                </a:solidFill>
                <a:latin typeface="Ease SemiDisplay" panose="00000500000000000000" pitchFamily="2" charset="0"/>
                <a:ea typeface="Ease SemiDisplay" panose="00000500000000000000" pitchFamily="2" charset="0"/>
                <a:cs typeface="+mn-cs"/>
              </a:defRPr>
            </a:lvl5pPr>
            <a:lvl6pPr marL="540000" indent="-180000" algn="l" defTabSz="914400" rtl="0" eaLnBrk="1" latinLnBrk="0" hangingPunct="1">
              <a:lnSpc>
                <a:spcPct val="140000"/>
              </a:lnSpc>
              <a:spcBef>
                <a:spcPts val="0"/>
              </a:spcBef>
              <a:buFont typeface="+mj-lt"/>
              <a:buAutoNum type="arabicPeriod"/>
              <a:defRPr sz="900" kern="1200">
                <a:solidFill>
                  <a:schemeClr val="tx1"/>
                </a:solidFill>
                <a:latin typeface="Ease SemiDisplay" panose="00000500000000000000" pitchFamily="2" charset="0"/>
                <a:ea typeface="Ease SemiDisplay" panose="00000500000000000000" pitchFamily="2" charset="0"/>
                <a:cs typeface="+mn-cs"/>
              </a:defRPr>
            </a:lvl6pPr>
            <a:lvl7pPr marL="0" indent="0" algn="l" defTabSz="914400" rtl="0" eaLnBrk="1" latinLnBrk="0" hangingPunct="1">
              <a:lnSpc>
                <a:spcPct val="140000"/>
              </a:lnSpc>
              <a:spcBef>
                <a:spcPts val="0"/>
              </a:spcBef>
              <a:buFont typeface="Arial" panose="020B0604020202020204" pitchFamily="34" charset="0"/>
              <a:buNone/>
              <a:defRPr sz="900" b="0" kern="1200">
                <a:solidFill>
                  <a:schemeClr val="tx1"/>
                </a:solidFill>
                <a:latin typeface="Ease SemiDisplay" panose="00000500000000000000" pitchFamily="2" charset="0"/>
                <a:ea typeface="Ease SemiDisplay" panose="00000500000000000000" pitchFamily="2" charset="0"/>
                <a:cs typeface="+mn-cs"/>
              </a:defRPr>
            </a:lvl7pPr>
            <a:lvl8pPr marL="0" indent="0" algn="l" defTabSz="914400" rtl="0" eaLnBrk="1" latinLnBrk="0" hangingPunct="1">
              <a:lnSpc>
                <a:spcPct val="85000"/>
              </a:lnSpc>
              <a:spcBef>
                <a:spcPts val="0"/>
              </a:spcBef>
              <a:buFont typeface="Arial" panose="020B0604020202020204" pitchFamily="34" charset="0"/>
              <a:buNone/>
              <a:defRPr sz="1500" b="0" kern="1200" spc="-150" baseline="0">
                <a:solidFill>
                  <a:schemeClr val="tx1"/>
                </a:solidFill>
                <a:latin typeface="Ease Display" panose="020B0604020202020204" charset="0"/>
                <a:ea typeface="Ease Display" panose="020B0604020202020204" charset="0"/>
                <a:cs typeface="+mn-cs"/>
              </a:defRPr>
            </a:lvl8pPr>
            <a:lvl9pPr marL="180000" indent="0" algn="l" defTabSz="914400" rtl="0" eaLnBrk="1" latinLnBrk="0" hangingPunct="1">
              <a:lnSpc>
                <a:spcPct val="140000"/>
              </a:lnSpc>
              <a:spcBef>
                <a:spcPts val="0"/>
              </a:spcBef>
              <a:buFont typeface="Arial" panose="020B0604020202020204" pitchFamily="34" charset="0"/>
              <a:buNone/>
              <a:defRPr sz="900" kern="1200">
                <a:solidFill>
                  <a:schemeClr val="tx1"/>
                </a:solidFill>
                <a:latin typeface="Ease SemiDisplay" panose="00000500000000000000" pitchFamily="2" charset="0"/>
                <a:ea typeface="Ease SemiDisplay" panose="00000500000000000000" pitchFamily="2" charset="0"/>
                <a:cs typeface="+mn-cs"/>
              </a:defRPr>
            </a:lvl9pPr>
          </a:lstStyle>
          <a:p>
            <a:pPr marL="0" marR="0" lvl="0" indent="0" algn="l" defTabSz="914400" rtl="0" eaLnBrk="1" fontAlgn="auto" latinLnBrk="0" hangingPunct="1">
              <a:lnSpc>
                <a:spcPct val="85000"/>
              </a:lnSpc>
              <a:spcBef>
                <a:spcPts val="0"/>
              </a:spcBef>
              <a:spcAft>
                <a:spcPts val="600"/>
              </a:spcAft>
              <a:buClrTx/>
              <a:buSzPct val="125000"/>
              <a:buFont typeface="Ease Display" panose="00000500000000000000" pitchFamily="2" charset="0"/>
              <a:buNone/>
              <a:tabLst/>
              <a:defRPr/>
            </a:pPr>
            <a:r>
              <a:rPr kumimoji="0" lang="en-GB" sz="1200" b="1" i="0" u="none" strike="noStrike" kern="1200" cap="none" spc="0" normalizeH="0" baseline="0" noProof="0" dirty="0">
                <a:ln>
                  <a:noFill/>
                </a:ln>
                <a:solidFill>
                  <a:srgbClr val="000000"/>
                </a:solidFill>
                <a:effectLst/>
                <a:uLnTx/>
                <a:uFillTx/>
                <a:latin typeface="Ease SemiDisplay Semibold" panose="00000500000000000000" pitchFamily="2" charset="0"/>
                <a:ea typeface="Ease SemiDisplay Semibold" panose="00000500000000000000" pitchFamily="2" charset="0"/>
                <a:cs typeface="+mn-cs"/>
              </a:rPr>
              <a:t>Results</a:t>
            </a:r>
          </a:p>
        </p:txBody>
      </p:sp>
      <p:sp>
        <p:nvSpPr>
          <p:cNvPr id="57" name="Text Placeholder 6" descr="decorative: Text Placeholder 6">
            <a:extLst>
              <a:ext uri="{FF2B5EF4-FFF2-40B4-BE49-F238E27FC236}">
                <a16:creationId xmlns:a16="http://schemas.microsoft.com/office/drawing/2014/main" id="{F5069892-5725-D635-BDFD-E0785B747228}"/>
              </a:ext>
            </a:extLst>
          </p:cNvPr>
          <p:cNvSpPr txBox="1">
            <a:spLocks/>
          </p:cNvSpPr>
          <p:nvPr/>
        </p:nvSpPr>
        <p:spPr bwMode="gray">
          <a:xfrm>
            <a:off x="5668016" y="3976056"/>
            <a:ext cx="2014506" cy="2353690"/>
          </a:xfrm>
          <a:prstGeom prst="rect">
            <a:avLst/>
          </a:prstGeom>
        </p:spPr>
        <p:txBody>
          <a:bodyPr vert="horz" lIns="0" tIns="0" rIns="0" bIns="0" rtlCol="0">
            <a:noAutofit/>
          </a:bodyPr>
          <a:lstStyle>
            <a:lvl1pPr marL="180000" indent="-180000" algn="l" defTabSz="914400" rtl="0" eaLnBrk="1" latinLnBrk="0" hangingPunct="1">
              <a:lnSpc>
                <a:spcPct val="140000"/>
              </a:lnSpc>
              <a:spcBef>
                <a:spcPts val="0"/>
              </a:spcBef>
              <a:buSzPct val="125000"/>
              <a:buFont typeface="Ease Display" panose="00000500000000000000" pitchFamily="2" charset="0"/>
              <a:buChar char="→"/>
              <a:defRPr sz="900" kern="1200">
                <a:solidFill>
                  <a:schemeClr val="tx1"/>
                </a:solidFill>
                <a:latin typeface="Ease SemiDisplay" panose="00000500000000000000" pitchFamily="2" charset="0"/>
                <a:ea typeface="Ease SemiDisplay" panose="00000500000000000000" pitchFamily="2" charset="0"/>
                <a:cs typeface="+mn-cs"/>
              </a:defRPr>
            </a:lvl1pPr>
            <a:lvl2pPr marL="360000" indent="-180000" algn="l" defTabSz="914400" rtl="0" eaLnBrk="1" latinLnBrk="0" hangingPunct="1">
              <a:lnSpc>
                <a:spcPct val="140000"/>
              </a:lnSpc>
              <a:spcBef>
                <a:spcPts val="0"/>
              </a:spcBef>
              <a:buSzPct val="125000"/>
              <a:buFont typeface="Ease Display" panose="00000500000000000000" pitchFamily="2" charset="0"/>
              <a:buChar char="→"/>
              <a:defRPr sz="900" kern="1200" baseline="0">
                <a:solidFill>
                  <a:schemeClr val="tx1"/>
                </a:solidFill>
                <a:latin typeface="Ease SemiDisplay" panose="00000500000000000000" pitchFamily="2" charset="0"/>
                <a:ea typeface="Ease SemiDisplay" panose="00000500000000000000" pitchFamily="2" charset="0"/>
                <a:cs typeface="+mn-cs"/>
              </a:defRPr>
            </a:lvl2pPr>
            <a:lvl3pPr marL="540000" indent="-180000" algn="l" defTabSz="914400" rtl="0" eaLnBrk="1" latinLnBrk="0" hangingPunct="1">
              <a:lnSpc>
                <a:spcPct val="140000"/>
              </a:lnSpc>
              <a:spcBef>
                <a:spcPts val="0"/>
              </a:spcBef>
              <a:buSzPct val="125000"/>
              <a:buFont typeface="Ease Display" panose="00000500000000000000" pitchFamily="2" charset="0"/>
              <a:buChar char="→"/>
              <a:defRPr sz="900" kern="1200">
                <a:solidFill>
                  <a:schemeClr val="tx1"/>
                </a:solidFill>
                <a:latin typeface="Ease SemiDisplay" panose="00000500000000000000" pitchFamily="2" charset="0"/>
                <a:ea typeface="Ease SemiDisplay" panose="00000500000000000000" pitchFamily="2" charset="0"/>
                <a:cs typeface="+mn-cs"/>
              </a:defRPr>
            </a:lvl3pPr>
            <a:lvl4pPr marL="180000" indent="-180000" algn="l" defTabSz="914400" rtl="0" eaLnBrk="1" latinLnBrk="0" hangingPunct="1">
              <a:lnSpc>
                <a:spcPct val="140000"/>
              </a:lnSpc>
              <a:spcBef>
                <a:spcPts val="0"/>
              </a:spcBef>
              <a:buFont typeface="+mj-lt"/>
              <a:buAutoNum type="arabicPeriod"/>
              <a:defRPr sz="900" b="0" kern="1200">
                <a:solidFill>
                  <a:schemeClr val="tx1"/>
                </a:solidFill>
                <a:latin typeface="Ease SemiDisplay" panose="00000500000000000000" pitchFamily="2" charset="0"/>
                <a:ea typeface="Ease SemiDisplay" panose="00000500000000000000" pitchFamily="2" charset="0"/>
                <a:cs typeface="+mn-cs"/>
              </a:defRPr>
            </a:lvl4pPr>
            <a:lvl5pPr marL="360000" indent="-180000" algn="l" defTabSz="914400" rtl="0" eaLnBrk="1" latinLnBrk="0" hangingPunct="1">
              <a:lnSpc>
                <a:spcPct val="140000"/>
              </a:lnSpc>
              <a:spcBef>
                <a:spcPts val="0"/>
              </a:spcBef>
              <a:buFont typeface="+mj-lt"/>
              <a:buAutoNum type="arabicPeriod"/>
              <a:defRPr sz="900" kern="1200">
                <a:solidFill>
                  <a:schemeClr val="tx1"/>
                </a:solidFill>
                <a:latin typeface="Ease SemiDisplay" panose="00000500000000000000" pitchFamily="2" charset="0"/>
                <a:ea typeface="Ease SemiDisplay" panose="00000500000000000000" pitchFamily="2" charset="0"/>
                <a:cs typeface="+mn-cs"/>
              </a:defRPr>
            </a:lvl5pPr>
            <a:lvl6pPr marL="540000" indent="-180000" algn="l" defTabSz="914400" rtl="0" eaLnBrk="1" latinLnBrk="0" hangingPunct="1">
              <a:lnSpc>
                <a:spcPct val="140000"/>
              </a:lnSpc>
              <a:spcBef>
                <a:spcPts val="0"/>
              </a:spcBef>
              <a:buFont typeface="+mj-lt"/>
              <a:buAutoNum type="arabicPeriod"/>
              <a:defRPr sz="900" kern="1200">
                <a:solidFill>
                  <a:schemeClr val="tx1"/>
                </a:solidFill>
                <a:latin typeface="Ease SemiDisplay" panose="00000500000000000000" pitchFamily="2" charset="0"/>
                <a:ea typeface="Ease SemiDisplay" panose="00000500000000000000" pitchFamily="2" charset="0"/>
                <a:cs typeface="+mn-cs"/>
              </a:defRPr>
            </a:lvl6pPr>
            <a:lvl7pPr marL="0" indent="0" algn="l" defTabSz="914400" rtl="0" eaLnBrk="1" latinLnBrk="0" hangingPunct="1">
              <a:lnSpc>
                <a:spcPct val="140000"/>
              </a:lnSpc>
              <a:spcBef>
                <a:spcPts val="0"/>
              </a:spcBef>
              <a:buFont typeface="Arial" panose="020B0604020202020204" pitchFamily="34" charset="0"/>
              <a:buNone/>
              <a:defRPr sz="900" b="0" kern="1200">
                <a:solidFill>
                  <a:schemeClr val="tx1"/>
                </a:solidFill>
                <a:latin typeface="Ease SemiDisplay" panose="00000500000000000000" pitchFamily="2" charset="0"/>
                <a:ea typeface="Ease SemiDisplay" panose="00000500000000000000" pitchFamily="2" charset="0"/>
                <a:cs typeface="+mn-cs"/>
              </a:defRPr>
            </a:lvl7pPr>
            <a:lvl8pPr marL="0" indent="0" algn="l" defTabSz="914400" rtl="0" eaLnBrk="1" latinLnBrk="0" hangingPunct="1">
              <a:lnSpc>
                <a:spcPct val="85000"/>
              </a:lnSpc>
              <a:spcBef>
                <a:spcPts val="0"/>
              </a:spcBef>
              <a:buFont typeface="Arial" panose="020B0604020202020204" pitchFamily="34" charset="0"/>
              <a:buNone/>
              <a:defRPr sz="1500" b="0" kern="1200" spc="-150" baseline="0">
                <a:solidFill>
                  <a:schemeClr val="tx1"/>
                </a:solidFill>
                <a:latin typeface="Ease Display" panose="020B0604020202020204" charset="0"/>
                <a:ea typeface="Ease Display" panose="020B0604020202020204" charset="0"/>
                <a:cs typeface="+mn-cs"/>
              </a:defRPr>
            </a:lvl8pPr>
            <a:lvl9pPr marL="180000" indent="0" algn="l" defTabSz="914400" rtl="0" eaLnBrk="1" latinLnBrk="0" hangingPunct="1">
              <a:lnSpc>
                <a:spcPct val="140000"/>
              </a:lnSpc>
              <a:spcBef>
                <a:spcPts val="0"/>
              </a:spcBef>
              <a:buFont typeface="Arial" panose="020B0604020202020204" pitchFamily="34" charset="0"/>
              <a:buNone/>
              <a:defRPr sz="900" kern="1200">
                <a:solidFill>
                  <a:schemeClr val="tx1"/>
                </a:solidFill>
                <a:latin typeface="Ease SemiDisplay" panose="00000500000000000000" pitchFamily="2" charset="0"/>
                <a:ea typeface="Ease SemiDisplay" panose="00000500000000000000" pitchFamily="2" charset="0"/>
                <a:cs typeface="+mn-cs"/>
              </a:defRPr>
            </a:lvl9pPr>
          </a:lstStyle>
          <a:p>
            <a:pPr>
              <a:spcBef>
                <a:spcPts val="600"/>
              </a:spcBef>
            </a:pPr>
            <a:r>
              <a:rPr lang="en-US" dirty="0"/>
              <a:t>Project-level evidence accessible for the first time at scale</a:t>
            </a:r>
          </a:p>
          <a:p>
            <a:pPr>
              <a:spcBef>
                <a:spcPts val="600"/>
              </a:spcBef>
            </a:pPr>
            <a:r>
              <a:rPr lang="en-US" dirty="0"/>
              <a:t>Evaluators can complete desk research in a fraction of the time</a:t>
            </a:r>
          </a:p>
          <a:p>
            <a:pPr>
              <a:spcBef>
                <a:spcPts val="600"/>
              </a:spcBef>
            </a:pPr>
            <a:r>
              <a:rPr lang="en-US" dirty="0"/>
              <a:t>Deeper insights that traditional methods missed</a:t>
            </a:r>
          </a:p>
          <a:p>
            <a:pPr>
              <a:spcBef>
                <a:spcPts val="600"/>
              </a:spcBef>
            </a:pPr>
            <a:r>
              <a:rPr lang="en-US" dirty="0"/>
              <a:t>Scalable architecture that is being expanded in capability and across the organization</a:t>
            </a:r>
            <a:endParaRPr kumimoji="0" lang="en-GB" sz="1400" b="0" i="0" u="none" strike="noStrike" kern="1200" cap="none" spc="0" normalizeH="0" baseline="0" noProof="0" dirty="0">
              <a:ln>
                <a:noFill/>
              </a:ln>
              <a:solidFill>
                <a:srgbClr val="000000"/>
              </a:solidFill>
              <a:effectLst/>
              <a:uLnTx/>
              <a:uFillTx/>
              <a:latin typeface="Ease SemiDisplay" panose="00000500000000000000" pitchFamily="2" charset="0"/>
              <a:ea typeface="Ease SemiDisplay" panose="00000500000000000000" pitchFamily="2" charset="0"/>
              <a:cs typeface="+mn-cs"/>
            </a:endParaRPr>
          </a:p>
        </p:txBody>
      </p:sp>
      <p:cxnSp>
        <p:nvCxnSpPr>
          <p:cNvPr id="58" name="Straight Connector 57">
            <a:extLst>
              <a:ext uri="{FF2B5EF4-FFF2-40B4-BE49-F238E27FC236}">
                <a16:creationId xmlns:a16="http://schemas.microsoft.com/office/drawing/2014/main" id="{BA2FD163-BB5E-86A9-7E27-85B9EB692726}"/>
              </a:ext>
            </a:extLst>
          </p:cNvPr>
          <p:cNvCxnSpPr>
            <a:cxnSpLocks/>
          </p:cNvCxnSpPr>
          <p:nvPr/>
        </p:nvCxnSpPr>
        <p:spPr>
          <a:xfrm>
            <a:off x="2783632" y="3943489"/>
            <a:ext cx="0" cy="206943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C404D01B-67AB-8BDF-E8B4-E5A1AA167401}"/>
              </a:ext>
            </a:extLst>
          </p:cNvPr>
          <p:cNvCxnSpPr>
            <a:cxnSpLocks/>
          </p:cNvCxnSpPr>
          <p:nvPr/>
        </p:nvCxnSpPr>
        <p:spPr>
          <a:xfrm>
            <a:off x="5486400" y="3976056"/>
            <a:ext cx="0" cy="2005264"/>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Picture Placeholder 1">
            <a:extLst>
              <a:ext uri="{FF2B5EF4-FFF2-40B4-BE49-F238E27FC236}">
                <a16:creationId xmlns:a16="http://schemas.microsoft.com/office/drawing/2014/main" id="{33ED5328-AF40-405B-41B7-B0E6010D8F98}"/>
              </a:ext>
            </a:extLst>
          </p:cNvPr>
          <p:cNvSpPr txBox="1">
            <a:spLocks/>
          </p:cNvSpPr>
          <p:nvPr/>
        </p:nvSpPr>
        <p:spPr>
          <a:xfrm>
            <a:off x="8109034" y="1136"/>
            <a:ext cx="4082966" cy="6858000"/>
          </a:xfrm>
          <a:prstGeom prst="rect">
            <a:avLst/>
          </a:prstGeom>
          <a:solidFill>
            <a:schemeClr val="accent3">
              <a:lumMod val="20000"/>
              <a:lumOff val="80000"/>
            </a:schemeClr>
          </a:solidFill>
        </p:spPr>
        <p:txBody>
          <a:bodyPr vert="horz" lIns="0" tIns="0" rIns="0" bIns="0" rtlCol="0">
            <a:noAutofit/>
          </a:bodyPr>
          <a:lstStyle>
            <a:lvl1pPr marL="216000" indent="-216000" algn="l" defTabSz="914400" rtl="0" eaLnBrk="1" latinLnBrk="0" hangingPunct="1">
              <a:lnSpc>
                <a:spcPct val="100000"/>
              </a:lnSpc>
              <a:spcBef>
                <a:spcPts val="600"/>
              </a:spcBef>
              <a:buSzTx/>
              <a:buFont typeface="Arial" pitchFamily="34" charset="0"/>
              <a:buChar char="•"/>
              <a:defRPr lang="en-US" sz="1200" b="0" i="0" kern="1200" spc="0" smtClean="0">
                <a:solidFill>
                  <a:schemeClr val="tx1"/>
                </a:solidFill>
                <a:latin typeface="+mn-lt"/>
                <a:ea typeface="+mn-ea"/>
                <a:cs typeface="Calibri" panose="020F0502020204030204" pitchFamily="34" charset="0"/>
              </a:defRPr>
            </a:lvl1pPr>
            <a:lvl2pPr marL="432000" indent="-216000" algn="l" defTabSz="914400" rtl="0" eaLnBrk="1" latinLnBrk="0" hangingPunct="1">
              <a:lnSpc>
                <a:spcPct val="100000"/>
              </a:lnSpc>
              <a:spcBef>
                <a:spcPts val="600"/>
              </a:spcBef>
              <a:buFont typeface="Arial" pitchFamily="34" charset="0"/>
              <a:buChar char="•"/>
              <a:defRPr sz="1200" b="0" i="0" kern="1200" spc="0">
                <a:solidFill>
                  <a:schemeClr val="tx1"/>
                </a:solidFill>
                <a:latin typeface="+mn-lt"/>
                <a:ea typeface="+mn-ea"/>
                <a:cs typeface="Calibri" panose="020F0502020204030204" pitchFamily="34" charset="0"/>
              </a:defRPr>
            </a:lvl2pPr>
            <a:lvl3pPr marL="648000" indent="-216000" algn="l" defTabSz="914400" rtl="0" eaLnBrk="1" latinLnBrk="0" hangingPunct="1">
              <a:lnSpc>
                <a:spcPct val="100000"/>
              </a:lnSpc>
              <a:spcBef>
                <a:spcPts val="600"/>
              </a:spcBef>
              <a:buFont typeface="Arial" pitchFamily="34" charset="0"/>
              <a:buChar char="•"/>
              <a:defRPr sz="1200" kern="1200" spc="0">
                <a:solidFill>
                  <a:schemeClr val="tx1"/>
                </a:solidFill>
                <a:latin typeface="+mn-lt"/>
                <a:ea typeface="+mn-ea"/>
                <a:cs typeface="+mn-cs"/>
              </a:defRPr>
            </a:lvl3pPr>
            <a:lvl4pPr marL="864000" indent="-216000" algn="l" defTabSz="914400" rtl="0" eaLnBrk="1" latinLnBrk="0" hangingPunct="1">
              <a:lnSpc>
                <a:spcPct val="100000"/>
              </a:lnSpc>
              <a:spcBef>
                <a:spcPts val="600"/>
              </a:spcBef>
              <a:buFont typeface="Arial" pitchFamily="34" charset="0"/>
              <a:buChar char="•"/>
              <a:defRPr sz="1200" kern="1200" cap="none" spc="0" baseline="0">
                <a:solidFill>
                  <a:schemeClr val="tx1"/>
                </a:solidFill>
                <a:latin typeface="+mn-lt"/>
                <a:ea typeface="+mn-ea"/>
                <a:cs typeface="+mn-cs"/>
              </a:defRPr>
            </a:lvl4pPr>
            <a:lvl5pPr marL="1080000" indent="-216000" algn="l" defTabSz="914400" rtl="0" eaLnBrk="1" latinLnBrk="0" hangingPunct="1">
              <a:lnSpc>
                <a:spcPct val="100000"/>
              </a:lnSpc>
              <a:spcBef>
                <a:spcPts val="600"/>
              </a:spcBef>
              <a:buFont typeface="Arial" pitchFamily="34" charset="0"/>
              <a:buChar char="•"/>
              <a:defRPr sz="1200" b="0" i="0" kern="1200" spc="0">
                <a:solidFill>
                  <a:schemeClr val="tx1"/>
                </a:solidFill>
                <a:latin typeface="+mn-lt"/>
                <a:ea typeface="+mn-ea"/>
                <a:cs typeface="Calibri Light" panose="020F0302020204030204" pitchFamily="34" charset="0"/>
              </a:defRPr>
            </a:lvl5pPr>
            <a:lvl6pPr marL="0" indent="0" algn="l" defTabSz="914400" rtl="0" eaLnBrk="1" latinLnBrk="0" hangingPunct="1">
              <a:lnSpc>
                <a:spcPct val="150000"/>
              </a:lnSpc>
              <a:spcBef>
                <a:spcPts val="600"/>
              </a:spcBef>
              <a:buFont typeface="Arial"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7"/>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Gotham-Light" pitchFamily="50" charset="0"/>
                <a:ea typeface="+mn-ea"/>
                <a:cs typeface="Gotham-Light" pitchFamily="50" charset="0"/>
              </a:defRPr>
            </a:lvl9pPr>
          </a:lstStyle>
          <a:p>
            <a:pPr marL="0" marR="0" lvl="0" indent="0" algn="l" defTabSz="914400" rtl="0" eaLnBrk="1" fontAlgn="auto" latinLnBrk="0" hangingPunct="1">
              <a:lnSpc>
                <a:spcPct val="100000"/>
              </a:lnSpc>
              <a:spcBef>
                <a:spcPts val="600"/>
              </a:spcBef>
              <a:spcAft>
                <a:spcPts val="0"/>
              </a:spcAft>
              <a:buClrTx/>
              <a:buSzTx/>
              <a:buFont typeface="Arial" pitchFamily="34" charset="0"/>
              <a:buNone/>
              <a:tabLst/>
              <a:defRPr/>
            </a:pPr>
            <a:r>
              <a:rPr kumimoji="0" lang="en-DK" sz="1200" b="0" i="0" u="none" strike="noStrike" kern="1200" cap="none" spc="0" normalizeH="0" baseline="0" noProof="0">
                <a:ln>
                  <a:noFill/>
                </a:ln>
                <a:solidFill>
                  <a:srgbClr val="1F4953"/>
                </a:solidFill>
                <a:effectLst/>
                <a:uLnTx/>
                <a:uFillTx/>
                <a:latin typeface="Calibri Light"/>
                <a:cs typeface="Calibri" panose="020F0502020204030204" pitchFamily="34" charset="0"/>
              </a:rPr>
              <a:t> </a:t>
            </a:r>
          </a:p>
        </p:txBody>
      </p:sp>
      <p:sp>
        <p:nvSpPr>
          <p:cNvPr id="5" name="Oval 4">
            <a:extLst>
              <a:ext uri="{FF2B5EF4-FFF2-40B4-BE49-F238E27FC236}">
                <a16:creationId xmlns:a16="http://schemas.microsoft.com/office/drawing/2014/main" id="{3B6D6C74-0DB1-A30B-5DF7-BCE923B8D526}"/>
              </a:ext>
            </a:extLst>
          </p:cNvPr>
          <p:cNvSpPr>
            <a:spLocks noChangeAspect="1"/>
          </p:cNvSpPr>
          <p:nvPr/>
        </p:nvSpPr>
        <p:spPr bwMode="gray">
          <a:xfrm>
            <a:off x="7687891" y="291651"/>
            <a:ext cx="900000" cy="900000"/>
          </a:xfrm>
          <a:prstGeom prst="ellipse">
            <a:avLst/>
          </a:prstGeom>
          <a:solidFill>
            <a:schemeClr val="accent3">
              <a:lumMod val="60000"/>
              <a:lumOff val="40000"/>
            </a:schemeClr>
          </a:solidFill>
        </p:spPr>
        <p:txBody>
          <a:bodyPr vert="horz" lIns="90000" tIns="46800" rIns="90000" bIns="4680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6000" marR="0" lvl="0" indent="-216000" algn="l" defTabSz="914400" rtl="0" eaLnBrk="1" fontAlgn="auto" latinLnBrk="0" hangingPunct="1">
              <a:lnSpc>
                <a:spcPct val="100000"/>
              </a:lnSpc>
              <a:spcBef>
                <a:spcPts val="600"/>
              </a:spcBef>
              <a:spcAft>
                <a:spcPct val="0"/>
              </a:spcAft>
              <a:buClrTx/>
              <a:buSzTx/>
              <a:buFont typeface="Arial" pitchFamily="34" charset="0"/>
              <a:buChar char="•"/>
              <a:tabLst/>
              <a:defRPr/>
            </a:pPr>
            <a:endParaRPr kumimoji="0" lang="en-GB" sz="1200" b="0" i="0" u="none" strike="noStrike" kern="1200" cap="none" spc="0" normalizeH="0" baseline="0" noProof="0">
              <a:ln>
                <a:noFill/>
              </a:ln>
              <a:solidFill>
                <a:srgbClr val="44463E"/>
              </a:solidFill>
              <a:effectLst/>
              <a:uLnTx/>
              <a:uFillTx/>
              <a:latin typeface="Calibri Light"/>
              <a:ea typeface="+mn-ea"/>
              <a:cs typeface="Arial"/>
            </a:endParaRPr>
          </a:p>
        </p:txBody>
      </p:sp>
      <p:pic>
        <p:nvPicPr>
          <p:cNvPr id="6" name="Graphic 5">
            <a:extLst>
              <a:ext uri="{FF2B5EF4-FFF2-40B4-BE49-F238E27FC236}">
                <a16:creationId xmlns:a16="http://schemas.microsoft.com/office/drawing/2014/main" id="{317CDDAE-74C7-C288-8610-8BC269929255}"/>
              </a:ext>
            </a:extLst>
          </p:cNvPr>
          <p:cNvPicPr>
            <a:picLocks noChangeAspect="1"/>
          </p:cNvPicPr>
          <p:nvPr>
            <p:custDataLst>
              <p:tags r:id="rId2"/>
            </p:custDataLst>
          </p:nvPr>
        </p:nvPicPr>
        <p:blipFill>
          <a:blip>
            <a:extLst>
              <a:ext uri="{96DAC541-7B7A-43D3-8B79-37D633B846F1}">
                <asvg:svgBlip xmlns:asvg="http://schemas.microsoft.com/office/drawing/2016/SVG/main" r:embed="rId8"/>
              </a:ext>
            </a:extLst>
          </a:blip>
          <a:stretch>
            <a:fillRect/>
          </a:stretch>
        </p:blipFill>
        <p:spPr>
          <a:xfrm>
            <a:off x="7950789" y="554549"/>
            <a:ext cx="374202" cy="374202"/>
          </a:xfrm>
          <a:prstGeom prst="rect">
            <a:avLst/>
          </a:prstGeom>
        </p:spPr>
      </p:pic>
      <p:pic>
        <p:nvPicPr>
          <p:cNvPr id="4" name="Picture 3">
            <a:extLst>
              <a:ext uri="{FF2B5EF4-FFF2-40B4-BE49-F238E27FC236}">
                <a16:creationId xmlns:a16="http://schemas.microsoft.com/office/drawing/2014/main" id="{60F3B3B0-DAEF-AE37-5D83-A543FF9193BF}"/>
              </a:ext>
            </a:extLst>
          </p:cNvPr>
          <p:cNvPicPr>
            <a:picLocks noChangeAspect="1"/>
          </p:cNvPicPr>
          <p:nvPr/>
        </p:nvPicPr>
        <p:blipFill>
          <a:blip r:embed="rId9"/>
          <a:stretch>
            <a:fillRect/>
          </a:stretch>
        </p:blipFill>
        <p:spPr>
          <a:xfrm>
            <a:off x="8378169" y="2070624"/>
            <a:ext cx="3515329" cy="2825337"/>
          </a:xfrm>
          <a:prstGeom prst="rect">
            <a:avLst/>
          </a:prstGeom>
        </p:spPr>
      </p:pic>
    </p:spTree>
    <p:extLst>
      <p:ext uri="{BB962C8B-B14F-4D97-AF65-F5344CB8AC3E}">
        <p14:creationId xmlns:p14="http://schemas.microsoft.com/office/powerpoint/2010/main" val="315379219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8BEBEE1C-FEF0-52FB-3166-3346AE9634D9}"/>
              </a:ext>
            </a:extLst>
          </p:cNvPr>
          <p:cNvGraphicFramePr>
            <a:graphicFrameLocks/>
          </p:cNvGraphicFramePr>
          <p:nvPr>
            <p:custDataLst>
              <p:tags r:id="rId2"/>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7" imgW="7772400" imgH="10058400" progId="TCLayout.ActiveDocument.1">
                  <p:embed/>
                </p:oleObj>
              </mc:Choice>
              <mc:Fallback>
                <p:oleObj name="think-cell Slide" r:id="rId7" imgW="7772400" imgH="10058400" progId="TCLayout.ActiveDocument.1">
                  <p:embed/>
                  <p:pic>
                    <p:nvPicPr>
                      <p:cNvPr id="5" name="think-cell data - do not delete" hidden="1">
                        <a:extLst>
                          <a:ext uri="{FF2B5EF4-FFF2-40B4-BE49-F238E27FC236}">
                            <a16:creationId xmlns:a16="http://schemas.microsoft.com/office/drawing/2014/main" id="{8BEBEE1C-FEF0-52FB-3166-3346AE9634D9}"/>
                          </a:ext>
                        </a:extLst>
                      </p:cNvPr>
                      <p:cNvPicPr/>
                      <p:nvPr/>
                    </p:nvPicPr>
                    <p:blipFill>
                      <a:blip r:embed="rId8"/>
                      <a:stretch>
                        <a:fillRect/>
                      </a:stretch>
                    </p:blipFill>
                    <p:spPr>
                      <a:xfrm>
                        <a:off x="1588" y="1588"/>
                        <a:ext cx="1227" cy="1588"/>
                      </a:xfrm>
                      <a:prstGeom prst="rect">
                        <a:avLst/>
                      </a:prstGeom>
                    </p:spPr>
                  </p:pic>
                </p:oleObj>
              </mc:Fallback>
            </mc:AlternateContent>
          </a:graphicData>
        </a:graphic>
      </p:graphicFrame>
      <p:sp>
        <p:nvSpPr>
          <p:cNvPr id="4" name="Picture Placeholder 1">
            <a:extLst>
              <a:ext uri="{FF2B5EF4-FFF2-40B4-BE49-F238E27FC236}">
                <a16:creationId xmlns:a16="http://schemas.microsoft.com/office/drawing/2014/main" id="{3499814F-2065-59A7-6079-7C4005AE7158}"/>
              </a:ext>
            </a:extLst>
          </p:cNvPr>
          <p:cNvSpPr txBox="1">
            <a:spLocks/>
          </p:cNvSpPr>
          <p:nvPr/>
        </p:nvSpPr>
        <p:spPr>
          <a:xfrm>
            <a:off x="8109034" y="1136"/>
            <a:ext cx="4082966" cy="6858000"/>
          </a:xfrm>
          <a:prstGeom prst="rect">
            <a:avLst/>
          </a:prstGeom>
          <a:solidFill>
            <a:schemeClr val="accent3">
              <a:lumMod val="20000"/>
              <a:lumOff val="80000"/>
            </a:schemeClr>
          </a:solidFill>
        </p:spPr>
        <p:txBody>
          <a:bodyPr vert="horz" lIns="0" tIns="0" rIns="0" bIns="0" rtlCol="0">
            <a:noAutofit/>
          </a:bodyPr>
          <a:lstStyle>
            <a:lvl1pPr marL="216000" indent="-216000" algn="l" defTabSz="914400" rtl="0" eaLnBrk="1" latinLnBrk="0" hangingPunct="1">
              <a:lnSpc>
                <a:spcPct val="100000"/>
              </a:lnSpc>
              <a:spcBef>
                <a:spcPts val="600"/>
              </a:spcBef>
              <a:buSzTx/>
              <a:buFont typeface="Arial" pitchFamily="34" charset="0"/>
              <a:buChar char="•"/>
              <a:defRPr lang="en-US" sz="1200" b="0" i="0" kern="1200" spc="0" smtClean="0">
                <a:solidFill>
                  <a:schemeClr val="tx1"/>
                </a:solidFill>
                <a:latin typeface="+mn-lt"/>
                <a:ea typeface="+mn-ea"/>
                <a:cs typeface="Calibri" panose="020F0502020204030204" pitchFamily="34" charset="0"/>
              </a:defRPr>
            </a:lvl1pPr>
            <a:lvl2pPr marL="432000" indent="-216000" algn="l" defTabSz="914400" rtl="0" eaLnBrk="1" latinLnBrk="0" hangingPunct="1">
              <a:lnSpc>
                <a:spcPct val="100000"/>
              </a:lnSpc>
              <a:spcBef>
                <a:spcPts val="600"/>
              </a:spcBef>
              <a:buFont typeface="Arial" pitchFamily="34" charset="0"/>
              <a:buChar char="•"/>
              <a:defRPr sz="1200" b="0" i="0" kern="1200" spc="0">
                <a:solidFill>
                  <a:schemeClr val="tx1"/>
                </a:solidFill>
                <a:latin typeface="+mn-lt"/>
                <a:ea typeface="+mn-ea"/>
                <a:cs typeface="Calibri" panose="020F0502020204030204" pitchFamily="34" charset="0"/>
              </a:defRPr>
            </a:lvl2pPr>
            <a:lvl3pPr marL="648000" indent="-216000" algn="l" defTabSz="914400" rtl="0" eaLnBrk="1" latinLnBrk="0" hangingPunct="1">
              <a:lnSpc>
                <a:spcPct val="100000"/>
              </a:lnSpc>
              <a:spcBef>
                <a:spcPts val="600"/>
              </a:spcBef>
              <a:buFont typeface="Arial" pitchFamily="34" charset="0"/>
              <a:buChar char="•"/>
              <a:defRPr sz="1200" kern="1200" spc="0">
                <a:solidFill>
                  <a:schemeClr val="tx1"/>
                </a:solidFill>
                <a:latin typeface="+mn-lt"/>
                <a:ea typeface="+mn-ea"/>
                <a:cs typeface="+mn-cs"/>
              </a:defRPr>
            </a:lvl3pPr>
            <a:lvl4pPr marL="864000" indent="-216000" algn="l" defTabSz="914400" rtl="0" eaLnBrk="1" latinLnBrk="0" hangingPunct="1">
              <a:lnSpc>
                <a:spcPct val="100000"/>
              </a:lnSpc>
              <a:spcBef>
                <a:spcPts val="600"/>
              </a:spcBef>
              <a:buFont typeface="Arial" pitchFamily="34" charset="0"/>
              <a:buChar char="•"/>
              <a:defRPr sz="1200" kern="1200" cap="none" spc="0" baseline="0">
                <a:solidFill>
                  <a:schemeClr val="tx1"/>
                </a:solidFill>
                <a:latin typeface="+mn-lt"/>
                <a:ea typeface="+mn-ea"/>
                <a:cs typeface="+mn-cs"/>
              </a:defRPr>
            </a:lvl4pPr>
            <a:lvl5pPr marL="1080000" indent="-216000" algn="l" defTabSz="914400" rtl="0" eaLnBrk="1" latinLnBrk="0" hangingPunct="1">
              <a:lnSpc>
                <a:spcPct val="100000"/>
              </a:lnSpc>
              <a:spcBef>
                <a:spcPts val="600"/>
              </a:spcBef>
              <a:buFont typeface="Arial" pitchFamily="34" charset="0"/>
              <a:buChar char="•"/>
              <a:defRPr sz="1200" b="0" i="0" kern="1200" spc="0">
                <a:solidFill>
                  <a:schemeClr val="tx1"/>
                </a:solidFill>
                <a:latin typeface="+mn-lt"/>
                <a:ea typeface="+mn-ea"/>
                <a:cs typeface="Calibri Light" panose="020F0302020204030204" pitchFamily="34" charset="0"/>
              </a:defRPr>
            </a:lvl5pPr>
            <a:lvl6pPr marL="0" indent="0" algn="l" defTabSz="914400" rtl="0" eaLnBrk="1" latinLnBrk="0" hangingPunct="1">
              <a:lnSpc>
                <a:spcPct val="150000"/>
              </a:lnSpc>
              <a:spcBef>
                <a:spcPts val="600"/>
              </a:spcBef>
              <a:buFont typeface="Arial"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9"/>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Gotham-Light" pitchFamily="50" charset="0"/>
                <a:ea typeface="+mn-ea"/>
                <a:cs typeface="Gotham-Light" pitchFamily="50" charset="0"/>
              </a:defRPr>
            </a:lvl9pPr>
          </a:lstStyle>
          <a:p>
            <a:pPr marL="0" marR="0" lvl="0" indent="0" algn="l" defTabSz="914400" rtl="0" eaLnBrk="1" fontAlgn="auto" latinLnBrk="0" hangingPunct="1">
              <a:lnSpc>
                <a:spcPct val="100000"/>
              </a:lnSpc>
              <a:spcBef>
                <a:spcPts val="600"/>
              </a:spcBef>
              <a:spcAft>
                <a:spcPts val="0"/>
              </a:spcAft>
              <a:buClrTx/>
              <a:buSzTx/>
              <a:buFont typeface="Arial" pitchFamily="34" charset="0"/>
              <a:buNone/>
              <a:tabLst/>
              <a:defRPr/>
            </a:pPr>
            <a:r>
              <a:rPr kumimoji="0" lang="en-DK" sz="1200" b="0" i="0" u="none" strike="noStrike" kern="1200" cap="none" spc="0" normalizeH="0" baseline="0" noProof="0">
                <a:ln>
                  <a:noFill/>
                </a:ln>
                <a:solidFill>
                  <a:srgbClr val="1F4953"/>
                </a:solidFill>
                <a:effectLst/>
                <a:uLnTx/>
                <a:uFillTx/>
                <a:latin typeface="Calibri Light"/>
                <a:cs typeface="Calibri" panose="020F0502020204030204" pitchFamily="34" charset="0"/>
              </a:rPr>
              <a:t> </a:t>
            </a:r>
          </a:p>
        </p:txBody>
      </p:sp>
      <p:sp>
        <p:nvSpPr>
          <p:cNvPr id="10" name="Oval 9">
            <a:extLst>
              <a:ext uri="{FF2B5EF4-FFF2-40B4-BE49-F238E27FC236}">
                <a16:creationId xmlns:a16="http://schemas.microsoft.com/office/drawing/2014/main" id="{815BF3B4-7AA7-59BA-55D6-98734F8E9186}"/>
              </a:ext>
            </a:extLst>
          </p:cNvPr>
          <p:cNvSpPr>
            <a:spLocks noChangeAspect="1"/>
          </p:cNvSpPr>
          <p:nvPr/>
        </p:nvSpPr>
        <p:spPr bwMode="gray">
          <a:xfrm>
            <a:off x="7687891" y="291651"/>
            <a:ext cx="900000" cy="900000"/>
          </a:xfrm>
          <a:prstGeom prst="ellipse">
            <a:avLst/>
          </a:prstGeom>
          <a:solidFill>
            <a:schemeClr val="accent3">
              <a:lumMod val="60000"/>
              <a:lumOff val="40000"/>
            </a:schemeClr>
          </a:solidFill>
        </p:spPr>
        <p:txBody>
          <a:bodyPr vert="horz" lIns="90000" tIns="46800" rIns="90000" bIns="4680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6000" marR="0" lvl="0" indent="-216000" algn="l" defTabSz="914400" rtl="0" eaLnBrk="1" fontAlgn="auto" latinLnBrk="0" hangingPunct="1">
              <a:lnSpc>
                <a:spcPct val="100000"/>
              </a:lnSpc>
              <a:spcBef>
                <a:spcPts val="600"/>
              </a:spcBef>
              <a:spcAft>
                <a:spcPct val="0"/>
              </a:spcAft>
              <a:buClrTx/>
              <a:buSzTx/>
              <a:buFont typeface="Arial" pitchFamily="34" charset="0"/>
              <a:buChar char="•"/>
              <a:tabLst/>
              <a:defRPr/>
            </a:pPr>
            <a:endParaRPr kumimoji="0" lang="en-GB" sz="1200" b="0" i="0" u="none" strike="noStrike" kern="1200" cap="none" spc="0" normalizeH="0" baseline="0" noProof="0">
              <a:ln>
                <a:noFill/>
              </a:ln>
              <a:solidFill>
                <a:srgbClr val="44463E"/>
              </a:solidFill>
              <a:effectLst/>
              <a:uLnTx/>
              <a:uFillTx/>
              <a:latin typeface="Calibri Light"/>
              <a:ea typeface="+mn-ea"/>
              <a:cs typeface="Arial"/>
            </a:endParaRPr>
          </a:p>
        </p:txBody>
      </p:sp>
      <p:pic>
        <p:nvPicPr>
          <p:cNvPr id="12" name="Graphic 11">
            <a:extLst>
              <a:ext uri="{FF2B5EF4-FFF2-40B4-BE49-F238E27FC236}">
                <a16:creationId xmlns:a16="http://schemas.microsoft.com/office/drawing/2014/main" id="{2786472C-FAAD-2702-6CDC-424C31157796}"/>
              </a:ext>
            </a:extLst>
          </p:cNvPr>
          <p:cNvPicPr>
            <a:picLocks noChangeAspect="1"/>
          </p:cNvPicPr>
          <p:nvPr>
            <p:custDataLst>
              <p:tags r:id="rId3"/>
            </p:custDataLst>
          </p:nvPr>
        </p:nvPicPr>
        <p:blipFill>
          <a:blip>
            <a:extLst>
              <a:ext uri="{96DAC541-7B7A-43D3-8B79-37D633B846F1}">
                <asvg:svgBlip xmlns:asvg="http://schemas.microsoft.com/office/drawing/2016/SVG/main" r:embed="rId10"/>
              </a:ext>
            </a:extLst>
          </a:blip>
          <a:stretch>
            <a:fillRect/>
          </a:stretch>
        </p:blipFill>
        <p:spPr>
          <a:xfrm>
            <a:off x="7950789" y="554549"/>
            <a:ext cx="374202" cy="374202"/>
          </a:xfrm>
          <a:prstGeom prst="rect">
            <a:avLst/>
          </a:prstGeom>
        </p:spPr>
      </p:pic>
      <p:sp>
        <p:nvSpPr>
          <p:cNvPr id="3" name="Title 2">
            <a:extLst>
              <a:ext uri="{FF2B5EF4-FFF2-40B4-BE49-F238E27FC236}">
                <a16:creationId xmlns:a16="http://schemas.microsoft.com/office/drawing/2014/main" id="{1EBDDAD9-04E2-4F0D-9E4A-E76814747F45}"/>
              </a:ext>
            </a:extLst>
          </p:cNvPr>
          <p:cNvSpPr>
            <a:spLocks noGrp="1"/>
          </p:cNvSpPr>
          <p:nvPr>
            <p:ph type="title"/>
          </p:nvPr>
        </p:nvSpPr>
        <p:spPr/>
        <p:txBody>
          <a:bodyPr vert="horz" rIns="0"/>
          <a:lstStyle/>
          <a:p>
            <a:r>
              <a:rPr lang="en-GB" b="1"/>
              <a:t>Multi-agent for data scientists </a:t>
            </a:r>
            <a:r>
              <a:rPr lang="en-GB">
                <a:latin typeface="Calibri" panose="020F0502020204030204" pitchFamily="34" charset="0"/>
              </a:rPr>
              <a:t>– Enabling retrieval of internal and external data and subsequent data analyis</a:t>
            </a:r>
            <a:endParaRPr lang="en-GB" noProof="0">
              <a:latin typeface="Calibri" panose="020F0502020204030204" pitchFamily="34" charset="0"/>
            </a:endParaRPr>
          </a:p>
        </p:txBody>
      </p:sp>
      <p:sp>
        <p:nvSpPr>
          <p:cNvPr id="6" name="Text Placeholder 5">
            <a:extLst>
              <a:ext uri="{FF2B5EF4-FFF2-40B4-BE49-F238E27FC236}">
                <a16:creationId xmlns:a16="http://schemas.microsoft.com/office/drawing/2014/main" id="{DC0D8D18-6845-2A6C-4121-45398DB4480A}"/>
              </a:ext>
            </a:extLst>
          </p:cNvPr>
          <p:cNvSpPr>
            <a:spLocks noGrp="1"/>
          </p:cNvSpPr>
          <p:nvPr>
            <p:ph type="body" sz="quarter" idx="13"/>
          </p:nvPr>
        </p:nvSpPr>
        <p:spPr/>
        <p:txBody>
          <a:bodyPr vert="horz" lIns="0" tIns="0" rIns="0" bIns="0" rtlCol="0" anchor="t">
            <a:noAutofit/>
          </a:bodyPr>
          <a:lstStyle/>
          <a:p>
            <a:pPr marL="0" indent="0">
              <a:buNone/>
            </a:pPr>
            <a:r>
              <a:rPr lang="en-GB" sz="1100" dirty="0">
                <a:cs typeface="Calibri"/>
              </a:rPr>
              <a:t>R&amp;D data scientists at a global pharma client spend many hours identifying which data sources to use for analyses and experiments and afterwards implementing the connections. </a:t>
            </a:r>
          </a:p>
          <a:p>
            <a:pPr marL="0" indent="0">
              <a:buNone/>
            </a:pPr>
            <a:r>
              <a:rPr lang="en-GB" sz="1100" dirty="0">
                <a:cs typeface="Calibri"/>
              </a:rPr>
              <a:t>ADC helped the Scientific Intelligence department enhance this experience for data scientists by enabling LLMs to retrieve information from several internal and external information systems. The chat solution offers democratisation of insights across R&amp;ED by leveraging multi-agent systems.</a:t>
            </a:r>
          </a:p>
        </p:txBody>
      </p:sp>
      <p:sp>
        <p:nvSpPr>
          <p:cNvPr id="7" name="Text Placeholder 6">
            <a:extLst>
              <a:ext uri="{FF2B5EF4-FFF2-40B4-BE49-F238E27FC236}">
                <a16:creationId xmlns:a16="http://schemas.microsoft.com/office/drawing/2014/main" id="{A1DEBDC1-1F8A-C52C-A990-28C20A420656}"/>
              </a:ext>
            </a:extLst>
          </p:cNvPr>
          <p:cNvSpPr>
            <a:spLocks noGrp="1"/>
          </p:cNvSpPr>
          <p:nvPr>
            <p:ph type="body" sz="quarter" idx="14"/>
          </p:nvPr>
        </p:nvSpPr>
        <p:spPr/>
        <p:txBody>
          <a:bodyPr vert="horz" lIns="0" tIns="0" rIns="0" bIns="0" rtlCol="0" anchor="t">
            <a:noAutofit/>
          </a:bodyPr>
          <a:lstStyle/>
          <a:p>
            <a:pPr marL="0" indent="0">
              <a:buNone/>
            </a:pPr>
            <a:r>
              <a:rPr lang="en-GB" b="1" noProof="0" dirty="0">
                <a:latin typeface="+mj-lt"/>
              </a:rPr>
              <a:t>Challenge</a:t>
            </a:r>
          </a:p>
          <a:p>
            <a:pPr marL="215900" indent="-215900"/>
            <a:r>
              <a:rPr lang="en-GB" noProof="0" dirty="0">
                <a:cs typeface="Calibri"/>
              </a:rPr>
              <a:t>Data scientist can spend a long time finding and identifying relevant data sources for experiments and analyses. </a:t>
            </a:r>
          </a:p>
          <a:p>
            <a:pPr marL="215900" indent="-215900"/>
            <a:r>
              <a:rPr lang="en-GB" noProof="0" dirty="0">
                <a:cs typeface="Calibri"/>
              </a:rPr>
              <a:t>With developers at different maturity levels, code generation might become a challenge and take time away from the task at hand. </a:t>
            </a:r>
          </a:p>
          <a:p>
            <a:pPr marL="215900" indent="-215900"/>
            <a:r>
              <a:rPr lang="en-GB" dirty="0">
                <a:cs typeface="Calibri"/>
              </a:rPr>
              <a:t>Need support for scaling current solution to more data sources and stronger capabilities.</a:t>
            </a:r>
            <a:r>
              <a:rPr lang="en-GB" noProof="0" dirty="0">
                <a:cs typeface="Calibri"/>
              </a:rPr>
              <a:t> </a:t>
            </a:r>
            <a:endParaRPr lang="en-GB" dirty="0">
              <a:cs typeface="Calibri"/>
            </a:endParaRPr>
          </a:p>
          <a:p>
            <a:pPr marL="215900" indent="-215900"/>
            <a:endParaRPr lang="en-GB" noProof="0" dirty="0"/>
          </a:p>
        </p:txBody>
      </p:sp>
      <p:sp>
        <p:nvSpPr>
          <p:cNvPr id="8" name="Text Placeholder 7">
            <a:extLst>
              <a:ext uri="{FF2B5EF4-FFF2-40B4-BE49-F238E27FC236}">
                <a16:creationId xmlns:a16="http://schemas.microsoft.com/office/drawing/2014/main" id="{122D24CF-F0D6-9BAF-1C09-DA607A553E71}"/>
              </a:ext>
            </a:extLst>
          </p:cNvPr>
          <p:cNvSpPr>
            <a:spLocks noGrp="1"/>
          </p:cNvSpPr>
          <p:nvPr>
            <p:ph type="body" sz="quarter" idx="15"/>
          </p:nvPr>
        </p:nvSpPr>
        <p:spPr/>
        <p:txBody>
          <a:bodyPr vert="horz" lIns="0" tIns="0" rIns="0" bIns="0" rtlCol="0" anchor="t">
            <a:noAutofit/>
          </a:bodyPr>
          <a:lstStyle/>
          <a:p>
            <a:pPr marL="0" indent="0">
              <a:buNone/>
            </a:pPr>
            <a:r>
              <a:rPr lang="en-GB" b="1" noProof="0">
                <a:latin typeface="+mj-lt"/>
              </a:rPr>
              <a:t>Solution</a:t>
            </a:r>
            <a:endParaRPr lang="en-GB">
              <a:cs typeface="Calibri"/>
            </a:endParaRPr>
          </a:p>
          <a:p>
            <a:pPr marL="215900" indent="-215900"/>
            <a:r>
              <a:rPr lang="en-GB">
                <a:cs typeface="Calibri"/>
              </a:rPr>
              <a:t>Hands-on technical development support focusing on code generation and visualisations.</a:t>
            </a:r>
          </a:p>
          <a:p>
            <a:pPr marL="215900" indent="-215900"/>
            <a:r>
              <a:rPr lang="en-GB">
                <a:cs typeface="Calibri"/>
              </a:rPr>
              <a:t>Prompt engineering and tool implementation for securing high-quality responses without hallucinations and bias.</a:t>
            </a:r>
          </a:p>
          <a:p>
            <a:pPr marL="215900" indent="-215900"/>
            <a:r>
              <a:rPr lang="en-GB">
                <a:cs typeface="Calibri"/>
              </a:rPr>
              <a:t>Deployment with EKS in AWS</a:t>
            </a:r>
            <a:endParaRPr lang="en-GB" noProof="0"/>
          </a:p>
        </p:txBody>
      </p:sp>
      <p:sp>
        <p:nvSpPr>
          <p:cNvPr id="9" name="Text Placeholder 8">
            <a:extLst>
              <a:ext uri="{FF2B5EF4-FFF2-40B4-BE49-F238E27FC236}">
                <a16:creationId xmlns:a16="http://schemas.microsoft.com/office/drawing/2014/main" id="{B89817C4-F34D-4E40-3D92-B970E41EABEC}"/>
              </a:ext>
            </a:extLst>
          </p:cNvPr>
          <p:cNvSpPr>
            <a:spLocks noGrp="1"/>
          </p:cNvSpPr>
          <p:nvPr>
            <p:ph type="body" sz="quarter" idx="16"/>
          </p:nvPr>
        </p:nvSpPr>
        <p:spPr/>
        <p:txBody>
          <a:bodyPr/>
          <a:lstStyle/>
          <a:p>
            <a:pPr marL="0" indent="0">
              <a:buNone/>
            </a:pPr>
            <a:r>
              <a:rPr lang="en-GB" b="1" noProof="0" dirty="0">
                <a:latin typeface="+mj-lt"/>
              </a:rPr>
              <a:t>Outcome</a:t>
            </a:r>
            <a:endParaRPr lang="en-GB" sz="1400" b="1" noProof="0"/>
          </a:p>
          <a:p>
            <a:r>
              <a:rPr lang="en-GB" dirty="0"/>
              <a:t>Successful development of a multi-agent workflow that services the multiple data science profiles in R&amp;D.</a:t>
            </a:r>
            <a:endParaRPr lang="en-GB" noProof="0"/>
          </a:p>
          <a:p>
            <a:r>
              <a:rPr lang="en-GB" dirty="0"/>
              <a:t>As part of this goal, we </a:t>
            </a:r>
            <a:r>
              <a:rPr lang="en-GB" noProof="0" dirty="0"/>
              <a:t>improved technical skills, end-user understanding, creative solutions, and delivered value through answers to desired questions.</a:t>
            </a:r>
          </a:p>
          <a:p>
            <a:endParaRPr lang="en-GB" sz="1400" noProof="0"/>
          </a:p>
        </p:txBody>
      </p:sp>
      <p:sp>
        <p:nvSpPr>
          <p:cNvPr id="30" name="TextBox 29">
            <a:extLst>
              <a:ext uri="{FF2B5EF4-FFF2-40B4-BE49-F238E27FC236}">
                <a16:creationId xmlns:a16="http://schemas.microsoft.com/office/drawing/2014/main" id="{B038D1DB-F858-6E0E-E903-6E00B755CC10}"/>
              </a:ext>
            </a:extLst>
          </p:cNvPr>
          <p:cNvSpPr txBox="1"/>
          <p:nvPr/>
        </p:nvSpPr>
        <p:spPr bwMode="gray">
          <a:xfrm>
            <a:off x="9037280" y="963561"/>
            <a:ext cx="2693370" cy="593778"/>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600"/>
              </a:spcBef>
              <a:spcAft>
                <a:spcPts val="0"/>
              </a:spcAft>
              <a:buClrTx/>
              <a:buSzTx/>
              <a:buFontTx/>
              <a:buNone/>
              <a:tabLst/>
              <a:defRPr/>
            </a:pPr>
            <a:r>
              <a:rPr kumimoji="0" lang="en-GB" sz="1200" b="1" i="0" u="none" strike="noStrike" kern="1200" cap="none" spc="0" normalizeH="0" baseline="0" noProof="0" dirty="0">
                <a:ln>
                  <a:noFill/>
                </a:ln>
                <a:effectLst/>
                <a:uLnTx/>
                <a:uFillTx/>
                <a:latin typeface="Calibri"/>
                <a:cs typeface="Arial"/>
              </a:rPr>
              <a:t>One interface for converse with multiple internal and external data sources</a:t>
            </a:r>
          </a:p>
        </p:txBody>
      </p:sp>
      <p:grpSp>
        <p:nvGrpSpPr>
          <p:cNvPr id="52" name="Group 51">
            <a:extLst>
              <a:ext uri="{FF2B5EF4-FFF2-40B4-BE49-F238E27FC236}">
                <a16:creationId xmlns:a16="http://schemas.microsoft.com/office/drawing/2014/main" id="{347612D7-F22C-068A-B136-FC229203462D}"/>
              </a:ext>
            </a:extLst>
          </p:cNvPr>
          <p:cNvGrpSpPr/>
          <p:nvPr/>
        </p:nvGrpSpPr>
        <p:grpSpPr>
          <a:xfrm>
            <a:off x="8514755" y="1720399"/>
            <a:ext cx="3492992" cy="3544659"/>
            <a:chOff x="4060121" y="1750495"/>
            <a:chExt cx="3492992" cy="3544659"/>
          </a:xfrm>
        </p:grpSpPr>
        <p:pic>
          <p:nvPicPr>
            <p:cNvPr id="53" name="Graphic 52" descr="Scientist female outline">
              <a:extLst>
                <a:ext uri="{FF2B5EF4-FFF2-40B4-BE49-F238E27FC236}">
                  <a16:creationId xmlns:a16="http://schemas.microsoft.com/office/drawing/2014/main" id="{821FEA72-8A8B-8A8E-E301-642337945625}"/>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459361" y="1750495"/>
              <a:ext cx="744794" cy="744794"/>
            </a:xfrm>
            <a:prstGeom prst="rect">
              <a:avLst/>
            </a:prstGeom>
          </p:spPr>
        </p:pic>
        <p:pic>
          <p:nvPicPr>
            <p:cNvPr id="54" name="Graphic 53" descr="Robot outline">
              <a:extLst>
                <a:ext uri="{FF2B5EF4-FFF2-40B4-BE49-F238E27FC236}">
                  <a16:creationId xmlns:a16="http://schemas.microsoft.com/office/drawing/2014/main" id="{8B49EDDC-4CE9-0C35-95E5-4A8BF8504BB8}"/>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374558" y="2983642"/>
              <a:ext cx="914400" cy="914400"/>
            </a:xfrm>
            <a:prstGeom prst="rect">
              <a:avLst/>
            </a:prstGeom>
          </p:spPr>
        </p:pic>
        <p:pic>
          <p:nvPicPr>
            <p:cNvPr id="55" name="Graphic 54" descr="Sort outline">
              <a:extLst>
                <a:ext uri="{FF2B5EF4-FFF2-40B4-BE49-F238E27FC236}">
                  <a16:creationId xmlns:a16="http://schemas.microsoft.com/office/drawing/2014/main" id="{DCB53EE7-032D-8429-9438-4205C634657D}"/>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603158" y="2489988"/>
              <a:ext cx="457200" cy="457200"/>
            </a:xfrm>
            <a:prstGeom prst="rect">
              <a:avLst/>
            </a:prstGeom>
          </p:spPr>
        </p:pic>
        <p:pic>
          <p:nvPicPr>
            <p:cNvPr id="56" name="Graphic 55" descr="Database outline">
              <a:extLst>
                <a:ext uri="{FF2B5EF4-FFF2-40B4-BE49-F238E27FC236}">
                  <a16:creationId xmlns:a16="http://schemas.microsoft.com/office/drawing/2014/main" id="{6FB3A70D-A40F-8213-F73A-62F28DF52B3F}"/>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6990260" y="3192754"/>
              <a:ext cx="562853" cy="562853"/>
            </a:xfrm>
            <a:prstGeom prst="rect">
              <a:avLst/>
            </a:prstGeom>
          </p:spPr>
        </p:pic>
        <p:pic>
          <p:nvPicPr>
            <p:cNvPr id="57" name="Graphic 56" descr="Sort outline">
              <a:extLst>
                <a:ext uri="{FF2B5EF4-FFF2-40B4-BE49-F238E27FC236}">
                  <a16:creationId xmlns:a16="http://schemas.microsoft.com/office/drawing/2014/main" id="{2F92BF3A-DE82-0DB8-C6A0-F76B810ED0F2}"/>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rot="5400000">
              <a:off x="6346696" y="3256355"/>
              <a:ext cx="457200" cy="457200"/>
            </a:xfrm>
            <a:prstGeom prst="rect">
              <a:avLst/>
            </a:prstGeom>
          </p:spPr>
        </p:pic>
        <p:pic>
          <p:nvPicPr>
            <p:cNvPr id="58" name="Graphic 57" descr="Folder Search outline">
              <a:extLst>
                <a:ext uri="{FF2B5EF4-FFF2-40B4-BE49-F238E27FC236}">
                  <a16:creationId xmlns:a16="http://schemas.microsoft.com/office/drawing/2014/main" id="{A393498D-67AB-44B4-F67C-C610A6329D01}"/>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5503317" y="4594316"/>
              <a:ext cx="700838" cy="700838"/>
            </a:xfrm>
            <a:prstGeom prst="rect">
              <a:avLst/>
            </a:prstGeom>
          </p:spPr>
        </p:pic>
        <p:pic>
          <p:nvPicPr>
            <p:cNvPr id="59" name="Graphic 58" descr="Cmd Terminal outline">
              <a:extLst>
                <a:ext uri="{FF2B5EF4-FFF2-40B4-BE49-F238E27FC236}">
                  <a16:creationId xmlns:a16="http://schemas.microsoft.com/office/drawing/2014/main" id="{75914CBE-3669-9680-379B-1000EA4EF76B}"/>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4233422" y="4271023"/>
              <a:ext cx="582925" cy="582925"/>
            </a:xfrm>
            <a:prstGeom prst="rect">
              <a:avLst/>
            </a:prstGeom>
          </p:spPr>
        </p:pic>
        <p:pic>
          <p:nvPicPr>
            <p:cNvPr id="60" name="Graphic 59" descr="Statistics outline">
              <a:extLst>
                <a:ext uri="{FF2B5EF4-FFF2-40B4-BE49-F238E27FC236}">
                  <a16:creationId xmlns:a16="http://schemas.microsoft.com/office/drawing/2014/main" id="{9690F7E1-509B-B410-2480-4EFA3B8E4E49}"/>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6891125" y="4234826"/>
              <a:ext cx="661988" cy="661988"/>
            </a:xfrm>
            <a:prstGeom prst="rect">
              <a:avLst/>
            </a:prstGeom>
          </p:spPr>
        </p:pic>
        <p:sp>
          <p:nvSpPr>
            <p:cNvPr id="61" name="TextBox 60">
              <a:extLst>
                <a:ext uri="{FF2B5EF4-FFF2-40B4-BE49-F238E27FC236}">
                  <a16:creationId xmlns:a16="http://schemas.microsoft.com/office/drawing/2014/main" id="{EB40ED46-6064-9768-52DF-0E715506DB45}"/>
                </a:ext>
              </a:extLst>
            </p:cNvPr>
            <p:cNvSpPr txBox="1"/>
            <p:nvPr/>
          </p:nvSpPr>
          <p:spPr bwMode="gray">
            <a:xfrm>
              <a:off x="4060121" y="3328073"/>
              <a:ext cx="675158" cy="292213"/>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eaLnBrk="1" fontAlgn="auto" latinLnBrk="0" hangingPunct="1">
                <a:lnSpc>
                  <a:spcPct val="100000"/>
                </a:lnSpc>
                <a:spcBef>
                  <a:spcPts val="600"/>
                </a:spcBef>
                <a:spcAft>
                  <a:spcPts val="0"/>
                </a:spcAft>
                <a:buClrTx/>
                <a:buSzTx/>
                <a:buFontTx/>
                <a:buNone/>
                <a:tabLst/>
                <a:defRPr/>
              </a:pPr>
              <a:r>
                <a:rPr kumimoji="0" lang="en-GB" sz="1200" b="0" i="0" u="none" strike="noStrike" kern="1200" cap="none" spc="0" normalizeH="0" baseline="0" noProof="0" dirty="0">
                  <a:ln>
                    <a:noFill/>
                  </a:ln>
                  <a:effectLst/>
                  <a:uLnTx/>
                  <a:uFillTx/>
                  <a:latin typeface="Calibri Light"/>
                  <a:cs typeface="Arial"/>
                </a:rPr>
                <a:t>and much more…</a:t>
              </a:r>
            </a:p>
          </p:txBody>
        </p:sp>
        <p:pic>
          <p:nvPicPr>
            <p:cNvPr id="62" name="Graphic 61" descr="Sort outline">
              <a:extLst>
                <a:ext uri="{FF2B5EF4-FFF2-40B4-BE49-F238E27FC236}">
                  <a16:creationId xmlns:a16="http://schemas.microsoft.com/office/drawing/2014/main" id="{3CE87306-119C-CA21-CEE3-430BFB2BEF2C}"/>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rot="5400000">
              <a:off x="4733441" y="3280670"/>
              <a:ext cx="457200" cy="457200"/>
            </a:xfrm>
            <a:prstGeom prst="rect">
              <a:avLst/>
            </a:prstGeom>
          </p:spPr>
        </p:pic>
        <p:pic>
          <p:nvPicPr>
            <p:cNvPr id="63" name="Graphic 62" descr="Sort outline">
              <a:extLst>
                <a:ext uri="{FF2B5EF4-FFF2-40B4-BE49-F238E27FC236}">
                  <a16:creationId xmlns:a16="http://schemas.microsoft.com/office/drawing/2014/main" id="{95576593-EA86-168C-6BBC-842A6D422E44}"/>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rot="7601742">
              <a:off x="6295454" y="3867947"/>
              <a:ext cx="457200" cy="457200"/>
            </a:xfrm>
            <a:prstGeom prst="rect">
              <a:avLst/>
            </a:prstGeom>
          </p:spPr>
        </p:pic>
        <p:pic>
          <p:nvPicPr>
            <p:cNvPr id="64" name="Graphic 63" descr="Sort outline">
              <a:extLst>
                <a:ext uri="{FF2B5EF4-FFF2-40B4-BE49-F238E27FC236}">
                  <a16:creationId xmlns:a16="http://schemas.microsoft.com/office/drawing/2014/main" id="{F31AAD1B-0B53-3A8D-1D60-AC7F70BEF9C6}"/>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rot="13859820">
              <a:off x="4952540" y="3914148"/>
              <a:ext cx="457200" cy="457200"/>
            </a:xfrm>
            <a:prstGeom prst="rect">
              <a:avLst/>
            </a:prstGeom>
          </p:spPr>
        </p:pic>
        <p:pic>
          <p:nvPicPr>
            <p:cNvPr id="65" name="Graphic 64" descr="Sort outline">
              <a:extLst>
                <a:ext uri="{FF2B5EF4-FFF2-40B4-BE49-F238E27FC236}">
                  <a16:creationId xmlns:a16="http://schemas.microsoft.com/office/drawing/2014/main" id="{524E027A-A07E-E377-63E9-B8D232548FE8}"/>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587899" y="4042423"/>
              <a:ext cx="457200" cy="457200"/>
            </a:xfrm>
            <a:prstGeom prst="rect">
              <a:avLst/>
            </a:prstGeom>
          </p:spPr>
        </p:pic>
      </p:grpSp>
      <p:sp>
        <p:nvSpPr>
          <p:cNvPr id="2" name="Slide Number Placeholder 9">
            <a:extLst>
              <a:ext uri="{FF2B5EF4-FFF2-40B4-BE49-F238E27FC236}">
                <a16:creationId xmlns:a16="http://schemas.microsoft.com/office/drawing/2014/main" id="{305D2AA1-DCEB-AE2E-88C7-2315C352AEA2}"/>
              </a:ext>
            </a:extLst>
          </p:cNvPr>
          <p:cNvSpPr>
            <a:spLocks noGrp="1"/>
          </p:cNvSpPr>
          <p:nvPr>
            <p:ph type="sldNum" sz="quarter" idx="17"/>
          </p:nvPr>
        </p:nvSpPr>
        <p:spPr>
          <a:xfrm>
            <a:off x="11126972" y="6399184"/>
            <a:ext cx="704666" cy="181362"/>
          </a:xfrm>
        </p:spPr>
        <p:txBody>
          <a:bodyPr/>
          <a:lstStyle/>
          <a:p>
            <a:pPr marL="0" marR="0" lvl="0" indent="0" algn="r" defTabSz="914400" eaLnBrk="1" fontAlgn="auto" latinLnBrk="0" hangingPunct="1">
              <a:lnSpc>
                <a:spcPct val="100000"/>
              </a:lnSpc>
              <a:spcBef>
                <a:spcPct val="0"/>
              </a:spcBef>
              <a:spcAft>
                <a:spcPct val="0"/>
              </a:spcAft>
              <a:buClrTx/>
              <a:buSzTx/>
              <a:buFontTx/>
              <a:buNone/>
              <a:tabLst/>
              <a:defRPr/>
            </a:pPr>
            <a:fld id="{10BE2C1E-995C-4121-AD26-7DE6C74EE600}" type="slidenum">
              <a:rPr kumimoji="0" lang="en-GB" sz="1000" b="0" i="0" u="none" strike="noStrike" kern="1200" cap="none" spc="0" normalizeH="0" baseline="0" noProof="0" smtClean="0">
                <a:ln>
                  <a:noFill/>
                </a:ln>
                <a:solidFill>
                  <a:srgbClr val="FFFFFF"/>
                </a:solidFill>
                <a:effectLst/>
                <a:uLnTx/>
                <a:uFillTx/>
                <a:latin typeface="Calibri Light"/>
                <a:cs typeface="Arial"/>
              </a:rPr>
              <a:pPr marL="0" marR="0" lvl="0" indent="0" algn="r" defTabSz="914400" eaLnBrk="1" fontAlgn="auto" latinLnBrk="0" hangingPunct="1">
                <a:lnSpc>
                  <a:spcPct val="100000"/>
                </a:lnSpc>
                <a:spcBef>
                  <a:spcPct val="0"/>
                </a:spcBef>
                <a:spcAft>
                  <a:spcPct val="0"/>
                </a:spcAft>
                <a:buClrTx/>
                <a:buSzTx/>
                <a:buFontTx/>
                <a:buNone/>
                <a:tabLst/>
                <a:defRPr/>
              </a:pPr>
              <a:t>47</a:t>
            </a:fld>
            <a:endParaRPr kumimoji="0" lang="en-GB" sz="1000" b="0" i="0" u="none" strike="noStrike" kern="1200" cap="none" spc="0" normalizeH="0" baseline="0" noProof="0" dirty="0">
              <a:ln>
                <a:noFill/>
              </a:ln>
              <a:solidFill>
                <a:srgbClr val="FFFFFF"/>
              </a:solidFill>
              <a:effectLst/>
              <a:uLnTx/>
              <a:uFillTx/>
              <a:latin typeface="Calibri Light"/>
              <a:cs typeface="Arial"/>
            </a:endParaRPr>
          </a:p>
        </p:txBody>
      </p:sp>
      <p:sp>
        <p:nvSpPr>
          <p:cNvPr id="15" name="Text Placeholder 4">
            <a:extLst>
              <a:ext uri="{FF2B5EF4-FFF2-40B4-BE49-F238E27FC236}">
                <a16:creationId xmlns:a16="http://schemas.microsoft.com/office/drawing/2014/main" id="{35745AC9-73E1-7C38-A85B-6EA771786760}"/>
              </a:ext>
            </a:extLst>
          </p:cNvPr>
          <p:cNvSpPr>
            <a:spLocks noGrp="1"/>
          </p:cNvSpPr>
          <p:nvPr>
            <p:ph type="body" sz="quarter" idx="12"/>
          </p:nvPr>
        </p:nvSpPr>
        <p:spPr>
          <a:xfrm>
            <a:off x="1012117" y="188861"/>
            <a:ext cx="7485260" cy="178593"/>
          </a:xfrm>
        </p:spPr>
        <p:txBody>
          <a:bodyPr/>
          <a:lstStyle/>
          <a:p>
            <a:r>
              <a:rPr lang="en-GB" cap="none" dirty="0">
                <a:solidFill>
                  <a:schemeClr val="tx1"/>
                </a:solidFill>
                <a:latin typeface="Ease SemiDisplay" panose="00000500000000000000" pitchFamily="2" charset="0"/>
              </a:rPr>
              <a:t>AI Use Cases In The Clinical Data Domain</a:t>
            </a:r>
            <a:endParaRPr lang="en-DK" cap="none" dirty="0">
              <a:solidFill>
                <a:schemeClr val="tx1"/>
              </a:solidFill>
              <a:latin typeface="Ease SemiDisplay" panose="00000500000000000000" pitchFamily="2" charset="0"/>
            </a:endParaRPr>
          </a:p>
        </p:txBody>
      </p:sp>
    </p:spTree>
    <p:custDataLst>
      <p:tags r:id="rId1"/>
    </p:custDataLst>
    <p:extLst>
      <p:ext uri="{BB962C8B-B14F-4D97-AF65-F5344CB8AC3E}">
        <p14:creationId xmlns:p14="http://schemas.microsoft.com/office/powerpoint/2010/main" val="413455614"/>
      </p:ext>
    </p:extLst>
  </p:cSld>
  <p:clrMapOvr>
    <a:masterClrMapping/>
  </p:clrMapOvr>
  <p:transition/>
  <p:extLst>
    <p:ext uri="{6950BFC3-D8DA-4A85-94F7-54DA5524770B}">
      <p188:commentRel xmlns:p188="http://schemas.microsoft.com/office/powerpoint/2018/8/main" r:id="rId6"/>
    </p:ext>
  </p:extLs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1BC10F11-A6CE-A436-624C-783D7CC1B014}"/>
              </a:ext>
            </a:extLst>
          </p:cNvPr>
          <p:cNvGraphicFramePr>
            <a:graphicFrameLocks/>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2" name="think-cell data - do not delete" hidden="1">
                        <a:extLst>
                          <a:ext uri="{FF2B5EF4-FFF2-40B4-BE49-F238E27FC236}">
                            <a16:creationId xmlns:a16="http://schemas.microsoft.com/office/drawing/2014/main" id="{1BC10F11-A6CE-A436-624C-783D7CC1B014}"/>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3" name="Slide Number Placeholder 2">
            <a:extLst>
              <a:ext uri="{FF2B5EF4-FFF2-40B4-BE49-F238E27FC236}">
                <a16:creationId xmlns:a16="http://schemas.microsoft.com/office/drawing/2014/main" id="{D32E5675-31EE-B707-03F1-42C402518C6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18802B-E4C7-4B2D-B37A-6B7CC3C134EA}" type="slidenum">
              <a:rPr kumimoji="0" lang="en-GB" sz="900" b="0" i="0" u="none" strike="noStrike" kern="1200" cap="none" spc="0" normalizeH="0" baseline="0" noProof="0" smtClean="0">
                <a:ln>
                  <a:noFill/>
                </a:ln>
                <a:solidFill>
                  <a:srgbClr val="000000"/>
                </a:solidFill>
                <a:effectLst/>
                <a:uLnTx/>
                <a:uFillTx/>
                <a:latin typeface="Ease SemiDispla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GB" sz="900" b="0" i="0" u="none" strike="noStrike" kern="1200" cap="none" spc="0" normalizeH="0" baseline="0" noProof="0" dirty="0">
              <a:ln>
                <a:noFill/>
              </a:ln>
              <a:solidFill>
                <a:srgbClr val="000000"/>
              </a:solidFill>
              <a:effectLst/>
              <a:uLnTx/>
              <a:uFillTx/>
              <a:latin typeface="Ease SemiDisplay"/>
              <a:ea typeface="+mn-ea"/>
              <a:cs typeface="+mn-cs"/>
            </a:endParaRPr>
          </a:p>
        </p:txBody>
      </p:sp>
      <p:sp>
        <p:nvSpPr>
          <p:cNvPr id="4" name="Text Placeholder 3">
            <a:extLst>
              <a:ext uri="{FF2B5EF4-FFF2-40B4-BE49-F238E27FC236}">
                <a16:creationId xmlns:a16="http://schemas.microsoft.com/office/drawing/2014/main" id="{FE0A836F-67D1-4765-691C-445FF2B75974}"/>
              </a:ext>
            </a:extLst>
          </p:cNvPr>
          <p:cNvSpPr>
            <a:spLocks noGrp="1"/>
          </p:cNvSpPr>
          <p:nvPr>
            <p:ph type="body" sz="quarter" idx="1032"/>
          </p:nvPr>
        </p:nvSpPr>
        <p:spPr/>
        <p:txBody>
          <a:bodyPr/>
          <a:lstStyle/>
          <a:p>
            <a:r>
              <a:rPr lang="en-GB" dirty="0" err="1">
                <a:latin typeface="Ease SemiDisplay Semibold" panose="00000500000000000000" pitchFamily="2" charset="0"/>
                <a:ea typeface="Ease SemiDisplay Semibold" panose="00000500000000000000" pitchFamily="2" charset="0"/>
              </a:rPr>
              <a:t>R&amp;ED</a:t>
            </a:r>
            <a:r>
              <a:rPr lang="en-GB" dirty="0">
                <a:latin typeface="Ease SemiDisplay Semibold" panose="00000500000000000000" pitchFamily="2" charset="0"/>
                <a:ea typeface="Ease SemiDisplay Semibold" panose="00000500000000000000" pitchFamily="2" charset="0"/>
              </a:rPr>
              <a:t> </a:t>
            </a:r>
            <a:r>
              <a:rPr lang="en-GB" dirty="0"/>
              <a:t>– Scientific intelligence </a:t>
            </a:r>
          </a:p>
        </p:txBody>
      </p:sp>
      <p:sp>
        <p:nvSpPr>
          <p:cNvPr id="5" name="Picture Placeholder 18">
            <a:extLst>
              <a:ext uri="{FF2B5EF4-FFF2-40B4-BE49-F238E27FC236}">
                <a16:creationId xmlns:a16="http://schemas.microsoft.com/office/drawing/2014/main" id="{4EDE05E6-3863-5409-517A-002936ACED3C}"/>
              </a:ext>
            </a:extLst>
          </p:cNvPr>
          <p:cNvSpPr txBox="1">
            <a:spLocks/>
          </p:cNvSpPr>
          <p:nvPr/>
        </p:nvSpPr>
        <p:spPr>
          <a:xfrm>
            <a:off x="8714662" y="0"/>
            <a:ext cx="3477337" cy="6858000"/>
          </a:xfrm>
          <a:prstGeom prst="rect">
            <a:avLst/>
          </a:prstGeom>
          <a:solidFill>
            <a:schemeClr val="accent3"/>
          </a:solidFill>
        </p:spPr>
        <p:txBody>
          <a:bodyPr vert="horz" lIns="0" tIns="0" rIns="0" bIns="0" rtlCol="0">
            <a:noAutofit/>
          </a:bodyPr>
          <a:lstStyle>
            <a:lvl1pPr marL="216000" indent="-216000" algn="l" defTabSz="914400" rtl="0" eaLnBrk="1" latinLnBrk="0" hangingPunct="1">
              <a:lnSpc>
                <a:spcPct val="100000"/>
              </a:lnSpc>
              <a:spcBef>
                <a:spcPts val="600"/>
              </a:spcBef>
              <a:buSzTx/>
              <a:buFont typeface="Arial" pitchFamily="34" charset="0"/>
              <a:buChar char="•"/>
              <a:defRPr lang="en-US" sz="1200" b="0" i="0" kern="1200" spc="0" smtClean="0">
                <a:solidFill>
                  <a:schemeClr val="tx1"/>
                </a:solidFill>
                <a:latin typeface="+mn-lt"/>
                <a:ea typeface="+mn-ea"/>
                <a:cs typeface="Calibri" panose="020F0502020204030204" pitchFamily="34" charset="0"/>
              </a:defRPr>
            </a:lvl1pPr>
            <a:lvl2pPr marL="432000" indent="-216000" algn="l" defTabSz="914400" rtl="0" eaLnBrk="1" latinLnBrk="0" hangingPunct="1">
              <a:lnSpc>
                <a:spcPct val="100000"/>
              </a:lnSpc>
              <a:spcBef>
                <a:spcPts val="600"/>
              </a:spcBef>
              <a:buFont typeface="Arial" pitchFamily="34" charset="0"/>
              <a:buChar char="•"/>
              <a:defRPr sz="1200" b="0" i="0" kern="1200" spc="0">
                <a:solidFill>
                  <a:schemeClr val="tx1"/>
                </a:solidFill>
                <a:latin typeface="+mn-lt"/>
                <a:ea typeface="+mn-ea"/>
                <a:cs typeface="Calibri" panose="020F0502020204030204" pitchFamily="34" charset="0"/>
              </a:defRPr>
            </a:lvl2pPr>
            <a:lvl3pPr marL="648000" indent="-216000" algn="l" defTabSz="914400" rtl="0" eaLnBrk="1" latinLnBrk="0" hangingPunct="1">
              <a:lnSpc>
                <a:spcPct val="100000"/>
              </a:lnSpc>
              <a:spcBef>
                <a:spcPts val="600"/>
              </a:spcBef>
              <a:buFont typeface="Arial" pitchFamily="34" charset="0"/>
              <a:buChar char="•"/>
              <a:defRPr sz="1200" kern="1200" spc="0">
                <a:solidFill>
                  <a:schemeClr val="tx1"/>
                </a:solidFill>
                <a:latin typeface="+mn-lt"/>
                <a:ea typeface="+mn-ea"/>
                <a:cs typeface="+mn-cs"/>
              </a:defRPr>
            </a:lvl3pPr>
            <a:lvl4pPr marL="864000" indent="-216000" algn="l" defTabSz="914400" rtl="0" eaLnBrk="1" latinLnBrk="0" hangingPunct="1">
              <a:lnSpc>
                <a:spcPct val="100000"/>
              </a:lnSpc>
              <a:spcBef>
                <a:spcPts val="600"/>
              </a:spcBef>
              <a:buFont typeface="Arial" pitchFamily="34" charset="0"/>
              <a:buChar char="•"/>
              <a:defRPr sz="1200" kern="1200" cap="none" spc="0" baseline="0">
                <a:solidFill>
                  <a:schemeClr val="tx1"/>
                </a:solidFill>
                <a:latin typeface="+mn-lt"/>
                <a:ea typeface="+mn-ea"/>
                <a:cs typeface="+mn-cs"/>
              </a:defRPr>
            </a:lvl4pPr>
            <a:lvl5pPr marL="1080000" indent="-216000" algn="l" defTabSz="914400" rtl="0" eaLnBrk="1" latinLnBrk="0" hangingPunct="1">
              <a:lnSpc>
                <a:spcPct val="100000"/>
              </a:lnSpc>
              <a:spcBef>
                <a:spcPts val="600"/>
              </a:spcBef>
              <a:buFont typeface="Arial" pitchFamily="34" charset="0"/>
              <a:buChar char="•"/>
              <a:defRPr sz="1200" b="0" i="0" kern="1200" spc="0">
                <a:solidFill>
                  <a:schemeClr val="tx1"/>
                </a:solidFill>
                <a:latin typeface="+mn-lt"/>
                <a:ea typeface="+mn-ea"/>
                <a:cs typeface="Calibri Light" panose="020F0302020204030204" pitchFamily="34" charset="0"/>
              </a:defRPr>
            </a:lvl5pPr>
            <a:lvl6pPr marL="0" indent="0" algn="l" defTabSz="914400" rtl="0" eaLnBrk="1" latinLnBrk="0" hangingPunct="1">
              <a:lnSpc>
                <a:spcPct val="150000"/>
              </a:lnSpc>
              <a:spcBef>
                <a:spcPts val="600"/>
              </a:spcBef>
              <a:buFont typeface="Arial" pitchFamily="34" charset="0"/>
              <a:buNone/>
              <a:defRPr sz="1400" kern="1200">
                <a:solidFill>
                  <a:schemeClr val="tx1"/>
                </a:solidFill>
                <a:latin typeface="Gotham-Light" pitchFamily="50" charset="0"/>
                <a:ea typeface="+mn-ea"/>
                <a:cs typeface="Gotham-Light" pitchFamily="50" charset="0"/>
              </a:defRPr>
            </a:lvl6pPr>
            <a:lvl7pPr marL="177800" indent="-177800" algn="l" defTabSz="914400" rtl="0" eaLnBrk="1" latinLnBrk="0" hangingPunct="1">
              <a:lnSpc>
                <a:spcPct val="150000"/>
              </a:lnSpc>
              <a:spcBef>
                <a:spcPts val="600"/>
              </a:spcBef>
              <a:buSzPct val="120000"/>
              <a:buFontTx/>
              <a:buBlip>
                <a:blip r:embed="rId6"/>
              </a:buBlip>
              <a:defRPr sz="1400" kern="1200">
                <a:solidFill>
                  <a:schemeClr val="tx1"/>
                </a:solidFill>
                <a:latin typeface="Gotham-Light" pitchFamily="50" charset="0"/>
                <a:ea typeface="+mn-ea"/>
                <a:cs typeface="Gotham-Light" pitchFamily="50" charset="0"/>
              </a:defRPr>
            </a:lvl7pPr>
            <a:lvl8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mn-lt"/>
                <a:ea typeface="+mn-ea"/>
                <a:cs typeface="+mn-cs"/>
              </a:defRPr>
            </a:lvl8pPr>
            <a:lvl9pPr marL="0" indent="0" algn="l" defTabSz="914400" rtl="0" eaLnBrk="1" latinLnBrk="0" hangingPunct="1">
              <a:lnSpc>
                <a:spcPct val="150000"/>
              </a:lnSpc>
              <a:spcBef>
                <a:spcPct val="0"/>
              </a:spcBef>
              <a:spcAft>
                <a:spcPts val="600"/>
              </a:spcAft>
              <a:buFont typeface="Arial" pitchFamily="34" charset="0"/>
              <a:buNone/>
              <a:defRPr sz="1200" kern="1200">
                <a:solidFill>
                  <a:schemeClr val="tx1"/>
                </a:solidFill>
                <a:latin typeface="Gotham-Light" pitchFamily="50" charset="0"/>
                <a:ea typeface="+mn-ea"/>
                <a:cs typeface="Gotham-Light" pitchFamily="50" charset="0"/>
              </a:defRPr>
            </a:lvl9pPr>
          </a:lstStyle>
          <a:p>
            <a:pPr marL="0" marR="0" lvl="0" indent="0" algn="l" defTabSz="914400" rtl="0" eaLnBrk="1" fontAlgn="auto" latinLnBrk="0" hangingPunct="1">
              <a:lnSpc>
                <a:spcPct val="100000"/>
              </a:lnSpc>
              <a:spcBef>
                <a:spcPts val="600"/>
              </a:spcBef>
              <a:spcAft>
                <a:spcPts val="0"/>
              </a:spcAft>
              <a:buClrTx/>
              <a:buSzTx/>
              <a:buFont typeface="Arial" pitchFamily="34" charset="0"/>
              <a:buNone/>
              <a:tabLst/>
              <a:defRPr/>
            </a:pPr>
            <a:r>
              <a:rPr kumimoji="0" lang="en-GB" sz="1200" b="0" i="0" u="none" strike="noStrike" kern="1200" cap="none" spc="0" normalizeH="0" baseline="0" noProof="0">
                <a:ln>
                  <a:noFill/>
                </a:ln>
                <a:solidFill>
                  <a:srgbClr val="1F4953"/>
                </a:solidFill>
                <a:effectLst/>
                <a:uLnTx/>
                <a:uFillTx/>
                <a:latin typeface="Calibri Light"/>
                <a:ea typeface="+mn-ea"/>
                <a:cs typeface="Calibri" panose="020F0502020204030204" pitchFamily="34" charset="0"/>
              </a:rPr>
              <a:t> </a:t>
            </a:r>
          </a:p>
        </p:txBody>
      </p:sp>
      <p:sp>
        <p:nvSpPr>
          <p:cNvPr id="6" name="Picture Placeholder 14">
            <a:extLst>
              <a:ext uri="{FF2B5EF4-FFF2-40B4-BE49-F238E27FC236}">
                <a16:creationId xmlns:a16="http://schemas.microsoft.com/office/drawing/2014/main" id="{02EE1685-A6E4-4AFE-3B8C-2A39817683FF}"/>
              </a:ext>
            </a:extLst>
          </p:cNvPr>
          <p:cNvSpPr txBox="1">
            <a:spLocks/>
          </p:cNvSpPr>
          <p:nvPr/>
        </p:nvSpPr>
        <p:spPr bwMode="gray">
          <a:xfrm>
            <a:off x="8714659" y="0"/>
            <a:ext cx="3477337" cy="6858000"/>
          </a:xfrm>
          <a:prstGeom prst="rect">
            <a:avLst/>
          </a:prstGeom>
          <a:solidFill>
            <a:schemeClr val="accent3">
              <a:lumMod val="20000"/>
              <a:lumOff val="80000"/>
            </a:schemeClr>
          </a:solidFill>
        </p:spPr>
        <p:txBody>
          <a:bodyPr vert="horz" lIns="0" tIns="0" rIns="0" bIns="0" rtlCol="0">
            <a:noAutofit/>
          </a:bodyPr>
          <a:lstStyle>
            <a:lvl1pPr marL="180000" indent="-180000" algn="l" defTabSz="914400" rtl="0" eaLnBrk="1" latinLnBrk="0" hangingPunct="1">
              <a:lnSpc>
                <a:spcPct val="140000"/>
              </a:lnSpc>
              <a:spcBef>
                <a:spcPts val="0"/>
              </a:spcBef>
              <a:buSzPct val="125000"/>
              <a:buFont typeface="Ease Display" panose="00000500000000000000" pitchFamily="2" charset="0"/>
              <a:buChar char="→"/>
              <a:defRPr sz="900" kern="1200">
                <a:solidFill>
                  <a:schemeClr val="tx1"/>
                </a:solidFill>
                <a:latin typeface="Ease SemiDisplay" panose="00000500000000000000" pitchFamily="2" charset="0"/>
                <a:ea typeface="Ease SemiDisplay" panose="00000500000000000000" pitchFamily="2" charset="0"/>
                <a:cs typeface="+mn-cs"/>
              </a:defRPr>
            </a:lvl1pPr>
            <a:lvl2pPr marL="360000" indent="-180000" algn="l" defTabSz="914400" rtl="0" eaLnBrk="1" latinLnBrk="0" hangingPunct="1">
              <a:lnSpc>
                <a:spcPct val="140000"/>
              </a:lnSpc>
              <a:spcBef>
                <a:spcPts val="0"/>
              </a:spcBef>
              <a:buSzPct val="125000"/>
              <a:buFont typeface="Ease Display" panose="00000500000000000000" pitchFamily="2" charset="0"/>
              <a:buChar char="→"/>
              <a:defRPr sz="900" kern="1200" baseline="0">
                <a:solidFill>
                  <a:schemeClr val="tx1"/>
                </a:solidFill>
                <a:latin typeface="Ease SemiDisplay" panose="00000500000000000000" pitchFamily="2" charset="0"/>
                <a:ea typeface="Ease SemiDisplay" panose="00000500000000000000" pitchFamily="2" charset="0"/>
                <a:cs typeface="+mn-cs"/>
              </a:defRPr>
            </a:lvl2pPr>
            <a:lvl3pPr marL="540000" indent="-180000" algn="l" defTabSz="914400" rtl="0" eaLnBrk="1" latinLnBrk="0" hangingPunct="1">
              <a:lnSpc>
                <a:spcPct val="140000"/>
              </a:lnSpc>
              <a:spcBef>
                <a:spcPts val="0"/>
              </a:spcBef>
              <a:buSzPct val="125000"/>
              <a:buFont typeface="Ease Display" panose="00000500000000000000" pitchFamily="2" charset="0"/>
              <a:buChar char="→"/>
              <a:defRPr sz="900" kern="1200">
                <a:solidFill>
                  <a:schemeClr val="tx1"/>
                </a:solidFill>
                <a:latin typeface="Ease SemiDisplay" panose="00000500000000000000" pitchFamily="2" charset="0"/>
                <a:ea typeface="Ease SemiDisplay" panose="00000500000000000000" pitchFamily="2" charset="0"/>
                <a:cs typeface="+mn-cs"/>
              </a:defRPr>
            </a:lvl3pPr>
            <a:lvl4pPr marL="180000" indent="-180000" algn="l" defTabSz="914400" rtl="0" eaLnBrk="1" latinLnBrk="0" hangingPunct="1">
              <a:lnSpc>
                <a:spcPct val="140000"/>
              </a:lnSpc>
              <a:spcBef>
                <a:spcPts val="0"/>
              </a:spcBef>
              <a:buFont typeface="+mj-lt"/>
              <a:buAutoNum type="arabicPeriod"/>
              <a:defRPr sz="900" b="0" kern="1200">
                <a:solidFill>
                  <a:schemeClr val="tx1"/>
                </a:solidFill>
                <a:latin typeface="Ease SemiDisplay" panose="00000500000000000000" pitchFamily="2" charset="0"/>
                <a:ea typeface="Ease SemiDisplay" panose="00000500000000000000" pitchFamily="2" charset="0"/>
                <a:cs typeface="+mn-cs"/>
              </a:defRPr>
            </a:lvl4pPr>
            <a:lvl5pPr marL="360000" indent="-180000" algn="l" defTabSz="914400" rtl="0" eaLnBrk="1" latinLnBrk="0" hangingPunct="1">
              <a:lnSpc>
                <a:spcPct val="140000"/>
              </a:lnSpc>
              <a:spcBef>
                <a:spcPts val="0"/>
              </a:spcBef>
              <a:buFont typeface="+mj-lt"/>
              <a:buAutoNum type="arabicPeriod"/>
              <a:defRPr sz="900" kern="1200">
                <a:solidFill>
                  <a:schemeClr val="tx1"/>
                </a:solidFill>
                <a:latin typeface="Ease SemiDisplay" panose="00000500000000000000" pitchFamily="2" charset="0"/>
                <a:ea typeface="Ease SemiDisplay" panose="00000500000000000000" pitchFamily="2" charset="0"/>
                <a:cs typeface="+mn-cs"/>
              </a:defRPr>
            </a:lvl5pPr>
            <a:lvl6pPr marL="540000" indent="-180000" algn="l" defTabSz="914400" rtl="0" eaLnBrk="1" latinLnBrk="0" hangingPunct="1">
              <a:lnSpc>
                <a:spcPct val="140000"/>
              </a:lnSpc>
              <a:spcBef>
                <a:spcPts val="0"/>
              </a:spcBef>
              <a:buFont typeface="+mj-lt"/>
              <a:buAutoNum type="arabicPeriod"/>
              <a:defRPr sz="900" kern="1200">
                <a:solidFill>
                  <a:schemeClr val="tx1"/>
                </a:solidFill>
                <a:latin typeface="Ease SemiDisplay" panose="00000500000000000000" pitchFamily="2" charset="0"/>
                <a:ea typeface="Ease SemiDisplay" panose="00000500000000000000" pitchFamily="2" charset="0"/>
                <a:cs typeface="+mn-cs"/>
              </a:defRPr>
            </a:lvl6pPr>
            <a:lvl7pPr marL="0" indent="0" algn="l" defTabSz="914400" rtl="0" eaLnBrk="1" latinLnBrk="0" hangingPunct="1">
              <a:lnSpc>
                <a:spcPct val="140000"/>
              </a:lnSpc>
              <a:spcBef>
                <a:spcPts val="0"/>
              </a:spcBef>
              <a:buFont typeface="Arial" panose="020B0604020202020204" pitchFamily="34" charset="0"/>
              <a:buNone/>
              <a:defRPr sz="900" b="0" kern="1200">
                <a:solidFill>
                  <a:schemeClr val="tx1"/>
                </a:solidFill>
                <a:latin typeface="Ease SemiDisplay" panose="00000500000000000000" pitchFamily="2" charset="0"/>
                <a:ea typeface="Ease SemiDisplay" panose="00000500000000000000" pitchFamily="2" charset="0"/>
                <a:cs typeface="+mn-cs"/>
              </a:defRPr>
            </a:lvl7pPr>
            <a:lvl8pPr marL="0" indent="0" algn="l" defTabSz="914400" rtl="0" eaLnBrk="1" latinLnBrk="0" hangingPunct="1">
              <a:lnSpc>
                <a:spcPct val="85000"/>
              </a:lnSpc>
              <a:spcBef>
                <a:spcPts val="0"/>
              </a:spcBef>
              <a:buFont typeface="Arial" panose="020B0604020202020204" pitchFamily="34" charset="0"/>
              <a:buNone/>
              <a:defRPr sz="1500" b="0" kern="1200" spc="-150" baseline="0">
                <a:solidFill>
                  <a:schemeClr val="tx1"/>
                </a:solidFill>
                <a:latin typeface="Ease Display" panose="020B0604020202020204" charset="0"/>
                <a:ea typeface="Ease Display" panose="020B0604020202020204" charset="0"/>
                <a:cs typeface="+mn-cs"/>
              </a:defRPr>
            </a:lvl8pPr>
            <a:lvl9pPr marL="180000" indent="0" algn="l" defTabSz="914400" rtl="0" eaLnBrk="1" latinLnBrk="0" hangingPunct="1">
              <a:lnSpc>
                <a:spcPct val="140000"/>
              </a:lnSpc>
              <a:spcBef>
                <a:spcPts val="0"/>
              </a:spcBef>
              <a:buFont typeface="Arial" panose="020B0604020202020204" pitchFamily="34" charset="0"/>
              <a:buNone/>
              <a:defRPr sz="900" kern="1200">
                <a:solidFill>
                  <a:schemeClr val="tx1"/>
                </a:solidFill>
                <a:latin typeface="Ease SemiDisplay" panose="00000500000000000000" pitchFamily="2" charset="0"/>
                <a:ea typeface="Ease SemiDisplay" panose="00000500000000000000" pitchFamily="2" charset="0"/>
                <a:cs typeface="+mn-cs"/>
              </a:defRPr>
            </a:lvl9pPr>
          </a:lstStyle>
          <a:p>
            <a:pPr marL="0" marR="0" lvl="0" indent="0" algn="l" defTabSz="914400" rtl="0" eaLnBrk="1" fontAlgn="auto" latinLnBrk="0" hangingPunct="1">
              <a:lnSpc>
                <a:spcPct val="140000"/>
              </a:lnSpc>
              <a:spcBef>
                <a:spcPts val="0"/>
              </a:spcBef>
              <a:spcAft>
                <a:spcPts val="0"/>
              </a:spcAft>
              <a:buClrTx/>
              <a:buSzPct val="125000"/>
              <a:buFont typeface="Ease Display" panose="00000500000000000000" pitchFamily="2" charset="0"/>
              <a:buNone/>
              <a:tabLst/>
              <a:defRPr/>
            </a:pPr>
            <a:r>
              <a:rPr kumimoji="0" lang="da-DK" sz="900" b="0" i="0" u="none" strike="noStrike" kern="1200" cap="none" spc="0" normalizeH="0" baseline="0" noProof="0">
                <a:ln>
                  <a:noFill/>
                </a:ln>
                <a:solidFill>
                  <a:srgbClr val="000000"/>
                </a:solidFill>
                <a:effectLst/>
                <a:uLnTx/>
                <a:uFillTx/>
                <a:latin typeface="Ease SemiDisplay" panose="00000500000000000000" pitchFamily="2" charset="0"/>
                <a:ea typeface="Ease SemiDisplay" panose="00000500000000000000" pitchFamily="2" charset="0"/>
                <a:cs typeface="+mn-cs"/>
              </a:rPr>
              <a:t> </a:t>
            </a:r>
            <a:endParaRPr kumimoji="0" lang="da-DK" sz="900" b="0" i="0" u="none" strike="noStrike" kern="1200" cap="none" spc="0" normalizeH="0" baseline="0" noProof="0" dirty="0">
              <a:ln>
                <a:noFill/>
              </a:ln>
              <a:solidFill>
                <a:srgbClr val="000000"/>
              </a:solidFill>
              <a:effectLst/>
              <a:uLnTx/>
              <a:uFillTx/>
              <a:latin typeface="Ease SemiDisplay" panose="00000500000000000000" pitchFamily="2" charset="0"/>
              <a:ea typeface="Ease SemiDisplay" panose="00000500000000000000" pitchFamily="2" charset="0"/>
              <a:cs typeface="+mn-cs"/>
            </a:endParaRPr>
          </a:p>
        </p:txBody>
      </p:sp>
      <p:grpSp>
        <p:nvGrpSpPr>
          <p:cNvPr id="7" name="Group 6">
            <a:extLst>
              <a:ext uri="{FF2B5EF4-FFF2-40B4-BE49-F238E27FC236}">
                <a16:creationId xmlns:a16="http://schemas.microsoft.com/office/drawing/2014/main" id="{92054095-FE27-EC4B-96CF-B60CE9291DA7}"/>
              </a:ext>
            </a:extLst>
          </p:cNvPr>
          <p:cNvGrpSpPr/>
          <p:nvPr/>
        </p:nvGrpSpPr>
        <p:grpSpPr>
          <a:xfrm>
            <a:off x="8825464" y="6300043"/>
            <a:ext cx="1057556" cy="398363"/>
            <a:chOff x="8310880" y="6344632"/>
            <a:chExt cx="1097962" cy="398363"/>
          </a:xfrm>
        </p:grpSpPr>
        <p:pic>
          <p:nvPicPr>
            <p:cNvPr id="8" name="Picture 2">
              <a:extLst>
                <a:ext uri="{FF2B5EF4-FFF2-40B4-BE49-F238E27FC236}">
                  <a16:creationId xmlns:a16="http://schemas.microsoft.com/office/drawing/2014/main" id="{C8021CA0-8A56-13A5-51F7-5E9C9DB956B1}"/>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a:off x="8968328" y="6479199"/>
              <a:ext cx="440514" cy="263796"/>
            </a:xfrm>
            <a:prstGeom prst="rect">
              <a:avLst/>
            </a:prstGeom>
            <a:noFill/>
            <a:extLst>
              <a:ext uri="{909E8E84-426E-40DD-AFC4-6F175D3DCCD1}">
                <a14:hiddenFill xmlns:a14="http://schemas.microsoft.com/office/drawing/2010/main">
                  <a:solidFill>
                    <a:srgbClr val="FFFFFF"/>
                  </a:solidFill>
                </a14:hiddenFill>
              </a:ext>
            </a:extLst>
          </p:spPr>
        </p:pic>
        <p:sp>
          <p:nvSpPr>
            <p:cNvPr id="9" name="Footer Placeholder 3">
              <a:extLst>
                <a:ext uri="{FF2B5EF4-FFF2-40B4-BE49-F238E27FC236}">
                  <a16:creationId xmlns:a16="http://schemas.microsoft.com/office/drawing/2014/main" id="{D699D8AB-49DE-42AB-6CD0-92EA29EE4772}"/>
                </a:ext>
              </a:extLst>
            </p:cNvPr>
            <p:cNvSpPr txBox="1"/>
            <p:nvPr/>
          </p:nvSpPr>
          <p:spPr>
            <a:xfrm>
              <a:off x="8310880" y="6344632"/>
              <a:ext cx="1013422" cy="367612"/>
            </a:xfrm>
            <a:prstGeom prst="rect">
              <a:avLst/>
            </a:prstGeom>
          </p:spPr>
          <p:txBody>
            <a:bodyPr anchor="ctr"/>
            <a:lstStyle>
              <a:defPPr>
                <a:defRPr lang="en-US"/>
              </a:defPPr>
              <a:lvl1pPr marL="0" algn="l"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Ease SemiDisplay"/>
                  <a:ea typeface="+mn-ea"/>
                  <a:cs typeface="Arial"/>
                </a:rPr>
                <a:t>Hosted on </a:t>
              </a:r>
            </a:p>
          </p:txBody>
        </p:sp>
      </p:grpSp>
      <p:grpSp>
        <p:nvGrpSpPr>
          <p:cNvPr id="10" name="Group 9">
            <a:extLst>
              <a:ext uri="{FF2B5EF4-FFF2-40B4-BE49-F238E27FC236}">
                <a16:creationId xmlns:a16="http://schemas.microsoft.com/office/drawing/2014/main" id="{9AEA1ADB-C02B-5ADE-1EEF-6E8D0BA6C379}"/>
              </a:ext>
            </a:extLst>
          </p:cNvPr>
          <p:cNvGrpSpPr/>
          <p:nvPr/>
        </p:nvGrpSpPr>
        <p:grpSpPr>
          <a:xfrm>
            <a:off x="9069179" y="1582438"/>
            <a:ext cx="2776853" cy="3550250"/>
            <a:chOff x="8514755" y="963561"/>
            <a:chExt cx="3492992" cy="4301497"/>
          </a:xfrm>
        </p:grpSpPr>
        <p:sp>
          <p:nvSpPr>
            <p:cNvPr id="11" name="TextBox 10">
              <a:extLst>
                <a:ext uri="{FF2B5EF4-FFF2-40B4-BE49-F238E27FC236}">
                  <a16:creationId xmlns:a16="http://schemas.microsoft.com/office/drawing/2014/main" id="{C1BA4BD6-44A9-2809-E569-87BA72E0DDF9}"/>
                </a:ext>
              </a:extLst>
            </p:cNvPr>
            <p:cNvSpPr txBox="1"/>
            <p:nvPr/>
          </p:nvSpPr>
          <p:spPr bwMode="gray">
            <a:xfrm>
              <a:off x="9314255" y="963561"/>
              <a:ext cx="2031504" cy="593778"/>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Ease SemiDisplay"/>
                  <a:ea typeface="+mn-ea"/>
                  <a:cs typeface="Arial"/>
                </a:rPr>
                <a:t>One interface for converse with multiple internal and external data sources</a:t>
              </a:r>
            </a:p>
          </p:txBody>
        </p:sp>
        <p:grpSp>
          <p:nvGrpSpPr>
            <p:cNvPr id="12" name="Group 11">
              <a:extLst>
                <a:ext uri="{FF2B5EF4-FFF2-40B4-BE49-F238E27FC236}">
                  <a16:creationId xmlns:a16="http://schemas.microsoft.com/office/drawing/2014/main" id="{984E09BF-D9DB-9ED9-9643-77A5326507A8}"/>
                </a:ext>
              </a:extLst>
            </p:cNvPr>
            <p:cNvGrpSpPr/>
            <p:nvPr/>
          </p:nvGrpSpPr>
          <p:grpSpPr>
            <a:xfrm>
              <a:off x="8514755" y="1720399"/>
              <a:ext cx="3492992" cy="3544659"/>
              <a:chOff x="4060121" y="1750495"/>
              <a:chExt cx="3492992" cy="3544659"/>
            </a:xfrm>
          </p:grpSpPr>
          <p:pic>
            <p:nvPicPr>
              <p:cNvPr id="13" name="Graphic 52" descr="Scientist female outline">
                <a:extLst>
                  <a:ext uri="{FF2B5EF4-FFF2-40B4-BE49-F238E27FC236}">
                    <a16:creationId xmlns:a16="http://schemas.microsoft.com/office/drawing/2014/main" id="{55FBEC04-E6EF-D568-B881-E509D8219BDF}"/>
                  </a:ext>
                </a:extLst>
              </p:cNvPr>
              <p:cNvPicPr>
                <a:picLocks noChangeAspect="1"/>
              </p:cNvPicPr>
              <p:nvPr/>
            </p:nvPicPr>
            <p:blipFill>
              <a:blip>
                <a:biLevel thresh="50000"/>
                <a:extLst>
                  <a:ext uri="{96DAC541-7B7A-43D3-8B79-37D633B846F1}">
                    <asvg:svgBlip xmlns:asvg="http://schemas.microsoft.com/office/drawing/2016/SVG/main" r:embed="rId8"/>
                  </a:ext>
                </a:extLst>
              </a:blip>
              <a:stretch>
                <a:fillRect/>
              </a:stretch>
            </p:blipFill>
            <p:spPr>
              <a:xfrm>
                <a:off x="5459361" y="1750495"/>
                <a:ext cx="744794" cy="744794"/>
              </a:xfrm>
              <a:prstGeom prst="rect">
                <a:avLst/>
              </a:prstGeom>
            </p:spPr>
          </p:pic>
          <p:pic>
            <p:nvPicPr>
              <p:cNvPr id="14" name="Graphic 53" descr="Robot outline">
                <a:extLst>
                  <a:ext uri="{FF2B5EF4-FFF2-40B4-BE49-F238E27FC236}">
                    <a16:creationId xmlns:a16="http://schemas.microsoft.com/office/drawing/2014/main" id="{E31D4C61-6B6C-7329-75F5-6A3DFC000AF6}"/>
                  </a:ext>
                </a:extLst>
              </p:cNvPr>
              <p:cNvPicPr>
                <a:picLocks noChangeAspect="1"/>
              </p:cNvPicPr>
              <p:nvPr/>
            </p:nvPicPr>
            <p:blipFill>
              <a:blip>
                <a:biLevel thresh="50000"/>
                <a:extLst>
                  <a:ext uri="{96DAC541-7B7A-43D3-8B79-37D633B846F1}">
                    <asvg:svgBlip xmlns:asvg="http://schemas.microsoft.com/office/drawing/2016/SVG/main" r:embed="rId9"/>
                  </a:ext>
                </a:extLst>
              </a:blip>
              <a:stretch>
                <a:fillRect/>
              </a:stretch>
            </p:blipFill>
            <p:spPr>
              <a:xfrm>
                <a:off x="5374558" y="2944730"/>
                <a:ext cx="914400" cy="914400"/>
              </a:xfrm>
              <a:prstGeom prst="rect">
                <a:avLst/>
              </a:prstGeom>
            </p:spPr>
          </p:pic>
          <p:pic>
            <p:nvPicPr>
              <p:cNvPr id="15" name="Graphic 54" descr="Sort outline">
                <a:extLst>
                  <a:ext uri="{FF2B5EF4-FFF2-40B4-BE49-F238E27FC236}">
                    <a16:creationId xmlns:a16="http://schemas.microsoft.com/office/drawing/2014/main" id="{D8814D54-99E0-A597-F5BB-7529084D47B8}"/>
                  </a:ext>
                </a:extLst>
              </p:cNvPr>
              <p:cNvPicPr>
                <a:picLocks noChangeAspect="1"/>
              </p:cNvPicPr>
              <p:nvPr/>
            </p:nvPicPr>
            <p:blipFill>
              <a:blip>
                <a:biLevel thresh="75000"/>
                <a:extLst>
                  <a:ext uri="{96DAC541-7B7A-43D3-8B79-37D633B846F1}">
                    <asvg:svgBlip xmlns:asvg="http://schemas.microsoft.com/office/drawing/2016/SVG/main" r:embed="rId10"/>
                  </a:ext>
                </a:extLst>
              </a:blip>
              <a:stretch>
                <a:fillRect/>
              </a:stretch>
            </p:blipFill>
            <p:spPr>
              <a:xfrm>
                <a:off x="5603158" y="2489988"/>
                <a:ext cx="457200" cy="457200"/>
              </a:xfrm>
              <a:prstGeom prst="rect">
                <a:avLst/>
              </a:prstGeom>
            </p:spPr>
          </p:pic>
          <p:pic>
            <p:nvPicPr>
              <p:cNvPr id="16" name="Graphic 55" descr="Database outline">
                <a:extLst>
                  <a:ext uri="{FF2B5EF4-FFF2-40B4-BE49-F238E27FC236}">
                    <a16:creationId xmlns:a16="http://schemas.microsoft.com/office/drawing/2014/main" id="{9D48D442-8C8F-806B-11C5-EAE303D16A45}"/>
                  </a:ext>
                </a:extLst>
              </p:cNvPr>
              <p:cNvPicPr>
                <a:picLocks noChangeAspect="1"/>
              </p:cNvPicPr>
              <p:nvPr/>
            </p:nvPicPr>
            <p:blipFill>
              <a:blip>
                <a:biLevel thresh="50000"/>
                <a:extLst>
                  <a:ext uri="{96DAC541-7B7A-43D3-8B79-37D633B846F1}">
                    <asvg:svgBlip xmlns:asvg="http://schemas.microsoft.com/office/drawing/2016/SVG/main" r:embed="rId11"/>
                  </a:ext>
                </a:extLst>
              </a:blip>
              <a:stretch>
                <a:fillRect/>
              </a:stretch>
            </p:blipFill>
            <p:spPr>
              <a:xfrm>
                <a:off x="6990260" y="3192754"/>
                <a:ext cx="562853" cy="562853"/>
              </a:xfrm>
              <a:prstGeom prst="rect">
                <a:avLst/>
              </a:prstGeom>
            </p:spPr>
          </p:pic>
          <p:pic>
            <p:nvPicPr>
              <p:cNvPr id="17" name="Graphic 56" descr="Sort outline">
                <a:extLst>
                  <a:ext uri="{FF2B5EF4-FFF2-40B4-BE49-F238E27FC236}">
                    <a16:creationId xmlns:a16="http://schemas.microsoft.com/office/drawing/2014/main" id="{E780052A-5094-4BB8-2F1D-C3FD0EDD048E}"/>
                  </a:ext>
                </a:extLst>
              </p:cNvPr>
              <p:cNvPicPr>
                <a:picLocks noChangeAspect="1"/>
              </p:cNvPicPr>
              <p:nvPr/>
            </p:nvPicPr>
            <p:blipFill>
              <a:blip>
                <a:biLevel thresh="75000"/>
                <a:extLst>
                  <a:ext uri="{96DAC541-7B7A-43D3-8B79-37D633B846F1}">
                    <asvg:svgBlip xmlns:asvg="http://schemas.microsoft.com/office/drawing/2016/SVG/main" r:embed="rId10"/>
                  </a:ext>
                </a:extLst>
              </a:blip>
              <a:stretch>
                <a:fillRect/>
              </a:stretch>
            </p:blipFill>
            <p:spPr>
              <a:xfrm rot="5400000">
                <a:off x="6346696" y="3256355"/>
                <a:ext cx="457200" cy="457200"/>
              </a:xfrm>
              <a:prstGeom prst="rect">
                <a:avLst/>
              </a:prstGeom>
            </p:spPr>
          </p:pic>
          <p:pic>
            <p:nvPicPr>
              <p:cNvPr id="18" name="Graphic 57" descr="Folder Search outline">
                <a:extLst>
                  <a:ext uri="{FF2B5EF4-FFF2-40B4-BE49-F238E27FC236}">
                    <a16:creationId xmlns:a16="http://schemas.microsoft.com/office/drawing/2014/main" id="{7EBF178D-77C4-0CF1-41C3-DD55DA4775A5}"/>
                  </a:ext>
                </a:extLst>
              </p:cNvPr>
              <p:cNvPicPr>
                <a:picLocks noChangeAspect="1"/>
              </p:cNvPicPr>
              <p:nvPr/>
            </p:nvPicPr>
            <p:blipFill>
              <a:blip>
                <a:biLevel thresh="50000"/>
                <a:extLst>
                  <a:ext uri="{96DAC541-7B7A-43D3-8B79-37D633B846F1}">
                    <asvg:svgBlip xmlns:asvg="http://schemas.microsoft.com/office/drawing/2016/SVG/main" r:embed="rId12"/>
                  </a:ext>
                </a:extLst>
              </a:blip>
              <a:stretch>
                <a:fillRect/>
              </a:stretch>
            </p:blipFill>
            <p:spPr>
              <a:xfrm>
                <a:off x="5503317" y="4594316"/>
                <a:ext cx="700838" cy="700838"/>
              </a:xfrm>
              <a:prstGeom prst="rect">
                <a:avLst/>
              </a:prstGeom>
            </p:spPr>
          </p:pic>
          <p:pic>
            <p:nvPicPr>
              <p:cNvPr id="19" name="Graphic 58" descr="Cmd Terminal outline">
                <a:extLst>
                  <a:ext uri="{FF2B5EF4-FFF2-40B4-BE49-F238E27FC236}">
                    <a16:creationId xmlns:a16="http://schemas.microsoft.com/office/drawing/2014/main" id="{57AC85ED-76B5-91F7-6A07-F59EA796432E}"/>
                  </a:ext>
                </a:extLst>
              </p:cNvPr>
              <p:cNvPicPr>
                <a:picLocks noChangeAspect="1"/>
              </p:cNvPicPr>
              <p:nvPr/>
            </p:nvPicPr>
            <p:blipFill>
              <a:blip>
                <a:biLevel thresh="50000"/>
                <a:extLst>
                  <a:ext uri="{96DAC541-7B7A-43D3-8B79-37D633B846F1}">
                    <asvg:svgBlip xmlns:asvg="http://schemas.microsoft.com/office/drawing/2016/SVG/main" r:embed="rId13"/>
                  </a:ext>
                </a:extLst>
              </a:blip>
              <a:stretch>
                <a:fillRect/>
              </a:stretch>
            </p:blipFill>
            <p:spPr>
              <a:xfrm>
                <a:off x="4233422" y="4271023"/>
                <a:ext cx="582925" cy="582925"/>
              </a:xfrm>
              <a:prstGeom prst="rect">
                <a:avLst/>
              </a:prstGeom>
            </p:spPr>
          </p:pic>
          <p:pic>
            <p:nvPicPr>
              <p:cNvPr id="20" name="Graphic 59" descr="Statistics outline">
                <a:extLst>
                  <a:ext uri="{FF2B5EF4-FFF2-40B4-BE49-F238E27FC236}">
                    <a16:creationId xmlns:a16="http://schemas.microsoft.com/office/drawing/2014/main" id="{4256D149-3D53-C964-46A6-92AA074848FB}"/>
                  </a:ext>
                </a:extLst>
              </p:cNvPr>
              <p:cNvPicPr>
                <a:picLocks noChangeAspect="1"/>
              </p:cNvPicPr>
              <p:nvPr/>
            </p:nvPicPr>
            <p:blipFill>
              <a:blip>
                <a:biLevel thresh="50000"/>
                <a:extLst>
                  <a:ext uri="{96DAC541-7B7A-43D3-8B79-37D633B846F1}">
                    <asvg:svgBlip xmlns:asvg="http://schemas.microsoft.com/office/drawing/2016/SVG/main" r:embed="rId14"/>
                  </a:ext>
                </a:extLst>
              </a:blip>
              <a:stretch>
                <a:fillRect/>
              </a:stretch>
            </p:blipFill>
            <p:spPr>
              <a:xfrm>
                <a:off x="6891125" y="4234826"/>
                <a:ext cx="661988" cy="661988"/>
              </a:xfrm>
              <a:prstGeom prst="rect">
                <a:avLst/>
              </a:prstGeom>
            </p:spPr>
          </p:pic>
          <p:sp>
            <p:nvSpPr>
              <p:cNvPr id="21" name="TextBox 20">
                <a:extLst>
                  <a:ext uri="{FF2B5EF4-FFF2-40B4-BE49-F238E27FC236}">
                    <a16:creationId xmlns:a16="http://schemas.microsoft.com/office/drawing/2014/main" id="{9B8551DB-0072-B5C3-6F38-C683C43CFA81}"/>
                  </a:ext>
                </a:extLst>
              </p:cNvPr>
              <p:cNvSpPr txBox="1"/>
              <p:nvPr/>
            </p:nvSpPr>
            <p:spPr bwMode="gray">
              <a:xfrm>
                <a:off x="4060121" y="3328073"/>
                <a:ext cx="675158" cy="292213"/>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Ease SemiDisplay"/>
                    <a:ea typeface="+mn-ea"/>
                    <a:cs typeface="Arial"/>
                  </a:rPr>
                  <a:t>and much more…</a:t>
                </a:r>
              </a:p>
            </p:txBody>
          </p:sp>
          <p:pic>
            <p:nvPicPr>
              <p:cNvPr id="22" name="Graphic 61" descr="Sort outline">
                <a:extLst>
                  <a:ext uri="{FF2B5EF4-FFF2-40B4-BE49-F238E27FC236}">
                    <a16:creationId xmlns:a16="http://schemas.microsoft.com/office/drawing/2014/main" id="{73D7A3DB-8784-987D-193A-BD0E3889A673}"/>
                  </a:ext>
                </a:extLst>
              </p:cNvPr>
              <p:cNvPicPr>
                <a:picLocks noChangeAspect="1"/>
              </p:cNvPicPr>
              <p:nvPr/>
            </p:nvPicPr>
            <p:blipFill>
              <a:blip>
                <a:biLevel thresh="75000"/>
                <a:extLst>
                  <a:ext uri="{96DAC541-7B7A-43D3-8B79-37D633B846F1}">
                    <asvg:svgBlip xmlns:asvg="http://schemas.microsoft.com/office/drawing/2016/SVG/main" r:embed="rId10"/>
                  </a:ext>
                </a:extLst>
              </a:blip>
              <a:stretch>
                <a:fillRect/>
              </a:stretch>
            </p:blipFill>
            <p:spPr>
              <a:xfrm rot="5400000">
                <a:off x="4733441" y="3280670"/>
                <a:ext cx="457200" cy="457200"/>
              </a:xfrm>
              <a:prstGeom prst="rect">
                <a:avLst/>
              </a:prstGeom>
            </p:spPr>
          </p:pic>
          <p:pic>
            <p:nvPicPr>
              <p:cNvPr id="23" name="Graphic 62" descr="Sort outline">
                <a:extLst>
                  <a:ext uri="{FF2B5EF4-FFF2-40B4-BE49-F238E27FC236}">
                    <a16:creationId xmlns:a16="http://schemas.microsoft.com/office/drawing/2014/main" id="{A283EAB4-9C93-1C6C-64AB-C1711C025EC4}"/>
                  </a:ext>
                </a:extLst>
              </p:cNvPr>
              <p:cNvPicPr>
                <a:picLocks noChangeAspect="1"/>
              </p:cNvPicPr>
              <p:nvPr/>
            </p:nvPicPr>
            <p:blipFill>
              <a:blip>
                <a:biLevel thresh="75000"/>
                <a:extLst>
                  <a:ext uri="{96DAC541-7B7A-43D3-8B79-37D633B846F1}">
                    <asvg:svgBlip xmlns:asvg="http://schemas.microsoft.com/office/drawing/2016/SVG/main" r:embed="rId10"/>
                  </a:ext>
                </a:extLst>
              </a:blip>
              <a:stretch>
                <a:fillRect/>
              </a:stretch>
            </p:blipFill>
            <p:spPr>
              <a:xfrm rot="7601742">
                <a:off x="6295454" y="3867947"/>
                <a:ext cx="457200" cy="457200"/>
              </a:xfrm>
              <a:prstGeom prst="rect">
                <a:avLst/>
              </a:prstGeom>
            </p:spPr>
          </p:pic>
          <p:pic>
            <p:nvPicPr>
              <p:cNvPr id="24" name="Graphic 63" descr="Sort outline">
                <a:extLst>
                  <a:ext uri="{FF2B5EF4-FFF2-40B4-BE49-F238E27FC236}">
                    <a16:creationId xmlns:a16="http://schemas.microsoft.com/office/drawing/2014/main" id="{6ABE0289-A0C0-9588-0890-4CCFA3F777C4}"/>
                  </a:ext>
                </a:extLst>
              </p:cNvPr>
              <p:cNvPicPr>
                <a:picLocks noChangeAspect="1"/>
              </p:cNvPicPr>
              <p:nvPr/>
            </p:nvPicPr>
            <p:blipFill>
              <a:blip>
                <a:biLevel thresh="75000"/>
                <a:extLst>
                  <a:ext uri="{96DAC541-7B7A-43D3-8B79-37D633B846F1}">
                    <asvg:svgBlip xmlns:asvg="http://schemas.microsoft.com/office/drawing/2016/SVG/main" r:embed="rId10"/>
                  </a:ext>
                </a:extLst>
              </a:blip>
              <a:stretch>
                <a:fillRect/>
              </a:stretch>
            </p:blipFill>
            <p:spPr>
              <a:xfrm rot="13859820">
                <a:off x="4952540" y="3914148"/>
                <a:ext cx="457200" cy="457200"/>
              </a:xfrm>
              <a:prstGeom prst="rect">
                <a:avLst/>
              </a:prstGeom>
            </p:spPr>
          </p:pic>
          <p:pic>
            <p:nvPicPr>
              <p:cNvPr id="25" name="Graphic 64" descr="Sort outline">
                <a:extLst>
                  <a:ext uri="{FF2B5EF4-FFF2-40B4-BE49-F238E27FC236}">
                    <a16:creationId xmlns:a16="http://schemas.microsoft.com/office/drawing/2014/main" id="{4F11AA68-E792-2B28-07BD-B212806FFCC1}"/>
                  </a:ext>
                </a:extLst>
              </p:cNvPr>
              <p:cNvPicPr>
                <a:picLocks noChangeAspect="1"/>
              </p:cNvPicPr>
              <p:nvPr/>
            </p:nvPicPr>
            <p:blipFill>
              <a:blip>
                <a:biLevel thresh="75000"/>
                <a:extLst>
                  <a:ext uri="{96DAC541-7B7A-43D3-8B79-37D633B846F1}">
                    <asvg:svgBlip xmlns:asvg="http://schemas.microsoft.com/office/drawing/2016/SVG/main" r:embed="rId10"/>
                  </a:ext>
                </a:extLst>
              </a:blip>
              <a:stretch>
                <a:fillRect/>
              </a:stretch>
            </p:blipFill>
            <p:spPr>
              <a:xfrm>
                <a:off x="5587899" y="4042423"/>
                <a:ext cx="457200" cy="457200"/>
              </a:xfrm>
              <a:prstGeom prst="rect">
                <a:avLst/>
              </a:prstGeom>
            </p:spPr>
          </p:pic>
        </p:grpSp>
      </p:grpSp>
      <p:sp>
        <p:nvSpPr>
          <p:cNvPr id="26" name="Oval 25">
            <a:extLst>
              <a:ext uri="{FF2B5EF4-FFF2-40B4-BE49-F238E27FC236}">
                <a16:creationId xmlns:a16="http://schemas.microsoft.com/office/drawing/2014/main" id="{4AF63977-D0D2-C87F-1996-C1F152FD7AC0}"/>
              </a:ext>
            </a:extLst>
          </p:cNvPr>
          <p:cNvSpPr>
            <a:spLocks noChangeAspect="1"/>
          </p:cNvSpPr>
          <p:nvPr/>
        </p:nvSpPr>
        <p:spPr bwMode="gray">
          <a:xfrm>
            <a:off x="8167501" y="393699"/>
            <a:ext cx="866879" cy="804863"/>
          </a:xfrm>
          <a:prstGeom prst="ellipse">
            <a:avLst/>
          </a:prstGeom>
          <a:solidFill>
            <a:schemeClr val="accent3"/>
          </a:solidFill>
        </p:spPr>
        <p:txBody>
          <a:bodyPr vert="horz" lIns="90000" tIns="46800" rIns="90000" bIns="4680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6000" marR="0" lvl="0" indent="-216000" algn="l" defTabSz="914400" rtl="0" eaLnBrk="1" fontAlgn="auto" latinLnBrk="0" hangingPunct="1">
              <a:lnSpc>
                <a:spcPct val="100000"/>
              </a:lnSpc>
              <a:spcBef>
                <a:spcPts val="600"/>
              </a:spcBef>
              <a:spcAft>
                <a:spcPct val="0"/>
              </a:spcAft>
              <a:buClrTx/>
              <a:buSzTx/>
              <a:buFont typeface="Arial" pitchFamily="34" charset="0"/>
              <a:buChar char="•"/>
              <a:tabLst/>
              <a:defRPr/>
            </a:pPr>
            <a:endParaRPr kumimoji="0" lang="en-GB" sz="1200" b="0" i="0" u="none" strike="noStrike" kern="1200" cap="none" spc="0" normalizeH="0" baseline="0" noProof="0">
              <a:ln>
                <a:noFill/>
              </a:ln>
              <a:solidFill>
                <a:srgbClr val="44463E"/>
              </a:solidFill>
              <a:effectLst/>
              <a:uLnTx/>
              <a:uFillTx/>
              <a:latin typeface="Calibri Light"/>
              <a:ea typeface="+mn-ea"/>
              <a:cs typeface="Arial"/>
            </a:endParaRPr>
          </a:p>
        </p:txBody>
      </p:sp>
      <p:pic>
        <p:nvPicPr>
          <p:cNvPr id="27" name="Graphic 13">
            <a:extLst>
              <a:ext uri="{FF2B5EF4-FFF2-40B4-BE49-F238E27FC236}">
                <a16:creationId xmlns:a16="http://schemas.microsoft.com/office/drawing/2014/main" id="{9D1A4D12-9FF7-34D9-61AA-00C8B2E6F83D}"/>
              </a:ext>
            </a:extLst>
          </p:cNvPr>
          <p:cNvPicPr>
            <a:picLocks noChangeAspect="1"/>
          </p:cNvPicPr>
          <p:nvPr>
            <p:custDataLst>
              <p:tags r:id="rId2"/>
            </p:custDataLst>
          </p:nvPr>
        </p:nvPicPr>
        <p:blipFill>
          <a:blip>
            <a:biLevel thresh="75000"/>
            <a:extLst>
              <a:ext uri="{96DAC541-7B7A-43D3-8B79-37D633B846F1}">
                <asvg:svgBlip xmlns:asvg="http://schemas.microsoft.com/office/drawing/2016/SVG/main" r:embed="rId15"/>
              </a:ext>
            </a:extLst>
          </a:blip>
          <a:stretch>
            <a:fillRect/>
          </a:stretch>
        </p:blipFill>
        <p:spPr>
          <a:xfrm>
            <a:off x="8407648" y="576596"/>
            <a:ext cx="386583" cy="401353"/>
          </a:xfrm>
          <a:prstGeom prst="rect">
            <a:avLst/>
          </a:prstGeom>
        </p:spPr>
      </p:pic>
      <p:sp>
        <p:nvSpPr>
          <p:cNvPr id="28" name="Title 2">
            <a:extLst>
              <a:ext uri="{FF2B5EF4-FFF2-40B4-BE49-F238E27FC236}">
                <a16:creationId xmlns:a16="http://schemas.microsoft.com/office/drawing/2014/main" id="{43EEF511-0508-B4E6-6CF9-A7E494A61102}"/>
              </a:ext>
            </a:extLst>
          </p:cNvPr>
          <p:cNvSpPr>
            <a:spLocks noGrp="1"/>
          </p:cNvSpPr>
          <p:nvPr>
            <p:ph type="title"/>
          </p:nvPr>
        </p:nvSpPr>
        <p:spPr>
          <a:xfrm>
            <a:off x="609600" y="777273"/>
            <a:ext cx="7210144" cy="661987"/>
          </a:xfrm>
        </p:spPr>
        <p:txBody>
          <a:bodyPr vert="horz" rIns="0"/>
          <a:lstStyle/>
          <a:p>
            <a:r>
              <a:rPr lang="en-US" b="1" dirty="0">
                <a:cs typeface="Calibri"/>
              </a:rPr>
              <a:t>Scientific Intelligence </a:t>
            </a:r>
            <a:r>
              <a:rPr lang="en-US" dirty="0">
                <a:cs typeface="Calibri"/>
              </a:rPr>
              <a:t>– Enabling data scientists to retrieve insights from internal and external data sources  </a:t>
            </a:r>
            <a:endParaRPr lang="en-GB" dirty="0">
              <a:cs typeface="Calibri"/>
            </a:endParaRPr>
          </a:p>
        </p:txBody>
      </p:sp>
      <p:sp>
        <p:nvSpPr>
          <p:cNvPr id="29" name="Text Placeholder 5">
            <a:extLst>
              <a:ext uri="{FF2B5EF4-FFF2-40B4-BE49-F238E27FC236}">
                <a16:creationId xmlns:a16="http://schemas.microsoft.com/office/drawing/2014/main" id="{A6045006-DA33-E4A3-F7D6-F5597A9CAC30}"/>
              </a:ext>
            </a:extLst>
          </p:cNvPr>
          <p:cNvSpPr txBox="1">
            <a:spLocks/>
          </p:cNvSpPr>
          <p:nvPr/>
        </p:nvSpPr>
        <p:spPr bwMode="gray">
          <a:xfrm>
            <a:off x="635830" y="1622717"/>
            <a:ext cx="7209794" cy="1577896"/>
          </a:xfrm>
          <a:prstGeom prst="rect">
            <a:avLst/>
          </a:prstGeom>
        </p:spPr>
        <p:txBody>
          <a:bodyPr vert="horz" lIns="0" tIns="0" rIns="0" bIns="0" rtlCol="0" anchor="t">
            <a:noAutofit/>
          </a:bodyPr>
          <a:lstStyle>
            <a:lvl1pPr marL="180000" indent="-180000" algn="l" defTabSz="914400" rtl="0" eaLnBrk="1" latinLnBrk="0" hangingPunct="1">
              <a:lnSpc>
                <a:spcPct val="140000"/>
              </a:lnSpc>
              <a:spcBef>
                <a:spcPts val="0"/>
              </a:spcBef>
              <a:buSzPct val="125000"/>
              <a:buFont typeface="Ease Display" panose="00000500000000000000" pitchFamily="2" charset="0"/>
              <a:buChar char="→"/>
              <a:defRPr sz="900" kern="1200">
                <a:solidFill>
                  <a:schemeClr val="tx1"/>
                </a:solidFill>
                <a:latin typeface="Ease SemiDisplay" panose="00000500000000000000" pitchFamily="2" charset="0"/>
                <a:ea typeface="Ease SemiDisplay" panose="00000500000000000000" pitchFamily="2" charset="0"/>
                <a:cs typeface="+mn-cs"/>
              </a:defRPr>
            </a:lvl1pPr>
            <a:lvl2pPr marL="360000" indent="-180000" algn="l" defTabSz="914400" rtl="0" eaLnBrk="1" latinLnBrk="0" hangingPunct="1">
              <a:lnSpc>
                <a:spcPct val="140000"/>
              </a:lnSpc>
              <a:spcBef>
                <a:spcPts val="0"/>
              </a:spcBef>
              <a:buSzPct val="125000"/>
              <a:buFont typeface="Ease Display" panose="00000500000000000000" pitchFamily="2" charset="0"/>
              <a:buChar char="→"/>
              <a:defRPr sz="900" kern="1200" baseline="0">
                <a:solidFill>
                  <a:schemeClr val="tx1"/>
                </a:solidFill>
                <a:latin typeface="Ease SemiDisplay" panose="00000500000000000000" pitchFamily="2" charset="0"/>
                <a:ea typeface="Ease SemiDisplay" panose="00000500000000000000" pitchFamily="2" charset="0"/>
                <a:cs typeface="+mn-cs"/>
              </a:defRPr>
            </a:lvl2pPr>
            <a:lvl3pPr marL="540000" indent="-180000" algn="l" defTabSz="914400" rtl="0" eaLnBrk="1" latinLnBrk="0" hangingPunct="1">
              <a:lnSpc>
                <a:spcPct val="140000"/>
              </a:lnSpc>
              <a:spcBef>
                <a:spcPts val="0"/>
              </a:spcBef>
              <a:buSzPct val="125000"/>
              <a:buFont typeface="Ease Display" panose="00000500000000000000" pitchFamily="2" charset="0"/>
              <a:buChar char="→"/>
              <a:defRPr sz="900" kern="1200">
                <a:solidFill>
                  <a:schemeClr val="tx1"/>
                </a:solidFill>
                <a:latin typeface="Ease SemiDisplay" panose="00000500000000000000" pitchFamily="2" charset="0"/>
                <a:ea typeface="Ease SemiDisplay" panose="00000500000000000000" pitchFamily="2" charset="0"/>
                <a:cs typeface="+mn-cs"/>
              </a:defRPr>
            </a:lvl3pPr>
            <a:lvl4pPr marL="180000" indent="-180000" algn="l" defTabSz="914400" rtl="0" eaLnBrk="1" latinLnBrk="0" hangingPunct="1">
              <a:lnSpc>
                <a:spcPct val="140000"/>
              </a:lnSpc>
              <a:spcBef>
                <a:spcPts val="0"/>
              </a:spcBef>
              <a:buFont typeface="+mj-lt"/>
              <a:buAutoNum type="arabicPeriod"/>
              <a:defRPr sz="900" b="0" kern="1200">
                <a:solidFill>
                  <a:schemeClr val="tx1"/>
                </a:solidFill>
                <a:latin typeface="Ease SemiDisplay" panose="00000500000000000000" pitchFamily="2" charset="0"/>
                <a:ea typeface="Ease SemiDisplay" panose="00000500000000000000" pitchFamily="2" charset="0"/>
                <a:cs typeface="+mn-cs"/>
              </a:defRPr>
            </a:lvl4pPr>
            <a:lvl5pPr marL="360000" indent="-180000" algn="l" defTabSz="914400" rtl="0" eaLnBrk="1" latinLnBrk="0" hangingPunct="1">
              <a:lnSpc>
                <a:spcPct val="140000"/>
              </a:lnSpc>
              <a:spcBef>
                <a:spcPts val="0"/>
              </a:spcBef>
              <a:buFont typeface="+mj-lt"/>
              <a:buAutoNum type="arabicPeriod"/>
              <a:defRPr sz="900" kern="1200">
                <a:solidFill>
                  <a:schemeClr val="tx1"/>
                </a:solidFill>
                <a:latin typeface="Ease SemiDisplay" panose="00000500000000000000" pitchFamily="2" charset="0"/>
                <a:ea typeface="Ease SemiDisplay" panose="00000500000000000000" pitchFamily="2" charset="0"/>
                <a:cs typeface="+mn-cs"/>
              </a:defRPr>
            </a:lvl5pPr>
            <a:lvl6pPr marL="540000" indent="-180000" algn="l" defTabSz="914400" rtl="0" eaLnBrk="1" latinLnBrk="0" hangingPunct="1">
              <a:lnSpc>
                <a:spcPct val="140000"/>
              </a:lnSpc>
              <a:spcBef>
                <a:spcPts val="0"/>
              </a:spcBef>
              <a:buFont typeface="+mj-lt"/>
              <a:buAutoNum type="arabicPeriod"/>
              <a:defRPr sz="900" kern="1200">
                <a:solidFill>
                  <a:schemeClr val="tx1"/>
                </a:solidFill>
                <a:latin typeface="Ease SemiDisplay" panose="00000500000000000000" pitchFamily="2" charset="0"/>
                <a:ea typeface="Ease SemiDisplay" panose="00000500000000000000" pitchFamily="2" charset="0"/>
                <a:cs typeface="+mn-cs"/>
              </a:defRPr>
            </a:lvl6pPr>
            <a:lvl7pPr marL="0" indent="0" algn="l" defTabSz="914400" rtl="0" eaLnBrk="1" latinLnBrk="0" hangingPunct="1">
              <a:lnSpc>
                <a:spcPct val="140000"/>
              </a:lnSpc>
              <a:spcBef>
                <a:spcPts val="0"/>
              </a:spcBef>
              <a:buFont typeface="Arial" panose="020B0604020202020204" pitchFamily="34" charset="0"/>
              <a:buNone/>
              <a:defRPr sz="900" b="0" kern="1200">
                <a:solidFill>
                  <a:schemeClr val="tx1"/>
                </a:solidFill>
                <a:latin typeface="Ease SemiDisplay" panose="00000500000000000000" pitchFamily="2" charset="0"/>
                <a:ea typeface="Ease SemiDisplay" panose="00000500000000000000" pitchFamily="2" charset="0"/>
                <a:cs typeface="+mn-cs"/>
              </a:defRPr>
            </a:lvl7pPr>
            <a:lvl8pPr marL="0" indent="0" algn="l" defTabSz="914400" rtl="0" eaLnBrk="1" latinLnBrk="0" hangingPunct="1">
              <a:lnSpc>
                <a:spcPct val="85000"/>
              </a:lnSpc>
              <a:spcBef>
                <a:spcPts val="0"/>
              </a:spcBef>
              <a:buFont typeface="Arial" panose="020B0604020202020204" pitchFamily="34" charset="0"/>
              <a:buNone/>
              <a:defRPr sz="1500" b="0" kern="1200" spc="-150" baseline="0">
                <a:solidFill>
                  <a:schemeClr val="tx1"/>
                </a:solidFill>
                <a:latin typeface="Ease Display" panose="020B0604020202020204" charset="0"/>
                <a:ea typeface="Ease Display" panose="020B0604020202020204" charset="0"/>
                <a:cs typeface="+mn-cs"/>
              </a:defRPr>
            </a:lvl8pPr>
            <a:lvl9pPr marL="180000" indent="0" algn="l" defTabSz="914400" rtl="0" eaLnBrk="1" latinLnBrk="0" hangingPunct="1">
              <a:lnSpc>
                <a:spcPct val="140000"/>
              </a:lnSpc>
              <a:spcBef>
                <a:spcPts val="0"/>
              </a:spcBef>
              <a:buFont typeface="Arial" panose="020B0604020202020204" pitchFamily="34" charset="0"/>
              <a:buNone/>
              <a:defRPr sz="900" kern="1200">
                <a:solidFill>
                  <a:schemeClr val="tx1"/>
                </a:solidFill>
                <a:latin typeface="Ease SemiDisplay" panose="00000500000000000000" pitchFamily="2" charset="0"/>
                <a:ea typeface="Ease SemiDisplay" panose="00000500000000000000" pitchFamily="2" charset="0"/>
                <a:cs typeface="+mn-cs"/>
              </a:defRPr>
            </a:lvl9pPr>
          </a:lstStyle>
          <a:p>
            <a:pPr marL="0" marR="0" lvl="0" indent="0" algn="l" defTabSz="914400" rtl="0" eaLnBrk="1" fontAlgn="auto" latinLnBrk="0" hangingPunct="1">
              <a:lnSpc>
                <a:spcPct val="140000"/>
              </a:lnSpc>
              <a:spcBef>
                <a:spcPts val="0"/>
              </a:spcBef>
              <a:spcAft>
                <a:spcPts val="0"/>
              </a:spcAft>
              <a:buClrTx/>
              <a:buSzPct val="125000"/>
              <a:buFont typeface="Ease Display" panose="00000500000000000000" pitchFamily="2" charset="0"/>
              <a:buNone/>
              <a:tabLst/>
              <a:defRPr/>
            </a:pPr>
            <a:r>
              <a:rPr kumimoji="0" lang="en-US" sz="900" b="0" i="0" u="none" strike="noStrike" kern="1200" cap="none" spc="0" normalizeH="0" baseline="0" noProof="0" dirty="0">
                <a:ln>
                  <a:noFill/>
                </a:ln>
                <a:solidFill>
                  <a:srgbClr val="000000"/>
                </a:solidFill>
                <a:effectLst/>
                <a:uLnTx/>
                <a:uFillTx/>
                <a:latin typeface="Ease SemiDisplay" panose="00000500000000000000" pitchFamily="2" charset="0"/>
                <a:ea typeface="Ease SemiDisplay" panose="00000500000000000000" pitchFamily="2" charset="0"/>
                <a:cs typeface="Calibri"/>
              </a:rPr>
              <a:t>R&amp;ED data scientists at Novo Nordisk spend many hours identifying which data sources to use for analyses and experiments and afterwards implementing the connections. </a:t>
            </a:r>
          </a:p>
          <a:p>
            <a:pPr marL="0" marR="0" lvl="0" indent="0" algn="l" defTabSz="914400" rtl="0" eaLnBrk="1" fontAlgn="auto" latinLnBrk="0" hangingPunct="1">
              <a:lnSpc>
                <a:spcPct val="140000"/>
              </a:lnSpc>
              <a:spcBef>
                <a:spcPts val="0"/>
              </a:spcBef>
              <a:spcAft>
                <a:spcPts val="0"/>
              </a:spcAft>
              <a:buClrTx/>
              <a:buSzPct val="125000"/>
              <a:buFont typeface="Ease Display" panose="00000500000000000000" pitchFamily="2" charset="0"/>
              <a:buNone/>
              <a:tabLst/>
              <a:defRPr/>
            </a:pPr>
            <a:r>
              <a:rPr kumimoji="0" lang="en-US" sz="900" b="0" i="0" u="none" strike="noStrike" kern="1200" cap="none" spc="0" normalizeH="0" baseline="0" noProof="0" dirty="0">
                <a:ln>
                  <a:noFill/>
                </a:ln>
                <a:solidFill>
                  <a:srgbClr val="000000"/>
                </a:solidFill>
                <a:effectLst/>
                <a:uLnTx/>
                <a:uFillTx/>
                <a:latin typeface="Ease SemiDisplay" panose="00000500000000000000" pitchFamily="2" charset="0"/>
                <a:ea typeface="Ease SemiDisplay" panose="00000500000000000000" pitchFamily="2" charset="0"/>
                <a:cs typeface="Calibri"/>
              </a:rPr>
              <a:t>The Scientific Intelligence department is committed to enhance this experience for data scientists by enabling natural language chat with LLMs to retrieve information and provide directions with various internal and external information systems. The chat solution offers </a:t>
            </a:r>
            <a:r>
              <a:rPr kumimoji="0" lang="en-US" sz="900" b="0" i="0" u="none" strike="noStrike" kern="1200" cap="none" spc="0" normalizeH="0" baseline="0" noProof="0" dirty="0" err="1">
                <a:ln>
                  <a:noFill/>
                </a:ln>
                <a:solidFill>
                  <a:srgbClr val="000000"/>
                </a:solidFill>
                <a:effectLst/>
                <a:uLnTx/>
                <a:uFillTx/>
                <a:latin typeface="Ease SemiDisplay" panose="00000500000000000000" pitchFamily="2" charset="0"/>
                <a:ea typeface="Ease SemiDisplay" panose="00000500000000000000" pitchFamily="2" charset="0"/>
                <a:cs typeface="Calibri"/>
              </a:rPr>
              <a:t>democratisation</a:t>
            </a:r>
            <a:r>
              <a:rPr kumimoji="0" lang="en-US" sz="900" b="0" i="0" u="none" strike="noStrike" kern="1200" cap="none" spc="0" normalizeH="0" baseline="0" noProof="0" dirty="0">
                <a:ln>
                  <a:noFill/>
                </a:ln>
                <a:solidFill>
                  <a:srgbClr val="000000"/>
                </a:solidFill>
                <a:effectLst/>
                <a:uLnTx/>
                <a:uFillTx/>
                <a:latin typeface="Ease SemiDisplay" panose="00000500000000000000" pitchFamily="2" charset="0"/>
                <a:ea typeface="Ease SemiDisplay" panose="00000500000000000000" pitchFamily="2" charset="0"/>
                <a:cs typeface="Calibri"/>
              </a:rPr>
              <a:t> of insights across R&amp;ED by leveraging multi-agent systems.</a:t>
            </a:r>
          </a:p>
          <a:p>
            <a:pPr marL="0" marR="0" lvl="0" indent="0" algn="l" defTabSz="914400" rtl="0" eaLnBrk="1" fontAlgn="auto" latinLnBrk="0" hangingPunct="1">
              <a:lnSpc>
                <a:spcPct val="140000"/>
              </a:lnSpc>
              <a:spcBef>
                <a:spcPts val="0"/>
              </a:spcBef>
              <a:spcAft>
                <a:spcPts val="0"/>
              </a:spcAft>
              <a:buClrTx/>
              <a:buSzPct val="125000"/>
              <a:buFont typeface="Ease Display" panose="00000500000000000000" pitchFamily="2" charset="0"/>
              <a:buNone/>
              <a:tabLst/>
              <a:defRPr/>
            </a:pPr>
            <a:r>
              <a:rPr kumimoji="0" lang="en-US" sz="900" b="0" i="0" u="none" strike="noStrike" kern="1200" cap="none" spc="0" normalizeH="0" baseline="0" noProof="0" dirty="0">
                <a:ln>
                  <a:noFill/>
                </a:ln>
                <a:solidFill>
                  <a:srgbClr val="000000"/>
                </a:solidFill>
                <a:effectLst/>
                <a:uLnTx/>
                <a:uFillTx/>
                <a:latin typeface="Ease SemiDisplay" panose="00000500000000000000" pitchFamily="2" charset="0"/>
                <a:ea typeface="Ease SemiDisplay" panose="00000500000000000000" pitchFamily="2" charset="0"/>
                <a:cs typeface="Calibri"/>
              </a:rPr>
              <a:t>Leveraging our experiences from other industries, ADC brings LLM perspectives that inspire innovative solutions tailored to Novo Nordisk’s needs. </a:t>
            </a:r>
          </a:p>
        </p:txBody>
      </p:sp>
      <p:sp>
        <p:nvSpPr>
          <p:cNvPr id="30" name="Text Placeholder 6">
            <a:extLst>
              <a:ext uri="{FF2B5EF4-FFF2-40B4-BE49-F238E27FC236}">
                <a16:creationId xmlns:a16="http://schemas.microsoft.com/office/drawing/2014/main" id="{726B1F34-B34C-E4D9-BC3E-196B8150D752}"/>
              </a:ext>
            </a:extLst>
          </p:cNvPr>
          <p:cNvSpPr txBox="1">
            <a:spLocks/>
          </p:cNvSpPr>
          <p:nvPr/>
        </p:nvSpPr>
        <p:spPr bwMode="gray">
          <a:xfrm>
            <a:off x="620583" y="3384071"/>
            <a:ext cx="839463" cy="179465"/>
          </a:xfrm>
          <a:prstGeom prst="rect">
            <a:avLst/>
          </a:prstGeom>
        </p:spPr>
        <p:txBody>
          <a:bodyPr vert="horz" lIns="0" tIns="0" rIns="0" bIns="0" rtlCol="0">
            <a:noAutofit/>
          </a:bodyPr>
          <a:lstStyle>
            <a:lvl1pPr marL="180000" indent="-180000" algn="l" defTabSz="914400" rtl="0" eaLnBrk="1" latinLnBrk="0" hangingPunct="1">
              <a:lnSpc>
                <a:spcPct val="140000"/>
              </a:lnSpc>
              <a:spcBef>
                <a:spcPts val="0"/>
              </a:spcBef>
              <a:buSzPct val="125000"/>
              <a:buFont typeface="Ease Display" panose="00000500000000000000" pitchFamily="2" charset="0"/>
              <a:buChar char="→"/>
              <a:defRPr sz="900" kern="1200">
                <a:solidFill>
                  <a:schemeClr val="tx1"/>
                </a:solidFill>
                <a:latin typeface="Ease SemiDisplay" panose="00000500000000000000" pitchFamily="2" charset="0"/>
                <a:ea typeface="Ease SemiDisplay" panose="00000500000000000000" pitchFamily="2" charset="0"/>
                <a:cs typeface="+mn-cs"/>
              </a:defRPr>
            </a:lvl1pPr>
            <a:lvl2pPr marL="360000" indent="-180000" algn="l" defTabSz="914400" rtl="0" eaLnBrk="1" latinLnBrk="0" hangingPunct="1">
              <a:lnSpc>
                <a:spcPct val="140000"/>
              </a:lnSpc>
              <a:spcBef>
                <a:spcPts val="0"/>
              </a:spcBef>
              <a:buSzPct val="125000"/>
              <a:buFont typeface="Ease Display" panose="00000500000000000000" pitchFamily="2" charset="0"/>
              <a:buChar char="→"/>
              <a:defRPr sz="900" kern="1200" baseline="0">
                <a:solidFill>
                  <a:schemeClr val="tx1"/>
                </a:solidFill>
                <a:latin typeface="Ease SemiDisplay" panose="00000500000000000000" pitchFamily="2" charset="0"/>
                <a:ea typeface="Ease SemiDisplay" panose="00000500000000000000" pitchFamily="2" charset="0"/>
                <a:cs typeface="+mn-cs"/>
              </a:defRPr>
            </a:lvl2pPr>
            <a:lvl3pPr marL="540000" indent="-180000" algn="l" defTabSz="914400" rtl="0" eaLnBrk="1" latinLnBrk="0" hangingPunct="1">
              <a:lnSpc>
                <a:spcPct val="140000"/>
              </a:lnSpc>
              <a:spcBef>
                <a:spcPts val="0"/>
              </a:spcBef>
              <a:buSzPct val="125000"/>
              <a:buFont typeface="Ease Display" panose="00000500000000000000" pitchFamily="2" charset="0"/>
              <a:buChar char="→"/>
              <a:defRPr sz="900" kern="1200">
                <a:solidFill>
                  <a:schemeClr val="tx1"/>
                </a:solidFill>
                <a:latin typeface="Ease SemiDisplay" panose="00000500000000000000" pitchFamily="2" charset="0"/>
                <a:ea typeface="Ease SemiDisplay" panose="00000500000000000000" pitchFamily="2" charset="0"/>
                <a:cs typeface="+mn-cs"/>
              </a:defRPr>
            </a:lvl3pPr>
            <a:lvl4pPr marL="180000" indent="-180000" algn="l" defTabSz="914400" rtl="0" eaLnBrk="1" latinLnBrk="0" hangingPunct="1">
              <a:lnSpc>
                <a:spcPct val="140000"/>
              </a:lnSpc>
              <a:spcBef>
                <a:spcPts val="0"/>
              </a:spcBef>
              <a:buFont typeface="+mj-lt"/>
              <a:buAutoNum type="arabicPeriod"/>
              <a:defRPr sz="900" b="0" kern="1200">
                <a:solidFill>
                  <a:schemeClr val="tx1"/>
                </a:solidFill>
                <a:latin typeface="Ease SemiDisplay" panose="00000500000000000000" pitchFamily="2" charset="0"/>
                <a:ea typeface="Ease SemiDisplay" panose="00000500000000000000" pitchFamily="2" charset="0"/>
                <a:cs typeface="+mn-cs"/>
              </a:defRPr>
            </a:lvl4pPr>
            <a:lvl5pPr marL="360000" indent="-180000" algn="l" defTabSz="914400" rtl="0" eaLnBrk="1" latinLnBrk="0" hangingPunct="1">
              <a:lnSpc>
                <a:spcPct val="140000"/>
              </a:lnSpc>
              <a:spcBef>
                <a:spcPts val="0"/>
              </a:spcBef>
              <a:buFont typeface="+mj-lt"/>
              <a:buAutoNum type="arabicPeriod"/>
              <a:defRPr sz="900" kern="1200">
                <a:solidFill>
                  <a:schemeClr val="tx1"/>
                </a:solidFill>
                <a:latin typeface="Ease SemiDisplay" panose="00000500000000000000" pitchFamily="2" charset="0"/>
                <a:ea typeface="Ease SemiDisplay" panose="00000500000000000000" pitchFamily="2" charset="0"/>
                <a:cs typeface="+mn-cs"/>
              </a:defRPr>
            </a:lvl5pPr>
            <a:lvl6pPr marL="540000" indent="-180000" algn="l" defTabSz="914400" rtl="0" eaLnBrk="1" latinLnBrk="0" hangingPunct="1">
              <a:lnSpc>
                <a:spcPct val="140000"/>
              </a:lnSpc>
              <a:spcBef>
                <a:spcPts val="0"/>
              </a:spcBef>
              <a:buFont typeface="+mj-lt"/>
              <a:buAutoNum type="arabicPeriod"/>
              <a:defRPr sz="900" kern="1200">
                <a:solidFill>
                  <a:schemeClr val="tx1"/>
                </a:solidFill>
                <a:latin typeface="Ease SemiDisplay" panose="00000500000000000000" pitchFamily="2" charset="0"/>
                <a:ea typeface="Ease SemiDisplay" panose="00000500000000000000" pitchFamily="2" charset="0"/>
                <a:cs typeface="+mn-cs"/>
              </a:defRPr>
            </a:lvl6pPr>
            <a:lvl7pPr marL="0" indent="0" algn="l" defTabSz="914400" rtl="0" eaLnBrk="1" latinLnBrk="0" hangingPunct="1">
              <a:lnSpc>
                <a:spcPct val="140000"/>
              </a:lnSpc>
              <a:spcBef>
                <a:spcPts val="0"/>
              </a:spcBef>
              <a:buFont typeface="Arial" panose="020B0604020202020204" pitchFamily="34" charset="0"/>
              <a:buNone/>
              <a:defRPr sz="900" b="0" kern="1200">
                <a:solidFill>
                  <a:schemeClr val="tx1"/>
                </a:solidFill>
                <a:latin typeface="Ease SemiDisplay" panose="00000500000000000000" pitchFamily="2" charset="0"/>
                <a:ea typeface="Ease SemiDisplay" panose="00000500000000000000" pitchFamily="2" charset="0"/>
                <a:cs typeface="+mn-cs"/>
              </a:defRPr>
            </a:lvl7pPr>
            <a:lvl8pPr marL="0" indent="0" algn="l" defTabSz="914400" rtl="0" eaLnBrk="1" latinLnBrk="0" hangingPunct="1">
              <a:lnSpc>
                <a:spcPct val="85000"/>
              </a:lnSpc>
              <a:spcBef>
                <a:spcPts val="0"/>
              </a:spcBef>
              <a:buFont typeface="Arial" panose="020B0604020202020204" pitchFamily="34" charset="0"/>
              <a:buNone/>
              <a:defRPr sz="1500" b="0" kern="1200" spc="-150" baseline="0">
                <a:solidFill>
                  <a:schemeClr val="tx1"/>
                </a:solidFill>
                <a:latin typeface="Ease Display" panose="020B0604020202020204" charset="0"/>
                <a:ea typeface="Ease Display" panose="020B0604020202020204" charset="0"/>
                <a:cs typeface="+mn-cs"/>
              </a:defRPr>
            </a:lvl8pPr>
            <a:lvl9pPr marL="180000" indent="0" algn="l" defTabSz="914400" rtl="0" eaLnBrk="1" latinLnBrk="0" hangingPunct="1">
              <a:lnSpc>
                <a:spcPct val="140000"/>
              </a:lnSpc>
              <a:spcBef>
                <a:spcPts val="0"/>
              </a:spcBef>
              <a:buFont typeface="Arial" panose="020B0604020202020204" pitchFamily="34" charset="0"/>
              <a:buNone/>
              <a:defRPr sz="900" kern="1200">
                <a:solidFill>
                  <a:schemeClr val="tx1"/>
                </a:solidFill>
                <a:latin typeface="Ease SemiDisplay" panose="00000500000000000000" pitchFamily="2" charset="0"/>
                <a:ea typeface="Ease SemiDisplay" panose="00000500000000000000" pitchFamily="2" charset="0"/>
                <a:cs typeface="+mn-cs"/>
              </a:defRPr>
            </a:lvl9pPr>
          </a:lstStyle>
          <a:p>
            <a:pPr marL="0" marR="0" lvl="0" indent="0" algn="l" defTabSz="914400" rtl="0" eaLnBrk="1" fontAlgn="auto" latinLnBrk="0" hangingPunct="1">
              <a:lnSpc>
                <a:spcPct val="85000"/>
              </a:lnSpc>
              <a:spcBef>
                <a:spcPts val="0"/>
              </a:spcBef>
              <a:spcAft>
                <a:spcPts val="0"/>
              </a:spcAft>
              <a:buClrTx/>
              <a:buSzPct val="125000"/>
              <a:buFont typeface="Ease Display" panose="00000500000000000000" pitchFamily="2" charset="0"/>
              <a:buNone/>
              <a:tabLst/>
              <a:defRPr/>
            </a:pPr>
            <a:r>
              <a:rPr kumimoji="0" lang="x-none" sz="1200" b="1" i="0" u="none" strike="noStrike" kern="1200" cap="none" spc="0" normalizeH="0" baseline="0" noProof="0" dirty="0">
                <a:ln>
                  <a:noFill/>
                </a:ln>
                <a:solidFill>
                  <a:srgbClr val="000000"/>
                </a:solidFill>
                <a:effectLst/>
                <a:uLnTx/>
                <a:uFillTx/>
                <a:latin typeface="Ease SemiDisplay Semibold" panose="00000500000000000000" pitchFamily="2" charset="0"/>
                <a:ea typeface="Ease SemiDisplay Semibold" panose="00000500000000000000" pitchFamily="2" charset="0"/>
                <a:cs typeface="+mn-cs"/>
              </a:rPr>
              <a:t>Challenge</a:t>
            </a:r>
            <a:r>
              <a:rPr kumimoji="0" lang="en-GB" sz="1200" b="1" i="0" u="none" strike="noStrike" kern="1200" cap="none" spc="0" normalizeH="0" baseline="0" noProof="0" dirty="0">
                <a:ln>
                  <a:noFill/>
                </a:ln>
                <a:solidFill>
                  <a:srgbClr val="000000"/>
                </a:solidFill>
                <a:effectLst/>
                <a:uLnTx/>
                <a:uFillTx/>
                <a:latin typeface="Ease SemiDisplay Semibold" panose="00000500000000000000" pitchFamily="2" charset="0"/>
                <a:ea typeface="Ease SemiDisplay Semibold" panose="00000500000000000000" pitchFamily="2" charset="0"/>
                <a:cs typeface="+mn-cs"/>
              </a:rPr>
              <a:t>s</a:t>
            </a:r>
          </a:p>
          <a:p>
            <a:pPr marL="180000" marR="0" lvl="0" indent="-180000" algn="l" defTabSz="914400" rtl="0" eaLnBrk="1" fontAlgn="auto" latinLnBrk="0" hangingPunct="1">
              <a:lnSpc>
                <a:spcPct val="85000"/>
              </a:lnSpc>
              <a:spcBef>
                <a:spcPts val="0"/>
              </a:spcBef>
              <a:spcAft>
                <a:spcPts val="0"/>
              </a:spcAft>
              <a:buClrTx/>
              <a:buSzPct val="125000"/>
              <a:buFont typeface="Arial" panose="020B0604020202020204" pitchFamily="34" charset="0"/>
              <a:buChar char="•"/>
              <a:tabLst/>
              <a:defRPr/>
            </a:pPr>
            <a:endParaRPr kumimoji="0" lang="x-none" sz="1200" b="0" i="0" u="none" strike="noStrike" kern="1200" cap="none" spc="-150" normalizeH="0" baseline="0" noProof="0" dirty="0">
              <a:ln>
                <a:noFill/>
              </a:ln>
              <a:solidFill>
                <a:srgbClr val="000000"/>
              </a:solidFill>
              <a:effectLst/>
              <a:uLnTx/>
              <a:uFillTx/>
              <a:latin typeface="+mj-lt"/>
              <a:ea typeface="Ease SemiDisplay" panose="00000500000000000000" pitchFamily="2" charset="0"/>
              <a:cs typeface="+mn-cs"/>
            </a:endParaRPr>
          </a:p>
        </p:txBody>
      </p:sp>
      <p:sp>
        <p:nvSpPr>
          <p:cNvPr id="31" name="Text Placeholder 6" descr="decorative: Text Placeholder 6">
            <a:extLst>
              <a:ext uri="{FF2B5EF4-FFF2-40B4-BE49-F238E27FC236}">
                <a16:creationId xmlns:a16="http://schemas.microsoft.com/office/drawing/2014/main" id="{3044872E-D0F7-1F00-CEA9-E89E7808AC7E}"/>
              </a:ext>
            </a:extLst>
          </p:cNvPr>
          <p:cNvSpPr txBox="1">
            <a:spLocks/>
          </p:cNvSpPr>
          <p:nvPr/>
        </p:nvSpPr>
        <p:spPr bwMode="gray">
          <a:xfrm>
            <a:off x="630684" y="3662399"/>
            <a:ext cx="2029585" cy="2353690"/>
          </a:xfrm>
          <a:prstGeom prst="rect">
            <a:avLst/>
          </a:prstGeom>
        </p:spPr>
        <p:txBody>
          <a:bodyPr vert="horz" lIns="0" tIns="0" rIns="0" bIns="0" rtlCol="0">
            <a:noAutofit/>
          </a:bodyPr>
          <a:lstStyle>
            <a:lvl1pPr marL="180000" indent="-180000" algn="l" defTabSz="914400" rtl="0" eaLnBrk="1" latinLnBrk="0" hangingPunct="1">
              <a:lnSpc>
                <a:spcPct val="140000"/>
              </a:lnSpc>
              <a:spcBef>
                <a:spcPts val="0"/>
              </a:spcBef>
              <a:buSzPct val="125000"/>
              <a:buFont typeface="Ease Display" panose="00000500000000000000" pitchFamily="2" charset="0"/>
              <a:buChar char="→"/>
              <a:defRPr sz="900" kern="1200">
                <a:solidFill>
                  <a:schemeClr val="tx1"/>
                </a:solidFill>
                <a:latin typeface="Ease SemiDisplay" panose="00000500000000000000" pitchFamily="2" charset="0"/>
                <a:ea typeface="Ease SemiDisplay" panose="00000500000000000000" pitchFamily="2" charset="0"/>
                <a:cs typeface="+mn-cs"/>
              </a:defRPr>
            </a:lvl1pPr>
            <a:lvl2pPr marL="360000" indent="-180000" algn="l" defTabSz="914400" rtl="0" eaLnBrk="1" latinLnBrk="0" hangingPunct="1">
              <a:lnSpc>
                <a:spcPct val="140000"/>
              </a:lnSpc>
              <a:spcBef>
                <a:spcPts val="0"/>
              </a:spcBef>
              <a:buSzPct val="125000"/>
              <a:buFont typeface="Ease Display" panose="00000500000000000000" pitchFamily="2" charset="0"/>
              <a:buChar char="→"/>
              <a:defRPr sz="900" kern="1200" baseline="0">
                <a:solidFill>
                  <a:schemeClr val="tx1"/>
                </a:solidFill>
                <a:latin typeface="Ease SemiDisplay" panose="00000500000000000000" pitchFamily="2" charset="0"/>
                <a:ea typeface="Ease SemiDisplay" panose="00000500000000000000" pitchFamily="2" charset="0"/>
                <a:cs typeface="+mn-cs"/>
              </a:defRPr>
            </a:lvl2pPr>
            <a:lvl3pPr marL="540000" indent="-180000" algn="l" defTabSz="914400" rtl="0" eaLnBrk="1" latinLnBrk="0" hangingPunct="1">
              <a:lnSpc>
                <a:spcPct val="140000"/>
              </a:lnSpc>
              <a:spcBef>
                <a:spcPts val="0"/>
              </a:spcBef>
              <a:buSzPct val="125000"/>
              <a:buFont typeface="Ease Display" panose="00000500000000000000" pitchFamily="2" charset="0"/>
              <a:buChar char="→"/>
              <a:defRPr sz="900" kern="1200">
                <a:solidFill>
                  <a:schemeClr val="tx1"/>
                </a:solidFill>
                <a:latin typeface="Ease SemiDisplay" panose="00000500000000000000" pitchFamily="2" charset="0"/>
                <a:ea typeface="Ease SemiDisplay" panose="00000500000000000000" pitchFamily="2" charset="0"/>
                <a:cs typeface="+mn-cs"/>
              </a:defRPr>
            </a:lvl3pPr>
            <a:lvl4pPr marL="180000" indent="-180000" algn="l" defTabSz="914400" rtl="0" eaLnBrk="1" latinLnBrk="0" hangingPunct="1">
              <a:lnSpc>
                <a:spcPct val="140000"/>
              </a:lnSpc>
              <a:spcBef>
                <a:spcPts val="0"/>
              </a:spcBef>
              <a:buFont typeface="+mj-lt"/>
              <a:buAutoNum type="arabicPeriod"/>
              <a:defRPr sz="900" b="0" kern="1200">
                <a:solidFill>
                  <a:schemeClr val="tx1"/>
                </a:solidFill>
                <a:latin typeface="Ease SemiDisplay" panose="00000500000000000000" pitchFamily="2" charset="0"/>
                <a:ea typeface="Ease SemiDisplay" panose="00000500000000000000" pitchFamily="2" charset="0"/>
                <a:cs typeface="+mn-cs"/>
              </a:defRPr>
            </a:lvl4pPr>
            <a:lvl5pPr marL="360000" indent="-180000" algn="l" defTabSz="914400" rtl="0" eaLnBrk="1" latinLnBrk="0" hangingPunct="1">
              <a:lnSpc>
                <a:spcPct val="140000"/>
              </a:lnSpc>
              <a:spcBef>
                <a:spcPts val="0"/>
              </a:spcBef>
              <a:buFont typeface="+mj-lt"/>
              <a:buAutoNum type="arabicPeriod"/>
              <a:defRPr sz="900" kern="1200">
                <a:solidFill>
                  <a:schemeClr val="tx1"/>
                </a:solidFill>
                <a:latin typeface="Ease SemiDisplay" panose="00000500000000000000" pitchFamily="2" charset="0"/>
                <a:ea typeface="Ease SemiDisplay" panose="00000500000000000000" pitchFamily="2" charset="0"/>
                <a:cs typeface="+mn-cs"/>
              </a:defRPr>
            </a:lvl5pPr>
            <a:lvl6pPr marL="540000" indent="-180000" algn="l" defTabSz="914400" rtl="0" eaLnBrk="1" latinLnBrk="0" hangingPunct="1">
              <a:lnSpc>
                <a:spcPct val="140000"/>
              </a:lnSpc>
              <a:spcBef>
                <a:spcPts val="0"/>
              </a:spcBef>
              <a:buFont typeface="+mj-lt"/>
              <a:buAutoNum type="arabicPeriod"/>
              <a:defRPr sz="900" kern="1200">
                <a:solidFill>
                  <a:schemeClr val="tx1"/>
                </a:solidFill>
                <a:latin typeface="Ease SemiDisplay" panose="00000500000000000000" pitchFamily="2" charset="0"/>
                <a:ea typeface="Ease SemiDisplay" panose="00000500000000000000" pitchFamily="2" charset="0"/>
                <a:cs typeface="+mn-cs"/>
              </a:defRPr>
            </a:lvl6pPr>
            <a:lvl7pPr marL="0" indent="0" algn="l" defTabSz="914400" rtl="0" eaLnBrk="1" latinLnBrk="0" hangingPunct="1">
              <a:lnSpc>
                <a:spcPct val="140000"/>
              </a:lnSpc>
              <a:spcBef>
                <a:spcPts val="0"/>
              </a:spcBef>
              <a:buFont typeface="Arial" panose="020B0604020202020204" pitchFamily="34" charset="0"/>
              <a:buNone/>
              <a:defRPr sz="900" b="0" kern="1200">
                <a:solidFill>
                  <a:schemeClr val="tx1"/>
                </a:solidFill>
                <a:latin typeface="Ease SemiDisplay" panose="00000500000000000000" pitchFamily="2" charset="0"/>
                <a:ea typeface="Ease SemiDisplay" panose="00000500000000000000" pitchFamily="2" charset="0"/>
                <a:cs typeface="+mn-cs"/>
              </a:defRPr>
            </a:lvl7pPr>
            <a:lvl8pPr marL="0" indent="0" algn="l" defTabSz="914400" rtl="0" eaLnBrk="1" latinLnBrk="0" hangingPunct="1">
              <a:lnSpc>
                <a:spcPct val="85000"/>
              </a:lnSpc>
              <a:spcBef>
                <a:spcPts val="0"/>
              </a:spcBef>
              <a:buFont typeface="Arial" panose="020B0604020202020204" pitchFamily="34" charset="0"/>
              <a:buNone/>
              <a:defRPr sz="1500" b="0" kern="1200" spc="-150" baseline="0">
                <a:solidFill>
                  <a:schemeClr val="tx1"/>
                </a:solidFill>
                <a:latin typeface="Ease Display" panose="020B0604020202020204" charset="0"/>
                <a:ea typeface="Ease Display" panose="020B0604020202020204" charset="0"/>
                <a:cs typeface="+mn-cs"/>
              </a:defRPr>
            </a:lvl8pPr>
            <a:lvl9pPr marL="180000" indent="0" algn="l" defTabSz="914400" rtl="0" eaLnBrk="1" latinLnBrk="0" hangingPunct="1">
              <a:lnSpc>
                <a:spcPct val="140000"/>
              </a:lnSpc>
              <a:spcBef>
                <a:spcPts val="0"/>
              </a:spcBef>
              <a:buFont typeface="Arial" panose="020B0604020202020204" pitchFamily="34" charset="0"/>
              <a:buNone/>
              <a:defRPr sz="900" kern="1200">
                <a:solidFill>
                  <a:schemeClr val="tx1"/>
                </a:solidFill>
                <a:latin typeface="Ease SemiDisplay" panose="00000500000000000000" pitchFamily="2" charset="0"/>
                <a:ea typeface="Ease SemiDisplay" panose="00000500000000000000" pitchFamily="2" charset="0"/>
                <a:cs typeface="+mn-cs"/>
              </a:defRPr>
            </a:lvl9pPr>
          </a:lstStyle>
          <a:p>
            <a:pPr marL="180000" marR="0" lvl="0" indent="-180000" algn="l" defTabSz="914400" rtl="0" eaLnBrk="1" fontAlgn="auto" latinLnBrk="0" hangingPunct="1">
              <a:lnSpc>
                <a:spcPct val="140000"/>
              </a:lnSpc>
              <a:spcBef>
                <a:spcPts val="0"/>
              </a:spcBef>
              <a:spcAft>
                <a:spcPts val="0"/>
              </a:spcAft>
              <a:buClrTx/>
              <a:buSzPct val="125000"/>
              <a:buFont typeface="Arial" panose="020B0604020202020204" pitchFamily="34" charset="0"/>
              <a:buChar char="•"/>
              <a:tabLst/>
              <a:defRPr/>
            </a:pPr>
            <a:r>
              <a:rPr kumimoji="0" lang="en-US" sz="900" b="0" i="0" u="none" strike="noStrike" kern="1200" cap="none" spc="0" normalizeH="0" baseline="0" noProof="0" dirty="0">
                <a:ln>
                  <a:noFill/>
                </a:ln>
                <a:solidFill>
                  <a:srgbClr val="000000"/>
                </a:solidFill>
                <a:effectLst/>
                <a:uLnTx/>
                <a:uFillTx/>
                <a:latin typeface="Ease SemiDisplay" panose="00000500000000000000" pitchFamily="2" charset="0"/>
                <a:ea typeface="Ease SemiDisplay" panose="00000500000000000000" pitchFamily="2" charset="0"/>
                <a:cs typeface="Calibri"/>
              </a:rPr>
              <a:t>Data scientist can spend a long time finding and identifying relevant data sources for experiments and analyses. </a:t>
            </a:r>
          </a:p>
          <a:p>
            <a:pPr marL="180000" marR="0" lvl="0" indent="-180000" algn="l" defTabSz="914400" rtl="0" eaLnBrk="1" fontAlgn="auto" latinLnBrk="0" hangingPunct="1">
              <a:lnSpc>
                <a:spcPct val="140000"/>
              </a:lnSpc>
              <a:spcBef>
                <a:spcPts val="0"/>
              </a:spcBef>
              <a:spcAft>
                <a:spcPts val="0"/>
              </a:spcAft>
              <a:buClrTx/>
              <a:buSzPct val="125000"/>
              <a:buFont typeface="Arial" panose="020B0604020202020204" pitchFamily="34" charset="0"/>
              <a:buChar char="•"/>
              <a:tabLst/>
              <a:defRPr/>
            </a:pPr>
            <a:r>
              <a:rPr kumimoji="0" lang="en-US" sz="900" b="0" i="0" u="none" strike="noStrike" kern="1200" cap="none" spc="0" normalizeH="0" baseline="0" noProof="0" dirty="0">
                <a:ln>
                  <a:noFill/>
                </a:ln>
                <a:solidFill>
                  <a:srgbClr val="000000"/>
                </a:solidFill>
                <a:effectLst/>
                <a:uLnTx/>
                <a:uFillTx/>
                <a:latin typeface="Ease SemiDisplay" panose="00000500000000000000" pitchFamily="2" charset="0"/>
                <a:ea typeface="Ease SemiDisplay" panose="00000500000000000000" pitchFamily="2" charset="0"/>
                <a:cs typeface="Calibri"/>
              </a:rPr>
              <a:t>With developers at different maturity levels, code generation might become a challenge and take time away from the task at hand. </a:t>
            </a:r>
          </a:p>
          <a:p>
            <a:pPr marL="180000" marR="0" lvl="0" indent="-180000" algn="l" defTabSz="914400" rtl="0" eaLnBrk="1" fontAlgn="auto" latinLnBrk="0" hangingPunct="1">
              <a:lnSpc>
                <a:spcPct val="140000"/>
              </a:lnSpc>
              <a:spcBef>
                <a:spcPts val="0"/>
              </a:spcBef>
              <a:spcAft>
                <a:spcPts val="0"/>
              </a:spcAft>
              <a:buClrTx/>
              <a:buSzPct val="125000"/>
              <a:buFont typeface="Arial" panose="020B0604020202020204" pitchFamily="34" charset="0"/>
              <a:buChar char="•"/>
              <a:tabLst/>
              <a:defRPr/>
            </a:pPr>
            <a:r>
              <a:rPr kumimoji="0" lang="en-US" sz="900" b="0" i="0" u="none" strike="noStrike" kern="1200" cap="none" spc="0" normalizeH="0" baseline="0" noProof="0" dirty="0">
                <a:ln>
                  <a:noFill/>
                </a:ln>
                <a:solidFill>
                  <a:srgbClr val="000000"/>
                </a:solidFill>
                <a:effectLst/>
                <a:uLnTx/>
                <a:uFillTx/>
                <a:latin typeface="Ease SemiDisplay" panose="00000500000000000000" pitchFamily="2" charset="0"/>
                <a:ea typeface="Ease SemiDisplay" panose="00000500000000000000" pitchFamily="2" charset="0"/>
                <a:cs typeface="Calibri"/>
              </a:rPr>
              <a:t>Need support for scaling current solution to more data sources and stronger capabilities.</a:t>
            </a:r>
            <a:r>
              <a:rPr kumimoji="0" lang="en-GB" sz="900" b="0" i="0" u="none" strike="noStrike" kern="1200" cap="none" spc="0" normalizeH="0" baseline="0" noProof="0" dirty="0">
                <a:ln>
                  <a:noFill/>
                </a:ln>
                <a:solidFill>
                  <a:srgbClr val="000000"/>
                </a:solidFill>
                <a:effectLst/>
                <a:uLnTx/>
                <a:uFillTx/>
                <a:latin typeface="Ease SemiDisplay" panose="00000500000000000000" pitchFamily="2" charset="0"/>
                <a:ea typeface="Ease SemiDisplay" panose="00000500000000000000" pitchFamily="2" charset="0"/>
                <a:cs typeface="Calibri"/>
              </a:rPr>
              <a:t> </a:t>
            </a:r>
          </a:p>
        </p:txBody>
      </p:sp>
      <p:sp>
        <p:nvSpPr>
          <p:cNvPr id="32" name="Text Placeholder 6">
            <a:extLst>
              <a:ext uri="{FF2B5EF4-FFF2-40B4-BE49-F238E27FC236}">
                <a16:creationId xmlns:a16="http://schemas.microsoft.com/office/drawing/2014/main" id="{727DD853-A317-3145-D37B-395FC168FCA3}"/>
              </a:ext>
            </a:extLst>
          </p:cNvPr>
          <p:cNvSpPr txBox="1">
            <a:spLocks/>
          </p:cNvSpPr>
          <p:nvPr/>
        </p:nvSpPr>
        <p:spPr bwMode="gray">
          <a:xfrm>
            <a:off x="3171036" y="3384070"/>
            <a:ext cx="839463" cy="179465"/>
          </a:xfrm>
          <a:prstGeom prst="rect">
            <a:avLst/>
          </a:prstGeom>
        </p:spPr>
        <p:txBody>
          <a:bodyPr vert="horz" lIns="0" tIns="0" rIns="0" bIns="0" rtlCol="0">
            <a:noAutofit/>
          </a:bodyPr>
          <a:lstStyle>
            <a:lvl1pPr marL="180000" indent="-180000" algn="l" defTabSz="914400" rtl="0" eaLnBrk="1" latinLnBrk="0" hangingPunct="1">
              <a:lnSpc>
                <a:spcPct val="140000"/>
              </a:lnSpc>
              <a:spcBef>
                <a:spcPts val="0"/>
              </a:spcBef>
              <a:buSzPct val="125000"/>
              <a:buFont typeface="Ease Display" panose="00000500000000000000" pitchFamily="2" charset="0"/>
              <a:buChar char="→"/>
              <a:defRPr sz="900" kern="1200">
                <a:solidFill>
                  <a:schemeClr val="tx1"/>
                </a:solidFill>
                <a:latin typeface="Ease SemiDisplay" panose="00000500000000000000" pitchFamily="2" charset="0"/>
                <a:ea typeface="Ease SemiDisplay" panose="00000500000000000000" pitchFamily="2" charset="0"/>
                <a:cs typeface="+mn-cs"/>
              </a:defRPr>
            </a:lvl1pPr>
            <a:lvl2pPr marL="360000" indent="-180000" algn="l" defTabSz="914400" rtl="0" eaLnBrk="1" latinLnBrk="0" hangingPunct="1">
              <a:lnSpc>
                <a:spcPct val="140000"/>
              </a:lnSpc>
              <a:spcBef>
                <a:spcPts val="0"/>
              </a:spcBef>
              <a:buSzPct val="125000"/>
              <a:buFont typeface="Ease Display" panose="00000500000000000000" pitchFamily="2" charset="0"/>
              <a:buChar char="→"/>
              <a:defRPr sz="900" kern="1200" baseline="0">
                <a:solidFill>
                  <a:schemeClr val="tx1"/>
                </a:solidFill>
                <a:latin typeface="Ease SemiDisplay" panose="00000500000000000000" pitchFamily="2" charset="0"/>
                <a:ea typeface="Ease SemiDisplay" panose="00000500000000000000" pitchFamily="2" charset="0"/>
                <a:cs typeface="+mn-cs"/>
              </a:defRPr>
            </a:lvl2pPr>
            <a:lvl3pPr marL="540000" indent="-180000" algn="l" defTabSz="914400" rtl="0" eaLnBrk="1" latinLnBrk="0" hangingPunct="1">
              <a:lnSpc>
                <a:spcPct val="140000"/>
              </a:lnSpc>
              <a:spcBef>
                <a:spcPts val="0"/>
              </a:spcBef>
              <a:buSzPct val="125000"/>
              <a:buFont typeface="Ease Display" panose="00000500000000000000" pitchFamily="2" charset="0"/>
              <a:buChar char="→"/>
              <a:defRPr sz="900" kern="1200">
                <a:solidFill>
                  <a:schemeClr val="tx1"/>
                </a:solidFill>
                <a:latin typeface="Ease SemiDisplay" panose="00000500000000000000" pitchFamily="2" charset="0"/>
                <a:ea typeface="Ease SemiDisplay" panose="00000500000000000000" pitchFamily="2" charset="0"/>
                <a:cs typeface="+mn-cs"/>
              </a:defRPr>
            </a:lvl3pPr>
            <a:lvl4pPr marL="180000" indent="-180000" algn="l" defTabSz="914400" rtl="0" eaLnBrk="1" latinLnBrk="0" hangingPunct="1">
              <a:lnSpc>
                <a:spcPct val="140000"/>
              </a:lnSpc>
              <a:spcBef>
                <a:spcPts val="0"/>
              </a:spcBef>
              <a:buFont typeface="+mj-lt"/>
              <a:buAutoNum type="arabicPeriod"/>
              <a:defRPr sz="900" b="0" kern="1200">
                <a:solidFill>
                  <a:schemeClr val="tx1"/>
                </a:solidFill>
                <a:latin typeface="Ease SemiDisplay" panose="00000500000000000000" pitchFamily="2" charset="0"/>
                <a:ea typeface="Ease SemiDisplay" panose="00000500000000000000" pitchFamily="2" charset="0"/>
                <a:cs typeface="+mn-cs"/>
              </a:defRPr>
            </a:lvl4pPr>
            <a:lvl5pPr marL="360000" indent="-180000" algn="l" defTabSz="914400" rtl="0" eaLnBrk="1" latinLnBrk="0" hangingPunct="1">
              <a:lnSpc>
                <a:spcPct val="140000"/>
              </a:lnSpc>
              <a:spcBef>
                <a:spcPts val="0"/>
              </a:spcBef>
              <a:buFont typeface="+mj-lt"/>
              <a:buAutoNum type="arabicPeriod"/>
              <a:defRPr sz="900" kern="1200">
                <a:solidFill>
                  <a:schemeClr val="tx1"/>
                </a:solidFill>
                <a:latin typeface="Ease SemiDisplay" panose="00000500000000000000" pitchFamily="2" charset="0"/>
                <a:ea typeface="Ease SemiDisplay" panose="00000500000000000000" pitchFamily="2" charset="0"/>
                <a:cs typeface="+mn-cs"/>
              </a:defRPr>
            </a:lvl5pPr>
            <a:lvl6pPr marL="540000" indent="-180000" algn="l" defTabSz="914400" rtl="0" eaLnBrk="1" latinLnBrk="0" hangingPunct="1">
              <a:lnSpc>
                <a:spcPct val="140000"/>
              </a:lnSpc>
              <a:spcBef>
                <a:spcPts val="0"/>
              </a:spcBef>
              <a:buFont typeface="+mj-lt"/>
              <a:buAutoNum type="arabicPeriod"/>
              <a:defRPr sz="900" kern="1200">
                <a:solidFill>
                  <a:schemeClr val="tx1"/>
                </a:solidFill>
                <a:latin typeface="Ease SemiDisplay" panose="00000500000000000000" pitchFamily="2" charset="0"/>
                <a:ea typeface="Ease SemiDisplay" panose="00000500000000000000" pitchFamily="2" charset="0"/>
                <a:cs typeface="+mn-cs"/>
              </a:defRPr>
            </a:lvl6pPr>
            <a:lvl7pPr marL="0" indent="0" algn="l" defTabSz="914400" rtl="0" eaLnBrk="1" latinLnBrk="0" hangingPunct="1">
              <a:lnSpc>
                <a:spcPct val="140000"/>
              </a:lnSpc>
              <a:spcBef>
                <a:spcPts val="0"/>
              </a:spcBef>
              <a:buFont typeface="Arial" panose="020B0604020202020204" pitchFamily="34" charset="0"/>
              <a:buNone/>
              <a:defRPr sz="900" b="0" kern="1200">
                <a:solidFill>
                  <a:schemeClr val="tx1"/>
                </a:solidFill>
                <a:latin typeface="Ease SemiDisplay" panose="00000500000000000000" pitchFamily="2" charset="0"/>
                <a:ea typeface="Ease SemiDisplay" panose="00000500000000000000" pitchFamily="2" charset="0"/>
                <a:cs typeface="+mn-cs"/>
              </a:defRPr>
            </a:lvl7pPr>
            <a:lvl8pPr marL="0" indent="0" algn="l" defTabSz="914400" rtl="0" eaLnBrk="1" latinLnBrk="0" hangingPunct="1">
              <a:lnSpc>
                <a:spcPct val="85000"/>
              </a:lnSpc>
              <a:spcBef>
                <a:spcPts val="0"/>
              </a:spcBef>
              <a:buFont typeface="Arial" panose="020B0604020202020204" pitchFamily="34" charset="0"/>
              <a:buNone/>
              <a:defRPr sz="1500" b="0" kern="1200" spc="-150" baseline="0">
                <a:solidFill>
                  <a:schemeClr val="tx1"/>
                </a:solidFill>
                <a:latin typeface="Ease Display" panose="020B0604020202020204" charset="0"/>
                <a:ea typeface="Ease Display" panose="020B0604020202020204" charset="0"/>
                <a:cs typeface="+mn-cs"/>
              </a:defRPr>
            </a:lvl8pPr>
            <a:lvl9pPr marL="180000" indent="0" algn="l" defTabSz="914400" rtl="0" eaLnBrk="1" latinLnBrk="0" hangingPunct="1">
              <a:lnSpc>
                <a:spcPct val="140000"/>
              </a:lnSpc>
              <a:spcBef>
                <a:spcPts val="0"/>
              </a:spcBef>
              <a:buFont typeface="Arial" panose="020B0604020202020204" pitchFamily="34" charset="0"/>
              <a:buNone/>
              <a:defRPr sz="900" kern="1200">
                <a:solidFill>
                  <a:schemeClr val="tx1"/>
                </a:solidFill>
                <a:latin typeface="Ease SemiDisplay" panose="00000500000000000000" pitchFamily="2" charset="0"/>
                <a:ea typeface="Ease SemiDisplay" panose="00000500000000000000" pitchFamily="2" charset="0"/>
                <a:cs typeface="+mn-cs"/>
              </a:defRPr>
            </a:lvl9pPr>
          </a:lstStyle>
          <a:p>
            <a:pPr marL="0" marR="0" lvl="0" indent="0" algn="l" defTabSz="914400" rtl="0" eaLnBrk="1" fontAlgn="auto" latinLnBrk="0" hangingPunct="1">
              <a:lnSpc>
                <a:spcPct val="85000"/>
              </a:lnSpc>
              <a:spcBef>
                <a:spcPts val="0"/>
              </a:spcBef>
              <a:spcAft>
                <a:spcPts val="0"/>
              </a:spcAft>
              <a:buClrTx/>
              <a:buSzPct val="125000"/>
              <a:buFont typeface="Ease Display" panose="00000500000000000000" pitchFamily="2" charset="0"/>
              <a:buNone/>
              <a:tabLst/>
              <a:defRPr/>
            </a:pPr>
            <a:r>
              <a:rPr kumimoji="0" lang="en-GB" sz="1200" b="1" i="0" u="none" strike="noStrike" kern="1200" cap="none" spc="0" normalizeH="0" baseline="0" noProof="0" dirty="0">
                <a:ln>
                  <a:noFill/>
                </a:ln>
                <a:solidFill>
                  <a:srgbClr val="000000"/>
                </a:solidFill>
                <a:effectLst/>
                <a:uLnTx/>
                <a:uFillTx/>
                <a:latin typeface="Ease SemiDisplay Semibold" panose="00000500000000000000" pitchFamily="2" charset="0"/>
                <a:ea typeface="Ease SemiDisplay Semibold" panose="00000500000000000000" pitchFamily="2" charset="0"/>
                <a:cs typeface="+mn-cs"/>
              </a:rPr>
              <a:t>Solution</a:t>
            </a:r>
          </a:p>
          <a:p>
            <a:pPr marL="180000" marR="0" lvl="0" indent="-180000" algn="l" defTabSz="914400" rtl="0" eaLnBrk="1" fontAlgn="auto" latinLnBrk="0" hangingPunct="1">
              <a:lnSpc>
                <a:spcPct val="85000"/>
              </a:lnSpc>
              <a:spcBef>
                <a:spcPts val="0"/>
              </a:spcBef>
              <a:spcAft>
                <a:spcPts val="0"/>
              </a:spcAft>
              <a:buClrTx/>
              <a:buSzPct val="125000"/>
              <a:buFont typeface="Arial" panose="020B0604020202020204" pitchFamily="34" charset="0"/>
              <a:buChar char="•"/>
              <a:tabLst/>
              <a:defRPr/>
            </a:pPr>
            <a:endParaRPr kumimoji="0" lang="x-none" sz="1200" b="0" i="0" u="none" strike="noStrike" kern="1200" cap="none" spc="-150" normalizeH="0" baseline="0" noProof="0" dirty="0">
              <a:ln>
                <a:noFill/>
              </a:ln>
              <a:solidFill>
                <a:srgbClr val="000000"/>
              </a:solidFill>
              <a:effectLst/>
              <a:uLnTx/>
              <a:uFillTx/>
              <a:latin typeface="+mj-lt"/>
              <a:ea typeface="Ease SemiDisplay" panose="00000500000000000000" pitchFamily="2" charset="0"/>
              <a:cs typeface="+mn-cs"/>
            </a:endParaRPr>
          </a:p>
        </p:txBody>
      </p:sp>
      <p:sp>
        <p:nvSpPr>
          <p:cNvPr id="33" name="Text Placeholder 6" descr="decorative: Text Placeholder 6">
            <a:extLst>
              <a:ext uri="{FF2B5EF4-FFF2-40B4-BE49-F238E27FC236}">
                <a16:creationId xmlns:a16="http://schemas.microsoft.com/office/drawing/2014/main" id="{5F4BD6E1-CAF1-FE22-F08C-977C7C780374}"/>
              </a:ext>
            </a:extLst>
          </p:cNvPr>
          <p:cNvSpPr txBox="1">
            <a:spLocks/>
          </p:cNvSpPr>
          <p:nvPr/>
        </p:nvSpPr>
        <p:spPr bwMode="gray">
          <a:xfrm>
            <a:off x="3171036" y="3668280"/>
            <a:ext cx="2029585" cy="2353690"/>
          </a:xfrm>
          <a:prstGeom prst="rect">
            <a:avLst/>
          </a:prstGeom>
        </p:spPr>
        <p:txBody>
          <a:bodyPr vert="horz" lIns="0" tIns="0" rIns="0" bIns="0" rtlCol="0">
            <a:noAutofit/>
          </a:bodyPr>
          <a:lstStyle>
            <a:lvl1pPr marL="180000" indent="-180000" algn="l" defTabSz="914400" rtl="0" eaLnBrk="1" latinLnBrk="0" hangingPunct="1">
              <a:lnSpc>
                <a:spcPct val="140000"/>
              </a:lnSpc>
              <a:spcBef>
                <a:spcPts val="0"/>
              </a:spcBef>
              <a:buSzPct val="125000"/>
              <a:buFont typeface="Ease Display" panose="00000500000000000000" pitchFamily="2" charset="0"/>
              <a:buChar char="→"/>
              <a:defRPr sz="900" kern="1200">
                <a:solidFill>
                  <a:schemeClr val="tx1"/>
                </a:solidFill>
                <a:latin typeface="Ease SemiDisplay" panose="00000500000000000000" pitchFamily="2" charset="0"/>
                <a:ea typeface="Ease SemiDisplay" panose="00000500000000000000" pitchFamily="2" charset="0"/>
                <a:cs typeface="+mn-cs"/>
              </a:defRPr>
            </a:lvl1pPr>
            <a:lvl2pPr marL="360000" indent="-180000" algn="l" defTabSz="914400" rtl="0" eaLnBrk="1" latinLnBrk="0" hangingPunct="1">
              <a:lnSpc>
                <a:spcPct val="140000"/>
              </a:lnSpc>
              <a:spcBef>
                <a:spcPts val="0"/>
              </a:spcBef>
              <a:buSzPct val="125000"/>
              <a:buFont typeface="Ease Display" panose="00000500000000000000" pitchFamily="2" charset="0"/>
              <a:buChar char="→"/>
              <a:defRPr sz="900" kern="1200" baseline="0">
                <a:solidFill>
                  <a:schemeClr val="tx1"/>
                </a:solidFill>
                <a:latin typeface="Ease SemiDisplay" panose="00000500000000000000" pitchFamily="2" charset="0"/>
                <a:ea typeface="Ease SemiDisplay" panose="00000500000000000000" pitchFamily="2" charset="0"/>
                <a:cs typeface="+mn-cs"/>
              </a:defRPr>
            </a:lvl2pPr>
            <a:lvl3pPr marL="540000" indent="-180000" algn="l" defTabSz="914400" rtl="0" eaLnBrk="1" latinLnBrk="0" hangingPunct="1">
              <a:lnSpc>
                <a:spcPct val="140000"/>
              </a:lnSpc>
              <a:spcBef>
                <a:spcPts val="0"/>
              </a:spcBef>
              <a:buSzPct val="125000"/>
              <a:buFont typeface="Ease Display" panose="00000500000000000000" pitchFamily="2" charset="0"/>
              <a:buChar char="→"/>
              <a:defRPr sz="900" kern="1200">
                <a:solidFill>
                  <a:schemeClr val="tx1"/>
                </a:solidFill>
                <a:latin typeface="Ease SemiDisplay" panose="00000500000000000000" pitchFamily="2" charset="0"/>
                <a:ea typeface="Ease SemiDisplay" panose="00000500000000000000" pitchFamily="2" charset="0"/>
                <a:cs typeface="+mn-cs"/>
              </a:defRPr>
            </a:lvl3pPr>
            <a:lvl4pPr marL="180000" indent="-180000" algn="l" defTabSz="914400" rtl="0" eaLnBrk="1" latinLnBrk="0" hangingPunct="1">
              <a:lnSpc>
                <a:spcPct val="140000"/>
              </a:lnSpc>
              <a:spcBef>
                <a:spcPts val="0"/>
              </a:spcBef>
              <a:buFont typeface="+mj-lt"/>
              <a:buAutoNum type="arabicPeriod"/>
              <a:defRPr sz="900" b="0" kern="1200">
                <a:solidFill>
                  <a:schemeClr val="tx1"/>
                </a:solidFill>
                <a:latin typeface="Ease SemiDisplay" panose="00000500000000000000" pitchFamily="2" charset="0"/>
                <a:ea typeface="Ease SemiDisplay" panose="00000500000000000000" pitchFamily="2" charset="0"/>
                <a:cs typeface="+mn-cs"/>
              </a:defRPr>
            </a:lvl4pPr>
            <a:lvl5pPr marL="360000" indent="-180000" algn="l" defTabSz="914400" rtl="0" eaLnBrk="1" latinLnBrk="0" hangingPunct="1">
              <a:lnSpc>
                <a:spcPct val="140000"/>
              </a:lnSpc>
              <a:spcBef>
                <a:spcPts val="0"/>
              </a:spcBef>
              <a:buFont typeface="+mj-lt"/>
              <a:buAutoNum type="arabicPeriod"/>
              <a:defRPr sz="900" kern="1200">
                <a:solidFill>
                  <a:schemeClr val="tx1"/>
                </a:solidFill>
                <a:latin typeface="Ease SemiDisplay" panose="00000500000000000000" pitchFamily="2" charset="0"/>
                <a:ea typeface="Ease SemiDisplay" panose="00000500000000000000" pitchFamily="2" charset="0"/>
                <a:cs typeface="+mn-cs"/>
              </a:defRPr>
            </a:lvl5pPr>
            <a:lvl6pPr marL="540000" indent="-180000" algn="l" defTabSz="914400" rtl="0" eaLnBrk="1" latinLnBrk="0" hangingPunct="1">
              <a:lnSpc>
                <a:spcPct val="140000"/>
              </a:lnSpc>
              <a:spcBef>
                <a:spcPts val="0"/>
              </a:spcBef>
              <a:buFont typeface="+mj-lt"/>
              <a:buAutoNum type="arabicPeriod"/>
              <a:defRPr sz="900" kern="1200">
                <a:solidFill>
                  <a:schemeClr val="tx1"/>
                </a:solidFill>
                <a:latin typeface="Ease SemiDisplay" panose="00000500000000000000" pitchFamily="2" charset="0"/>
                <a:ea typeface="Ease SemiDisplay" panose="00000500000000000000" pitchFamily="2" charset="0"/>
                <a:cs typeface="+mn-cs"/>
              </a:defRPr>
            </a:lvl6pPr>
            <a:lvl7pPr marL="0" indent="0" algn="l" defTabSz="914400" rtl="0" eaLnBrk="1" latinLnBrk="0" hangingPunct="1">
              <a:lnSpc>
                <a:spcPct val="140000"/>
              </a:lnSpc>
              <a:spcBef>
                <a:spcPts val="0"/>
              </a:spcBef>
              <a:buFont typeface="Arial" panose="020B0604020202020204" pitchFamily="34" charset="0"/>
              <a:buNone/>
              <a:defRPr sz="900" b="0" kern="1200">
                <a:solidFill>
                  <a:schemeClr val="tx1"/>
                </a:solidFill>
                <a:latin typeface="Ease SemiDisplay" panose="00000500000000000000" pitchFamily="2" charset="0"/>
                <a:ea typeface="Ease SemiDisplay" panose="00000500000000000000" pitchFamily="2" charset="0"/>
                <a:cs typeface="+mn-cs"/>
              </a:defRPr>
            </a:lvl7pPr>
            <a:lvl8pPr marL="0" indent="0" algn="l" defTabSz="914400" rtl="0" eaLnBrk="1" latinLnBrk="0" hangingPunct="1">
              <a:lnSpc>
                <a:spcPct val="85000"/>
              </a:lnSpc>
              <a:spcBef>
                <a:spcPts val="0"/>
              </a:spcBef>
              <a:buFont typeface="Arial" panose="020B0604020202020204" pitchFamily="34" charset="0"/>
              <a:buNone/>
              <a:defRPr sz="1500" b="0" kern="1200" spc="-150" baseline="0">
                <a:solidFill>
                  <a:schemeClr val="tx1"/>
                </a:solidFill>
                <a:latin typeface="Ease Display" panose="020B0604020202020204" charset="0"/>
                <a:ea typeface="Ease Display" panose="020B0604020202020204" charset="0"/>
                <a:cs typeface="+mn-cs"/>
              </a:defRPr>
            </a:lvl8pPr>
            <a:lvl9pPr marL="180000" indent="0" algn="l" defTabSz="914400" rtl="0" eaLnBrk="1" latinLnBrk="0" hangingPunct="1">
              <a:lnSpc>
                <a:spcPct val="140000"/>
              </a:lnSpc>
              <a:spcBef>
                <a:spcPts val="0"/>
              </a:spcBef>
              <a:buFont typeface="Arial" panose="020B0604020202020204" pitchFamily="34" charset="0"/>
              <a:buNone/>
              <a:defRPr sz="900" kern="1200">
                <a:solidFill>
                  <a:schemeClr val="tx1"/>
                </a:solidFill>
                <a:latin typeface="Ease SemiDisplay" panose="00000500000000000000" pitchFamily="2" charset="0"/>
                <a:ea typeface="Ease SemiDisplay" panose="00000500000000000000" pitchFamily="2" charset="0"/>
                <a:cs typeface="+mn-cs"/>
              </a:defRPr>
            </a:lvl9pPr>
          </a:lstStyle>
          <a:p>
            <a:pPr marL="180000" marR="0" lvl="0" indent="-180000" algn="l" defTabSz="914400" rtl="0" eaLnBrk="1" fontAlgn="auto" latinLnBrk="0" hangingPunct="1">
              <a:lnSpc>
                <a:spcPct val="140000"/>
              </a:lnSpc>
              <a:spcBef>
                <a:spcPts val="0"/>
              </a:spcBef>
              <a:spcAft>
                <a:spcPts val="0"/>
              </a:spcAft>
              <a:buClrTx/>
              <a:buSzPct val="125000"/>
              <a:buFont typeface="Arial" panose="020B0604020202020204" pitchFamily="34" charset="0"/>
              <a:buChar char="•"/>
              <a:tabLst/>
              <a:defRPr/>
            </a:pPr>
            <a:r>
              <a:rPr kumimoji="0" lang="en-US" sz="900" b="0" i="0" u="none" strike="noStrike" kern="1200" cap="none" spc="0" normalizeH="0" baseline="0" noProof="0" dirty="0">
                <a:ln>
                  <a:noFill/>
                </a:ln>
                <a:solidFill>
                  <a:srgbClr val="000000"/>
                </a:solidFill>
                <a:effectLst/>
                <a:uLnTx/>
                <a:uFillTx/>
                <a:latin typeface="Ease SemiDisplay" panose="00000500000000000000" pitchFamily="2" charset="0"/>
                <a:ea typeface="Ease SemiDisplay" panose="00000500000000000000" pitchFamily="2" charset="0"/>
                <a:cs typeface="Calibri"/>
              </a:rPr>
              <a:t>Understanding end-users need and required analytics output to tailor the correct solution.</a:t>
            </a:r>
          </a:p>
          <a:p>
            <a:pPr marL="180000" marR="0" lvl="0" indent="-180000" algn="l" defTabSz="914400" rtl="0" eaLnBrk="1" fontAlgn="auto" latinLnBrk="0" hangingPunct="1">
              <a:lnSpc>
                <a:spcPct val="140000"/>
              </a:lnSpc>
              <a:spcBef>
                <a:spcPts val="0"/>
              </a:spcBef>
              <a:spcAft>
                <a:spcPts val="0"/>
              </a:spcAft>
              <a:buClrTx/>
              <a:buSzPct val="125000"/>
              <a:buFont typeface="Arial" panose="020B0604020202020204" pitchFamily="34" charset="0"/>
              <a:buChar char="•"/>
              <a:tabLst/>
              <a:defRPr/>
            </a:pPr>
            <a:r>
              <a:rPr kumimoji="0" lang="en-US" sz="900" b="0" i="0" u="none" strike="noStrike" kern="1200" cap="none" spc="0" normalizeH="0" baseline="0" noProof="0" dirty="0">
                <a:ln>
                  <a:noFill/>
                </a:ln>
                <a:solidFill>
                  <a:srgbClr val="000000"/>
                </a:solidFill>
                <a:effectLst/>
                <a:uLnTx/>
                <a:uFillTx/>
                <a:latin typeface="Ease SemiDisplay" panose="00000500000000000000" pitchFamily="2" charset="0"/>
                <a:ea typeface="Ease SemiDisplay" panose="00000500000000000000" pitchFamily="2" charset="0"/>
                <a:cs typeface="Calibri"/>
              </a:rPr>
              <a:t>Hands-on technical development support focusing on code generation and </a:t>
            </a:r>
            <a:r>
              <a:rPr kumimoji="0" lang="en-US" sz="900" b="0" i="0" u="none" strike="noStrike" kern="1200" cap="none" spc="0" normalizeH="0" baseline="0" noProof="0" dirty="0" err="1">
                <a:ln>
                  <a:noFill/>
                </a:ln>
                <a:solidFill>
                  <a:srgbClr val="000000"/>
                </a:solidFill>
                <a:effectLst/>
                <a:uLnTx/>
                <a:uFillTx/>
                <a:latin typeface="Ease SemiDisplay" panose="00000500000000000000" pitchFamily="2" charset="0"/>
                <a:ea typeface="Ease SemiDisplay" panose="00000500000000000000" pitchFamily="2" charset="0"/>
                <a:cs typeface="Calibri"/>
              </a:rPr>
              <a:t>visualisations</a:t>
            </a:r>
            <a:r>
              <a:rPr kumimoji="0" lang="en-US" sz="900" b="0" i="0" u="none" strike="noStrike" kern="1200" cap="none" spc="0" normalizeH="0" baseline="0" noProof="0" dirty="0">
                <a:ln>
                  <a:noFill/>
                </a:ln>
                <a:solidFill>
                  <a:srgbClr val="000000"/>
                </a:solidFill>
                <a:effectLst/>
                <a:uLnTx/>
                <a:uFillTx/>
                <a:latin typeface="Ease SemiDisplay" panose="00000500000000000000" pitchFamily="2" charset="0"/>
                <a:ea typeface="Ease SemiDisplay" panose="00000500000000000000" pitchFamily="2" charset="0"/>
                <a:cs typeface="Calibri"/>
              </a:rPr>
              <a:t>.</a:t>
            </a:r>
          </a:p>
          <a:p>
            <a:pPr marL="180000" marR="0" lvl="0" indent="-180000" algn="l" defTabSz="914400" rtl="0" eaLnBrk="1" fontAlgn="auto" latinLnBrk="0" hangingPunct="1">
              <a:lnSpc>
                <a:spcPct val="140000"/>
              </a:lnSpc>
              <a:spcBef>
                <a:spcPts val="0"/>
              </a:spcBef>
              <a:spcAft>
                <a:spcPts val="0"/>
              </a:spcAft>
              <a:buClrTx/>
              <a:buSzPct val="125000"/>
              <a:buFont typeface="Arial" panose="020B0604020202020204" pitchFamily="34" charset="0"/>
              <a:buChar char="•"/>
              <a:tabLst/>
              <a:defRPr/>
            </a:pPr>
            <a:r>
              <a:rPr kumimoji="0" lang="en-US" sz="900" b="0" i="0" u="none" strike="noStrike" kern="1200" cap="none" spc="0" normalizeH="0" baseline="0" noProof="0" dirty="0">
                <a:ln>
                  <a:noFill/>
                </a:ln>
                <a:solidFill>
                  <a:srgbClr val="000000"/>
                </a:solidFill>
                <a:effectLst/>
                <a:uLnTx/>
                <a:uFillTx/>
                <a:latin typeface="Ease SemiDisplay" panose="00000500000000000000" pitchFamily="2" charset="0"/>
                <a:ea typeface="Ease SemiDisplay" panose="00000500000000000000" pitchFamily="2" charset="0"/>
                <a:cs typeface="Calibri"/>
              </a:rPr>
              <a:t>Prompt engineering and tool implementation for securing high-quality responses without hallucinations and bias.</a:t>
            </a:r>
          </a:p>
          <a:p>
            <a:pPr marL="180000" marR="0" lvl="0" indent="-180000" algn="l" defTabSz="914400" rtl="0" eaLnBrk="1" fontAlgn="auto" latinLnBrk="0" hangingPunct="1">
              <a:lnSpc>
                <a:spcPct val="140000"/>
              </a:lnSpc>
              <a:spcBef>
                <a:spcPts val="0"/>
              </a:spcBef>
              <a:spcAft>
                <a:spcPts val="0"/>
              </a:spcAft>
              <a:buClrTx/>
              <a:buSzPct val="125000"/>
              <a:buFont typeface="Arial" panose="020B0604020202020204" pitchFamily="34" charset="0"/>
              <a:buChar char="•"/>
              <a:tabLst/>
              <a:defRPr/>
            </a:pPr>
            <a:r>
              <a:rPr kumimoji="0" lang="en-US" sz="900" b="0" i="0" u="none" strike="noStrike" kern="1200" cap="none" spc="0" normalizeH="0" baseline="0" noProof="0" dirty="0">
                <a:ln>
                  <a:noFill/>
                </a:ln>
                <a:solidFill>
                  <a:srgbClr val="000000"/>
                </a:solidFill>
                <a:effectLst/>
                <a:uLnTx/>
                <a:uFillTx/>
                <a:latin typeface="Ease SemiDisplay" panose="00000500000000000000" pitchFamily="2" charset="0"/>
                <a:ea typeface="Ease SemiDisplay" panose="00000500000000000000" pitchFamily="2" charset="0"/>
                <a:cs typeface="Calibri"/>
              </a:rPr>
              <a:t>Deployment with EKS in AWS</a:t>
            </a:r>
            <a:endParaRPr kumimoji="0" lang="en-GB" sz="900" b="0" i="0" u="none" strike="noStrike" kern="1200" cap="none" spc="0" normalizeH="0" baseline="0" noProof="0" dirty="0">
              <a:ln>
                <a:noFill/>
              </a:ln>
              <a:solidFill>
                <a:srgbClr val="000000"/>
              </a:solidFill>
              <a:effectLst/>
              <a:uLnTx/>
              <a:uFillTx/>
              <a:latin typeface="Ease SemiDisplay" panose="00000500000000000000" pitchFamily="2" charset="0"/>
              <a:ea typeface="Ease SemiDisplay" panose="00000500000000000000" pitchFamily="2" charset="0"/>
              <a:cs typeface="+mn-cs"/>
            </a:endParaRPr>
          </a:p>
        </p:txBody>
      </p:sp>
      <p:sp>
        <p:nvSpPr>
          <p:cNvPr id="34" name="Text Placeholder 6">
            <a:extLst>
              <a:ext uri="{FF2B5EF4-FFF2-40B4-BE49-F238E27FC236}">
                <a16:creationId xmlns:a16="http://schemas.microsoft.com/office/drawing/2014/main" id="{4D6BF28C-F7DA-4122-471C-3EFCCCC120FE}"/>
              </a:ext>
            </a:extLst>
          </p:cNvPr>
          <p:cNvSpPr txBox="1">
            <a:spLocks/>
          </p:cNvSpPr>
          <p:nvPr/>
        </p:nvSpPr>
        <p:spPr bwMode="gray">
          <a:xfrm>
            <a:off x="5978409" y="3381707"/>
            <a:ext cx="839463" cy="179465"/>
          </a:xfrm>
          <a:prstGeom prst="rect">
            <a:avLst/>
          </a:prstGeom>
        </p:spPr>
        <p:txBody>
          <a:bodyPr vert="horz" lIns="0" tIns="0" rIns="0" bIns="0" rtlCol="0">
            <a:noAutofit/>
          </a:bodyPr>
          <a:lstStyle>
            <a:lvl1pPr marL="180000" indent="-180000" algn="l" defTabSz="914400" rtl="0" eaLnBrk="1" latinLnBrk="0" hangingPunct="1">
              <a:lnSpc>
                <a:spcPct val="140000"/>
              </a:lnSpc>
              <a:spcBef>
                <a:spcPts val="0"/>
              </a:spcBef>
              <a:buSzPct val="125000"/>
              <a:buFont typeface="Ease Display" panose="00000500000000000000" pitchFamily="2" charset="0"/>
              <a:buChar char="→"/>
              <a:defRPr sz="900" kern="1200">
                <a:solidFill>
                  <a:schemeClr val="tx1"/>
                </a:solidFill>
                <a:latin typeface="Ease SemiDisplay" panose="00000500000000000000" pitchFamily="2" charset="0"/>
                <a:ea typeface="Ease SemiDisplay" panose="00000500000000000000" pitchFamily="2" charset="0"/>
                <a:cs typeface="+mn-cs"/>
              </a:defRPr>
            </a:lvl1pPr>
            <a:lvl2pPr marL="360000" indent="-180000" algn="l" defTabSz="914400" rtl="0" eaLnBrk="1" latinLnBrk="0" hangingPunct="1">
              <a:lnSpc>
                <a:spcPct val="140000"/>
              </a:lnSpc>
              <a:spcBef>
                <a:spcPts val="0"/>
              </a:spcBef>
              <a:buSzPct val="125000"/>
              <a:buFont typeface="Ease Display" panose="00000500000000000000" pitchFamily="2" charset="0"/>
              <a:buChar char="→"/>
              <a:defRPr sz="900" kern="1200" baseline="0">
                <a:solidFill>
                  <a:schemeClr val="tx1"/>
                </a:solidFill>
                <a:latin typeface="Ease SemiDisplay" panose="00000500000000000000" pitchFamily="2" charset="0"/>
                <a:ea typeface="Ease SemiDisplay" panose="00000500000000000000" pitchFamily="2" charset="0"/>
                <a:cs typeface="+mn-cs"/>
              </a:defRPr>
            </a:lvl2pPr>
            <a:lvl3pPr marL="540000" indent="-180000" algn="l" defTabSz="914400" rtl="0" eaLnBrk="1" latinLnBrk="0" hangingPunct="1">
              <a:lnSpc>
                <a:spcPct val="140000"/>
              </a:lnSpc>
              <a:spcBef>
                <a:spcPts val="0"/>
              </a:spcBef>
              <a:buSzPct val="125000"/>
              <a:buFont typeface="Ease Display" panose="00000500000000000000" pitchFamily="2" charset="0"/>
              <a:buChar char="→"/>
              <a:defRPr sz="900" kern="1200">
                <a:solidFill>
                  <a:schemeClr val="tx1"/>
                </a:solidFill>
                <a:latin typeface="Ease SemiDisplay" panose="00000500000000000000" pitchFamily="2" charset="0"/>
                <a:ea typeface="Ease SemiDisplay" panose="00000500000000000000" pitchFamily="2" charset="0"/>
                <a:cs typeface="+mn-cs"/>
              </a:defRPr>
            </a:lvl3pPr>
            <a:lvl4pPr marL="180000" indent="-180000" algn="l" defTabSz="914400" rtl="0" eaLnBrk="1" latinLnBrk="0" hangingPunct="1">
              <a:lnSpc>
                <a:spcPct val="140000"/>
              </a:lnSpc>
              <a:spcBef>
                <a:spcPts val="0"/>
              </a:spcBef>
              <a:buFont typeface="+mj-lt"/>
              <a:buAutoNum type="arabicPeriod"/>
              <a:defRPr sz="900" b="0" kern="1200">
                <a:solidFill>
                  <a:schemeClr val="tx1"/>
                </a:solidFill>
                <a:latin typeface="Ease SemiDisplay" panose="00000500000000000000" pitchFamily="2" charset="0"/>
                <a:ea typeface="Ease SemiDisplay" panose="00000500000000000000" pitchFamily="2" charset="0"/>
                <a:cs typeface="+mn-cs"/>
              </a:defRPr>
            </a:lvl4pPr>
            <a:lvl5pPr marL="360000" indent="-180000" algn="l" defTabSz="914400" rtl="0" eaLnBrk="1" latinLnBrk="0" hangingPunct="1">
              <a:lnSpc>
                <a:spcPct val="140000"/>
              </a:lnSpc>
              <a:spcBef>
                <a:spcPts val="0"/>
              </a:spcBef>
              <a:buFont typeface="+mj-lt"/>
              <a:buAutoNum type="arabicPeriod"/>
              <a:defRPr sz="900" kern="1200">
                <a:solidFill>
                  <a:schemeClr val="tx1"/>
                </a:solidFill>
                <a:latin typeface="Ease SemiDisplay" panose="00000500000000000000" pitchFamily="2" charset="0"/>
                <a:ea typeface="Ease SemiDisplay" panose="00000500000000000000" pitchFamily="2" charset="0"/>
                <a:cs typeface="+mn-cs"/>
              </a:defRPr>
            </a:lvl5pPr>
            <a:lvl6pPr marL="540000" indent="-180000" algn="l" defTabSz="914400" rtl="0" eaLnBrk="1" latinLnBrk="0" hangingPunct="1">
              <a:lnSpc>
                <a:spcPct val="140000"/>
              </a:lnSpc>
              <a:spcBef>
                <a:spcPts val="0"/>
              </a:spcBef>
              <a:buFont typeface="+mj-lt"/>
              <a:buAutoNum type="arabicPeriod"/>
              <a:defRPr sz="900" kern="1200">
                <a:solidFill>
                  <a:schemeClr val="tx1"/>
                </a:solidFill>
                <a:latin typeface="Ease SemiDisplay" panose="00000500000000000000" pitchFamily="2" charset="0"/>
                <a:ea typeface="Ease SemiDisplay" panose="00000500000000000000" pitchFamily="2" charset="0"/>
                <a:cs typeface="+mn-cs"/>
              </a:defRPr>
            </a:lvl6pPr>
            <a:lvl7pPr marL="0" indent="0" algn="l" defTabSz="914400" rtl="0" eaLnBrk="1" latinLnBrk="0" hangingPunct="1">
              <a:lnSpc>
                <a:spcPct val="140000"/>
              </a:lnSpc>
              <a:spcBef>
                <a:spcPts val="0"/>
              </a:spcBef>
              <a:buFont typeface="Arial" panose="020B0604020202020204" pitchFamily="34" charset="0"/>
              <a:buNone/>
              <a:defRPr sz="900" b="0" kern="1200">
                <a:solidFill>
                  <a:schemeClr val="tx1"/>
                </a:solidFill>
                <a:latin typeface="Ease SemiDisplay" panose="00000500000000000000" pitchFamily="2" charset="0"/>
                <a:ea typeface="Ease SemiDisplay" panose="00000500000000000000" pitchFamily="2" charset="0"/>
                <a:cs typeface="+mn-cs"/>
              </a:defRPr>
            </a:lvl7pPr>
            <a:lvl8pPr marL="0" indent="0" algn="l" defTabSz="914400" rtl="0" eaLnBrk="1" latinLnBrk="0" hangingPunct="1">
              <a:lnSpc>
                <a:spcPct val="85000"/>
              </a:lnSpc>
              <a:spcBef>
                <a:spcPts val="0"/>
              </a:spcBef>
              <a:buFont typeface="Arial" panose="020B0604020202020204" pitchFamily="34" charset="0"/>
              <a:buNone/>
              <a:defRPr sz="1500" b="0" kern="1200" spc="-150" baseline="0">
                <a:solidFill>
                  <a:schemeClr val="tx1"/>
                </a:solidFill>
                <a:latin typeface="Ease Display" panose="020B0604020202020204" charset="0"/>
                <a:ea typeface="Ease Display" panose="020B0604020202020204" charset="0"/>
                <a:cs typeface="+mn-cs"/>
              </a:defRPr>
            </a:lvl8pPr>
            <a:lvl9pPr marL="180000" indent="0" algn="l" defTabSz="914400" rtl="0" eaLnBrk="1" latinLnBrk="0" hangingPunct="1">
              <a:lnSpc>
                <a:spcPct val="140000"/>
              </a:lnSpc>
              <a:spcBef>
                <a:spcPts val="0"/>
              </a:spcBef>
              <a:buFont typeface="Arial" panose="020B0604020202020204" pitchFamily="34" charset="0"/>
              <a:buNone/>
              <a:defRPr sz="900" kern="1200">
                <a:solidFill>
                  <a:schemeClr val="tx1"/>
                </a:solidFill>
                <a:latin typeface="Ease SemiDisplay" panose="00000500000000000000" pitchFamily="2" charset="0"/>
                <a:ea typeface="Ease SemiDisplay" panose="00000500000000000000" pitchFamily="2" charset="0"/>
                <a:cs typeface="+mn-cs"/>
              </a:defRPr>
            </a:lvl9pPr>
          </a:lstStyle>
          <a:p>
            <a:pPr marL="0" marR="0" lvl="0" indent="0" algn="l" defTabSz="914400" rtl="0" eaLnBrk="1" fontAlgn="auto" latinLnBrk="0" hangingPunct="1">
              <a:lnSpc>
                <a:spcPct val="85000"/>
              </a:lnSpc>
              <a:spcBef>
                <a:spcPts val="0"/>
              </a:spcBef>
              <a:spcAft>
                <a:spcPts val="600"/>
              </a:spcAft>
              <a:buClrTx/>
              <a:buSzPct val="125000"/>
              <a:buFont typeface="Ease Display" panose="00000500000000000000" pitchFamily="2" charset="0"/>
              <a:buNone/>
              <a:tabLst/>
              <a:defRPr/>
            </a:pPr>
            <a:r>
              <a:rPr kumimoji="0" lang="en-GB" sz="1200" b="1" i="0" u="none" strike="noStrike" kern="1200" cap="none" spc="0" normalizeH="0" baseline="0" noProof="0" dirty="0">
                <a:ln>
                  <a:noFill/>
                </a:ln>
                <a:solidFill>
                  <a:srgbClr val="000000"/>
                </a:solidFill>
                <a:effectLst/>
                <a:uLnTx/>
                <a:uFillTx/>
                <a:latin typeface="Ease SemiDisplay Semibold" panose="00000500000000000000" pitchFamily="2" charset="0"/>
                <a:ea typeface="Ease SemiDisplay Semibold" panose="00000500000000000000" pitchFamily="2" charset="0"/>
                <a:cs typeface="+mn-cs"/>
              </a:rPr>
              <a:t>Outcome</a:t>
            </a:r>
          </a:p>
        </p:txBody>
      </p:sp>
      <p:sp>
        <p:nvSpPr>
          <p:cNvPr id="35" name="Text Placeholder 6" descr="decorative: Text Placeholder 6">
            <a:extLst>
              <a:ext uri="{FF2B5EF4-FFF2-40B4-BE49-F238E27FC236}">
                <a16:creationId xmlns:a16="http://schemas.microsoft.com/office/drawing/2014/main" id="{209E0A15-9A06-7789-5041-D33220FA0244}"/>
              </a:ext>
            </a:extLst>
          </p:cNvPr>
          <p:cNvSpPr txBox="1">
            <a:spLocks/>
          </p:cNvSpPr>
          <p:nvPr/>
        </p:nvSpPr>
        <p:spPr bwMode="gray">
          <a:xfrm>
            <a:off x="5978409" y="3694966"/>
            <a:ext cx="2029585" cy="2353690"/>
          </a:xfrm>
          <a:prstGeom prst="rect">
            <a:avLst/>
          </a:prstGeom>
        </p:spPr>
        <p:txBody>
          <a:bodyPr vert="horz" lIns="0" tIns="0" rIns="0" bIns="0" rtlCol="0">
            <a:noAutofit/>
          </a:bodyPr>
          <a:lstStyle>
            <a:lvl1pPr marL="180000" indent="-180000" algn="l" defTabSz="914400" rtl="0" eaLnBrk="1" latinLnBrk="0" hangingPunct="1">
              <a:lnSpc>
                <a:spcPct val="140000"/>
              </a:lnSpc>
              <a:spcBef>
                <a:spcPts val="0"/>
              </a:spcBef>
              <a:buSzPct val="125000"/>
              <a:buFont typeface="Ease Display" panose="00000500000000000000" pitchFamily="2" charset="0"/>
              <a:buChar char="→"/>
              <a:defRPr sz="900" kern="1200">
                <a:solidFill>
                  <a:schemeClr val="tx1"/>
                </a:solidFill>
                <a:latin typeface="Ease SemiDisplay" panose="00000500000000000000" pitchFamily="2" charset="0"/>
                <a:ea typeface="Ease SemiDisplay" panose="00000500000000000000" pitchFamily="2" charset="0"/>
                <a:cs typeface="+mn-cs"/>
              </a:defRPr>
            </a:lvl1pPr>
            <a:lvl2pPr marL="360000" indent="-180000" algn="l" defTabSz="914400" rtl="0" eaLnBrk="1" latinLnBrk="0" hangingPunct="1">
              <a:lnSpc>
                <a:spcPct val="140000"/>
              </a:lnSpc>
              <a:spcBef>
                <a:spcPts val="0"/>
              </a:spcBef>
              <a:buSzPct val="125000"/>
              <a:buFont typeface="Ease Display" panose="00000500000000000000" pitchFamily="2" charset="0"/>
              <a:buChar char="→"/>
              <a:defRPr sz="900" kern="1200" baseline="0">
                <a:solidFill>
                  <a:schemeClr val="tx1"/>
                </a:solidFill>
                <a:latin typeface="Ease SemiDisplay" panose="00000500000000000000" pitchFamily="2" charset="0"/>
                <a:ea typeface="Ease SemiDisplay" panose="00000500000000000000" pitchFamily="2" charset="0"/>
                <a:cs typeface="+mn-cs"/>
              </a:defRPr>
            </a:lvl2pPr>
            <a:lvl3pPr marL="540000" indent="-180000" algn="l" defTabSz="914400" rtl="0" eaLnBrk="1" latinLnBrk="0" hangingPunct="1">
              <a:lnSpc>
                <a:spcPct val="140000"/>
              </a:lnSpc>
              <a:spcBef>
                <a:spcPts val="0"/>
              </a:spcBef>
              <a:buSzPct val="125000"/>
              <a:buFont typeface="Ease Display" panose="00000500000000000000" pitchFamily="2" charset="0"/>
              <a:buChar char="→"/>
              <a:defRPr sz="900" kern="1200">
                <a:solidFill>
                  <a:schemeClr val="tx1"/>
                </a:solidFill>
                <a:latin typeface="Ease SemiDisplay" panose="00000500000000000000" pitchFamily="2" charset="0"/>
                <a:ea typeface="Ease SemiDisplay" panose="00000500000000000000" pitchFamily="2" charset="0"/>
                <a:cs typeface="+mn-cs"/>
              </a:defRPr>
            </a:lvl3pPr>
            <a:lvl4pPr marL="180000" indent="-180000" algn="l" defTabSz="914400" rtl="0" eaLnBrk="1" latinLnBrk="0" hangingPunct="1">
              <a:lnSpc>
                <a:spcPct val="140000"/>
              </a:lnSpc>
              <a:spcBef>
                <a:spcPts val="0"/>
              </a:spcBef>
              <a:buFont typeface="+mj-lt"/>
              <a:buAutoNum type="arabicPeriod"/>
              <a:defRPr sz="900" b="0" kern="1200">
                <a:solidFill>
                  <a:schemeClr val="tx1"/>
                </a:solidFill>
                <a:latin typeface="Ease SemiDisplay" panose="00000500000000000000" pitchFamily="2" charset="0"/>
                <a:ea typeface="Ease SemiDisplay" panose="00000500000000000000" pitchFamily="2" charset="0"/>
                <a:cs typeface="+mn-cs"/>
              </a:defRPr>
            </a:lvl4pPr>
            <a:lvl5pPr marL="360000" indent="-180000" algn="l" defTabSz="914400" rtl="0" eaLnBrk="1" latinLnBrk="0" hangingPunct="1">
              <a:lnSpc>
                <a:spcPct val="140000"/>
              </a:lnSpc>
              <a:spcBef>
                <a:spcPts val="0"/>
              </a:spcBef>
              <a:buFont typeface="+mj-lt"/>
              <a:buAutoNum type="arabicPeriod"/>
              <a:defRPr sz="900" kern="1200">
                <a:solidFill>
                  <a:schemeClr val="tx1"/>
                </a:solidFill>
                <a:latin typeface="Ease SemiDisplay" panose="00000500000000000000" pitchFamily="2" charset="0"/>
                <a:ea typeface="Ease SemiDisplay" panose="00000500000000000000" pitchFamily="2" charset="0"/>
                <a:cs typeface="+mn-cs"/>
              </a:defRPr>
            </a:lvl5pPr>
            <a:lvl6pPr marL="540000" indent="-180000" algn="l" defTabSz="914400" rtl="0" eaLnBrk="1" latinLnBrk="0" hangingPunct="1">
              <a:lnSpc>
                <a:spcPct val="140000"/>
              </a:lnSpc>
              <a:spcBef>
                <a:spcPts val="0"/>
              </a:spcBef>
              <a:buFont typeface="+mj-lt"/>
              <a:buAutoNum type="arabicPeriod"/>
              <a:defRPr sz="900" kern="1200">
                <a:solidFill>
                  <a:schemeClr val="tx1"/>
                </a:solidFill>
                <a:latin typeface="Ease SemiDisplay" panose="00000500000000000000" pitchFamily="2" charset="0"/>
                <a:ea typeface="Ease SemiDisplay" panose="00000500000000000000" pitchFamily="2" charset="0"/>
                <a:cs typeface="+mn-cs"/>
              </a:defRPr>
            </a:lvl6pPr>
            <a:lvl7pPr marL="0" indent="0" algn="l" defTabSz="914400" rtl="0" eaLnBrk="1" latinLnBrk="0" hangingPunct="1">
              <a:lnSpc>
                <a:spcPct val="140000"/>
              </a:lnSpc>
              <a:spcBef>
                <a:spcPts val="0"/>
              </a:spcBef>
              <a:buFont typeface="Arial" panose="020B0604020202020204" pitchFamily="34" charset="0"/>
              <a:buNone/>
              <a:defRPr sz="900" b="0" kern="1200">
                <a:solidFill>
                  <a:schemeClr val="tx1"/>
                </a:solidFill>
                <a:latin typeface="Ease SemiDisplay" panose="00000500000000000000" pitchFamily="2" charset="0"/>
                <a:ea typeface="Ease SemiDisplay" panose="00000500000000000000" pitchFamily="2" charset="0"/>
                <a:cs typeface="+mn-cs"/>
              </a:defRPr>
            </a:lvl7pPr>
            <a:lvl8pPr marL="0" indent="0" algn="l" defTabSz="914400" rtl="0" eaLnBrk="1" latinLnBrk="0" hangingPunct="1">
              <a:lnSpc>
                <a:spcPct val="85000"/>
              </a:lnSpc>
              <a:spcBef>
                <a:spcPts val="0"/>
              </a:spcBef>
              <a:buFont typeface="Arial" panose="020B0604020202020204" pitchFamily="34" charset="0"/>
              <a:buNone/>
              <a:defRPr sz="1500" b="0" kern="1200" spc="-150" baseline="0">
                <a:solidFill>
                  <a:schemeClr val="tx1"/>
                </a:solidFill>
                <a:latin typeface="Ease Display" panose="020B0604020202020204" charset="0"/>
                <a:ea typeface="Ease Display" panose="020B0604020202020204" charset="0"/>
                <a:cs typeface="+mn-cs"/>
              </a:defRPr>
            </a:lvl8pPr>
            <a:lvl9pPr marL="180000" indent="0" algn="l" defTabSz="914400" rtl="0" eaLnBrk="1" latinLnBrk="0" hangingPunct="1">
              <a:lnSpc>
                <a:spcPct val="140000"/>
              </a:lnSpc>
              <a:spcBef>
                <a:spcPts val="0"/>
              </a:spcBef>
              <a:buFont typeface="Arial" panose="020B0604020202020204" pitchFamily="34" charset="0"/>
              <a:buNone/>
              <a:defRPr sz="900" kern="1200">
                <a:solidFill>
                  <a:schemeClr val="tx1"/>
                </a:solidFill>
                <a:latin typeface="Ease SemiDisplay" panose="00000500000000000000" pitchFamily="2" charset="0"/>
                <a:ea typeface="Ease SemiDisplay" panose="00000500000000000000" pitchFamily="2" charset="0"/>
                <a:cs typeface="+mn-cs"/>
              </a:defRPr>
            </a:lvl9pPr>
          </a:lstStyle>
          <a:p>
            <a:pPr marL="180000" marR="0" lvl="0" indent="-180000" algn="l" defTabSz="914400" rtl="0" eaLnBrk="1" fontAlgn="auto" latinLnBrk="0" hangingPunct="1">
              <a:lnSpc>
                <a:spcPct val="140000"/>
              </a:lnSpc>
              <a:spcBef>
                <a:spcPts val="0"/>
              </a:spcBef>
              <a:spcAft>
                <a:spcPts val="0"/>
              </a:spcAft>
              <a:buClrTx/>
              <a:buSzPct val="125000"/>
              <a:buFont typeface="Arial" panose="020B0604020202020204" pitchFamily="34" charset="0"/>
              <a:buChar char="•"/>
              <a:tabLst/>
              <a:defRPr/>
            </a:pPr>
            <a:r>
              <a:rPr kumimoji="0" lang="en-US" sz="900" b="0" i="0" u="none" strike="noStrike" kern="1200" cap="none" spc="0" normalizeH="0" baseline="0" noProof="0" dirty="0">
                <a:ln>
                  <a:noFill/>
                </a:ln>
                <a:solidFill>
                  <a:srgbClr val="000000"/>
                </a:solidFill>
                <a:effectLst/>
                <a:uLnTx/>
                <a:uFillTx/>
                <a:latin typeface="Ease SemiDisplay" panose="00000500000000000000" pitchFamily="2" charset="0"/>
                <a:ea typeface="Ease SemiDisplay" panose="00000500000000000000" pitchFamily="2" charset="0"/>
                <a:cs typeface="+mn-cs"/>
              </a:rPr>
              <a:t>The ongoing efforts aim to result in the successful development of a workflow that services the various data science profiles in R&amp;ED.</a:t>
            </a:r>
            <a:endParaRPr kumimoji="0" lang="en-GB" sz="900" b="0" i="0" u="none" strike="noStrike" kern="1200" cap="none" spc="0" normalizeH="0" baseline="0" noProof="0" dirty="0">
              <a:ln>
                <a:noFill/>
              </a:ln>
              <a:solidFill>
                <a:srgbClr val="000000"/>
              </a:solidFill>
              <a:effectLst/>
              <a:uLnTx/>
              <a:uFillTx/>
              <a:latin typeface="Ease SemiDisplay" panose="00000500000000000000" pitchFamily="2" charset="0"/>
              <a:ea typeface="Ease SemiDisplay" panose="00000500000000000000" pitchFamily="2" charset="0"/>
              <a:cs typeface="+mn-cs"/>
            </a:endParaRPr>
          </a:p>
          <a:p>
            <a:pPr marL="180000" marR="0" lvl="0" indent="-180000" algn="l" defTabSz="914400" rtl="0" eaLnBrk="1" fontAlgn="auto" latinLnBrk="0" hangingPunct="1">
              <a:lnSpc>
                <a:spcPct val="140000"/>
              </a:lnSpc>
              <a:spcBef>
                <a:spcPts val="0"/>
              </a:spcBef>
              <a:spcAft>
                <a:spcPts val="0"/>
              </a:spcAft>
              <a:buClrTx/>
              <a:buSzPct val="125000"/>
              <a:buFont typeface="Arial" panose="020B0604020202020204" pitchFamily="34" charset="0"/>
              <a:buChar char="•"/>
              <a:tabLst/>
              <a:defRPr/>
            </a:pPr>
            <a:r>
              <a:rPr kumimoji="0" lang="en-US" sz="900" b="0" i="0" u="none" strike="noStrike" kern="1200" cap="none" spc="0" normalizeH="0" baseline="0" noProof="0" dirty="0">
                <a:ln>
                  <a:noFill/>
                </a:ln>
                <a:solidFill>
                  <a:srgbClr val="000000"/>
                </a:solidFill>
                <a:effectLst/>
                <a:uLnTx/>
                <a:uFillTx/>
                <a:latin typeface="Ease SemiDisplay" panose="00000500000000000000" pitchFamily="2" charset="0"/>
                <a:ea typeface="Ease SemiDisplay" panose="00000500000000000000" pitchFamily="2" charset="0"/>
                <a:cs typeface="+mn-cs"/>
              </a:rPr>
              <a:t>As part of this goal, we will achieve improved technical skills, end-user understanding, creative solutions, and value delivered through answers to desired questions.</a:t>
            </a:r>
          </a:p>
        </p:txBody>
      </p:sp>
      <p:cxnSp>
        <p:nvCxnSpPr>
          <p:cNvPr id="36" name="Straight Connector 35">
            <a:extLst>
              <a:ext uri="{FF2B5EF4-FFF2-40B4-BE49-F238E27FC236}">
                <a16:creationId xmlns:a16="http://schemas.microsoft.com/office/drawing/2014/main" id="{776EFD04-1F0B-08F9-6051-D2502E6D72CF}"/>
              </a:ext>
            </a:extLst>
          </p:cNvPr>
          <p:cNvCxnSpPr/>
          <p:nvPr/>
        </p:nvCxnSpPr>
        <p:spPr>
          <a:xfrm>
            <a:off x="2883927" y="3761671"/>
            <a:ext cx="0" cy="206943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7F955E8F-D4C0-6902-6C8B-49B7AEE866D3}"/>
              </a:ext>
            </a:extLst>
          </p:cNvPr>
          <p:cNvCxnSpPr/>
          <p:nvPr/>
        </p:nvCxnSpPr>
        <p:spPr>
          <a:xfrm>
            <a:off x="5667232" y="3761671"/>
            <a:ext cx="0" cy="2005264"/>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49636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863B9-8368-C152-44A2-F5D08A78B47D}"/>
            </a:ext>
          </a:extLst>
        </p:cNvPr>
        <p:cNvGrpSpPr/>
        <p:nvPr/>
      </p:nvGrpSpPr>
      <p:grpSpPr>
        <a:xfrm>
          <a:off x="0" y="0"/>
          <a:ext cx="0" cy="0"/>
          <a:chOff x="0" y="0"/>
          <a:chExt cx="0" cy="0"/>
        </a:xfrm>
      </p:grpSpPr>
      <p:graphicFrame>
        <p:nvGraphicFramePr>
          <p:cNvPr id="36" name="think-cell data - do not delete" hidden="1">
            <a:extLst>
              <a:ext uri="{FF2B5EF4-FFF2-40B4-BE49-F238E27FC236}">
                <a16:creationId xmlns:a16="http://schemas.microsoft.com/office/drawing/2014/main" id="{E4C9C8D0-2E19-15A3-2123-43489D7DFF13}"/>
              </a:ext>
            </a:extLst>
          </p:cNvPr>
          <p:cNvGraphicFramePr>
            <a:graphicFrameLocks/>
          </p:cNvGraphicFramePr>
          <p:nvPr>
            <p:custDataLst>
              <p:tags r:id="rId2"/>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2" imgW="7772400" imgH="10058400" progId="TCLayout.ActiveDocument.1">
                  <p:embed/>
                </p:oleObj>
              </mc:Choice>
              <mc:Fallback>
                <p:oleObj name="think-cell Slide" r:id="rId12" imgW="7772400" imgH="10058400" progId="TCLayout.ActiveDocument.1">
                  <p:embed/>
                  <p:pic>
                    <p:nvPicPr>
                      <p:cNvPr id="36" name="think-cell data - do not delete" hidden="1">
                        <a:extLst>
                          <a:ext uri="{FF2B5EF4-FFF2-40B4-BE49-F238E27FC236}">
                            <a16:creationId xmlns:a16="http://schemas.microsoft.com/office/drawing/2014/main" id="{E4C9C8D0-2E19-15A3-2123-43489D7DFF13}"/>
                          </a:ext>
                        </a:extLst>
                      </p:cNvPr>
                      <p:cNvPicPr/>
                      <p:nvPr/>
                    </p:nvPicPr>
                    <p:blipFill>
                      <a:blip r:embed="rId13"/>
                      <a:stretch>
                        <a:fillRect/>
                      </a:stretch>
                    </p:blipFill>
                    <p:spPr>
                      <a:xfrm>
                        <a:off x="1588" y="1588"/>
                        <a:ext cx="1227" cy="1588"/>
                      </a:xfrm>
                      <a:prstGeom prst="rect">
                        <a:avLst/>
                      </a:prstGeom>
                    </p:spPr>
                  </p:pic>
                </p:oleObj>
              </mc:Fallback>
            </mc:AlternateContent>
          </a:graphicData>
        </a:graphic>
      </p:graphicFrame>
      <p:sp>
        <p:nvSpPr>
          <p:cNvPr id="10" name="Picture Placeholder 18">
            <a:extLst>
              <a:ext uri="{FF2B5EF4-FFF2-40B4-BE49-F238E27FC236}">
                <a16:creationId xmlns:a16="http://schemas.microsoft.com/office/drawing/2014/main" id="{E4DEC07E-7D60-5E37-1956-B9763356B9E4}"/>
              </a:ext>
            </a:extLst>
          </p:cNvPr>
          <p:cNvSpPr>
            <a:spLocks noGrp="1"/>
          </p:cNvSpPr>
          <p:nvPr>
            <p:ph type="pic" sz="quarter" idx="11"/>
          </p:nvPr>
        </p:nvSpPr>
        <p:spPr>
          <a:xfrm>
            <a:off x="8600854" y="0"/>
            <a:ext cx="3610196" cy="6858000"/>
          </a:xfrm>
          <a:solidFill>
            <a:schemeClr val="accent3">
              <a:lumMod val="20000"/>
              <a:lumOff val="80000"/>
            </a:schemeClr>
          </a:solidFill>
        </p:spPr>
        <p:txBody>
          <a:bodyPr/>
          <a:lstStyle/>
          <a:p>
            <a:pPr marL="0" indent="0">
              <a:buNone/>
            </a:pPr>
            <a:r>
              <a:rPr lang="en-DK"/>
              <a:t> </a:t>
            </a:r>
          </a:p>
        </p:txBody>
      </p:sp>
      <p:sp>
        <p:nvSpPr>
          <p:cNvPr id="11" name="Oval 10">
            <a:extLst>
              <a:ext uri="{FF2B5EF4-FFF2-40B4-BE49-F238E27FC236}">
                <a16:creationId xmlns:a16="http://schemas.microsoft.com/office/drawing/2014/main" id="{C517C633-EF28-12C2-B953-05615AC37284}"/>
              </a:ext>
            </a:extLst>
          </p:cNvPr>
          <p:cNvSpPr>
            <a:spLocks noChangeAspect="1"/>
          </p:cNvSpPr>
          <p:nvPr/>
        </p:nvSpPr>
        <p:spPr bwMode="gray">
          <a:xfrm>
            <a:off x="8134381" y="298563"/>
            <a:ext cx="900000" cy="900000"/>
          </a:xfrm>
          <a:prstGeom prst="ellipse">
            <a:avLst/>
          </a:prstGeom>
          <a:solidFill>
            <a:schemeClr val="accent3"/>
          </a:solidFill>
        </p:spPr>
        <p:txBody>
          <a:bodyPr vert="horz" lIns="90000" tIns="46800" rIns="90000" bIns="4680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6000" marR="0" lvl="0" indent="-216000" algn="l" defTabSz="914400" rtl="0" eaLnBrk="1" fontAlgn="auto" latinLnBrk="0" hangingPunct="1">
              <a:lnSpc>
                <a:spcPct val="100000"/>
              </a:lnSpc>
              <a:spcBef>
                <a:spcPts val="600"/>
              </a:spcBef>
              <a:spcAft>
                <a:spcPct val="0"/>
              </a:spcAft>
              <a:buClrTx/>
              <a:buSzTx/>
              <a:buFont typeface="Arial" panose="020B0604020202020204" pitchFamily="34" charset="0"/>
              <a:buChar char="•"/>
              <a:tabLst/>
              <a:defRPr/>
            </a:pPr>
            <a:endParaRPr kumimoji="0" lang="en-GB" sz="1200" b="0" i="0" u="none" strike="noStrike" kern="1200" cap="none" spc="0" normalizeH="0" baseline="0" noProof="0">
              <a:ln>
                <a:noFill/>
              </a:ln>
              <a:solidFill>
                <a:schemeClr val="bg2"/>
              </a:solidFill>
              <a:effectLst/>
              <a:uLnTx/>
              <a:uFillTx/>
              <a:latin typeface="Calibri Light"/>
              <a:ea typeface="+mn-ea"/>
              <a:cs typeface="Arial"/>
            </a:endParaRPr>
          </a:p>
        </p:txBody>
      </p:sp>
      <p:sp>
        <p:nvSpPr>
          <p:cNvPr id="3" name="Title 2">
            <a:extLst>
              <a:ext uri="{FF2B5EF4-FFF2-40B4-BE49-F238E27FC236}">
                <a16:creationId xmlns:a16="http://schemas.microsoft.com/office/drawing/2014/main" id="{AC49DB52-05F6-E8F4-F7AF-6FA1B0CAB0B8}"/>
              </a:ext>
            </a:extLst>
          </p:cNvPr>
          <p:cNvSpPr>
            <a:spLocks noGrp="1"/>
          </p:cNvSpPr>
          <p:nvPr>
            <p:ph type="title"/>
          </p:nvPr>
        </p:nvSpPr>
        <p:spPr/>
        <p:txBody>
          <a:bodyPr vert="horz"/>
          <a:lstStyle/>
          <a:p>
            <a:r>
              <a:rPr lang="en-GB" b="1" dirty="0" err="1"/>
              <a:t>Novonesis</a:t>
            </a:r>
            <a:r>
              <a:rPr lang="en-GB" dirty="0"/>
              <a:t>: Turning patent data into human‑health competitor intelligence</a:t>
            </a:r>
            <a:endParaRPr lang="en-GB" noProof="0" dirty="0">
              <a:cs typeface="Calibri"/>
            </a:endParaRPr>
          </a:p>
        </p:txBody>
      </p:sp>
      <p:sp>
        <p:nvSpPr>
          <p:cNvPr id="6" name="Text Placeholder 5">
            <a:extLst>
              <a:ext uri="{FF2B5EF4-FFF2-40B4-BE49-F238E27FC236}">
                <a16:creationId xmlns:a16="http://schemas.microsoft.com/office/drawing/2014/main" id="{8C3F8D5F-F18D-2971-9BCB-DA255F389B59}"/>
              </a:ext>
            </a:extLst>
          </p:cNvPr>
          <p:cNvSpPr>
            <a:spLocks noGrp="1"/>
          </p:cNvSpPr>
          <p:nvPr>
            <p:ph type="body" sz="quarter" idx="13"/>
          </p:nvPr>
        </p:nvSpPr>
        <p:spPr>
          <a:xfrm>
            <a:off x="385109" y="1557337"/>
            <a:ext cx="7485260" cy="1800225"/>
          </a:xfrm>
        </p:spPr>
        <p:txBody>
          <a:bodyPr vert="horz" lIns="0" tIns="0" rIns="0" bIns="0" rtlCol="0" anchor="t">
            <a:noAutofit/>
          </a:bodyPr>
          <a:lstStyle/>
          <a:p>
            <a:pPr marL="0" indent="0">
              <a:buNone/>
            </a:pPr>
            <a:r>
              <a:rPr lang="en-GB" dirty="0" err="1">
                <a:solidFill>
                  <a:srgbClr val="000000"/>
                </a:solidFill>
                <a:cs typeface="Calibri"/>
              </a:rPr>
              <a:t>Novonesis</a:t>
            </a:r>
            <a:r>
              <a:rPr lang="en-GB" dirty="0">
                <a:solidFill>
                  <a:srgbClr val="000000"/>
                </a:solidFill>
                <a:cs typeface="Calibri"/>
              </a:rPr>
              <a:t>, a global </a:t>
            </a:r>
            <a:r>
              <a:rPr lang="en-GB" dirty="0" err="1">
                <a:solidFill>
                  <a:srgbClr val="000000"/>
                </a:solidFill>
                <a:cs typeface="Calibri"/>
              </a:rPr>
              <a:t>biosolutions</a:t>
            </a:r>
            <a:r>
              <a:rPr lang="en-GB" dirty="0">
                <a:solidFill>
                  <a:srgbClr val="000000"/>
                </a:solidFill>
                <a:cs typeface="Calibri"/>
              </a:rPr>
              <a:t> company, partnered with ADC to turn large patent collections into a reusable, analysis‑ready competitor‑intelligence asset. Because private companies rarely reveal their strategy, </a:t>
            </a:r>
            <a:r>
              <a:rPr lang="en-GB" dirty="0" err="1">
                <a:solidFill>
                  <a:srgbClr val="000000"/>
                </a:solidFill>
                <a:cs typeface="Calibri"/>
              </a:rPr>
              <a:t>Novonesis</a:t>
            </a:r>
            <a:r>
              <a:rPr lang="en-GB" dirty="0">
                <a:solidFill>
                  <a:srgbClr val="000000"/>
                </a:solidFill>
                <a:cs typeface="Calibri"/>
              </a:rPr>
              <a:t> needed patent‑based signals showing where rivals invest in markets and technologies. ADC built a custom agent system and co‑designed the analysis with </a:t>
            </a:r>
            <a:r>
              <a:rPr lang="en-GB" dirty="0" err="1">
                <a:solidFill>
                  <a:srgbClr val="000000"/>
                </a:solidFill>
                <a:cs typeface="Calibri"/>
              </a:rPr>
              <a:t>Novonesis</a:t>
            </a:r>
            <a:r>
              <a:rPr lang="en-GB" dirty="0">
                <a:solidFill>
                  <a:srgbClr val="000000"/>
                </a:solidFill>
                <a:cs typeface="Calibri"/>
              </a:rPr>
              <a:t> to extract detailed attributes such as ingredient types, health areas, mechanisms of action, delivery modes, and target populations. This gave </a:t>
            </a:r>
            <a:r>
              <a:rPr lang="en-GB" dirty="0" err="1">
                <a:solidFill>
                  <a:srgbClr val="000000"/>
                </a:solidFill>
                <a:cs typeface="Calibri"/>
              </a:rPr>
              <a:t>Novonesis</a:t>
            </a:r>
            <a:r>
              <a:rPr lang="en-GB" dirty="0">
                <a:solidFill>
                  <a:srgbClr val="000000"/>
                </a:solidFill>
                <a:cs typeface="Calibri"/>
              </a:rPr>
              <a:t> a repeatable way to see where competitors are investing in human‑health technologies long before products reach the market, and the same agent approach has since been extended to other unstructured data, from invoices to legacy trial data.</a:t>
            </a:r>
          </a:p>
        </p:txBody>
      </p:sp>
      <p:sp>
        <p:nvSpPr>
          <p:cNvPr id="7" name="Text Placeholder 6">
            <a:extLst>
              <a:ext uri="{FF2B5EF4-FFF2-40B4-BE49-F238E27FC236}">
                <a16:creationId xmlns:a16="http://schemas.microsoft.com/office/drawing/2014/main" id="{BB8D770C-E053-CF9C-73FF-BDE15D57C83E}"/>
              </a:ext>
            </a:extLst>
          </p:cNvPr>
          <p:cNvSpPr>
            <a:spLocks noGrp="1"/>
          </p:cNvSpPr>
          <p:nvPr>
            <p:ph type="body" sz="quarter" idx="14"/>
          </p:nvPr>
        </p:nvSpPr>
        <p:spPr>
          <a:xfrm>
            <a:off x="385763" y="3357563"/>
            <a:ext cx="2178342" cy="3198283"/>
          </a:xfrm>
        </p:spPr>
        <p:txBody>
          <a:bodyPr/>
          <a:lstStyle/>
          <a:p>
            <a:pPr marL="0" indent="0">
              <a:spcAft>
                <a:spcPts val="600"/>
              </a:spcAft>
              <a:buNone/>
            </a:pPr>
            <a:r>
              <a:rPr lang="en-GB" b="1" noProof="0" dirty="0">
                <a:latin typeface="+mj-lt"/>
              </a:rPr>
              <a:t>Challenge</a:t>
            </a:r>
            <a:endParaRPr lang="en-GB" noProof="0" dirty="0"/>
          </a:p>
          <a:p>
            <a:pPr>
              <a:buFont typeface="Arial" panose="020B0604020202020204" pitchFamily="34" charset="0"/>
              <a:buChar char="•"/>
            </a:pPr>
            <a:r>
              <a:rPr lang="en-GB" dirty="0">
                <a:solidFill>
                  <a:srgbClr val="000000"/>
                </a:solidFill>
                <a:cs typeface="Calibri"/>
              </a:rPr>
              <a:t>Patent data contained rich competitor signals but were too complex to  extract specific indications, strains, and mechanisms of action using traditional NLP and statistics techniques.</a:t>
            </a:r>
          </a:p>
          <a:p>
            <a:pPr>
              <a:buFont typeface="Arial" panose="020B0604020202020204" pitchFamily="34" charset="0"/>
              <a:buChar char="•"/>
            </a:pPr>
            <a:r>
              <a:rPr lang="en-GB" dirty="0">
                <a:solidFill>
                  <a:srgbClr val="000000"/>
                </a:solidFill>
                <a:cs typeface="Calibri"/>
              </a:rPr>
              <a:t>Manual expert reviews only covered a fraction of filings, and did not scale to the thousands of patents needed</a:t>
            </a:r>
          </a:p>
          <a:p>
            <a:pPr>
              <a:buFont typeface="Arial" panose="020B0604020202020204" pitchFamily="34" charset="0"/>
              <a:buChar char="•"/>
            </a:pPr>
            <a:r>
              <a:rPr lang="en-GB" dirty="0">
                <a:solidFill>
                  <a:srgbClr val="000000"/>
                </a:solidFill>
                <a:cs typeface="Calibri"/>
              </a:rPr>
              <a:t>No scalable way existed to isolate the subset of patents relevant to the human health business from broader portfolios.</a:t>
            </a:r>
          </a:p>
          <a:p>
            <a:endParaRPr lang="en-GB" sz="1100" noProof="0" dirty="0"/>
          </a:p>
        </p:txBody>
      </p:sp>
      <p:sp>
        <p:nvSpPr>
          <p:cNvPr id="8" name="Text Placeholder 7">
            <a:extLst>
              <a:ext uri="{FF2B5EF4-FFF2-40B4-BE49-F238E27FC236}">
                <a16:creationId xmlns:a16="http://schemas.microsoft.com/office/drawing/2014/main" id="{9A3A1BB6-0A51-743F-8DB8-B2788FD8A72C}"/>
              </a:ext>
            </a:extLst>
          </p:cNvPr>
          <p:cNvSpPr>
            <a:spLocks noGrp="1"/>
          </p:cNvSpPr>
          <p:nvPr>
            <p:ph type="body" sz="quarter" idx="15"/>
          </p:nvPr>
        </p:nvSpPr>
        <p:spPr>
          <a:xfrm>
            <a:off x="3043088" y="3357563"/>
            <a:ext cx="2220675" cy="3308350"/>
          </a:xfrm>
        </p:spPr>
        <p:txBody>
          <a:bodyPr/>
          <a:lstStyle/>
          <a:p>
            <a:pPr marL="0" indent="0">
              <a:spcAft>
                <a:spcPts val="600"/>
              </a:spcAft>
              <a:buNone/>
            </a:pPr>
            <a:r>
              <a:rPr lang="en-GB" b="1" noProof="0" dirty="0">
                <a:latin typeface="+mj-lt"/>
              </a:rPr>
              <a:t>Solution</a:t>
            </a:r>
          </a:p>
          <a:p>
            <a:pPr>
              <a:buFont typeface="Arial" panose="020B0604020202020204" pitchFamily="34" charset="0"/>
              <a:buChar char="•"/>
            </a:pPr>
            <a:r>
              <a:rPr lang="en-GB" dirty="0">
                <a:solidFill>
                  <a:srgbClr val="000000"/>
                </a:solidFill>
                <a:cs typeface="Calibri"/>
              </a:rPr>
              <a:t>Used agents and metadata filters to narrow a large patents to a focused, human‑health-relevant short‑list.</a:t>
            </a:r>
          </a:p>
          <a:p>
            <a:pPr>
              <a:buFont typeface="Arial" panose="020B0604020202020204" pitchFamily="34" charset="0"/>
              <a:buChar char="•"/>
            </a:pPr>
            <a:r>
              <a:rPr lang="en-GB" dirty="0">
                <a:solidFill>
                  <a:srgbClr val="000000"/>
                </a:solidFill>
                <a:cs typeface="Calibri"/>
              </a:rPr>
              <a:t>Extracted structured attributes (e.g. strain, health area, region, mechanism of action, target population, etc.) for each patent into an analysis‑ready dataset.</a:t>
            </a:r>
          </a:p>
          <a:p>
            <a:pPr>
              <a:buFont typeface="Arial" panose="020B0604020202020204" pitchFamily="34" charset="0"/>
              <a:buChar char="•"/>
            </a:pPr>
            <a:r>
              <a:rPr lang="en-GB" dirty="0">
                <a:solidFill>
                  <a:srgbClr val="000000"/>
                </a:solidFill>
                <a:cs typeface="Calibri"/>
              </a:rPr>
              <a:t>Co‑designed a custom analysis plan and Excel delivery so business users can self‑serve insights.</a:t>
            </a:r>
          </a:p>
          <a:p>
            <a:endParaRPr lang="en-GB" sz="1100" noProof="0" dirty="0"/>
          </a:p>
        </p:txBody>
      </p:sp>
      <p:sp>
        <p:nvSpPr>
          <p:cNvPr id="9" name="Text Placeholder 8">
            <a:extLst>
              <a:ext uri="{FF2B5EF4-FFF2-40B4-BE49-F238E27FC236}">
                <a16:creationId xmlns:a16="http://schemas.microsoft.com/office/drawing/2014/main" id="{BF9FD884-EA62-D66D-532C-AABEF82117C3}"/>
              </a:ext>
            </a:extLst>
          </p:cNvPr>
          <p:cNvSpPr>
            <a:spLocks noGrp="1"/>
          </p:cNvSpPr>
          <p:nvPr>
            <p:ph type="body" sz="quarter" idx="16"/>
          </p:nvPr>
        </p:nvSpPr>
        <p:spPr>
          <a:xfrm>
            <a:off x="5705249" y="3357564"/>
            <a:ext cx="2339294" cy="2749550"/>
          </a:xfrm>
        </p:spPr>
        <p:txBody>
          <a:bodyPr/>
          <a:lstStyle/>
          <a:p>
            <a:pPr marL="0" indent="0">
              <a:spcAft>
                <a:spcPts val="600"/>
              </a:spcAft>
              <a:buNone/>
            </a:pPr>
            <a:r>
              <a:rPr lang="en-GB" b="1" noProof="0" dirty="0">
                <a:latin typeface="+mj-lt"/>
              </a:rPr>
              <a:t>Outcome</a:t>
            </a:r>
          </a:p>
          <a:p>
            <a:pPr>
              <a:buFont typeface="Arial" panose="020B0604020202020204" pitchFamily="34" charset="0"/>
              <a:buChar char="•"/>
            </a:pPr>
            <a:r>
              <a:rPr lang="en-GB" dirty="0">
                <a:solidFill>
                  <a:srgbClr val="000000"/>
                </a:solidFill>
                <a:cs typeface="Calibri"/>
              </a:rPr>
              <a:t>We delivered a structured overview of competitors’ thematic focus across health areas and technologies.</a:t>
            </a:r>
          </a:p>
          <a:p>
            <a:pPr>
              <a:buFont typeface="Arial" panose="020B0604020202020204" pitchFamily="34" charset="0"/>
              <a:buChar char="•"/>
            </a:pPr>
            <a:r>
              <a:rPr lang="en-GB" dirty="0">
                <a:solidFill>
                  <a:srgbClr val="000000"/>
                </a:solidFill>
                <a:cs typeface="Calibri"/>
              </a:rPr>
              <a:t>Surfaced early signals of new competitive moves and market entries that can be tracked over time.</a:t>
            </a:r>
          </a:p>
          <a:p>
            <a:pPr>
              <a:buFont typeface="Arial" panose="020B0604020202020204" pitchFamily="34" charset="0"/>
              <a:buChar char="•"/>
            </a:pPr>
            <a:r>
              <a:rPr lang="en-GB" dirty="0">
                <a:solidFill>
                  <a:srgbClr val="000000"/>
                </a:solidFill>
                <a:cs typeface="Calibri"/>
              </a:rPr>
              <a:t>Strengthened the evidence base for portfolio, R&amp;D, and commercial strategy decisions.</a:t>
            </a:r>
          </a:p>
          <a:p>
            <a:pPr>
              <a:buFont typeface="Arial" panose="020B0604020202020204" pitchFamily="34" charset="0"/>
              <a:buChar char="•"/>
            </a:pPr>
            <a:r>
              <a:rPr lang="en-GB" dirty="0">
                <a:solidFill>
                  <a:srgbClr val="000000"/>
                </a:solidFill>
                <a:cs typeface="Calibri"/>
              </a:rPr>
              <a:t>Established a reusable setup that can be refreshed with new patents and extended to more competitors or areas.</a:t>
            </a:r>
          </a:p>
          <a:p>
            <a:pPr lvl="0"/>
            <a:endParaRPr lang="en-GB" sz="1100" noProof="0" dirty="0"/>
          </a:p>
        </p:txBody>
      </p:sp>
      <p:sp>
        <p:nvSpPr>
          <p:cNvPr id="16" name="TextBox 15">
            <a:extLst>
              <a:ext uri="{FF2B5EF4-FFF2-40B4-BE49-F238E27FC236}">
                <a16:creationId xmlns:a16="http://schemas.microsoft.com/office/drawing/2014/main" id="{ED156248-923F-1D2A-D401-6FAC193B9F52}"/>
              </a:ext>
            </a:extLst>
          </p:cNvPr>
          <p:cNvSpPr txBox="1"/>
          <p:nvPr/>
        </p:nvSpPr>
        <p:spPr bwMode="gray">
          <a:xfrm flipH="1">
            <a:off x="985520" y="3454400"/>
            <a:ext cx="0" cy="0"/>
          </a:xfrm>
          <a:prstGeom prst="rect">
            <a:avLst/>
          </a:prstGeom>
          <a:noFill/>
        </p:spPr>
        <p:txBody>
          <a:bodyPr wrap="none" lIns="0" tIns="0" rIns="0" bIns="0" rtlCol="0">
            <a:noAutofit/>
          </a:bodyP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ct val="0"/>
              </a:spcAft>
              <a:buClrTx/>
              <a:buSzTx/>
              <a:buFontTx/>
              <a:buNone/>
              <a:tabLst/>
              <a:defRPr/>
            </a:pPr>
            <a:endParaRPr kumimoji="0" lang="en-GB" sz="1200" b="0" i="0" u="none" strike="noStrike" kern="1200" cap="none" spc="0" normalizeH="0" baseline="0" noProof="0">
              <a:ln>
                <a:noFill/>
              </a:ln>
              <a:solidFill>
                <a:srgbClr val="1F4953"/>
              </a:solidFill>
              <a:effectLst/>
              <a:uLnTx/>
              <a:uFillTx/>
              <a:latin typeface="Calibri Light"/>
              <a:cs typeface="Arial"/>
            </a:endParaRPr>
          </a:p>
        </p:txBody>
      </p:sp>
      <p:sp>
        <p:nvSpPr>
          <p:cNvPr id="21" name="Slide Number Placeholder 9">
            <a:extLst>
              <a:ext uri="{FF2B5EF4-FFF2-40B4-BE49-F238E27FC236}">
                <a16:creationId xmlns:a16="http://schemas.microsoft.com/office/drawing/2014/main" id="{558E6ADC-86A8-1D9B-6683-8A3A8A5670A9}"/>
              </a:ext>
            </a:extLst>
          </p:cNvPr>
          <p:cNvSpPr>
            <a:spLocks noGrp="1"/>
          </p:cNvSpPr>
          <p:nvPr>
            <p:ph type="sldNum" sz="quarter" idx="17"/>
          </p:nvPr>
        </p:nvSpPr>
        <p:spPr>
          <a:xfrm>
            <a:off x="11126972" y="6359428"/>
            <a:ext cx="704666" cy="181362"/>
          </a:xfrm>
        </p:spPr>
        <p:txBody>
          <a:bodyPr/>
          <a:lstStyle/>
          <a:p>
            <a:pPr marL="0" marR="0" lvl="0" indent="0" algn="r" defTabSz="914400" rtl="0" eaLnBrk="1" fontAlgn="auto" latinLnBrk="0" hangingPunct="1">
              <a:lnSpc>
                <a:spcPct val="100000"/>
              </a:lnSpc>
              <a:spcBef>
                <a:spcPct val="0"/>
              </a:spcBef>
              <a:spcAft>
                <a:spcPct val="0"/>
              </a:spcAft>
              <a:buClrTx/>
              <a:buSzTx/>
              <a:buFontTx/>
              <a:buNone/>
              <a:tabLst/>
              <a:defRPr/>
            </a:pPr>
            <a:fld id="{10BE2C1E-995C-4121-AD26-7DE6C74EE600}" type="slidenum">
              <a:rPr kumimoji="0" lang="en-GB" sz="1000" b="0" i="0" u="none" strike="noStrike" kern="1200" cap="none" spc="0" normalizeH="0" baseline="0" noProof="0" smtClean="0">
                <a:ln>
                  <a:noFill/>
                </a:ln>
                <a:solidFill>
                  <a:schemeClr val="bg2">
                    <a:lumMod val="50000"/>
                  </a:schemeClr>
                </a:solidFill>
                <a:effectLst/>
                <a:uLnTx/>
                <a:uFillTx/>
                <a:latin typeface="Calibri Light"/>
                <a:cs typeface="Arial"/>
              </a:rPr>
              <a:pPr marL="0" marR="0" lvl="0" indent="0" algn="r" defTabSz="914400" rtl="0" eaLnBrk="1" fontAlgn="auto" latinLnBrk="0" hangingPunct="1">
                <a:lnSpc>
                  <a:spcPct val="100000"/>
                </a:lnSpc>
                <a:spcBef>
                  <a:spcPct val="0"/>
                </a:spcBef>
                <a:spcAft>
                  <a:spcPct val="0"/>
                </a:spcAft>
                <a:buClrTx/>
                <a:buSzTx/>
                <a:buFontTx/>
                <a:buNone/>
                <a:tabLst/>
                <a:defRPr/>
              </a:pPr>
              <a:t>49</a:t>
            </a:fld>
            <a:endParaRPr kumimoji="0" lang="en-GB" sz="1000" b="0" i="0" u="none" strike="noStrike" kern="1200" cap="none" spc="0" normalizeH="0" baseline="0" noProof="0">
              <a:ln>
                <a:noFill/>
              </a:ln>
              <a:solidFill>
                <a:schemeClr val="bg2">
                  <a:lumMod val="50000"/>
                </a:schemeClr>
              </a:solidFill>
              <a:effectLst/>
              <a:uLnTx/>
              <a:uFillTx/>
              <a:latin typeface="Calibri Light"/>
              <a:cs typeface="Arial"/>
            </a:endParaRPr>
          </a:p>
        </p:txBody>
      </p:sp>
      <p:pic>
        <p:nvPicPr>
          <p:cNvPr id="17" name="Graphic 16">
            <a:extLst>
              <a:ext uri="{FF2B5EF4-FFF2-40B4-BE49-F238E27FC236}">
                <a16:creationId xmlns:a16="http://schemas.microsoft.com/office/drawing/2014/main" id="{870A56D6-C255-C834-3847-BF54A7D83230}"/>
              </a:ext>
            </a:extLst>
          </p:cNvPr>
          <p:cNvPicPr>
            <a:picLocks noChangeAspect="1"/>
          </p:cNvPicPr>
          <p:nvPr>
            <p:custDataLst>
              <p:tags r:id="rId3"/>
            </p:custDataLst>
          </p:nvPr>
        </p:nvPicPr>
        <p:blipFill>
          <a:blip>
            <a:extLst>
              <a:ext uri="{96DAC541-7B7A-43D3-8B79-37D633B846F1}">
                <asvg:svgBlip xmlns:asvg="http://schemas.microsoft.com/office/drawing/2016/SVG/main" r:embed="rId14"/>
              </a:ext>
            </a:extLst>
          </a:blip>
          <a:stretch>
            <a:fillRect/>
          </a:stretch>
        </p:blipFill>
        <p:spPr>
          <a:xfrm>
            <a:off x="8399047" y="556315"/>
            <a:ext cx="389142" cy="389142"/>
          </a:xfrm>
          <a:prstGeom prst="rect">
            <a:avLst/>
          </a:prstGeom>
        </p:spPr>
      </p:pic>
      <p:pic>
        <p:nvPicPr>
          <p:cNvPr id="2" name="Graphic 1">
            <a:extLst>
              <a:ext uri="{FF2B5EF4-FFF2-40B4-BE49-F238E27FC236}">
                <a16:creationId xmlns:a16="http://schemas.microsoft.com/office/drawing/2014/main" id="{8C9A067D-F824-EFCE-0F38-763724189A9B}"/>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10035652" y="1949380"/>
            <a:ext cx="711200" cy="711200"/>
          </a:xfrm>
          <a:prstGeom prst="rect">
            <a:avLst/>
          </a:prstGeom>
        </p:spPr>
      </p:pic>
      <p:pic>
        <p:nvPicPr>
          <p:cNvPr id="4" name="Graphic 3">
            <a:extLst>
              <a:ext uri="{FF2B5EF4-FFF2-40B4-BE49-F238E27FC236}">
                <a16:creationId xmlns:a16="http://schemas.microsoft.com/office/drawing/2014/main" id="{D018199F-B8EB-01A6-13E4-DF8F86AC1D97}"/>
              </a:ext>
            </a:extLst>
          </p:cNvPr>
          <p:cNvPicPr>
            <a:picLocks noChangeAspect="1"/>
          </p:cNvPicPr>
          <p:nvPr>
            <p:custDataLst>
              <p:tags r:id="rId4"/>
            </p:custDataLst>
          </p:nvPr>
        </p:nvPicPr>
        <p:blipFill>
          <a:blip>
            <a:extLst>
              <a:ext uri="{96DAC541-7B7A-43D3-8B79-37D633B846F1}">
                <asvg:svgBlip xmlns:asvg="http://schemas.microsoft.com/office/drawing/2016/SVG/main" r:embed="rId15"/>
              </a:ext>
            </a:extLst>
          </a:blip>
          <a:stretch>
            <a:fillRect/>
          </a:stretch>
        </p:blipFill>
        <p:spPr>
          <a:xfrm>
            <a:off x="11101477" y="1946215"/>
            <a:ext cx="711200" cy="711200"/>
          </a:xfrm>
          <a:prstGeom prst="rect">
            <a:avLst/>
          </a:prstGeom>
        </p:spPr>
      </p:pic>
      <p:pic>
        <p:nvPicPr>
          <p:cNvPr id="12" name="Graphic 11">
            <a:extLst>
              <a:ext uri="{FF2B5EF4-FFF2-40B4-BE49-F238E27FC236}">
                <a16:creationId xmlns:a16="http://schemas.microsoft.com/office/drawing/2014/main" id="{9A516E56-A764-06E1-1AEF-0E19DA3315A1}"/>
              </a:ext>
            </a:extLst>
          </p:cNvPr>
          <p:cNvPicPr>
            <a:picLocks noChangeAspect="1"/>
          </p:cNvPicPr>
          <p:nvPr>
            <p:custDataLst>
              <p:tags r:id="rId5"/>
            </p:custDataLst>
          </p:nvPr>
        </p:nvPicPr>
        <p:blipFill>
          <a:blip>
            <a:extLst>
              <a:ext uri="{96DAC541-7B7A-43D3-8B79-37D633B846F1}">
                <asvg:svgBlip xmlns:asvg="http://schemas.microsoft.com/office/drawing/2016/SVG/main" r:embed="rId15"/>
              </a:ext>
            </a:extLst>
          </a:blip>
          <a:stretch>
            <a:fillRect/>
          </a:stretch>
        </p:blipFill>
        <p:spPr>
          <a:xfrm>
            <a:off x="8928588" y="1948752"/>
            <a:ext cx="711200" cy="711200"/>
          </a:xfrm>
          <a:prstGeom prst="rect">
            <a:avLst/>
          </a:prstGeom>
        </p:spPr>
      </p:pic>
      <p:pic>
        <p:nvPicPr>
          <p:cNvPr id="15" name="Graphic 14">
            <a:extLst>
              <a:ext uri="{FF2B5EF4-FFF2-40B4-BE49-F238E27FC236}">
                <a16:creationId xmlns:a16="http://schemas.microsoft.com/office/drawing/2014/main" id="{37ECBC43-6D4D-5A0C-9DA2-02D598D7DE25}"/>
              </a:ext>
            </a:extLst>
          </p:cNvPr>
          <p:cNvPicPr>
            <a:picLocks noChangeAspect="1"/>
          </p:cNvPicPr>
          <p:nvPr>
            <p:custDataLst>
              <p:tags r:id="rId6"/>
            </p:custDataLst>
          </p:nvPr>
        </p:nvPicPr>
        <p:blipFill>
          <a:blip>
            <a:extLst>
              <a:ext uri="{96DAC541-7B7A-43D3-8B79-37D633B846F1}">
                <asvg:svgBlip xmlns:asvg="http://schemas.microsoft.com/office/drawing/2016/SVG/main" r:embed="rId16"/>
              </a:ext>
            </a:extLst>
          </a:blip>
          <a:stretch>
            <a:fillRect/>
          </a:stretch>
        </p:blipFill>
        <p:spPr>
          <a:xfrm>
            <a:off x="10052538" y="3882990"/>
            <a:ext cx="711200" cy="711200"/>
          </a:xfrm>
          <a:prstGeom prst="rect">
            <a:avLst/>
          </a:prstGeom>
        </p:spPr>
      </p:pic>
      <p:sp>
        <p:nvSpPr>
          <p:cNvPr id="14" name="TextBox 13">
            <a:extLst>
              <a:ext uri="{FF2B5EF4-FFF2-40B4-BE49-F238E27FC236}">
                <a16:creationId xmlns:a16="http://schemas.microsoft.com/office/drawing/2014/main" id="{97ECE162-39C1-0647-2FDA-0068D336B51C}"/>
              </a:ext>
            </a:extLst>
          </p:cNvPr>
          <p:cNvSpPr txBox="1"/>
          <p:nvPr/>
        </p:nvSpPr>
        <p:spPr bwMode="gray">
          <a:xfrm>
            <a:off x="8814377" y="1625022"/>
            <a:ext cx="936567" cy="1692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Bef>
                <a:spcPts val="600"/>
              </a:spcBef>
            </a:pPr>
            <a:r>
              <a:rPr lang="en-GB" sz="1100">
                <a:solidFill>
                  <a:schemeClr val="bg2">
                    <a:lumMod val="50000"/>
                  </a:schemeClr>
                </a:solidFill>
              </a:rPr>
              <a:t>Competitor 1</a:t>
            </a:r>
          </a:p>
        </p:txBody>
      </p:sp>
      <p:sp>
        <p:nvSpPr>
          <p:cNvPr id="18" name="TextBox 17">
            <a:extLst>
              <a:ext uri="{FF2B5EF4-FFF2-40B4-BE49-F238E27FC236}">
                <a16:creationId xmlns:a16="http://schemas.microsoft.com/office/drawing/2014/main" id="{BEA681BF-E7F1-CFAE-EDE3-A817A8475142}"/>
              </a:ext>
            </a:extLst>
          </p:cNvPr>
          <p:cNvSpPr txBox="1"/>
          <p:nvPr/>
        </p:nvSpPr>
        <p:spPr bwMode="gray">
          <a:xfrm>
            <a:off x="10033577" y="1625022"/>
            <a:ext cx="936567" cy="1692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Bef>
                <a:spcPts val="600"/>
              </a:spcBef>
            </a:pPr>
            <a:r>
              <a:rPr lang="en-GB" sz="1100" dirty="0">
                <a:solidFill>
                  <a:schemeClr val="bg2">
                    <a:lumMod val="50000"/>
                  </a:schemeClr>
                </a:solidFill>
              </a:rPr>
              <a:t>Competitor 2</a:t>
            </a:r>
          </a:p>
        </p:txBody>
      </p:sp>
      <p:sp>
        <p:nvSpPr>
          <p:cNvPr id="19" name="TextBox 18">
            <a:extLst>
              <a:ext uri="{FF2B5EF4-FFF2-40B4-BE49-F238E27FC236}">
                <a16:creationId xmlns:a16="http://schemas.microsoft.com/office/drawing/2014/main" id="{2F009967-30D7-FF0E-6054-4C155DF2525B}"/>
              </a:ext>
            </a:extLst>
          </p:cNvPr>
          <p:cNvSpPr txBox="1"/>
          <p:nvPr/>
        </p:nvSpPr>
        <p:spPr bwMode="gray">
          <a:xfrm>
            <a:off x="11100377" y="1625022"/>
            <a:ext cx="936567" cy="1692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Bef>
                <a:spcPts val="600"/>
              </a:spcBef>
            </a:pPr>
            <a:r>
              <a:rPr lang="en-GB" sz="1100">
                <a:solidFill>
                  <a:schemeClr val="bg2">
                    <a:lumMod val="50000"/>
                  </a:schemeClr>
                </a:solidFill>
              </a:rPr>
              <a:t>Competitor 3</a:t>
            </a:r>
          </a:p>
        </p:txBody>
      </p:sp>
      <p:pic>
        <p:nvPicPr>
          <p:cNvPr id="20" name="Graphic 19">
            <a:extLst>
              <a:ext uri="{FF2B5EF4-FFF2-40B4-BE49-F238E27FC236}">
                <a16:creationId xmlns:a16="http://schemas.microsoft.com/office/drawing/2014/main" id="{8D814B48-BA6C-99D8-7AB5-35F9F02EBF0F}"/>
              </a:ext>
            </a:extLst>
          </p:cNvPr>
          <p:cNvPicPr>
            <a:picLocks noChangeAspect="1"/>
          </p:cNvPicPr>
          <p:nvPr>
            <p:custDataLst>
              <p:tags r:id="rId7"/>
            </p:custDataLst>
          </p:nvPr>
        </p:nvPicPr>
        <p:blipFill>
          <a:blip>
            <a:extLst>
              <a:ext uri="{96DAC541-7B7A-43D3-8B79-37D633B846F1}">
                <asvg:svgBlip xmlns:asvg="http://schemas.microsoft.com/office/drawing/2016/SVG/main" r:embed="rId17"/>
              </a:ext>
            </a:extLst>
          </a:blip>
          <a:stretch>
            <a:fillRect/>
          </a:stretch>
        </p:blipFill>
        <p:spPr>
          <a:xfrm>
            <a:off x="8909050" y="5600700"/>
            <a:ext cx="698500" cy="698500"/>
          </a:xfrm>
          <a:prstGeom prst="rect">
            <a:avLst/>
          </a:prstGeom>
        </p:spPr>
      </p:pic>
      <p:pic>
        <p:nvPicPr>
          <p:cNvPr id="22" name="Graphic 21">
            <a:extLst>
              <a:ext uri="{FF2B5EF4-FFF2-40B4-BE49-F238E27FC236}">
                <a16:creationId xmlns:a16="http://schemas.microsoft.com/office/drawing/2014/main" id="{6C465638-C71C-1760-807C-A2CA5206D495}"/>
              </a:ext>
            </a:extLst>
          </p:cNvPr>
          <p:cNvPicPr>
            <a:picLocks noChangeAspect="1"/>
          </p:cNvPicPr>
          <p:nvPr>
            <p:custDataLst>
              <p:tags r:id="rId8"/>
            </p:custDataLst>
          </p:nvPr>
        </p:nvPicPr>
        <p:blipFill>
          <a:blip>
            <a:extLst>
              <a:ext uri="{96DAC541-7B7A-43D3-8B79-37D633B846F1}">
                <asvg:svgBlip xmlns:asvg="http://schemas.microsoft.com/office/drawing/2016/SVG/main" r:embed="rId18"/>
              </a:ext>
            </a:extLst>
          </a:blip>
          <a:stretch>
            <a:fillRect/>
          </a:stretch>
        </p:blipFill>
        <p:spPr>
          <a:xfrm>
            <a:off x="10048875" y="5600700"/>
            <a:ext cx="698500" cy="698500"/>
          </a:xfrm>
          <a:prstGeom prst="rect">
            <a:avLst/>
          </a:prstGeom>
        </p:spPr>
      </p:pic>
      <p:pic>
        <p:nvPicPr>
          <p:cNvPr id="23" name="Graphic 22">
            <a:extLst>
              <a:ext uri="{FF2B5EF4-FFF2-40B4-BE49-F238E27FC236}">
                <a16:creationId xmlns:a16="http://schemas.microsoft.com/office/drawing/2014/main" id="{4CA7DDE8-9369-DD14-183F-712C8BAE0A1A}"/>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1188700" y="5600700"/>
            <a:ext cx="698500" cy="698500"/>
          </a:xfrm>
          <a:prstGeom prst="rect">
            <a:avLst/>
          </a:prstGeom>
        </p:spPr>
      </p:pic>
      <p:cxnSp>
        <p:nvCxnSpPr>
          <p:cNvPr id="25" name="Straight Arrow Connector 24">
            <a:extLst>
              <a:ext uri="{FF2B5EF4-FFF2-40B4-BE49-F238E27FC236}">
                <a16:creationId xmlns:a16="http://schemas.microsoft.com/office/drawing/2014/main" id="{06BDCD5E-5097-8268-5B20-5DA14C40440E}"/>
              </a:ext>
            </a:extLst>
          </p:cNvPr>
          <p:cNvCxnSpPr/>
          <p:nvPr/>
        </p:nvCxnSpPr>
        <p:spPr bwMode="gray">
          <a:xfrm>
            <a:off x="9420090" y="2879733"/>
            <a:ext cx="444500" cy="584200"/>
          </a:xfrm>
          <a:prstGeom prst="straightConnector1">
            <a:avLst/>
          </a:prstGeom>
          <a:ln>
            <a:solidFill>
              <a:schemeClr val="bg2"/>
            </a:solidFill>
            <a:tailEnd type="triangle"/>
          </a:ln>
        </p:spPr>
        <p:style>
          <a:lnRef idx="3">
            <a:schemeClr val="dk1"/>
          </a:lnRef>
          <a:fillRef idx="0">
            <a:schemeClr val="dk1"/>
          </a:fillRef>
          <a:effectRef idx="2">
            <a:schemeClr val="dk1"/>
          </a:effectRef>
          <a:fontRef idx="minor">
            <a:schemeClr val="tx1"/>
          </a:fontRef>
        </p:style>
      </p:cxnSp>
      <p:cxnSp>
        <p:nvCxnSpPr>
          <p:cNvPr id="26" name="Straight Arrow Connector 25">
            <a:extLst>
              <a:ext uri="{FF2B5EF4-FFF2-40B4-BE49-F238E27FC236}">
                <a16:creationId xmlns:a16="http://schemas.microsoft.com/office/drawing/2014/main" id="{BAED0305-BD66-5719-D9DB-B368D458F747}"/>
              </a:ext>
            </a:extLst>
          </p:cNvPr>
          <p:cNvCxnSpPr>
            <a:cxnSpLocks/>
          </p:cNvCxnSpPr>
          <p:nvPr/>
        </p:nvCxnSpPr>
        <p:spPr bwMode="gray">
          <a:xfrm flipH="1">
            <a:off x="10385289" y="2816233"/>
            <a:ext cx="6350" cy="666750"/>
          </a:xfrm>
          <a:prstGeom prst="straightConnector1">
            <a:avLst/>
          </a:prstGeom>
          <a:ln>
            <a:solidFill>
              <a:schemeClr val="bg2"/>
            </a:solidFill>
            <a:tailEnd type="triangle"/>
          </a:ln>
        </p:spPr>
        <p:style>
          <a:lnRef idx="3">
            <a:schemeClr val="dk1"/>
          </a:lnRef>
          <a:fillRef idx="0">
            <a:schemeClr val="dk1"/>
          </a:fillRef>
          <a:effectRef idx="2">
            <a:schemeClr val="dk1"/>
          </a:effectRef>
          <a:fontRef idx="minor">
            <a:schemeClr val="tx1"/>
          </a:fontRef>
        </p:style>
      </p:cxnSp>
      <p:cxnSp>
        <p:nvCxnSpPr>
          <p:cNvPr id="27" name="Straight Arrow Connector 26">
            <a:extLst>
              <a:ext uri="{FF2B5EF4-FFF2-40B4-BE49-F238E27FC236}">
                <a16:creationId xmlns:a16="http://schemas.microsoft.com/office/drawing/2014/main" id="{5AA3100B-8922-AD1F-7E9A-D5CF078F8952}"/>
              </a:ext>
            </a:extLst>
          </p:cNvPr>
          <p:cNvCxnSpPr>
            <a:cxnSpLocks/>
          </p:cNvCxnSpPr>
          <p:nvPr/>
        </p:nvCxnSpPr>
        <p:spPr bwMode="gray">
          <a:xfrm flipH="1">
            <a:off x="10908409" y="2869332"/>
            <a:ext cx="317500" cy="609600"/>
          </a:xfrm>
          <a:prstGeom prst="straightConnector1">
            <a:avLst/>
          </a:prstGeom>
          <a:ln>
            <a:solidFill>
              <a:schemeClr val="bg2"/>
            </a:solidFill>
            <a:tailEnd type="triangle"/>
          </a:ln>
        </p:spPr>
        <p:style>
          <a:lnRef idx="3">
            <a:schemeClr val="dk1"/>
          </a:lnRef>
          <a:fillRef idx="0">
            <a:schemeClr val="dk1"/>
          </a:fillRef>
          <a:effectRef idx="2">
            <a:schemeClr val="dk1"/>
          </a:effectRef>
          <a:fontRef idx="minor">
            <a:schemeClr val="tx1"/>
          </a:fontRef>
        </p:style>
      </p:cxnSp>
      <p:cxnSp>
        <p:nvCxnSpPr>
          <p:cNvPr id="28" name="Straight Arrow Connector 27">
            <a:extLst>
              <a:ext uri="{FF2B5EF4-FFF2-40B4-BE49-F238E27FC236}">
                <a16:creationId xmlns:a16="http://schemas.microsoft.com/office/drawing/2014/main" id="{6B24DB72-FA6E-2CD1-80BE-8BA2808A9880}"/>
              </a:ext>
            </a:extLst>
          </p:cNvPr>
          <p:cNvCxnSpPr>
            <a:cxnSpLocks/>
          </p:cNvCxnSpPr>
          <p:nvPr/>
        </p:nvCxnSpPr>
        <p:spPr bwMode="gray">
          <a:xfrm flipH="1">
            <a:off x="9610589" y="4625983"/>
            <a:ext cx="330200" cy="558800"/>
          </a:xfrm>
          <a:prstGeom prst="straightConnector1">
            <a:avLst/>
          </a:prstGeom>
          <a:ln>
            <a:solidFill>
              <a:schemeClr val="bg2"/>
            </a:solidFill>
            <a:tailEnd type="triangle"/>
          </a:ln>
        </p:spPr>
        <p:style>
          <a:lnRef idx="3">
            <a:schemeClr val="dk1"/>
          </a:lnRef>
          <a:fillRef idx="0">
            <a:schemeClr val="dk1"/>
          </a:fillRef>
          <a:effectRef idx="2">
            <a:schemeClr val="dk1"/>
          </a:effectRef>
          <a:fontRef idx="minor">
            <a:schemeClr val="tx1"/>
          </a:fontRef>
        </p:style>
      </p:cxnSp>
      <p:cxnSp>
        <p:nvCxnSpPr>
          <p:cNvPr id="29" name="Straight Arrow Connector 28">
            <a:extLst>
              <a:ext uri="{FF2B5EF4-FFF2-40B4-BE49-F238E27FC236}">
                <a16:creationId xmlns:a16="http://schemas.microsoft.com/office/drawing/2014/main" id="{8A348014-CE2B-D573-363E-F3349F64A73E}"/>
              </a:ext>
            </a:extLst>
          </p:cNvPr>
          <p:cNvCxnSpPr>
            <a:cxnSpLocks/>
          </p:cNvCxnSpPr>
          <p:nvPr/>
        </p:nvCxnSpPr>
        <p:spPr bwMode="gray">
          <a:xfrm flipH="1">
            <a:off x="10353538" y="4613283"/>
            <a:ext cx="6350" cy="666750"/>
          </a:xfrm>
          <a:prstGeom prst="straightConnector1">
            <a:avLst/>
          </a:prstGeom>
          <a:ln>
            <a:solidFill>
              <a:schemeClr val="bg2"/>
            </a:solidFill>
            <a:tailEnd type="triangle"/>
          </a:ln>
        </p:spPr>
        <p:style>
          <a:lnRef idx="3">
            <a:schemeClr val="dk1"/>
          </a:lnRef>
          <a:fillRef idx="0">
            <a:schemeClr val="dk1"/>
          </a:fillRef>
          <a:effectRef idx="2">
            <a:schemeClr val="dk1"/>
          </a:effectRef>
          <a:fontRef idx="minor">
            <a:schemeClr val="tx1"/>
          </a:fontRef>
        </p:style>
      </p:cxnSp>
      <p:cxnSp>
        <p:nvCxnSpPr>
          <p:cNvPr id="30" name="Straight Arrow Connector 29">
            <a:extLst>
              <a:ext uri="{FF2B5EF4-FFF2-40B4-BE49-F238E27FC236}">
                <a16:creationId xmlns:a16="http://schemas.microsoft.com/office/drawing/2014/main" id="{1951C8DD-D104-E04D-AA17-AAA426B322B7}"/>
              </a:ext>
            </a:extLst>
          </p:cNvPr>
          <p:cNvCxnSpPr>
            <a:cxnSpLocks/>
          </p:cNvCxnSpPr>
          <p:nvPr/>
        </p:nvCxnSpPr>
        <p:spPr bwMode="gray">
          <a:xfrm>
            <a:off x="10736959" y="4602882"/>
            <a:ext cx="361950" cy="584200"/>
          </a:xfrm>
          <a:prstGeom prst="straightConnector1">
            <a:avLst/>
          </a:prstGeom>
          <a:ln>
            <a:solidFill>
              <a:schemeClr val="bg2"/>
            </a:solidFill>
            <a:tailEnd type="triangle"/>
          </a:ln>
        </p:spPr>
        <p:style>
          <a:lnRef idx="3">
            <a:schemeClr val="dk1"/>
          </a:lnRef>
          <a:fillRef idx="0">
            <a:schemeClr val="dk1"/>
          </a:fillRef>
          <a:effectRef idx="2">
            <a:schemeClr val="dk1"/>
          </a:effectRef>
          <a:fontRef idx="minor">
            <a:schemeClr val="tx1"/>
          </a:fontRef>
        </p:style>
      </p:cxnSp>
      <p:sp>
        <p:nvSpPr>
          <p:cNvPr id="31" name="TextBox 30">
            <a:extLst>
              <a:ext uri="{FF2B5EF4-FFF2-40B4-BE49-F238E27FC236}">
                <a16:creationId xmlns:a16="http://schemas.microsoft.com/office/drawing/2014/main" id="{2C03934A-951D-8FC6-7486-273021738C3A}"/>
              </a:ext>
            </a:extLst>
          </p:cNvPr>
          <p:cNvSpPr txBox="1"/>
          <p:nvPr/>
        </p:nvSpPr>
        <p:spPr bwMode="gray">
          <a:xfrm>
            <a:off x="10119652" y="3618920"/>
            <a:ext cx="553807" cy="18466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spcBef>
                <a:spcPts val="600"/>
              </a:spcBef>
            </a:pPr>
            <a:r>
              <a:rPr lang="en-GB" sz="1200">
                <a:solidFill>
                  <a:schemeClr val="bg2">
                    <a:lumMod val="50000"/>
                  </a:schemeClr>
                </a:solidFill>
              </a:rPr>
              <a:t>Agent</a:t>
            </a:r>
            <a:endParaRPr lang="en-US">
              <a:solidFill>
                <a:schemeClr val="bg2">
                  <a:lumMod val="50000"/>
                </a:schemeClr>
              </a:solidFill>
            </a:endParaRPr>
          </a:p>
        </p:txBody>
      </p:sp>
      <p:sp>
        <p:nvSpPr>
          <p:cNvPr id="32" name="TextBox 31">
            <a:extLst>
              <a:ext uri="{FF2B5EF4-FFF2-40B4-BE49-F238E27FC236}">
                <a16:creationId xmlns:a16="http://schemas.microsoft.com/office/drawing/2014/main" id="{8BC0378F-E698-2E8A-CF3F-95C9D184BC37}"/>
              </a:ext>
            </a:extLst>
          </p:cNvPr>
          <p:cNvSpPr txBox="1"/>
          <p:nvPr/>
        </p:nvSpPr>
        <p:spPr bwMode="gray">
          <a:xfrm>
            <a:off x="8814377" y="5371522"/>
            <a:ext cx="961967" cy="1692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Bef>
                <a:spcPts val="600"/>
              </a:spcBef>
            </a:pPr>
            <a:r>
              <a:rPr lang="en-GB" sz="1100">
                <a:solidFill>
                  <a:schemeClr val="bg2">
                    <a:lumMod val="50000"/>
                  </a:schemeClr>
                </a:solidFill>
              </a:rPr>
              <a:t>Prioritisation</a:t>
            </a:r>
          </a:p>
        </p:txBody>
      </p:sp>
      <p:sp>
        <p:nvSpPr>
          <p:cNvPr id="33" name="TextBox 32">
            <a:extLst>
              <a:ext uri="{FF2B5EF4-FFF2-40B4-BE49-F238E27FC236}">
                <a16:creationId xmlns:a16="http://schemas.microsoft.com/office/drawing/2014/main" id="{ACAD15EC-84BA-8740-C231-57C7E042F0F5}"/>
              </a:ext>
            </a:extLst>
          </p:cNvPr>
          <p:cNvSpPr txBox="1"/>
          <p:nvPr/>
        </p:nvSpPr>
        <p:spPr bwMode="gray">
          <a:xfrm>
            <a:off x="9951027" y="5371522"/>
            <a:ext cx="936567" cy="1692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Bef>
                <a:spcPts val="600"/>
              </a:spcBef>
            </a:pPr>
            <a:r>
              <a:rPr lang="en-GB" sz="1100">
                <a:solidFill>
                  <a:schemeClr val="bg2">
                    <a:lumMod val="50000"/>
                  </a:schemeClr>
                </a:solidFill>
              </a:rPr>
              <a:t>Competitor 1</a:t>
            </a:r>
          </a:p>
        </p:txBody>
      </p:sp>
      <p:sp>
        <p:nvSpPr>
          <p:cNvPr id="34" name="TextBox 33">
            <a:extLst>
              <a:ext uri="{FF2B5EF4-FFF2-40B4-BE49-F238E27FC236}">
                <a16:creationId xmlns:a16="http://schemas.microsoft.com/office/drawing/2014/main" id="{6762FFB0-A7CE-3182-4EC9-64D150225054}"/>
              </a:ext>
            </a:extLst>
          </p:cNvPr>
          <p:cNvSpPr txBox="1"/>
          <p:nvPr/>
        </p:nvSpPr>
        <p:spPr bwMode="gray">
          <a:xfrm>
            <a:off x="11100377" y="5371522"/>
            <a:ext cx="936567" cy="1692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Bef>
                <a:spcPts val="600"/>
              </a:spcBef>
            </a:pPr>
            <a:r>
              <a:rPr lang="en-GB" sz="1100">
                <a:solidFill>
                  <a:schemeClr val="bg2">
                    <a:lumMod val="50000"/>
                  </a:schemeClr>
                </a:solidFill>
              </a:rPr>
              <a:t>Competitor 1</a:t>
            </a:r>
          </a:p>
        </p:txBody>
      </p:sp>
      <p:sp>
        <p:nvSpPr>
          <p:cNvPr id="24" name="TextBox 23">
            <a:extLst>
              <a:ext uri="{FF2B5EF4-FFF2-40B4-BE49-F238E27FC236}">
                <a16:creationId xmlns:a16="http://schemas.microsoft.com/office/drawing/2014/main" id="{E576E109-2F8A-9753-C6B1-C73E10F1413C}"/>
              </a:ext>
            </a:extLst>
          </p:cNvPr>
          <p:cNvSpPr txBox="1"/>
          <p:nvPr/>
        </p:nvSpPr>
        <p:spPr bwMode="gray">
          <a:xfrm>
            <a:off x="10052627" y="1269422"/>
            <a:ext cx="936567" cy="18466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Bef>
                <a:spcPts val="600"/>
              </a:spcBef>
            </a:pPr>
            <a:r>
              <a:rPr lang="en-GB" sz="1200">
                <a:solidFill>
                  <a:schemeClr val="bg2">
                    <a:lumMod val="50000"/>
                  </a:schemeClr>
                </a:solidFill>
              </a:rPr>
              <a:t>Patent data</a:t>
            </a:r>
          </a:p>
        </p:txBody>
      </p:sp>
      <p:sp>
        <p:nvSpPr>
          <p:cNvPr id="35" name="Text Placeholder 3">
            <a:extLst>
              <a:ext uri="{FF2B5EF4-FFF2-40B4-BE49-F238E27FC236}">
                <a16:creationId xmlns:a16="http://schemas.microsoft.com/office/drawing/2014/main" id="{5924AAB3-71C8-BCA5-526B-FE56CECE18C4}"/>
              </a:ext>
            </a:extLst>
          </p:cNvPr>
          <p:cNvSpPr txBox="1">
            <a:spLocks/>
          </p:cNvSpPr>
          <p:nvPr/>
        </p:nvSpPr>
        <p:spPr>
          <a:xfrm>
            <a:off x="1219200" y="144832"/>
            <a:ext cx="7924800" cy="190500"/>
          </a:xfrm>
          <a:custGeom>
            <a:avLst/>
            <a:gdLst>
              <a:gd name="connsiteX0" fmla="*/ 0 w 7924800"/>
              <a:gd name="connsiteY0" fmla="*/ 0 h 190500"/>
              <a:gd name="connsiteX1" fmla="*/ 7924800 w 7924800"/>
              <a:gd name="connsiteY1" fmla="*/ 0 h 190500"/>
              <a:gd name="connsiteX2" fmla="*/ 7924800 w 7924800"/>
              <a:gd name="connsiteY2" fmla="*/ 190500 h 190500"/>
              <a:gd name="connsiteX3" fmla="*/ 0 w 7924800"/>
              <a:gd name="connsiteY3" fmla="*/ 190500 h 190500"/>
            </a:gdLst>
            <a:ahLst/>
            <a:cxnLst>
              <a:cxn ang="0">
                <a:pos x="connsiteX0" y="connsiteY0"/>
              </a:cxn>
              <a:cxn ang="0">
                <a:pos x="connsiteX1" y="connsiteY1"/>
              </a:cxn>
              <a:cxn ang="0">
                <a:pos x="connsiteX2" y="connsiteY2"/>
              </a:cxn>
              <a:cxn ang="0">
                <a:pos x="connsiteX3" y="connsiteY3"/>
              </a:cxn>
            </a:cxnLst>
            <a:rect l="l" t="t" r="r" b="b"/>
            <a:pathLst>
              <a:path w="7924800" h="190500">
                <a:moveTo>
                  <a:pt x="0" y="0"/>
                </a:moveTo>
                <a:lnTo>
                  <a:pt x="7924800" y="0"/>
                </a:lnTo>
                <a:lnTo>
                  <a:pt x="7924800" y="190500"/>
                </a:lnTo>
                <a:lnTo>
                  <a:pt x="0" y="190500"/>
                </a:lnTo>
                <a:close/>
              </a:path>
            </a:pathLst>
          </a:custGeom>
        </p:spPr>
        <p:txBody>
          <a:bodyPr/>
          <a:lstStyle>
            <a:lvl1pPr marL="180000" indent="-180000" algn="l" defTabSz="914400" rtl="0" eaLnBrk="1" latinLnBrk="0" hangingPunct="1">
              <a:lnSpc>
                <a:spcPct val="140000"/>
              </a:lnSpc>
              <a:spcBef>
                <a:spcPts val="0"/>
              </a:spcBef>
              <a:buSzPct val="125000"/>
              <a:buFont typeface="Ease Display" panose="00000500000000000000" pitchFamily="2" charset="0"/>
              <a:buChar char="→"/>
              <a:defRPr sz="900" kern="1200">
                <a:solidFill>
                  <a:schemeClr val="tx1"/>
                </a:solidFill>
                <a:latin typeface="Ease SemiDisplay" panose="00000500000000000000" pitchFamily="2" charset="0"/>
                <a:ea typeface="Ease SemiDisplay" panose="00000500000000000000" pitchFamily="2" charset="0"/>
                <a:cs typeface="+mn-cs"/>
              </a:defRPr>
            </a:lvl1pPr>
            <a:lvl2pPr marL="360000" indent="-180000" algn="l" defTabSz="914400" rtl="0" eaLnBrk="1" latinLnBrk="0" hangingPunct="1">
              <a:lnSpc>
                <a:spcPct val="140000"/>
              </a:lnSpc>
              <a:spcBef>
                <a:spcPts val="0"/>
              </a:spcBef>
              <a:buSzPct val="125000"/>
              <a:buFont typeface="Ease Display" panose="00000500000000000000" pitchFamily="2" charset="0"/>
              <a:buChar char="→"/>
              <a:defRPr sz="900" kern="1200" baseline="0">
                <a:solidFill>
                  <a:schemeClr val="tx1"/>
                </a:solidFill>
                <a:latin typeface="Ease SemiDisplay" panose="00000500000000000000" pitchFamily="2" charset="0"/>
                <a:ea typeface="Ease SemiDisplay" panose="00000500000000000000" pitchFamily="2" charset="0"/>
                <a:cs typeface="+mn-cs"/>
              </a:defRPr>
            </a:lvl2pPr>
            <a:lvl3pPr marL="540000" indent="-180000" algn="l" defTabSz="914400" rtl="0" eaLnBrk="1" latinLnBrk="0" hangingPunct="1">
              <a:lnSpc>
                <a:spcPct val="140000"/>
              </a:lnSpc>
              <a:spcBef>
                <a:spcPts val="0"/>
              </a:spcBef>
              <a:buSzPct val="125000"/>
              <a:buFont typeface="Ease Display" panose="00000500000000000000" pitchFamily="2" charset="0"/>
              <a:buChar char="→"/>
              <a:defRPr sz="900" kern="1200">
                <a:solidFill>
                  <a:schemeClr val="tx1"/>
                </a:solidFill>
                <a:latin typeface="Ease SemiDisplay" panose="00000500000000000000" pitchFamily="2" charset="0"/>
                <a:ea typeface="Ease SemiDisplay" panose="00000500000000000000" pitchFamily="2" charset="0"/>
                <a:cs typeface="+mn-cs"/>
              </a:defRPr>
            </a:lvl3pPr>
            <a:lvl4pPr marL="180000" indent="-180000" algn="l" defTabSz="914400" rtl="0" eaLnBrk="1" latinLnBrk="0" hangingPunct="1">
              <a:lnSpc>
                <a:spcPct val="140000"/>
              </a:lnSpc>
              <a:spcBef>
                <a:spcPts val="0"/>
              </a:spcBef>
              <a:buFont typeface="+mj-lt"/>
              <a:buAutoNum type="arabicPeriod"/>
              <a:defRPr sz="900" b="0" kern="1200">
                <a:solidFill>
                  <a:schemeClr val="tx1"/>
                </a:solidFill>
                <a:latin typeface="Ease SemiDisplay" panose="00000500000000000000" pitchFamily="2" charset="0"/>
                <a:ea typeface="Ease SemiDisplay" panose="00000500000000000000" pitchFamily="2" charset="0"/>
                <a:cs typeface="+mn-cs"/>
              </a:defRPr>
            </a:lvl4pPr>
            <a:lvl5pPr marL="360000" indent="-180000" algn="l" defTabSz="914400" rtl="0" eaLnBrk="1" latinLnBrk="0" hangingPunct="1">
              <a:lnSpc>
                <a:spcPct val="140000"/>
              </a:lnSpc>
              <a:spcBef>
                <a:spcPts val="0"/>
              </a:spcBef>
              <a:buFont typeface="+mj-lt"/>
              <a:buAutoNum type="arabicPeriod"/>
              <a:defRPr sz="900" kern="1200">
                <a:solidFill>
                  <a:schemeClr val="tx1"/>
                </a:solidFill>
                <a:latin typeface="Ease SemiDisplay" panose="00000500000000000000" pitchFamily="2" charset="0"/>
                <a:ea typeface="Ease SemiDisplay" panose="00000500000000000000" pitchFamily="2" charset="0"/>
                <a:cs typeface="+mn-cs"/>
              </a:defRPr>
            </a:lvl5pPr>
            <a:lvl6pPr marL="540000" indent="-180000" algn="l" defTabSz="914400" rtl="0" eaLnBrk="1" latinLnBrk="0" hangingPunct="1">
              <a:lnSpc>
                <a:spcPct val="140000"/>
              </a:lnSpc>
              <a:spcBef>
                <a:spcPts val="0"/>
              </a:spcBef>
              <a:buFont typeface="+mj-lt"/>
              <a:buAutoNum type="arabicPeriod"/>
              <a:defRPr sz="900" kern="1200">
                <a:solidFill>
                  <a:schemeClr val="tx1"/>
                </a:solidFill>
                <a:latin typeface="Ease SemiDisplay" panose="00000500000000000000" pitchFamily="2" charset="0"/>
                <a:ea typeface="Ease SemiDisplay" panose="00000500000000000000" pitchFamily="2" charset="0"/>
                <a:cs typeface="+mn-cs"/>
              </a:defRPr>
            </a:lvl6pPr>
            <a:lvl7pPr marL="0" indent="0" algn="l" defTabSz="914400" rtl="0" eaLnBrk="1" latinLnBrk="0" hangingPunct="1">
              <a:lnSpc>
                <a:spcPct val="140000"/>
              </a:lnSpc>
              <a:spcBef>
                <a:spcPts val="0"/>
              </a:spcBef>
              <a:buFont typeface="Arial" panose="020B0604020202020204" pitchFamily="34" charset="0"/>
              <a:buNone/>
              <a:defRPr sz="900" b="0" kern="1200">
                <a:solidFill>
                  <a:schemeClr val="tx1"/>
                </a:solidFill>
                <a:latin typeface="Ease SemiDisplay" panose="00000500000000000000" pitchFamily="2" charset="0"/>
                <a:ea typeface="Ease SemiDisplay" panose="00000500000000000000" pitchFamily="2" charset="0"/>
                <a:cs typeface="+mn-cs"/>
              </a:defRPr>
            </a:lvl7pPr>
            <a:lvl8pPr marL="0" indent="0" algn="l" defTabSz="914400" rtl="0" eaLnBrk="1" latinLnBrk="0" hangingPunct="1">
              <a:lnSpc>
                <a:spcPct val="85000"/>
              </a:lnSpc>
              <a:spcBef>
                <a:spcPts val="0"/>
              </a:spcBef>
              <a:buFont typeface="Arial" panose="020B0604020202020204" pitchFamily="34" charset="0"/>
              <a:buNone/>
              <a:defRPr sz="1500" b="0" kern="1200" spc="-150" baseline="0">
                <a:solidFill>
                  <a:schemeClr val="tx1"/>
                </a:solidFill>
                <a:latin typeface="Ease Display" panose="020B0604020202020204" charset="0"/>
                <a:ea typeface="Ease Display" panose="020B0604020202020204" charset="0"/>
                <a:cs typeface="+mn-cs"/>
              </a:defRPr>
            </a:lvl8pPr>
            <a:lvl9pPr marL="180000" indent="0" algn="l" defTabSz="914400" rtl="0" eaLnBrk="1" latinLnBrk="0" hangingPunct="1">
              <a:lnSpc>
                <a:spcPct val="140000"/>
              </a:lnSpc>
              <a:spcBef>
                <a:spcPts val="0"/>
              </a:spcBef>
              <a:buFont typeface="Arial" panose="020B0604020202020204" pitchFamily="34" charset="0"/>
              <a:buNone/>
              <a:defRPr sz="900" kern="1200">
                <a:solidFill>
                  <a:schemeClr val="tx1"/>
                </a:solidFill>
                <a:latin typeface="Ease SemiDisplay" panose="00000500000000000000" pitchFamily="2" charset="0"/>
                <a:ea typeface="Ease SemiDisplay" panose="00000500000000000000" pitchFamily="2" charset="0"/>
                <a:cs typeface="+mn-cs"/>
              </a:defRPr>
            </a:lvl9pPr>
          </a:lstStyle>
          <a:p>
            <a:r>
              <a:rPr lang="en-GB" b="1" dirty="0"/>
              <a:t>ADC</a:t>
            </a:r>
            <a:r>
              <a:rPr lang="en-GB" dirty="0"/>
              <a:t> – Data Driven Competitive Intelligence</a:t>
            </a:r>
            <a:endParaRPr lang="en-DK" dirty="0"/>
          </a:p>
        </p:txBody>
      </p:sp>
    </p:spTree>
    <p:custDataLst>
      <p:tags r:id="rId1"/>
    </p:custDataLst>
    <p:extLst>
      <p:ext uri="{BB962C8B-B14F-4D97-AF65-F5344CB8AC3E}">
        <p14:creationId xmlns:p14="http://schemas.microsoft.com/office/powerpoint/2010/main" val="3296254758"/>
      </p:ext>
    </p:extLst>
  </p:cSld>
  <p:clrMapOvr>
    <a:masterClrMapping/>
  </p:clrMapOvr>
  <p:transition/>
  <p:extLst>
    <p:ext uri="{6950BFC3-D8DA-4A85-94F7-54DA5524770B}">
      <p188:commentRel xmlns:p188="http://schemas.microsoft.com/office/powerpoint/2018/8/main" r:id="rId11"/>
    </p:ext>
  </p:extLs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D91D7D53-364B-7AC6-4FC2-6B1230745518}"/>
              </a:ext>
            </a:extLst>
          </p:cNvPr>
          <p:cNvGraphicFramePr>
            <a:graphicFrameLocks noChangeAspect="1"/>
          </p:cNvGraphicFramePr>
          <p:nvPr>
            <p:custDataLst>
              <p:tags r:id="rId1"/>
            </p:custDataLst>
            <p:extLst>
              <p:ext uri="{D42A27DB-BD31-4B8C-83A1-F6EECF244321}">
                <p14:modId xmlns:p14="http://schemas.microsoft.com/office/powerpoint/2010/main" val="383577691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18" name="think-cell data - do not delete" hidden="1">
                        <a:extLst>
                          <a:ext uri="{FF2B5EF4-FFF2-40B4-BE49-F238E27FC236}">
                            <a16:creationId xmlns:a16="http://schemas.microsoft.com/office/drawing/2014/main" id="{D91D7D53-364B-7AC6-4FC2-6B123074551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485AA5BA-829C-21EA-56DE-C9E4351293DC}"/>
              </a:ext>
            </a:extLst>
          </p:cNvPr>
          <p:cNvSpPr>
            <a:spLocks noGrp="1"/>
          </p:cNvSpPr>
          <p:nvPr>
            <p:ph type="body" sz="quarter" idx="10"/>
          </p:nvPr>
        </p:nvSpPr>
        <p:spPr/>
        <p:txBody>
          <a:bodyPr/>
          <a:lstStyle/>
          <a:p>
            <a:endParaRPr lang="en-GB"/>
          </a:p>
        </p:txBody>
      </p:sp>
      <p:sp>
        <p:nvSpPr>
          <p:cNvPr id="3" name="Text Placeholder 2">
            <a:extLst>
              <a:ext uri="{FF2B5EF4-FFF2-40B4-BE49-F238E27FC236}">
                <a16:creationId xmlns:a16="http://schemas.microsoft.com/office/drawing/2014/main" id="{B5B72C0A-9652-0A75-1AE7-B60A5BD4FA43}"/>
              </a:ext>
            </a:extLst>
          </p:cNvPr>
          <p:cNvSpPr>
            <a:spLocks noGrp="1"/>
          </p:cNvSpPr>
          <p:nvPr>
            <p:ph type="body" sz="quarter" idx="11"/>
          </p:nvPr>
        </p:nvSpPr>
        <p:spPr/>
        <p:txBody>
          <a:bodyPr/>
          <a:lstStyle/>
          <a:p>
            <a:endParaRPr lang="en-GB"/>
          </a:p>
        </p:txBody>
      </p:sp>
      <p:sp>
        <p:nvSpPr>
          <p:cNvPr id="4" name="Text Placeholder 3">
            <a:extLst>
              <a:ext uri="{FF2B5EF4-FFF2-40B4-BE49-F238E27FC236}">
                <a16:creationId xmlns:a16="http://schemas.microsoft.com/office/drawing/2014/main" id="{588D6C43-0B04-AD90-3D69-8EE0A4ED351F}"/>
              </a:ext>
            </a:extLst>
          </p:cNvPr>
          <p:cNvSpPr>
            <a:spLocks noGrp="1"/>
          </p:cNvSpPr>
          <p:nvPr>
            <p:ph type="body" sz="quarter" idx="12"/>
          </p:nvPr>
        </p:nvSpPr>
        <p:spPr/>
        <p:txBody>
          <a:bodyPr/>
          <a:lstStyle/>
          <a:p>
            <a:endParaRPr lang="en-GB"/>
          </a:p>
        </p:txBody>
      </p:sp>
      <p:sp>
        <p:nvSpPr>
          <p:cNvPr id="5" name="Text Placeholder 4">
            <a:extLst>
              <a:ext uri="{FF2B5EF4-FFF2-40B4-BE49-F238E27FC236}">
                <a16:creationId xmlns:a16="http://schemas.microsoft.com/office/drawing/2014/main" id="{3C0CD374-9D28-5068-041E-B47C03FB117E}"/>
              </a:ext>
            </a:extLst>
          </p:cNvPr>
          <p:cNvSpPr>
            <a:spLocks noGrp="1"/>
          </p:cNvSpPr>
          <p:nvPr>
            <p:ph type="body" sz="quarter" idx="13"/>
          </p:nvPr>
        </p:nvSpPr>
        <p:spPr/>
        <p:txBody>
          <a:bodyPr/>
          <a:lstStyle/>
          <a:p>
            <a:endParaRPr lang="en-GB"/>
          </a:p>
        </p:txBody>
      </p:sp>
    </p:spTree>
    <p:extLst>
      <p:ext uri="{BB962C8B-B14F-4D97-AF65-F5344CB8AC3E}">
        <p14:creationId xmlns:p14="http://schemas.microsoft.com/office/powerpoint/2010/main" val="18830890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A9C52A9-4AFB-1FA0-0E4C-27FC12F2ADBF}"/>
              </a:ext>
            </a:extLst>
          </p:cNvPr>
          <p:cNvSpPr>
            <a:spLocks noGrp="1"/>
          </p:cNvSpPr>
          <p:nvPr>
            <p:ph type="title"/>
          </p:nvPr>
        </p:nvSpPr>
        <p:spPr/>
        <p:txBody>
          <a:bodyPr/>
          <a:lstStyle/>
          <a:p>
            <a:r>
              <a:rPr lang="da-DK" sz="1800" dirty="0"/>
              <a:t>Formålet er at få rådgivning og teknisk vejledning i:</a:t>
            </a:r>
          </a:p>
        </p:txBody>
      </p:sp>
      <p:sp>
        <p:nvSpPr>
          <p:cNvPr id="3" name="Pladsholder til tekst 2">
            <a:extLst>
              <a:ext uri="{FF2B5EF4-FFF2-40B4-BE49-F238E27FC236}">
                <a16:creationId xmlns:a16="http://schemas.microsoft.com/office/drawing/2014/main" id="{4FD88D07-4A52-6EDE-B99B-465B97FD0D9A}"/>
              </a:ext>
            </a:extLst>
          </p:cNvPr>
          <p:cNvSpPr>
            <a:spLocks noGrp="1"/>
          </p:cNvSpPr>
          <p:nvPr>
            <p:ph type="body" sz="quarter" idx="12"/>
          </p:nvPr>
        </p:nvSpPr>
        <p:spPr/>
        <p:txBody>
          <a:bodyPr/>
          <a:lstStyle/>
          <a:p>
            <a:r>
              <a:rPr lang="da-DK"/>
              <a:t>RFP</a:t>
            </a:r>
          </a:p>
        </p:txBody>
      </p:sp>
      <p:sp>
        <p:nvSpPr>
          <p:cNvPr id="4" name="Pladsholder til tekst 3">
            <a:extLst>
              <a:ext uri="{FF2B5EF4-FFF2-40B4-BE49-F238E27FC236}">
                <a16:creationId xmlns:a16="http://schemas.microsoft.com/office/drawing/2014/main" id="{A9CE9E8F-7D95-AF2C-2851-70B852A57F37}"/>
              </a:ext>
            </a:extLst>
          </p:cNvPr>
          <p:cNvSpPr>
            <a:spLocks noGrp="1"/>
          </p:cNvSpPr>
          <p:nvPr>
            <p:ph type="body" sz="quarter" idx="13"/>
          </p:nvPr>
        </p:nvSpPr>
        <p:spPr/>
        <p:txBody>
          <a:bodyPr/>
          <a:lstStyle/>
          <a:p>
            <a:pPr lvl="0"/>
            <a:r>
              <a:rPr lang="da-DK" dirty="0"/>
              <a:t>Etablering og konfiguration af en On-</a:t>
            </a:r>
            <a:r>
              <a:rPr lang="da-DK" dirty="0" err="1"/>
              <a:t>Premise</a:t>
            </a:r>
            <a:r>
              <a:rPr lang="da-DK" dirty="0"/>
              <a:t> Large Language Model-platform (LLM)</a:t>
            </a:r>
          </a:p>
          <a:p>
            <a:pPr lvl="0"/>
            <a:r>
              <a:rPr lang="da-DK" dirty="0"/>
              <a:t>Arkitekturdesign, der gør det muligt at drifte en LLM-løsning lokalt, med mulighed for </a:t>
            </a:r>
            <a:r>
              <a:rPr lang="da-DK" dirty="0" err="1"/>
              <a:t>offloading</a:t>
            </a:r>
            <a:r>
              <a:rPr lang="da-DK" dirty="0"/>
              <a:t> af opgaver til ekstern hostet kapacitet (fx GPU/HPC-miljøer)</a:t>
            </a:r>
          </a:p>
          <a:p>
            <a:pPr lvl="0"/>
            <a:r>
              <a:rPr lang="da-DK" dirty="0"/>
              <a:t>Integration med </a:t>
            </a:r>
            <a:r>
              <a:rPr lang="da-DK" dirty="0" err="1"/>
              <a:t>Keycloak</a:t>
            </a:r>
            <a:r>
              <a:rPr lang="da-DK" dirty="0"/>
              <a:t> til </a:t>
            </a:r>
            <a:r>
              <a:rPr lang="da-DK" dirty="0" err="1"/>
              <a:t>identity</a:t>
            </a:r>
            <a:r>
              <a:rPr lang="da-DK" dirty="0"/>
              <a:t> management og adgangsstyring</a:t>
            </a:r>
          </a:p>
          <a:p>
            <a:pPr lvl="0"/>
            <a:r>
              <a:rPr lang="da-DK" dirty="0"/>
              <a:t>Opsætning af sikker og skalerbar API-eksponering via NGINX og REST</a:t>
            </a:r>
          </a:p>
          <a:p>
            <a:pPr lvl="0"/>
            <a:r>
              <a:rPr lang="da-DK" dirty="0"/>
              <a:t>Teknisk rådgivning om valget og anvendelsen af OSS-modeller (fx </a:t>
            </a:r>
            <a:r>
              <a:rPr lang="da-DK" dirty="0" err="1"/>
              <a:t>Mixtral</a:t>
            </a:r>
            <a:r>
              <a:rPr lang="da-DK" dirty="0"/>
              <a:t>)</a:t>
            </a:r>
          </a:p>
          <a:p>
            <a:pPr lvl="0"/>
            <a:r>
              <a:rPr lang="da-DK" dirty="0"/>
              <a:t>Tilpasning af LLM-løsning til eksisterende processer hos Forsvarsakademiet.</a:t>
            </a:r>
          </a:p>
          <a:p>
            <a:pPr marL="0" lvl="0" indent="0">
              <a:buNone/>
            </a:pPr>
            <a:endParaRPr lang="da-DK" dirty="0"/>
          </a:p>
          <a:p>
            <a:pPr marL="0" indent="0">
              <a:buNone/>
            </a:pPr>
            <a:r>
              <a:rPr lang="da-DK" b="1" dirty="0"/>
              <a:t>Udførelsessted</a:t>
            </a:r>
          </a:p>
          <a:p>
            <a:pPr marL="0" indent="0">
              <a:buNone/>
            </a:pPr>
            <a:r>
              <a:rPr lang="da-DK" dirty="0" err="1"/>
              <a:t>Forsvarsakadamiet</a:t>
            </a:r>
            <a:endParaRPr lang="da-DK" dirty="0"/>
          </a:p>
          <a:p>
            <a:pPr marL="0" indent="0">
              <a:buNone/>
            </a:pPr>
            <a:r>
              <a:rPr lang="da-DK" dirty="0" err="1"/>
              <a:t>Svannemøllen</a:t>
            </a:r>
            <a:r>
              <a:rPr lang="da-DK" dirty="0"/>
              <a:t> Kasserne</a:t>
            </a:r>
          </a:p>
          <a:p>
            <a:pPr marL="0" indent="0">
              <a:buNone/>
            </a:pPr>
            <a:r>
              <a:rPr lang="da-DK" dirty="0" err="1"/>
              <a:t>Ryvangs</a:t>
            </a:r>
            <a:r>
              <a:rPr lang="da-DK" dirty="0"/>
              <a:t> Allé, 2100 København</a:t>
            </a:r>
          </a:p>
          <a:p>
            <a:pPr lvl="0"/>
            <a:endParaRPr lang="da-DK" dirty="0"/>
          </a:p>
          <a:p>
            <a:endParaRPr lang="da-DK" dirty="0"/>
          </a:p>
        </p:txBody>
      </p:sp>
      <p:sp>
        <p:nvSpPr>
          <p:cNvPr id="5" name="Pladsholder til sidefod 4">
            <a:extLst>
              <a:ext uri="{FF2B5EF4-FFF2-40B4-BE49-F238E27FC236}">
                <a16:creationId xmlns:a16="http://schemas.microsoft.com/office/drawing/2014/main" id="{66840239-C1AB-5B30-C2B1-C3176E099B59}"/>
              </a:ext>
            </a:extLst>
          </p:cNvPr>
          <p:cNvSpPr>
            <a:spLocks noGrp="1"/>
          </p:cNvSpPr>
          <p:nvPr>
            <p:ph type="ftr" sz="quarter" idx="3"/>
          </p:nvPr>
        </p:nvSpPr>
        <p:spPr/>
        <p:txBody>
          <a:bodyPr/>
          <a:lstStyle/>
          <a:p>
            <a:endParaRPr lang="en-GB"/>
          </a:p>
        </p:txBody>
      </p:sp>
    </p:spTree>
    <p:extLst>
      <p:ext uri="{BB962C8B-B14F-4D97-AF65-F5344CB8AC3E}">
        <p14:creationId xmlns:p14="http://schemas.microsoft.com/office/powerpoint/2010/main" val="319217270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xml><?xml version="1.0" encoding="utf-8"?>
<p:tagLst xmlns:a="http://schemas.openxmlformats.org/drawingml/2006/main" xmlns:r="http://schemas.openxmlformats.org/officeDocument/2006/relationships" xmlns:p="http://schemas.openxmlformats.org/presentationml/2006/main">
  <p:tag name="SLIDEHUB_TYPE" val="ICON"/>
</p:tagLst>
</file>

<file path=ppt/tags/tag87.xml><?xml version="1.0" encoding="utf-8"?>
<p:tagLst xmlns:a="http://schemas.openxmlformats.org/drawingml/2006/main" xmlns:r="http://schemas.openxmlformats.org/officeDocument/2006/relationships" xmlns:p="http://schemas.openxmlformats.org/presentationml/2006/main">
  <p:tag name="SLIDEHUB_TYPE" val="ICON"/>
</p:tagLst>
</file>

<file path=ppt/tags/tag88.xml><?xml version="1.0" encoding="utf-8"?>
<p:tagLst xmlns:a="http://schemas.openxmlformats.org/drawingml/2006/main" xmlns:r="http://schemas.openxmlformats.org/officeDocument/2006/relationships" xmlns:p="http://schemas.openxmlformats.org/presentationml/2006/main">
  <p:tag name="SLIDEHUBID" val="969903535031401562053721300c6f87f019b16800ce370cf62e515b33554d97578284"/>
  <p:tag name="SLIDEHUBID_NEW" val="updated"/>
  <p:tag name="SLIDEHUBUPDATETIME" val="2024-03-12 10:51:41.628"/>
</p:tagLst>
</file>

<file path=ppt/tags/tag89.xml><?xml version="1.0" encoding="utf-8"?>
<p:tagLst xmlns:a="http://schemas.openxmlformats.org/drawingml/2006/main" xmlns:r="http://schemas.openxmlformats.org/officeDocument/2006/relationships" xmlns:p="http://schemas.openxmlformats.org/presentationml/2006/main">
  <p:tag name="SH_REF" val="UjBuNWI2ekpWU3BjWlkyVWs1SmJvdWRGR1RyazFWWS9scUhLQm9adm9rZEFiMW1EZkVxWFNjck5VQVhzc2ROVg%3D%3D"/>
  <p:tag name="SLIDEHUBID" val="6935850397227652821904668ade96c8122dd5be5d129b583ea522ec1d1cbb123093193"/>
  <p:tag name="SLIDEHUBID_NEW" val="updated"/>
  <p:tag name="SLIDEHUBUPDATETIME" val="2025-02-07 08:50:22.748"/>
</p:tagLst>
</file>

<file path=ppt/tags/tag90.xml><?xml version="1.0" encoding="utf-8"?>
<p:tagLst xmlns:a="http://schemas.openxmlformats.org/drawingml/2006/main" xmlns:r="http://schemas.openxmlformats.org/officeDocument/2006/relationships" xmlns:p="http://schemas.openxmlformats.org/presentationml/2006/main">
  <p:tag name="SLIDEHUB_TYPE" val="IMAGE"/>
</p:tagLst>
</file>

<file path=ppt/tags/tag91.xml><?xml version="1.0" encoding="utf-8"?>
<p:tagLst xmlns:a="http://schemas.openxmlformats.org/drawingml/2006/main" xmlns:r="http://schemas.openxmlformats.org/officeDocument/2006/relationships" xmlns:p="http://schemas.openxmlformats.org/presentationml/2006/main">
  <p:tag name="SLIDEHUBID" val="1224737840828419495616442a5e688661bac7b9ed70a643a68dde39b16ff6941774503"/>
  <p:tag name="SLIDEHUBID_NEW" val="updated"/>
  <p:tag name="SLIDEHUBUPDATETIME" val="2024-05-16 16:10:49.148"/>
</p:tagLst>
</file>

<file path=ppt/tags/tag92.xml><?xml version="1.0" encoding="utf-8"?>
<p:tagLst xmlns:a="http://schemas.openxmlformats.org/drawingml/2006/main" xmlns:r="http://schemas.openxmlformats.org/officeDocument/2006/relationships" xmlns:p="http://schemas.openxmlformats.org/presentationml/2006/main">
  <p:tag name="SLIDEHUBID" val="1742977116816241076439e0fa87ba9872c6f00054676d48a22d8ce25f8f0d1447075566"/>
  <p:tag name="SLIDEHUBID_NEW" val="updated"/>
  <p:tag name="SLIDEHUBUPDATETIME" val="2024-02-29 11:52:12.109"/>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4.xml><?xml version="1.0" encoding="utf-8"?>
<p:tagLst xmlns:a="http://schemas.openxmlformats.org/drawingml/2006/main" xmlns:r="http://schemas.openxmlformats.org/officeDocument/2006/relationships" xmlns:p="http://schemas.openxmlformats.org/presentationml/2006/main">
  <p:tag name="SLIDEHUB_TYPE" val="ICON"/>
</p:tagLst>
</file>

<file path=ppt/tags/tag95.xml><?xml version="1.0" encoding="utf-8"?>
<p:tagLst xmlns:a="http://schemas.openxmlformats.org/drawingml/2006/main" xmlns:r="http://schemas.openxmlformats.org/officeDocument/2006/relationships" xmlns:p="http://schemas.openxmlformats.org/presentationml/2006/main">
  <p:tag name="SH_REF" val="UjBuNWI2ekpWU3BjWlkyVWs1SmJvdWRGR1RyazFWWS9scUhLQm9adm9rZEFiMW1EZkVxWFNjck5VQVhzc2ROVg%3D%3D"/>
  <p:tag name="SLIDEHUBID" val="6935850397227652821904668ade96c8122dd5be5d129b583ea522ec1d1cbb123093193"/>
  <p:tag name="SLIDEHUBID_NEW" val="updated"/>
  <p:tag name="SLIDEHUBUPDATETIME" val="2025-02-07 08:50:22.748"/>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7.xml><?xml version="1.0" encoding="utf-8"?>
<p:tagLst xmlns:a="http://schemas.openxmlformats.org/drawingml/2006/main" xmlns:r="http://schemas.openxmlformats.org/officeDocument/2006/relationships" xmlns:p="http://schemas.openxmlformats.org/presentationml/2006/main">
  <p:tag name="SLIDEHUB_TYPE" val="ICON"/>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9.xml><?xml version="1.0" encoding="utf-8"?>
<p:tagLst xmlns:a="http://schemas.openxmlformats.org/drawingml/2006/main" xmlns:r="http://schemas.openxmlformats.org/officeDocument/2006/relationships" xmlns:p="http://schemas.openxmlformats.org/presentationml/2006/main">
  <p:tag name="SLIDEHUB_TYPE" val="ICON"/>
</p:tagLst>
</file>

<file path=ppt/tags/tag100.xml><?xml version="1.0" encoding="utf-8"?>
<p:tagLst xmlns:a="http://schemas.openxmlformats.org/drawingml/2006/main" xmlns:r="http://schemas.openxmlformats.org/officeDocument/2006/relationships" xmlns:p="http://schemas.openxmlformats.org/presentationml/2006/main">
  <p:tag name="SH_REF" val="UjBuNWI2ekpWU3BjWlkyVWs1SmJvdWRGR1RyazFWWS9scUhLQm9adm9rZUZBVkZ3Uyt5MFVXSFVhT014Nlo1QQ%3D%3D"/>
  <p:tag name="SLIDEHUBID" val="260612181237474490747591d5c96cfe8b90f204a5497f3d6638b1d89fe88a1158957277"/>
  <p:tag name="SLIDEHUBID_NEW" val="updated"/>
  <p:tag name="SLIDEHUBUPDATETIME" val="2024-10-18 18:57:24.051"/>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2.xml><?xml version="1.0" encoding="utf-8"?>
<p:tagLst xmlns:a="http://schemas.openxmlformats.org/drawingml/2006/main" xmlns:r="http://schemas.openxmlformats.org/officeDocument/2006/relationships" xmlns:p="http://schemas.openxmlformats.org/presentationml/2006/main">
  <p:tag name="SLIDEHUB_TYPE" val="ICON"/>
</p:tagLst>
</file>

<file path=ppt/tags/tag103.xml><?xml version="1.0" encoding="utf-8"?>
<p:tagLst xmlns:a="http://schemas.openxmlformats.org/drawingml/2006/main" xmlns:r="http://schemas.openxmlformats.org/officeDocument/2006/relationships" xmlns:p="http://schemas.openxmlformats.org/presentationml/2006/main">
  <p:tag name="SLIDEHUB_TYPE" val="ICON"/>
</p:tagLst>
</file>

<file path=ppt/tags/tag104.xml><?xml version="1.0" encoding="utf-8"?>
<p:tagLst xmlns:a="http://schemas.openxmlformats.org/drawingml/2006/main" xmlns:r="http://schemas.openxmlformats.org/officeDocument/2006/relationships" xmlns:p="http://schemas.openxmlformats.org/presentationml/2006/main">
  <p:tag name="SLIDEHUB_TYPE" val="ICON"/>
</p:tagLst>
</file>

<file path=ppt/tags/tag105.xml><?xml version="1.0" encoding="utf-8"?>
<p:tagLst xmlns:a="http://schemas.openxmlformats.org/drawingml/2006/main" xmlns:r="http://schemas.openxmlformats.org/officeDocument/2006/relationships" xmlns:p="http://schemas.openxmlformats.org/presentationml/2006/main">
  <p:tag name="SLIDEHUB_TYPE" val="ICON"/>
</p:tagLst>
</file>

<file path=ppt/tags/tag106.xml><?xml version="1.0" encoding="utf-8"?>
<p:tagLst xmlns:a="http://schemas.openxmlformats.org/drawingml/2006/main" xmlns:r="http://schemas.openxmlformats.org/officeDocument/2006/relationships" xmlns:p="http://schemas.openxmlformats.org/presentationml/2006/main">
  <p:tag name="SLIDEHUB_TYPE" val="ICON"/>
</p:tagLst>
</file>

<file path=ppt/tags/tag107.xml><?xml version="1.0" encoding="utf-8"?>
<p:tagLst xmlns:a="http://schemas.openxmlformats.org/drawingml/2006/main" xmlns:r="http://schemas.openxmlformats.org/officeDocument/2006/relationships" xmlns:p="http://schemas.openxmlformats.org/presentationml/2006/main">
  <p:tag name="SLIDEHUB_TYPE" val="ICON"/>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Amsterdam Data Collective">
  <a:themeElements>
    <a:clrScheme name="ADC">
      <a:dk1>
        <a:srgbClr val="1F4953"/>
      </a:dk1>
      <a:lt1>
        <a:srgbClr val="F1F1ED"/>
      </a:lt1>
      <a:dk2>
        <a:srgbClr val="3D4C53"/>
      </a:dk2>
      <a:lt2>
        <a:srgbClr val="FFFFFF"/>
      </a:lt2>
      <a:accent1>
        <a:srgbClr val="2A6270"/>
      </a:accent1>
      <a:accent2>
        <a:srgbClr val="2F7587"/>
      </a:accent2>
      <a:accent3>
        <a:srgbClr val="4F899C"/>
      </a:accent3>
      <a:accent4>
        <a:srgbClr val="86B1AE"/>
      </a:accent4>
      <a:accent5>
        <a:srgbClr val="90C8B5"/>
      </a:accent5>
      <a:accent6>
        <a:srgbClr val="7FDEFF"/>
      </a:accent6>
      <a:hlink>
        <a:srgbClr val="80DFFF"/>
      </a:hlink>
      <a:folHlink>
        <a:srgbClr val="63B1C4"/>
      </a:folHlink>
    </a:clrScheme>
    <a:fontScheme name="ADC-Calibri">
      <a:majorFont>
        <a:latin typeface="Calibri"/>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spPr>
      <a:bodyPr vert="horz" lIns="90000" tIns="46800" rIns="90000" bIns="46800" rtlCol="0" anchor="t">
        <a:noAutofit/>
      </a:bodyPr>
      <a:lstStyle>
        <a:defPPr marL="216000" marR="0" indent="-216000" algn="l" defTabSz="914400" eaLnBrk="1" fontAlgn="auto" latinLnBrk="0" hangingPunct="1">
          <a:lnSpc>
            <a:spcPct val="100000"/>
          </a:lnSpc>
          <a:spcBef>
            <a:spcPts val="600"/>
          </a:spcBef>
          <a:spcAft>
            <a:spcPts val="0"/>
          </a:spcAft>
          <a:buClrTx/>
          <a:buSzPct val="100000"/>
          <a:buFont typeface="Arial" panose="020B0604020202020204" pitchFamily="34" charset="0"/>
          <a:buChar char="•"/>
          <a:tabLst/>
          <a:defRPr kumimoji="0" sz="1200" b="0" i="0" u="none" strike="noStrike" kern="1200" cap="none" spc="0" normalizeH="0" baseline="0" noProof="0" dirty="0" err="1" smtClean="0">
            <a:ln>
              <a:noFill/>
            </a:ln>
            <a:solidFill>
              <a:srgbClr val="44463E"/>
            </a:solidFill>
            <a:effectLst/>
            <a:uLnTx/>
            <a:uFillTx/>
            <a:ea typeface="+mn-ea"/>
          </a:defRPr>
        </a:defPPr>
      </a:lstStyle>
    </a:spDef>
    <a:lnDef>
      <a:spPr bwMode="gray">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noAutofit/>
      </a:bodyPr>
      <a:lstStyle>
        <a:defPPr marL="216000" indent="-216000" algn="l">
          <a:spcBef>
            <a:spcPts val="600"/>
          </a:spcBef>
          <a:buFont typeface="Arial" panose="020B0604020202020204" pitchFamily="34" charset="0"/>
          <a:buChar char="•"/>
          <a:defRPr sz="1200" dirty="0" err="1" smtClean="0"/>
        </a:defPPr>
      </a:lstStyle>
    </a:txDef>
  </a:objectDefaults>
  <a:extraClrSchemeLst/>
  <a:extLst>
    <a:ext uri="{05A4C25C-085E-4340-85A3-A5531E510DB2}">
      <thm15:themeFamily xmlns:thm15="http://schemas.microsoft.com/office/thememl/2012/main" name="2025_ADC_PPTMasterTemplate" id="{ACD9CCF3-D5A0-4E0E-80DA-F406703765C8}" vid="{FCED9D4C-6661-4A76-A493-B28C31368E1E}"/>
    </a:ext>
  </a:extLst>
</a:theme>
</file>

<file path=ppt/theme/theme2.xml><?xml version="1.0" encoding="utf-8"?>
<a:theme xmlns:a="http://schemas.openxmlformats.org/drawingml/2006/main" name="4_Amsterdam Data Collective">
  <a:themeElements>
    <a:clrScheme name="ADC">
      <a:dk1>
        <a:srgbClr val="1F4953"/>
      </a:dk1>
      <a:lt1>
        <a:srgbClr val="F1F1ED"/>
      </a:lt1>
      <a:dk2>
        <a:srgbClr val="3D4C53"/>
      </a:dk2>
      <a:lt2>
        <a:srgbClr val="FFFFFF"/>
      </a:lt2>
      <a:accent1>
        <a:srgbClr val="2A6270"/>
      </a:accent1>
      <a:accent2>
        <a:srgbClr val="2F7587"/>
      </a:accent2>
      <a:accent3>
        <a:srgbClr val="4F899C"/>
      </a:accent3>
      <a:accent4>
        <a:srgbClr val="86B1AE"/>
      </a:accent4>
      <a:accent5>
        <a:srgbClr val="90C8B5"/>
      </a:accent5>
      <a:accent6>
        <a:srgbClr val="7FDEFF"/>
      </a:accent6>
      <a:hlink>
        <a:srgbClr val="80DFFF"/>
      </a:hlink>
      <a:folHlink>
        <a:srgbClr val="63B1C4"/>
      </a:folHlink>
    </a:clrScheme>
    <a:fontScheme name="ADC-Calibri">
      <a:majorFont>
        <a:latin typeface="Calibri"/>
        <a:ea typeface="Calibri"/>
        <a:cs typeface="Arial"/>
      </a:majorFont>
      <a:minorFont>
        <a:latin typeface="Calibri Light"/>
        <a:ea typeface="Calibri Light"/>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spPr>
      <a:bodyPr vert="horz" lIns="90000" tIns="46800" rIns="90000" bIns="46800" rtlCol="0" anchor="t">
        <a:noAutofit/>
      </a:bodyPr>
      <a:lstStyle>
        <a:defPPr marL="216000" marR="0" indent="-216000" algn="l" defTabSz="914400" eaLnBrk="1" fontAlgn="auto" latinLnBrk="0" hangingPunct="1">
          <a:lnSpc>
            <a:spcPct val="100000"/>
          </a:lnSpc>
          <a:spcBef>
            <a:spcPts val="600"/>
          </a:spcBef>
          <a:spcAft>
            <a:spcPts val="0"/>
          </a:spcAft>
          <a:buClrTx/>
          <a:buSzPct val="100000"/>
          <a:buFont typeface="Arial" panose="020B0604020202020204" pitchFamily="34" charset="0"/>
          <a:buChar char="•"/>
          <a:tabLst/>
          <a:defRPr kumimoji="0" sz="1200" b="0" i="0" u="none" strike="noStrike" kern="1200" cap="none" spc="0" normalizeH="0" baseline="0" noProof="0" dirty="0" err="1" smtClean="0">
            <a:ln>
              <a:noFill/>
            </a:ln>
            <a:solidFill>
              <a:srgbClr val="44463E"/>
            </a:solidFill>
            <a:effectLst/>
            <a:uLnTx/>
            <a:uFillTx/>
            <a:ea typeface="+mn-ea"/>
          </a:defRPr>
        </a:defPPr>
      </a:lstStyle>
    </a:spDef>
    <a:lnDef>
      <a:spPr bwMode="gray">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noAutofit/>
      </a:bodyPr>
      <a:lstStyle>
        <a:defPPr marL="216000" indent="-216000" algn="l">
          <a:spcBef>
            <a:spcPts val="600"/>
          </a:spcBef>
          <a:buFont typeface="Arial" panose="020B0604020202020204" pitchFamily="34" charset="0"/>
          <a:buChar char="•"/>
          <a:defRPr sz="1200" dirty="0" err="1" smtClean="0"/>
        </a:defPPr>
      </a:lstStyle>
    </a:txDef>
  </a:objectDefaults>
  <a:extraClrSchemeLst/>
  <a:extLst>
    <a:ext uri="{05A4C25C-085E-4340-85A3-A5531E510DB2}">
      <thm15:themeFamily xmlns:thm15="http://schemas.microsoft.com/office/thememl/2012/main" name="2025_ADC_PPTMasterTemplate" id="{ACD9CCF3-D5A0-4E0E-80DA-F406703765C8}" vid="{FCED9D4C-6661-4A76-A493-B28C31368E1E}"/>
    </a:ext>
  </a:extLst>
</a:theme>
</file>

<file path=ppt/theme/theme3.xml><?xml version="1.0" encoding="utf-8"?>
<a:theme xmlns:a="http://schemas.openxmlformats.org/drawingml/2006/main" name="1_Amsterdam Data Collective">
  <a:themeElements>
    <a:clrScheme name="ADC">
      <a:dk1>
        <a:srgbClr val="1F4953"/>
      </a:dk1>
      <a:lt1>
        <a:srgbClr val="F1F1ED"/>
      </a:lt1>
      <a:dk2>
        <a:srgbClr val="3D4C53"/>
      </a:dk2>
      <a:lt2>
        <a:srgbClr val="FFFFFF"/>
      </a:lt2>
      <a:accent1>
        <a:srgbClr val="2A6270"/>
      </a:accent1>
      <a:accent2>
        <a:srgbClr val="2F7587"/>
      </a:accent2>
      <a:accent3>
        <a:srgbClr val="4F899C"/>
      </a:accent3>
      <a:accent4>
        <a:srgbClr val="86B1AE"/>
      </a:accent4>
      <a:accent5>
        <a:srgbClr val="90C8B5"/>
      </a:accent5>
      <a:accent6>
        <a:srgbClr val="7FDEFF"/>
      </a:accent6>
      <a:hlink>
        <a:srgbClr val="80DFFF"/>
      </a:hlink>
      <a:folHlink>
        <a:srgbClr val="63B1C4"/>
      </a:folHlink>
    </a:clrScheme>
    <a:fontScheme name="ADC-Calibri">
      <a:majorFont>
        <a:latin typeface="Calibri"/>
        <a:ea typeface="Calibri"/>
        <a:cs typeface="Arial"/>
      </a:majorFont>
      <a:minorFont>
        <a:latin typeface="Calibri Light"/>
        <a:ea typeface="Calibri Light"/>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spPr>
      <a:bodyPr vert="horz" lIns="90000" tIns="46800" rIns="90000" bIns="46800" rtlCol="0" anchor="t">
        <a:noAutofit/>
      </a:bodyPr>
      <a:lstStyle>
        <a:defPPr marL="216000" marR="0" indent="-216000" algn="l" defTabSz="914400" eaLnBrk="1" fontAlgn="auto" latinLnBrk="0" hangingPunct="1">
          <a:lnSpc>
            <a:spcPct val="100000"/>
          </a:lnSpc>
          <a:spcBef>
            <a:spcPts val="600"/>
          </a:spcBef>
          <a:spcAft>
            <a:spcPts val="0"/>
          </a:spcAft>
          <a:buClrTx/>
          <a:buSzPct val="100000"/>
          <a:buFont typeface="Arial" panose="020B0604020202020204" pitchFamily="34" charset="0"/>
          <a:buChar char="•"/>
          <a:tabLst/>
          <a:defRPr kumimoji="0" sz="1200" b="0" i="0" u="none" strike="noStrike" kern="1200" cap="none" spc="0" normalizeH="0" baseline="0" noProof="0" dirty="0" err="1" smtClean="0">
            <a:ln>
              <a:noFill/>
            </a:ln>
            <a:solidFill>
              <a:srgbClr val="44463E"/>
            </a:solidFill>
            <a:effectLst/>
            <a:uLnTx/>
            <a:uFillTx/>
            <a:ea typeface="+mn-ea"/>
          </a:defRPr>
        </a:defPPr>
      </a:lstStyle>
    </a:spDef>
    <a:lnDef>
      <a:spPr bwMode="gray">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noAutofit/>
      </a:bodyPr>
      <a:lstStyle>
        <a:defPPr marL="216000" indent="-216000" algn="l">
          <a:spcBef>
            <a:spcPts val="600"/>
          </a:spcBef>
          <a:buFont typeface="Arial" panose="020B0604020202020204" pitchFamily="34" charset="0"/>
          <a:buChar char="•"/>
          <a:defRPr sz="1200" dirty="0" err="1" smtClean="0"/>
        </a:defPPr>
      </a:lstStyle>
    </a:txDef>
  </a:objectDefaults>
  <a:extraClrSchemeLst/>
  <a:extLst>
    <a:ext uri="{05A4C25C-085E-4340-85A3-A5531E510DB2}">
      <thm15:themeFamily xmlns:thm15="http://schemas.microsoft.com/office/thememl/2012/main" name="ADC_Master template" id="{367022C2-5A76-4F38-9E0E-D7742A177C16}" vid="{51D003DC-E0B8-429B-ADD0-D0157C1195A5}"/>
    </a:ext>
  </a:extLst>
</a:theme>
</file>

<file path=ppt/theme/theme4.xml><?xml version="1.0" encoding="utf-8"?>
<a:theme xmlns:a="http://schemas.openxmlformats.org/drawingml/2006/main" name="2_Amsterdam Data Collective">
  <a:themeElements>
    <a:clrScheme name="ADC">
      <a:dk1>
        <a:srgbClr val="1F4953"/>
      </a:dk1>
      <a:lt1>
        <a:srgbClr val="F1F1ED"/>
      </a:lt1>
      <a:dk2>
        <a:srgbClr val="3D4C53"/>
      </a:dk2>
      <a:lt2>
        <a:srgbClr val="FFFFFF"/>
      </a:lt2>
      <a:accent1>
        <a:srgbClr val="2A6270"/>
      </a:accent1>
      <a:accent2>
        <a:srgbClr val="2F7587"/>
      </a:accent2>
      <a:accent3>
        <a:srgbClr val="4F899C"/>
      </a:accent3>
      <a:accent4>
        <a:srgbClr val="86B1AE"/>
      </a:accent4>
      <a:accent5>
        <a:srgbClr val="90C8B5"/>
      </a:accent5>
      <a:accent6>
        <a:srgbClr val="7FDEFF"/>
      </a:accent6>
      <a:hlink>
        <a:srgbClr val="80DFFF"/>
      </a:hlink>
      <a:folHlink>
        <a:srgbClr val="63B1C4"/>
      </a:folHlink>
    </a:clrScheme>
    <a:fontScheme name="ADC-Calibri">
      <a:majorFont>
        <a:latin typeface="Calibri"/>
        <a:ea typeface="Calibri"/>
        <a:cs typeface="Arial"/>
      </a:majorFont>
      <a:minorFont>
        <a:latin typeface="Calibri Light"/>
        <a:ea typeface="Calibri Light"/>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spPr>
      <a:bodyPr vert="horz" lIns="90000" tIns="46800" rIns="90000" bIns="46800" rtlCol="0" anchor="t">
        <a:noAutofit/>
      </a:bodyPr>
      <a:lstStyle>
        <a:defPPr marL="216000" marR="0" indent="-216000" algn="l" defTabSz="914400" eaLnBrk="1" fontAlgn="auto" latinLnBrk="0" hangingPunct="1">
          <a:lnSpc>
            <a:spcPct val="100000"/>
          </a:lnSpc>
          <a:spcBef>
            <a:spcPts val="600"/>
          </a:spcBef>
          <a:spcAft>
            <a:spcPts val="0"/>
          </a:spcAft>
          <a:buClrTx/>
          <a:buSzPct val="100000"/>
          <a:buFont typeface="Arial" panose="020B0604020202020204" pitchFamily="34" charset="0"/>
          <a:buChar char="•"/>
          <a:tabLst/>
          <a:defRPr kumimoji="0" sz="1200" b="0" i="0" u="none" strike="noStrike" kern="1200" cap="none" spc="0" normalizeH="0" baseline="0" noProof="0" dirty="0" err="1" smtClean="0">
            <a:ln>
              <a:noFill/>
            </a:ln>
            <a:solidFill>
              <a:srgbClr val="44463E"/>
            </a:solidFill>
            <a:effectLst/>
            <a:uLnTx/>
            <a:uFillTx/>
            <a:ea typeface="+mn-ea"/>
          </a:defRPr>
        </a:defPPr>
      </a:lstStyle>
    </a:spDef>
    <a:lnDef>
      <a:spPr bwMode="gray">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noAutofit/>
      </a:bodyPr>
      <a:lstStyle>
        <a:defPPr marL="216000" indent="-216000" algn="l">
          <a:spcBef>
            <a:spcPts val="600"/>
          </a:spcBef>
          <a:buFont typeface="Arial" panose="020B0604020202020204" pitchFamily="34" charset="0"/>
          <a:buChar char="•"/>
          <a:defRPr sz="1200" dirty="0" err="1" smtClean="0"/>
        </a:defPPr>
      </a:lstStyle>
    </a:txDef>
  </a:objectDefaults>
  <a:extraClrSchemeLst/>
  <a:extLst>
    <a:ext uri="{05A4C25C-085E-4340-85A3-A5531E510DB2}">
      <thm15:themeFamily xmlns:thm15="http://schemas.microsoft.com/office/thememl/2012/main" name="ADC_Master template" id="{367022C2-5A76-4F38-9E0E-D7742A177C16}" vid="{51D003DC-E0B8-429B-ADD0-D0157C1195A5}"/>
    </a:ext>
  </a:extLst>
</a:theme>
</file>

<file path=ppt/theme/theme5.xml><?xml version="1.0" encoding="utf-8"?>
<a:theme xmlns:a="http://schemas.openxmlformats.org/drawingml/2006/main" name="3_Amsterdam Data Collective">
  <a:themeElements>
    <a:clrScheme name="ADC">
      <a:dk1>
        <a:srgbClr val="1F4953"/>
      </a:dk1>
      <a:lt1>
        <a:srgbClr val="F1F1ED"/>
      </a:lt1>
      <a:dk2>
        <a:srgbClr val="3D4C53"/>
      </a:dk2>
      <a:lt2>
        <a:srgbClr val="FFFFFF"/>
      </a:lt2>
      <a:accent1>
        <a:srgbClr val="2A6270"/>
      </a:accent1>
      <a:accent2>
        <a:srgbClr val="2F7587"/>
      </a:accent2>
      <a:accent3>
        <a:srgbClr val="4F899C"/>
      </a:accent3>
      <a:accent4>
        <a:srgbClr val="86B1AE"/>
      </a:accent4>
      <a:accent5>
        <a:srgbClr val="90C8B5"/>
      </a:accent5>
      <a:accent6>
        <a:srgbClr val="7FDEFF"/>
      </a:accent6>
      <a:hlink>
        <a:srgbClr val="80DFFF"/>
      </a:hlink>
      <a:folHlink>
        <a:srgbClr val="63B1C4"/>
      </a:folHlink>
    </a:clrScheme>
    <a:fontScheme name="ADC-Calibri">
      <a:majorFont>
        <a:latin typeface="Calibri"/>
        <a:ea typeface="Calibri"/>
        <a:cs typeface="Arial"/>
      </a:majorFont>
      <a:minorFont>
        <a:latin typeface="Calibri Light"/>
        <a:ea typeface="Calibri Light"/>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spPr>
      <a:bodyPr vert="horz" lIns="90000" tIns="46800" rIns="90000" bIns="46800" rtlCol="0" anchor="t">
        <a:noAutofit/>
      </a:bodyPr>
      <a:lstStyle>
        <a:defPPr marL="216000" marR="0" indent="-216000" algn="l" defTabSz="914400" eaLnBrk="1" fontAlgn="auto" latinLnBrk="0" hangingPunct="1">
          <a:lnSpc>
            <a:spcPct val="100000"/>
          </a:lnSpc>
          <a:spcBef>
            <a:spcPts val="600"/>
          </a:spcBef>
          <a:spcAft>
            <a:spcPts val="0"/>
          </a:spcAft>
          <a:buClrTx/>
          <a:buSzPct val="100000"/>
          <a:buFont typeface="Arial" panose="020B0604020202020204" pitchFamily="34" charset="0"/>
          <a:buChar char="•"/>
          <a:tabLst/>
          <a:defRPr kumimoji="0" sz="1200" b="0" i="0" u="none" strike="noStrike" kern="1200" cap="none" spc="0" normalizeH="0" baseline="0" noProof="0" dirty="0" err="1" smtClean="0">
            <a:ln>
              <a:noFill/>
            </a:ln>
            <a:solidFill>
              <a:srgbClr val="44463E"/>
            </a:solidFill>
            <a:effectLst/>
            <a:uLnTx/>
            <a:uFillTx/>
            <a:ea typeface="+mn-ea"/>
          </a:defRPr>
        </a:defPPr>
      </a:lstStyle>
    </a:spDef>
    <a:lnDef>
      <a:spPr bwMode="gray">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noAutofit/>
      </a:bodyPr>
      <a:lstStyle>
        <a:defPPr marL="216000" indent="-216000" algn="l">
          <a:spcBef>
            <a:spcPts val="600"/>
          </a:spcBef>
          <a:buFont typeface="Arial" panose="020B0604020202020204" pitchFamily="34" charset="0"/>
          <a:buChar char="•"/>
          <a:defRPr sz="1200" dirty="0" err="1" smtClean="0"/>
        </a:defPPr>
      </a:lstStyle>
    </a:txDef>
  </a:objectDefaults>
  <a:extraClrSchemeLst/>
  <a:extLst>
    <a:ext uri="{05A4C25C-085E-4340-85A3-A5531E510DB2}">
      <thm15:themeFamily xmlns:thm15="http://schemas.microsoft.com/office/thememl/2012/main" name="Master template" id="{12FCFFEF-09CB-3043-864B-834799A7082A}" vid="{DF2E57D4-B4E0-DF49-9C78-7F7ADD6F6AD1}"/>
    </a:ext>
  </a:extLst>
</a:theme>
</file>

<file path=ppt/theme/theme6.xml><?xml version="1.0" encoding="utf-8"?>
<a:theme xmlns:a="http://schemas.openxmlformats.org/drawingml/2006/main" name="5_Amsterdam Data Collective">
  <a:themeElements>
    <a:clrScheme name="ADC">
      <a:dk1>
        <a:srgbClr val="1F4953"/>
      </a:dk1>
      <a:lt1>
        <a:srgbClr val="F1F1ED"/>
      </a:lt1>
      <a:dk2>
        <a:srgbClr val="3D4C53"/>
      </a:dk2>
      <a:lt2>
        <a:srgbClr val="FFFFFF"/>
      </a:lt2>
      <a:accent1>
        <a:srgbClr val="2A6270"/>
      </a:accent1>
      <a:accent2>
        <a:srgbClr val="2F7587"/>
      </a:accent2>
      <a:accent3>
        <a:srgbClr val="4F899C"/>
      </a:accent3>
      <a:accent4>
        <a:srgbClr val="86B1AE"/>
      </a:accent4>
      <a:accent5>
        <a:srgbClr val="90C8B5"/>
      </a:accent5>
      <a:accent6>
        <a:srgbClr val="7FDEFF"/>
      </a:accent6>
      <a:hlink>
        <a:srgbClr val="80DFFF"/>
      </a:hlink>
      <a:folHlink>
        <a:srgbClr val="63B1C4"/>
      </a:folHlink>
    </a:clrScheme>
    <a:fontScheme name="ADC-Calibri">
      <a:majorFont>
        <a:latin typeface="Calibri"/>
        <a:ea typeface="Calibri"/>
        <a:cs typeface="Arial"/>
      </a:majorFont>
      <a:minorFont>
        <a:latin typeface="Calibri Light"/>
        <a:ea typeface="Calibri Light"/>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spPr>
      <a:bodyPr vert="horz" lIns="90000" tIns="46800" rIns="90000" bIns="46800" rtlCol="0" anchor="t">
        <a:noAutofit/>
      </a:bodyPr>
      <a:lstStyle>
        <a:defPPr marL="216000" marR="0" indent="-216000" algn="l" defTabSz="914400" eaLnBrk="1" fontAlgn="auto" latinLnBrk="0" hangingPunct="1">
          <a:lnSpc>
            <a:spcPct val="100000"/>
          </a:lnSpc>
          <a:spcBef>
            <a:spcPts val="600"/>
          </a:spcBef>
          <a:spcAft>
            <a:spcPts val="0"/>
          </a:spcAft>
          <a:buClrTx/>
          <a:buSzPct val="100000"/>
          <a:buFont typeface="Arial" panose="020B0604020202020204" pitchFamily="34" charset="0"/>
          <a:buChar char="•"/>
          <a:tabLst/>
          <a:defRPr kumimoji="0" sz="1200" b="0" i="0" u="none" strike="noStrike" kern="1200" cap="none" spc="0" normalizeH="0" baseline="0" noProof="0" dirty="0" err="1" smtClean="0">
            <a:ln>
              <a:noFill/>
            </a:ln>
            <a:solidFill>
              <a:srgbClr val="44463E"/>
            </a:solidFill>
            <a:effectLst/>
            <a:uLnTx/>
            <a:uFillTx/>
            <a:ea typeface="+mn-ea"/>
          </a:defRPr>
        </a:defPPr>
      </a:lstStyle>
    </a:spDef>
    <a:lnDef>
      <a:spPr bwMode="gray">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noAutofit/>
      </a:bodyPr>
      <a:lstStyle>
        <a:defPPr marL="216000" indent="-216000" algn="l">
          <a:spcBef>
            <a:spcPts val="600"/>
          </a:spcBef>
          <a:buFont typeface="Arial" panose="020B0604020202020204" pitchFamily="34" charset="0"/>
          <a:buChar char="•"/>
          <a:defRPr sz="1200" dirty="0" err="1" smtClean="0"/>
        </a:defPPr>
      </a:lstStyle>
    </a:txDef>
  </a:objectDefaults>
  <a:extraClrSchemeLst/>
  <a:extLst>
    <a:ext uri="{05A4C25C-085E-4340-85A3-A5531E510DB2}">
      <thm15:themeFamily xmlns:thm15="http://schemas.microsoft.com/office/thememl/2012/main" name="ADC_Master template" id="{367022C2-5A76-4F38-9E0E-D7742A177C16}" vid="{51D003DC-E0B8-429B-ADD0-D0157C1195A5}"/>
    </a:ext>
  </a:extLst>
</a:theme>
</file>

<file path=ppt/theme/theme7.xml><?xml version="1.0" encoding="utf-8"?>
<a:theme xmlns:a="http://schemas.openxmlformats.org/drawingml/2006/main" name="6_Amsterdam Data Collective">
  <a:themeElements>
    <a:clrScheme name="ADC">
      <a:dk1>
        <a:srgbClr val="1F4953"/>
      </a:dk1>
      <a:lt1>
        <a:srgbClr val="F1F1ED"/>
      </a:lt1>
      <a:dk2>
        <a:srgbClr val="3D4C53"/>
      </a:dk2>
      <a:lt2>
        <a:srgbClr val="FFFFFF"/>
      </a:lt2>
      <a:accent1>
        <a:srgbClr val="2A6270"/>
      </a:accent1>
      <a:accent2>
        <a:srgbClr val="2F7587"/>
      </a:accent2>
      <a:accent3>
        <a:srgbClr val="4F899C"/>
      </a:accent3>
      <a:accent4>
        <a:srgbClr val="86B1AE"/>
      </a:accent4>
      <a:accent5>
        <a:srgbClr val="90C8B5"/>
      </a:accent5>
      <a:accent6>
        <a:srgbClr val="7FDEFF"/>
      </a:accent6>
      <a:hlink>
        <a:srgbClr val="80DFFF"/>
      </a:hlink>
      <a:folHlink>
        <a:srgbClr val="63B1C4"/>
      </a:folHlink>
    </a:clrScheme>
    <a:fontScheme name="ADC-Calibri">
      <a:majorFont>
        <a:latin typeface="Calibri"/>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spPr>
      <a:bodyPr vert="horz" lIns="90000" tIns="46800" rIns="90000" bIns="46800" rtlCol="0" anchor="t">
        <a:noAutofit/>
      </a:bodyPr>
      <a:lstStyle>
        <a:defPPr marL="216000" marR="0" indent="-216000" algn="l" defTabSz="914400" eaLnBrk="1" fontAlgn="auto" latinLnBrk="0" hangingPunct="1">
          <a:lnSpc>
            <a:spcPct val="100000"/>
          </a:lnSpc>
          <a:spcBef>
            <a:spcPts val="600"/>
          </a:spcBef>
          <a:spcAft>
            <a:spcPts val="0"/>
          </a:spcAft>
          <a:buClrTx/>
          <a:buSzPct val="100000"/>
          <a:buFont typeface="Arial" panose="020B0604020202020204" pitchFamily="34" charset="0"/>
          <a:buChar char="•"/>
          <a:tabLst/>
          <a:defRPr kumimoji="0" sz="1200" b="0" i="0" u="none" strike="noStrike" kern="1200" cap="none" spc="0" normalizeH="0" baseline="0" noProof="0" dirty="0" err="1" smtClean="0">
            <a:ln>
              <a:noFill/>
            </a:ln>
            <a:solidFill>
              <a:srgbClr val="44463E"/>
            </a:solidFill>
            <a:effectLst/>
            <a:uLnTx/>
            <a:uFillTx/>
            <a:ea typeface="+mn-ea"/>
          </a:defRPr>
        </a:defPPr>
      </a:lstStyle>
    </a:spDef>
    <a:lnDef>
      <a:spPr bwMode="gray">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noAutofit/>
      </a:bodyPr>
      <a:lstStyle>
        <a:defPPr marL="216000" indent="-216000" algn="l">
          <a:spcBef>
            <a:spcPts val="600"/>
          </a:spcBef>
          <a:buFont typeface="Arial" panose="020B0604020202020204" pitchFamily="34" charset="0"/>
          <a:buChar char="•"/>
          <a:defRPr sz="1200" dirty="0" err="1" smtClean="0"/>
        </a:defPPr>
      </a:lstStyle>
    </a:txDef>
  </a:objectDefaults>
  <a:extraClrSchemeLst/>
  <a:extLst>
    <a:ext uri="{05A4C25C-085E-4340-85A3-A5531E510DB2}">
      <thm15:themeFamily xmlns:thm15="http://schemas.microsoft.com/office/thememl/2012/main" name="ADC_Master template" id="{367022C2-5A76-4F38-9E0E-D7742A177C16}" vid="{51D003DC-E0B8-429B-ADD0-D0157C1195A5}"/>
    </a:ext>
  </a:extLst>
</a:theme>
</file>

<file path=ppt/theme/theme8.xml><?xml version="1.0" encoding="utf-8"?>
<a:theme xmlns:a="http://schemas.openxmlformats.org/drawingml/2006/main" name="7_Amsterdam Data Collective">
  <a:themeElements>
    <a:clrScheme name="ADC">
      <a:dk1>
        <a:srgbClr val="1F4953"/>
      </a:dk1>
      <a:lt1>
        <a:srgbClr val="F1F1ED"/>
      </a:lt1>
      <a:dk2>
        <a:srgbClr val="3D4C53"/>
      </a:dk2>
      <a:lt2>
        <a:srgbClr val="FFFFFF"/>
      </a:lt2>
      <a:accent1>
        <a:srgbClr val="2A6270"/>
      </a:accent1>
      <a:accent2>
        <a:srgbClr val="2F7587"/>
      </a:accent2>
      <a:accent3>
        <a:srgbClr val="4F899C"/>
      </a:accent3>
      <a:accent4>
        <a:srgbClr val="86B1AE"/>
      </a:accent4>
      <a:accent5>
        <a:srgbClr val="90C8B5"/>
      </a:accent5>
      <a:accent6>
        <a:srgbClr val="7FDEFF"/>
      </a:accent6>
      <a:hlink>
        <a:srgbClr val="80DFFF"/>
      </a:hlink>
      <a:folHlink>
        <a:srgbClr val="63B1C4"/>
      </a:folHlink>
    </a:clrScheme>
    <a:fontScheme name="ADC-Calibri">
      <a:majorFont>
        <a:latin typeface="Calibri"/>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spPr>
      <a:bodyPr vert="horz" lIns="90000" tIns="46800" rIns="90000" bIns="46800" rtlCol="0" anchor="t">
        <a:noAutofit/>
      </a:bodyPr>
      <a:lstStyle>
        <a:defPPr marL="216000" marR="0" indent="-216000" algn="l" defTabSz="914400" eaLnBrk="1" fontAlgn="auto" latinLnBrk="0" hangingPunct="1">
          <a:lnSpc>
            <a:spcPct val="100000"/>
          </a:lnSpc>
          <a:spcBef>
            <a:spcPts val="600"/>
          </a:spcBef>
          <a:spcAft>
            <a:spcPts val="0"/>
          </a:spcAft>
          <a:buClrTx/>
          <a:buSzPct val="100000"/>
          <a:buFont typeface="Arial" panose="020B0604020202020204" pitchFamily="34" charset="0"/>
          <a:buChar char="•"/>
          <a:tabLst/>
          <a:defRPr kumimoji="0" sz="1200" b="0" i="0" u="none" strike="noStrike" kern="1200" cap="none" spc="0" normalizeH="0" baseline="0" noProof="0" dirty="0" err="1" smtClean="0">
            <a:ln>
              <a:noFill/>
            </a:ln>
            <a:solidFill>
              <a:srgbClr val="44463E"/>
            </a:solidFill>
            <a:effectLst/>
            <a:uLnTx/>
            <a:uFillTx/>
            <a:ea typeface="+mn-ea"/>
          </a:defRPr>
        </a:defPPr>
      </a:lstStyle>
    </a:spDef>
    <a:lnDef>
      <a:spPr bwMode="gray">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noAutofit/>
      </a:bodyPr>
      <a:lstStyle>
        <a:defPPr marL="216000" indent="-216000" algn="l">
          <a:spcBef>
            <a:spcPts val="600"/>
          </a:spcBef>
          <a:buFont typeface="Arial" panose="020B0604020202020204" pitchFamily="34" charset="0"/>
          <a:buChar char="•"/>
          <a:defRPr sz="1200" dirty="0" err="1" smtClean="0"/>
        </a:defPPr>
      </a:lstStyle>
    </a:txDef>
  </a:objectDefaults>
  <a:extraClrSchemeLst/>
  <a:extLst>
    <a:ext uri="{05A4C25C-085E-4340-85A3-A5531E510DB2}">
      <thm15:themeFamily xmlns:thm15="http://schemas.microsoft.com/office/thememl/2012/main" name="ADC_Master template" id="{367022C2-5A76-4F38-9E0E-D7742A177C16}" vid="{51D003DC-E0B8-429B-ADD0-D0157C1195A5}"/>
    </a:ext>
  </a:extLst>
</a:theme>
</file>

<file path=ppt/theme/theme9.xml><?xml version="1.0" encoding="utf-8"?>
<a:theme xmlns:a="http://schemas.openxmlformats.org/drawingml/2006/main" name="8_Amsterdam Data Collective">
  <a:themeElements>
    <a:clrScheme name="ADC">
      <a:dk1>
        <a:srgbClr val="1F4953"/>
      </a:dk1>
      <a:lt1>
        <a:srgbClr val="F1F1ED"/>
      </a:lt1>
      <a:dk2>
        <a:srgbClr val="3D4C53"/>
      </a:dk2>
      <a:lt2>
        <a:srgbClr val="FFFFFF"/>
      </a:lt2>
      <a:accent1>
        <a:srgbClr val="2A6270"/>
      </a:accent1>
      <a:accent2>
        <a:srgbClr val="2F7587"/>
      </a:accent2>
      <a:accent3>
        <a:srgbClr val="4F899C"/>
      </a:accent3>
      <a:accent4>
        <a:srgbClr val="86B1AE"/>
      </a:accent4>
      <a:accent5>
        <a:srgbClr val="90C8B5"/>
      </a:accent5>
      <a:accent6>
        <a:srgbClr val="7FDEFF"/>
      </a:accent6>
      <a:hlink>
        <a:srgbClr val="80DFFF"/>
      </a:hlink>
      <a:folHlink>
        <a:srgbClr val="63B1C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Office Theme">
  <a:themeElements>
    <a:clrScheme name="ADC_Colors">
      <a:dk1>
        <a:srgbClr val="44463E"/>
      </a:dk1>
      <a:lt1>
        <a:srgbClr val="EAE7E3"/>
      </a:lt1>
      <a:dk2>
        <a:srgbClr val="000000"/>
      </a:dk2>
      <a:lt2>
        <a:srgbClr val="FFFFFF"/>
      </a:lt2>
      <a:accent1>
        <a:srgbClr val="AF6F41"/>
      </a:accent1>
      <a:accent2>
        <a:srgbClr val="3D4D55"/>
      </a:accent2>
      <a:accent3>
        <a:srgbClr val="337F64"/>
      </a:accent3>
      <a:accent4>
        <a:srgbClr val="2A6271"/>
      </a:accent4>
      <a:accent5>
        <a:srgbClr val="90A48F"/>
      </a:accent5>
      <a:accent6>
        <a:srgbClr val="BEBCA9"/>
      </a:accent6>
      <a:hlink>
        <a:srgbClr val="AF6F41"/>
      </a:hlink>
      <a:folHlink>
        <a:srgbClr val="AF6F41"/>
      </a:folHlink>
    </a:clrScheme>
    <a:fontScheme name="ADC_Fonts">
      <a:majorFont>
        <a:latin typeface="Gotham Medium"/>
        <a:ea typeface=""/>
        <a:cs typeface=""/>
      </a:majorFont>
      <a:minorFont>
        <a:latin typeface="Gotham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 Theme">
  <a:themeElements>
    <a:clrScheme name="ADC_Colors">
      <a:dk1>
        <a:srgbClr val="44463E"/>
      </a:dk1>
      <a:lt1>
        <a:srgbClr val="EAE7E3"/>
      </a:lt1>
      <a:dk2>
        <a:srgbClr val="000000"/>
      </a:dk2>
      <a:lt2>
        <a:srgbClr val="FFFFFF"/>
      </a:lt2>
      <a:accent1>
        <a:srgbClr val="AF6F41"/>
      </a:accent1>
      <a:accent2>
        <a:srgbClr val="3D4D55"/>
      </a:accent2>
      <a:accent3>
        <a:srgbClr val="337F64"/>
      </a:accent3>
      <a:accent4>
        <a:srgbClr val="2A6271"/>
      </a:accent4>
      <a:accent5>
        <a:srgbClr val="90A48F"/>
      </a:accent5>
      <a:accent6>
        <a:srgbClr val="BEBCA9"/>
      </a:accent6>
      <a:hlink>
        <a:srgbClr val="AF6F41"/>
      </a:hlink>
      <a:folHlink>
        <a:srgbClr val="AF6F41"/>
      </a:folHlink>
    </a:clrScheme>
    <a:fontScheme name="ADC_Fonts">
      <a:majorFont>
        <a:latin typeface="Gotham Medium"/>
        <a:ea typeface=""/>
        <a:cs typeface=""/>
      </a:majorFont>
      <a:minorFont>
        <a:latin typeface="Gotham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 dockstate="right" visibility="0" width="438" row="5">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48DC586F-1797-41FB-AD3B-0166345CE1F0}">
  <we:reference id="a761e866-31f6-4676-9a6c-095a3a900831" version="1.0.0.7" store="EXCatalog" storeType="EXCatalog"/>
  <we:alternateReferences>
    <we:reference id="WA200001625" version="1.0.0.7" store="en-US" storeType="OMEX"/>
  </we:alternateReferences>
  <we:properties>
    <we:property name="Office.AutoShowTaskpaneWithDocument" value="false"/>
  </we:properties>
  <we:bindings/>
  <we:snapshot xmlns:r="http://schemas.openxmlformats.org/officeDocument/2006/relationships"/>
</we:webextension>
</file>

<file path=ppt/webextensions/webextension2.xml><?xml version="1.0" encoding="utf-8"?>
<we:webextension xmlns:we="http://schemas.microsoft.com/office/webextensions/webextension/2010/11" id="{DD802561-6BC5-428D-8E6C-96ECEAE3F20B}">
  <we:reference id="512bb70a-1733-11ee-be56-0242ac120002" version="1.0.0.1" store="EXCatalog" storeType="EXCatalog"/>
  <we:alternateReferences>
    <we:reference id="WA200005701" version="1.0.0.1"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112DFBCF5B01E4C91D778ED94B94ED1" ma:contentTypeVersion="15" ma:contentTypeDescription="Create a new document." ma:contentTypeScope="" ma:versionID="109e9d121321aaa94c69ea5884b9f8d0">
  <xsd:schema xmlns:xsd="http://www.w3.org/2001/XMLSchema" xmlns:xs="http://www.w3.org/2001/XMLSchema" xmlns:p="http://schemas.microsoft.com/office/2006/metadata/properties" xmlns:ns2="124d0674-8419-429d-8ed6-79d15a4cf7b5" xmlns:ns3="f6893e9d-9364-4b13-874c-ffaba12e8c15" targetNamespace="http://schemas.microsoft.com/office/2006/metadata/properties" ma:root="true" ma:fieldsID="234dafa753b0ba1eb4e216c86e018968" ns2:_="" ns3:_="">
    <xsd:import namespace="124d0674-8419-429d-8ed6-79d15a4cf7b5"/>
    <xsd:import namespace="f6893e9d-9364-4b13-874c-ffaba12e8c15"/>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ServiceObjectDetectorVersions" minOccurs="0"/>
                <xsd:element ref="ns2:MediaLengthInSeconds" minOccurs="0"/>
                <xsd:element ref="ns3:SharedWithUsers" minOccurs="0"/>
                <xsd:element ref="ns3:SharedWithDetail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24d0674-8419-429d-8ed6-79d15a4cf7b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bd581b8e-3dbf-4d6e-a276-dab9c7ca13d3" ma:termSetId="09814cd3-568e-fe90-9814-8d621ff8fb84" ma:anchorId="fba54fb3-c3e1-fe81-a776-ca4b69148c4d" ma:open="true" ma:isKeyword="false">
      <xsd:complexType>
        <xsd:sequence>
          <xsd:element ref="pc:Terms" minOccurs="0" maxOccurs="1"/>
        </xsd:sequence>
      </xsd:complex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6893e9d-9364-4b13-874c-ffaba12e8c15"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3e9bd60d-5bab-437e-80d7-680cb71ca50b}" ma:internalName="TaxCatchAll" ma:showField="CatchAllData" ma:web="f6893e9d-9364-4b13-874c-ffaba12e8c15">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24d0674-8419-429d-8ed6-79d15a4cf7b5">
      <Terms xmlns="http://schemas.microsoft.com/office/infopath/2007/PartnerControls"/>
    </lcf76f155ced4ddcb4097134ff3c332f>
    <TaxCatchAll xmlns="f6893e9d-9364-4b13-874c-ffaba12e8c15" xsi:nil="true"/>
  </documentManagement>
</p:properties>
</file>

<file path=customXml/itemProps1.xml><?xml version="1.0" encoding="utf-8"?>
<ds:datastoreItem xmlns:ds="http://schemas.openxmlformats.org/officeDocument/2006/customXml" ds:itemID="{8C0115C2-BF99-40FC-98E4-23F790D48474}">
  <ds:schemaRefs>
    <ds:schemaRef ds:uri="124d0674-8419-429d-8ed6-79d15a4cf7b5"/>
    <ds:schemaRef ds:uri="f6893e9d-9364-4b13-874c-ffaba12e8c1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D78AD376-EC90-4779-BFB1-F3B3CC2D3970}">
  <ds:schemaRefs>
    <ds:schemaRef ds:uri="http://schemas.microsoft.com/sharepoint/v3/contenttype/forms"/>
  </ds:schemaRefs>
</ds:datastoreItem>
</file>

<file path=customXml/itemProps3.xml><?xml version="1.0" encoding="utf-8"?>
<ds:datastoreItem xmlns:ds="http://schemas.openxmlformats.org/officeDocument/2006/customXml" ds:itemID="{F6719BAF-F16B-4294-B200-C80DB5FAFADA}">
  <ds:schemaRefs>
    <ds:schemaRef ds:uri="http://purl.org/dc/dcmitype/"/>
    <ds:schemaRef ds:uri="http://schemas.microsoft.com/office/infopath/2007/PartnerControls"/>
    <ds:schemaRef ds:uri="http://schemas.microsoft.com/office/2006/documentManagement/types"/>
    <ds:schemaRef ds:uri="http://purl.org/dc/terms/"/>
    <ds:schemaRef ds:uri="http://www.w3.org/XML/1998/namespace"/>
    <ds:schemaRef ds:uri="http://schemas.openxmlformats.org/package/2006/metadata/core-properties"/>
    <ds:schemaRef ds:uri="f6893e9d-9364-4b13-874c-ffaba12e8c15"/>
    <ds:schemaRef ds:uri="124d0674-8419-429d-8ed6-79d15a4cf7b5"/>
    <ds:schemaRef ds:uri="http://schemas.microsoft.com/office/2006/metadata/properties"/>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2025_ADC_PPTMasterTemplate</Template>
  <TotalTime>845</TotalTime>
  <Words>15213</Words>
  <Application>Microsoft Office PowerPoint</Application>
  <PresentationFormat>Widescreen</PresentationFormat>
  <Paragraphs>1249</Paragraphs>
  <Slides>51</Slides>
  <Notes>15</Notes>
  <HiddenSlides>0</HiddenSlides>
  <MMClips>0</MMClips>
  <ScaleCrop>false</ScaleCrop>
  <HeadingPairs>
    <vt:vector size="4" baseType="variant">
      <vt:variant>
        <vt:lpstr>Theme</vt:lpstr>
      </vt:variant>
      <vt:variant>
        <vt:i4>9</vt:i4>
      </vt:variant>
      <vt:variant>
        <vt:lpstr>Slide Titles</vt:lpstr>
      </vt:variant>
      <vt:variant>
        <vt:i4>51</vt:i4>
      </vt:variant>
    </vt:vector>
  </HeadingPairs>
  <TitlesOfParts>
    <vt:vector size="60" baseType="lpstr">
      <vt:lpstr>Amsterdam Data Collective</vt:lpstr>
      <vt:lpstr>4_Amsterdam Data Collective</vt:lpstr>
      <vt:lpstr>1_Amsterdam Data Collective</vt:lpstr>
      <vt:lpstr>2_Amsterdam Data Collective</vt:lpstr>
      <vt:lpstr>3_Amsterdam Data Collective</vt:lpstr>
      <vt:lpstr>5_Amsterdam Data Collective</vt:lpstr>
      <vt:lpstr>6_Amsterdam Data Collective</vt:lpstr>
      <vt:lpstr>7_Amsterdam Data Collective</vt:lpstr>
      <vt:lpstr>8_Amsterdam Data Collective</vt:lpstr>
      <vt:lpstr>Implementering af Generativ AI </vt:lpstr>
      <vt:lpstr>ADC tilbyder</vt:lpstr>
      <vt:lpstr>Hybridarkitektur: On-prem LLM med synkron og asynkron offload</vt:lpstr>
      <vt:lpstr>Hybridarkitektur: On-premise med synkron og asynkron offload</vt:lpstr>
      <vt:lpstr>Håndtering af GenAI‑risici med lagdelt sikkerhedsarkitektur til Forsvarsakademiet</vt:lpstr>
      <vt:lpstr>PowerPoint Presentation</vt:lpstr>
      <vt:lpstr>Detaljeret håndtering af GenAI‑risici med lagdelt sikkerhedsarkitektur til Forsvarsakademiet </vt:lpstr>
      <vt:lpstr>PowerPoint Presentation</vt:lpstr>
      <vt:lpstr>Tids- aktivitets og ressourceplan</vt:lpstr>
      <vt:lpstr>Se detaljeret plan I excel </vt:lpstr>
      <vt:lpstr>K-2.K-1 Strategisk rådgivning 1 Skal have erfaring med udvikling af Generativ AI strategi</vt:lpstr>
      <vt:lpstr>K-2.K-1 Strategisk rådgivning 1 Skal have erfaring med udvikling af Generativ AI strategi </vt:lpstr>
      <vt:lpstr>K-2.K-2 Strategisk rådgivning 2 Skal have erfaring med udarbejdelse af Governance model for drift og udvikling af AI modeller </vt:lpstr>
      <vt:lpstr>K-2.K-3 IT-arkitektur Skal have erfaring med design og etablering af it‑arkitektur i komplekse on‑prem miljøer</vt:lpstr>
      <vt:lpstr>K-2.K-4 LLM-teknologi Skal have erfaring med design og implementering af data pipelines for Retrieval-Augmented Generation (RAG)</vt:lpstr>
      <vt:lpstr>K-2.K-4 LLM-teknologi Skal have erfaring med design og implementering af data pipelines for Retrieval-Augmented Generation (RAG)</vt:lpstr>
      <vt:lpstr>K-2.K-5 Sikkerhed 1  Skal have erfaring med gennemførsel af risikovurdering og -mitigering af AI modeller </vt:lpstr>
      <vt:lpstr>K-2.K-6 Sikkerhed 2  Skal have erfaring med implementering af databeskyttelse og fortrolighed af AI modeller</vt:lpstr>
      <vt:lpstr>Sikkerhedsprincipper for offload i hybrid setup</vt:lpstr>
      <vt:lpstr>K-2.K-7 Identity &amp; Access Management Skal have dokumenteret erfaring med Keycloak eller lignende (OIDC, RBAC, realms, API‑sikring) </vt:lpstr>
      <vt:lpstr>K-2.K-8 Integration &amp; API Skal have erfaring med opsætning og hardening af NGINX som reverse proxy/gateway</vt:lpstr>
      <vt:lpstr>K-2.K-9 Dokumentation Skal have erfaring med at udarbejde arkitekturdokumentation, sikkerhedsdokumentation og driftsvejledninger</vt:lpstr>
      <vt:lpstr>K-2.K-10 Implementering Skal kunne lave planlægning af organisatorisk implementering og brugeradoption</vt:lpstr>
      <vt:lpstr>K3</vt:lpstr>
      <vt:lpstr>K3 ADC kerneteam &amp; specialister</vt:lpstr>
      <vt:lpstr>K-4.K-1 Projektledelse og leverancestyring Leverandøren skal arbejde efter en struktureret projektmodel med klare faser, leverancer og milepæle</vt:lpstr>
      <vt:lpstr>K-4.K-2 Samarbejdsform 1 Leverandøren skal kunne indgå i et tæt og transparent samarbejde med kunden, herunder faste statusmøder og løbende koordinering</vt:lpstr>
      <vt:lpstr>K-4.K-3 Samarbejdsform 2 Leverandøren skal tilbyde relevante workshops eller andre fælles aktiviteter</vt:lpstr>
      <vt:lpstr>K-4.K-4 Planlægning &amp; metode Metodebeskrivelsen skal vise en klar og logisk sammenhæng mellem aktiviteter, metoder og forventede leverancer</vt:lpstr>
      <vt:lpstr>K-4.K-5 Kommunikation &amp; governance Leverandøren skal sikre tydelig rapportering (status, risici, fremdrift) og definere kommunikationslinjer mellem konsulenter og kunden</vt:lpstr>
      <vt:lpstr>K-4.K-6 Risikostyring Leverandøren skal identificere og håndtere risici gennem hele opgaven, især ift. arkitektur og sikkerhed </vt:lpstr>
      <vt:lpstr>K-4.K-7 Dokumentation &amp; overdragelse 1 Leverancen skal inkludere afsluttende dokumentation, som understøtter drift, sikkerhed og arkitektur </vt:lpstr>
      <vt:lpstr>K-4.K-8 Dokumentation &amp; overdragelse 2 Leverandøren tilbyder, som en del af ydelsen, en hypercare periode til fejlrettelser og ændringer</vt:lpstr>
      <vt:lpstr>A2 - Referencer og Kvalifikationer fra vores foreslåede team</vt:lpstr>
      <vt:lpstr>PowerPoint Presentation</vt:lpstr>
      <vt:lpstr>PowerPoint Presentation</vt:lpstr>
      <vt:lpstr>PowerPoint Presentation</vt:lpstr>
      <vt:lpstr>PowerPoint Presentation</vt:lpstr>
      <vt:lpstr>PowerPoint Presentation</vt:lpstr>
      <vt:lpstr>PowerPoint Presentation</vt:lpstr>
      <vt:lpstr>A3 - Referencer og kvalifikationer fra relevante tidligere projekter</vt:lpstr>
      <vt:lpstr>Udvikling af en kvalitativ AI-assistent</vt:lpstr>
      <vt:lpstr>Chatbot for Scientists – Enabling data scientists to retrieve useful insights from internal and external data sources  </vt:lpstr>
      <vt:lpstr>LLM-powered chatbots – We transformed the customer support for a Global Insurance Leader into a 24/7 service</vt:lpstr>
      <vt:lpstr>Reducing manual labor in customer service –  Implementing a robust approach for AI-based email routing</vt:lpstr>
      <vt:lpstr>Business Finland –  Custom AI system that assists evaluators in conducting deeper, evidence-based evaluations of funding programs</vt:lpstr>
      <vt:lpstr>Multi-agent for data scientists – Enabling retrieval of internal and external data and subsequent data analyis</vt:lpstr>
      <vt:lpstr>Scientific Intelligence – Enabling data scientists to retrieve insights from internal and external data sources  </vt:lpstr>
      <vt:lpstr>Novonesis: Turning patent data into human‑health competitor intelligence</vt:lpstr>
      <vt:lpstr>PowerPoint Presentation</vt:lpstr>
      <vt:lpstr>Formålet er at få rådgivning og teknisk vejledning 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Jacob Vestergaard</dc:creator>
  <cp:lastModifiedBy>Jacob Vestergaard</cp:lastModifiedBy>
  <cp:revision>4</cp:revision>
  <cp:lastPrinted>2021-11-16T15:11:27Z</cp:lastPrinted>
  <dcterms:created xsi:type="dcterms:W3CDTF">2026-02-25T09:32:22Z</dcterms:created>
  <dcterms:modified xsi:type="dcterms:W3CDTF">2026-07-09T11:50:32Z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Order">
    <vt:lpwstr>8700.00000000000</vt:lpwstr>
  </property>
  <property fmtid="{D5CDD505-2E9C-101B-9397-08002B2CF9AE}" pid="4" name="xd_Signature">
    <vt:lpwstr/>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_ExtendedDescription">
    <vt:lpwstr/>
  </property>
  <property fmtid="{D5CDD505-2E9C-101B-9397-08002B2CF9AE}" pid="9" name="TriggerFlowInfo">
    <vt:lpwstr/>
  </property>
  <property fmtid="{D5CDD505-2E9C-101B-9397-08002B2CF9AE}" pid="10" name="MSIP_Label_c97cf2fb-d1a0-4ca3-8cab-c22d50ce2205_Enabled">
    <vt:lpwstr>true</vt:lpwstr>
  </property>
  <property fmtid="{D5CDD505-2E9C-101B-9397-08002B2CF9AE}" pid="11" name="MSIP_Label_c97cf2fb-d1a0-4ca3-8cab-c22d50ce2205_SetDate">
    <vt:lpwstr>2023-11-23T15:29:10Z</vt:lpwstr>
  </property>
  <property fmtid="{D5CDD505-2E9C-101B-9397-08002B2CF9AE}" pid="12" name="MSIP_Label_c97cf2fb-d1a0-4ca3-8cab-c22d50ce2205_Method">
    <vt:lpwstr>Privileged</vt:lpwstr>
  </property>
  <property fmtid="{D5CDD505-2E9C-101B-9397-08002B2CF9AE}" pid="13" name="MSIP_Label_c97cf2fb-d1a0-4ca3-8cab-c22d50ce2205_Name">
    <vt:lpwstr>Internal-classification</vt:lpwstr>
  </property>
  <property fmtid="{D5CDD505-2E9C-101B-9397-08002B2CF9AE}" pid="14" name="MSIP_Label_c97cf2fb-d1a0-4ca3-8cab-c22d50ce2205_SiteId">
    <vt:lpwstr>81c9632f-c153-4c23-b97f-f22e05000b0d</vt:lpwstr>
  </property>
  <property fmtid="{D5CDD505-2E9C-101B-9397-08002B2CF9AE}" pid="15" name="MSIP_Label_c97cf2fb-d1a0-4ca3-8cab-c22d50ce2205_ActionId">
    <vt:lpwstr>4e073372-e97d-4991-83eb-bbee65cb8eb0</vt:lpwstr>
  </property>
  <property fmtid="{D5CDD505-2E9C-101B-9397-08002B2CF9AE}" pid="16" name="MSIP_Label_c97cf2fb-d1a0-4ca3-8cab-c22d50ce2205_ContentBits">
    <vt:lpwstr>0</vt:lpwstr>
  </property>
  <property fmtid="{D5CDD505-2E9C-101B-9397-08002B2CF9AE}" pid="17" name="ContentTypeId">
    <vt:lpwstr>0x010100F112DFBCF5B01E4C91D778ED94B94ED1</vt:lpwstr>
  </property>
</Properties>
</file>